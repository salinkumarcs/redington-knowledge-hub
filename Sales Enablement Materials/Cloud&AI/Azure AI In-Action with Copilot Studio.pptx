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5" r:id="rId12"/>
    <p:sldId id="267" r:id="rId13"/>
    <p:sldId id="268" r:id="rId14"/>
    <p:sldId id="269" r:id="rId15"/>
    <p:sldId id="270" r:id="rId16"/>
    <p:sldId id="273" r:id="rId17"/>
    <p:sldId id="276" r:id="rId18"/>
    <p:sldId id="278" r:id="rId19"/>
    <p:sldId id="279" r:id="rId20"/>
    <p:sldId id="282" r:id="rId21"/>
    <p:sldId id="308" r:id="rId22"/>
    <p:sldId id="307" r:id="rId23"/>
    <p:sldId id="306" r:id="rId24"/>
    <p:sldId id="305" r:id="rId25"/>
    <p:sldId id="319" r:id="rId26"/>
    <p:sldId id="286" r:id="rId27"/>
    <p:sldId id="289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DCC6B-4540-407E-A070-64CC7FB9CF98}" v="2" dt="2025-02-03T20:31:57.7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2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in Kumar" userId="285015fa-8ca7-4b4f-93a6-38ccd96422c0" providerId="ADAL" clId="{E7D1209B-C1E4-40E5-B6FF-820B1AD92926}"/>
    <pc:docChg chg="undo custSel modSld">
      <pc:chgData name="Salin Kumar" userId="285015fa-8ca7-4b4f-93a6-38ccd96422c0" providerId="ADAL" clId="{E7D1209B-C1E4-40E5-B6FF-820B1AD92926}" dt="2025-02-01T20:25:08.755" v="115" actId="478"/>
      <pc:docMkLst>
        <pc:docMk/>
      </pc:docMkLst>
      <pc:sldChg chg="modSp mod">
        <pc:chgData name="Salin Kumar" userId="285015fa-8ca7-4b4f-93a6-38ccd96422c0" providerId="ADAL" clId="{E7D1209B-C1E4-40E5-B6FF-820B1AD92926}" dt="2025-02-01T20:12:19.841" v="112" actId="20577"/>
        <pc:sldMkLst>
          <pc:docMk/>
          <pc:sldMk cId="0" sldId="256"/>
        </pc:sldMkLst>
        <pc:spChg chg="mod">
          <ac:chgData name="Salin Kumar" userId="285015fa-8ca7-4b4f-93a6-38ccd96422c0" providerId="ADAL" clId="{E7D1209B-C1E4-40E5-B6FF-820B1AD92926}" dt="2025-02-01T20:12:19.841" v="112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lin Kumar" userId="285015fa-8ca7-4b4f-93a6-38ccd96422c0" providerId="ADAL" clId="{E7D1209B-C1E4-40E5-B6FF-820B1AD92926}" dt="2025-02-01T20:11:17.370" v="108" actId="20577"/>
          <ac:spMkLst>
            <pc:docMk/>
            <pc:sldMk cId="0" sldId="256"/>
            <ac:spMk id="5" creationId="{00000000-0000-0000-0000-000000000000}"/>
          </ac:spMkLst>
        </pc:spChg>
        <pc:picChg chg="mod">
          <ac:chgData name="Salin Kumar" userId="285015fa-8ca7-4b4f-93a6-38ccd96422c0" providerId="ADAL" clId="{E7D1209B-C1E4-40E5-B6FF-820B1AD92926}" dt="2025-02-01T20:10:29.888" v="88" actId="1076"/>
          <ac:picMkLst>
            <pc:docMk/>
            <pc:sldMk cId="0" sldId="256"/>
            <ac:picMk id="2" creationId="{00000000-0000-0000-0000-000000000000}"/>
          </ac:picMkLst>
        </pc:picChg>
      </pc:sldChg>
      <pc:sldChg chg="delSp mod">
        <pc:chgData name="Salin Kumar" userId="285015fa-8ca7-4b4f-93a6-38ccd96422c0" providerId="ADAL" clId="{E7D1209B-C1E4-40E5-B6FF-820B1AD92926}" dt="2025-02-01T20:18:48.346" v="113" actId="478"/>
        <pc:sldMkLst>
          <pc:docMk/>
          <pc:sldMk cId="0" sldId="262"/>
        </pc:sldMkLst>
      </pc:sldChg>
      <pc:sldChg chg="delSp mod">
        <pc:chgData name="Salin Kumar" userId="285015fa-8ca7-4b4f-93a6-38ccd96422c0" providerId="ADAL" clId="{E7D1209B-C1E4-40E5-B6FF-820B1AD92926}" dt="2025-02-01T20:23:53.375" v="114" actId="478"/>
        <pc:sldMkLst>
          <pc:docMk/>
          <pc:sldMk cId="0" sldId="270"/>
        </pc:sldMkLst>
      </pc:sldChg>
      <pc:sldChg chg="delSp mod">
        <pc:chgData name="Salin Kumar" userId="285015fa-8ca7-4b4f-93a6-38ccd96422c0" providerId="ADAL" clId="{E7D1209B-C1E4-40E5-B6FF-820B1AD92926}" dt="2025-02-01T20:25:08.755" v="115" actId="478"/>
        <pc:sldMkLst>
          <pc:docMk/>
          <pc:sldMk cId="0" sldId="289"/>
        </pc:sldMkLst>
      </pc:sldChg>
    </pc:docChg>
  </pc:docChgLst>
  <pc:docChgLst>
    <pc:chgData name="Salin Kumar" userId="285015fa-8ca7-4b4f-93a6-38ccd96422c0" providerId="ADAL" clId="{001DCC6B-4540-407E-A070-64CC7FB9CF98}"/>
    <pc:docChg chg="undo custSel addSld delSld modSld sldOrd">
      <pc:chgData name="Salin Kumar" userId="285015fa-8ca7-4b4f-93a6-38ccd96422c0" providerId="ADAL" clId="{001DCC6B-4540-407E-A070-64CC7FB9CF98}" dt="2025-02-08T17:59:14.865" v="181" actId="47"/>
      <pc:docMkLst>
        <pc:docMk/>
      </pc:docMkLst>
      <pc:sldChg chg="addSp modSp mod">
        <pc:chgData name="Salin Kumar" userId="285015fa-8ca7-4b4f-93a6-38ccd96422c0" providerId="ADAL" clId="{001DCC6B-4540-407E-A070-64CC7FB9CF98}" dt="2025-02-03T20:06:45.125" v="5" actId="20577"/>
        <pc:sldMkLst>
          <pc:docMk/>
          <pc:sldMk cId="0" sldId="257"/>
        </pc:sldMkLst>
        <pc:spChg chg="add mod">
          <ac:chgData name="Salin Kumar" userId="285015fa-8ca7-4b4f-93a6-38ccd96422c0" providerId="ADAL" clId="{001DCC6B-4540-407E-A070-64CC7FB9CF98}" dt="2025-02-03T20:06:45.125" v="5" actId="20577"/>
          <ac:spMkLst>
            <pc:docMk/>
            <pc:sldMk cId="0" sldId="257"/>
            <ac:spMk id="14" creationId="{A1AFF11E-4016-4C6A-D39D-634431658270}"/>
          </ac:spMkLst>
        </pc:spChg>
      </pc:sldChg>
      <pc:sldChg chg="modSp mod">
        <pc:chgData name="Salin Kumar" userId="285015fa-8ca7-4b4f-93a6-38ccd96422c0" providerId="ADAL" clId="{001DCC6B-4540-407E-A070-64CC7FB9CF98}" dt="2025-02-03T20:18:52.417" v="19" actId="1076"/>
        <pc:sldMkLst>
          <pc:docMk/>
          <pc:sldMk cId="0" sldId="259"/>
        </pc:sldMkLst>
        <pc:spChg chg="mod">
          <ac:chgData name="Salin Kumar" userId="285015fa-8ca7-4b4f-93a6-38ccd96422c0" providerId="ADAL" clId="{001DCC6B-4540-407E-A070-64CC7FB9CF98}" dt="2025-02-03T20:18:52.417" v="19" actId="1076"/>
          <ac:spMkLst>
            <pc:docMk/>
            <pc:sldMk cId="0" sldId="259"/>
            <ac:spMk id="15" creationId="{00000000-0000-0000-0000-000000000000}"/>
          </ac:spMkLst>
        </pc:spChg>
      </pc:sldChg>
      <pc:sldChg chg="del">
        <pc:chgData name="Salin Kumar" userId="285015fa-8ca7-4b4f-93a6-38ccd96422c0" providerId="ADAL" clId="{001DCC6B-4540-407E-A070-64CC7FB9CF98}" dt="2025-02-08T17:55:47.762" v="177" actId="47"/>
        <pc:sldMkLst>
          <pc:docMk/>
          <pc:sldMk cId="0" sldId="264"/>
        </pc:sldMkLst>
      </pc:sldChg>
      <pc:sldChg chg="ord">
        <pc:chgData name="Salin Kumar" userId="285015fa-8ca7-4b4f-93a6-38ccd96422c0" providerId="ADAL" clId="{001DCC6B-4540-407E-A070-64CC7FB9CF98}" dt="2025-02-03T20:30:05.689" v="176"/>
        <pc:sldMkLst>
          <pc:docMk/>
          <pc:sldMk cId="0" sldId="266"/>
        </pc:sldMkLst>
      </pc:sldChg>
      <pc:sldChg chg="del">
        <pc:chgData name="Salin Kumar" userId="285015fa-8ca7-4b4f-93a6-38ccd96422c0" providerId="ADAL" clId="{001DCC6B-4540-407E-A070-64CC7FB9CF98}" dt="2025-02-03T20:22:13.177" v="20" actId="47"/>
        <pc:sldMkLst>
          <pc:docMk/>
          <pc:sldMk cId="0" sldId="271"/>
        </pc:sldMkLst>
      </pc:sldChg>
      <pc:sldChg chg="add del">
        <pc:chgData name="Salin Kumar" userId="285015fa-8ca7-4b4f-93a6-38ccd96422c0" providerId="ADAL" clId="{001DCC6B-4540-407E-A070-64CC7FB9CF98}" dt="2025-02-03T20:27:15.957" v="165" actId="47"/>
        <pc:sldMkLst>
          <pc:docMk/>
          <pc:sldMk cId="0" sldId="272"/>
        </pc:sldMkLst>
      </pc:sldChg>
      <pc:sldChg chg="addSp modSp mod">
        <pc:chgData name="Salin Kumar" userId="285015fa-8ca7-4b4f-93a6-38ccd96422c0" providerId="ADAL" clId="{001DCC6B-4540-407E-A070-64CC7FB9CF98}" dt="2025-02-03T20:27:10.676" v="164" actId="1076"/>
        <pc:sldMkLst>
          <pc:docMk/>
          <pc:sldMk cId="0" sldId="273"/>
        </pc:sldMkLst>
        <pc:spChg chg="mod">
          <ac:chgData name="Salin Kumar" userId="285015fa-8ca7-4b4f-93a6-38ccd96422c0" providerId="ADAL" clId="{001DCC6B-4540-407E-A070-64CC7FB9CF98}" dt="2025-02-03T20:27:10.676" v="164" actId="1076"/>
          <ac:spMkLst>
            <pc:docMk/>
            <pc:sldMk cId="0" sldId="273"/>
            <ac:spMk id="3" creationId="{00000000-0000-0000-0000-000000000000}"/>
          </ac:spMkLst>
        </pc:spChg>
        <pc:spChg chg="add mod">
          <ac:chgData name="Salin Kumar" userId="285015fa-8ca7-4b4f-93a6-38ccd96422c0" providerId="ADAL" clId="{001DCC6B-4540-407E-A070-64CC7FB9CF98}" dt="2025-02-03T20:26:48.763" v="163" actId="1076"/>
          <ac:spMkLst>
            <pc:docMk/>
            <pc:sldMk cId="0" sldId="273"/>
            <ac:spMk id="45" creationId="{1A2D17E0-536D-499B-35A4-702BADCCB08D}"/>
          </ac:spMkLst>
        </pc:spChg>
      </pc:sldChg>
      <pc:sldChg chg="del">
        <pc:chgData name="Salin Kumar" userId="285015fa-8ca7-4b4f-93a6-38ccd96422c0" providerId="ADAL" clId="{001DCC6B-4540-407E-A070-64CC7FB9CF98}" dt="2025-02-03T20:23:26.654" v="23" actId="47"/>
        <pc:sldMkLst>
          <pc:docMk/>
          <pc:sldMk cId="0" sldId="274"/>
        </pc:sldMkLst>
      </pc:sldChg>
      <pc:sldChg chg="add del">
        <pc:chgData name="Salin Kumar" userId="285015fa-8ca7-4b4f-93a6-38ccd96422c0" providerId="ADAL" clId="{001DCC6B-4540-407E-A070-64CC7FB9CF98}" dt="2025-02-08T17:59:02.544" v="180" actId="47"/>
        <pc:sldMkLst>
          <pc:docMk/>
          <pc:sldMk cId="0" sldId="275"/>
        </pc:sldMkLst>
      </pc:sldChg>
      <pc:sldChg chg="del">
        <pc:chgData name="Salin Kumar" userId="285015fa-8ca7-4b4f-93a6-38ccd96422c0" providerId="ADAL" clId="{001DCC6B-4540-407E-A070-64CC7FB9CF98}" dt="2025-02-08T17:59:14.865" v="181" actId="47"/>
        <pc:sldMkLst>
          <pc:docMk/>
          <pc:sldMk cId="0" sldId="277"/>
        </pc:sldMkLst>
      </pc:sldChg>
      <pc:sldChg chg="del">
        <pc:chgData name="Salin Kumar" userId="285015fa-8ca7-4b4f-93a6-38ccd96422c0" providerId="ADAL" clId="{001DCC6B-4540-407E-A070-64CC7FB9CF98}" dt="2025-02-03T20:24:09.192" v="24" actId="47"/>
        <pc:sldMkLst>
          <pc:docMk/>
          <pc:sldMk cId="0" sldId="280"/>
        </pc:sldMkLst>
      </pc:sldChg>
      <pc:sldChg chg="del">
        <pc:chgData name="Salin Kumar" userId="285015fa-8ca7-4b4f-93a6-38ccd96422c0" providerId="ADAL" clId="{001DCC6B-4540-407E-A070-64CC7FB9CF98}" dt="2025-02-03T20:24:15.371" v="25" actId="47"/>
        <pc:sldMkLst>
          <pc:docMk/>
          <pc:sldMk cId="0" sldId="281"/>
        </pc:sldMkLst>
      </pc:sldChg>
      <pc:sldChg chg="del">
        <pc:chgData name="Salin Kumar" userId="285015fa-8ca7-4b4f-93a6-38ccd96422c0" providerId="ADAL" clId="{001DCC6B-4540-407E-A070-64CC7FB9CF98}" dt="2025-02-03T20:24:46.091" v="26" actId="47"/>
        <pc:sldMkLst>
          <pc:docMk/>
          <pc:sldMk cId="0" sldId="283"/>
        </pc:sldMkLst>
      </pc:sldChg>
      <pc:sldChg chg="del">
        <pc:chgData name="Salin Kumar" userId="285015fa-8ca7-4b4f-93a6-38ccd96422c0" providerId="ADAL" clId="{001DCC6B-4540-407E-A070-64CC7FB9CF98}" dt="2025-02-03T20:24:48.336" v="27" actId="47"/>
        <pc:sldMkLst>
          <pc:docMk/>
          <pc:sldMk cId="0" sldId="284"/>
        </pc:sldMkLst>
      </pc:sldChg>
      <pc:sldChg chg="del">
        <pc:chgData name="Salin Kumar" userId="285015fa-8ca7-4b4f-93a6-38ccd96422c0" providerId="ADAL" clId="{001DCC6B-4540-407E-A070-64CC7FB9CF98}" dt="2025-02-03T20:24:49.835" v="28" actId="47"/>
        <pc:sldMkLst>
          <pc:docMk/>
          <pc:sldMk cId="0" sldId="285"/>
        </pc:sldMkLst>
      </pc:sldChg>
      <pc:sldChg chg="del">
        <pc:chgData name="Salin Kumar" userId="285015fa-8ca7-4b4f-93a6-38ccd96422c0" providerId="ADAL" clId="{001DCC6B-4540-407E-A070-64CC7FB9CF98}" dt="2025-02-03T20:24:56.775" v="29" actId="47"/>
        <pc:sldMkLst>
          <pc:docMk/>
          <pc:sldMk cId="0" sldId="287"/>
        </pc:sldMkLst>
      </pc:sldChg>
      <pc:sldChg chg="del">
        <pc:chgData name="Salin Kumar" userId="285015fa-8ca7-4b4f-93a6-38ccd96422c0" providerId="ADAL" clId="{001DCC6B-4540-407E-A070-64CC7FB9CF98}" dt="2025-02-03T20:25:00.320" v="30" actId="47"/>
        <pc:sldMkLst>
          <pc:docMk/>
          <pc:sldMk cId="0" sldId="288"/>
        </pc:sldMkLst>
      </pc:sldChg>
      <pc:sldChg chg="del">
        <pc:chgData name="Salin Kumar" userId="285015fa-8ca7-4b4f-93a6-38ccd96422c0" providerId="ADAL" clId="{001DCC6B-4540-407E-A070-64CC7FB9CF98}" dt="2025-02-03T20:25:04.761" v="31" actId="47"/>
        <pc:sldMkLst>
          <pc:docMk/>
          <pc:sldMk cId="0" sldId="290"/>
        </pc:sldMkLst>
      </pc:sldChg>
      <pc:sldChg chg="modSp del mod ord">
        <pc:chgData name="Salin Kumar" userId="285015fa-8ca7-4b4f-93a6-38ccd96422c0" providerId="ADAL" clId="{001DCC6B-4540-407E-A070-64CC7FB9CF98}" dt="2025-02-03T20:29:52.213" v="174" actId="47"/>
        <pc:sldMkLst>
          <pc:docMk/>
          <pc:sldMk cId="0" sldId="291"/>
        </pc:sldMkLst>
      </pc:sldChg>
      <pc:sldChg chg="del">
        <pc:chgData name="Salin Kumar" userId="285015fa-8ca7-4b4f-93a6-38ccd96422c0" providerId="ADAL" clId="{001DCC6B-4540-407E-A070-64CC7FB9CF98}" dt="2025-02-03T20:25:21.764" v="32" actId="47"/>
        <pc:sldMkLst>
          <pc:docMk/>
          <pc:sldMk cId="0" sldId="29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339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381620" y="6552415"/>
            <a:ext cx="606425" cy="116839"/>
          </a:xfrm>
          <a:custGeom>
            <a:avLst/>
            <a:gdLst/>
            <a:ahLst/>
            <a:cxnLst/>
            <a:rect l="l" t="t" r="r" b="b"/>
            <a:pathLst>
              <a:path w="606425" h="116840">
                <a:moveTo>
                  <a:pt x="26598" y="7956"/>
                </a:moveTo>
                <a:lnTo>
                  <a:pt x="0" y="7956"/>
                </a:lnTo>
                <a:lnTo>
                  <a:pt x="0" y="115109"/>
                </a:lnTo>
                <a:lnTo>
                  <a:pt x="17546" y="115109"/>
                </a:lnTo>
                <a:lnTo>
                  <a:pt x="17546" y="40314"/>
                </a:lnTo>
                <a:lnTo>
                  <a:pt x="17262" y="37132"/>
                </a:lnTo>
                <a:lnTo>
                  <a:pt x="17167" y="36071"/>
                </a:lnTo>
                <a:lnTo>
                  <a:pt x="17072" y="35009"/>
                </a:lnTo>
                <a:lnTo>
                  <a:pt x="17025" y="29704"/>
                </a:lnTo>
                <a:lnTo>
                  <a:pt x="16486" y="27583"/>
                </a:lnTo>
                <a:lnTo>
                  <a:pt x="34352" y="27583"/>
                </a:lnTo>
                <a:lnTo>
                  <a:pt x="26598" y="7956"/>
                </a:lnTo>
                <a:close/>
              </a:path>
              <a:path w="606425" h="116840">
                <a:moveTo>
                  <a:pt x="34352" y="27583"/>
                </a:moveTo>
                <a:lnTo>
                  <a:pt x="17025" y="27583"/>
                </a:lnTo>
                <a:lnTo>
                  <a:pt x="18085" y="31828"/>
                </a:lnTo>
                <a:lnTo>
                  <a:pt x="19144" y="35009"/>
                </a:lnTo>
                <a:lnTo>
                  <a:pt x="19683" y="37132"/>
                </a:lnTo>
                <a:lnTo>
                  <a:pt x="51615" y="115109"/>
                </a:lnTo>
                <a:lnTo>
                  <a:pt x="63846" y="115109"/>
                </a:lnTo>
                <a:lnTo>
                  <a:pt x="74346" y="89117"/>
                </a:lnTo>
                <a:lnTo>
                  <a:pt x="57991" y="89117"/>
                </a:lnTo>
                <a:lnTo>
                  <a:pt x="57470" y="85934"/>
                </a:lnTo>
                <a:lnTo>
                  <a:pt x="55872" y="81160"/>
                </a:lnTo>
                <a:lnTo>
                  <a:pt x="53214" y="75325"/>
                </a:lnTo>
                <a:lnTo>
                  <a:pt x="34352" y="27583"/>
                </a:lnTo>
                <a:close/>
              </a:path>
              <a:path w="606425" h="116840">
                <a:moveTo>
                  <a:pt x="116000" y="27583"/>
                </a:moveTo>
                <a:lnTo>
                  <a:pt x="98436" y="27583"/>
                </a:lnTo>
                <a:lnTo>
                  <a:pt x="97984" y="34479"/>
                </a:lnTo>
                <a:lnTo>
                  <a:pt x="97915" y="115109"/>
                </a:lnTo>
                <a:lnTo>
                  <a:pt x="116000" y="115109"/>
                </a:lnTo>
                <a:lnTo>
                  <a:pt x="116000" y="27583"/>
                </a:lnTo>
                <a:close/>
              </a:path>
              <a:path w="606425" h="116840">
                <a:moveTo>
                  <a:pt x="116000" y="7956"/>
                </a:moveTo>
                <a:lnTo>
                  <a:pt x="90982" y="7956"/>
                </a:lnTo>
                <a:lnTo>
                  <a:pt x="63325" y="75325"/>
                </a:lnTo>
                <a:lnTo>
                  <a:pt x="58530" y="89117"/>
                </a:lnTo>
                <a:lnTo>
                  <a:pt x="74346" y="89117"/>
                </a:lnTo>
                <a:lnTo>
                  <a:pt x="95778" y="36071"/>
                </a:lnTo>
                <a:lnTo>
                  <a:pt x="96837" y="34479"/>
                </a:lnTo>
                <a:lnTo>
                  <a:pt x="97376" y="30766"/>
                </a:lnTo>
                <a:lnTo>
                  <a:pt x="98436" y="27583"/>
                </a:lnTo>
                <a:lnTo>
                  <a:pt x="116000" y="27583"/>
                </a:lnTo>
                <a:lnTo>
                  <a:pt x="116000" y="7956"/>
                </a:lnTo>
                <a:close/>
              </a:path>
              <a:path w="606425" h="116840">
                <a:moveTo>
                  <a:pt x="151650" y="38192"/>
                </a:moveTo>
                <a:lnTo>
                  <a:pt x="133565" y="38192"/>
                </a:lnTo>
                <a:lnTo>
                  <a:pt x="133565" y="115109"/>
                </a:lnTo>
                <a:lnTo>
                  <a:pt x="151650" y="115109"/>
                </a:lnTo>
                <a:lnTo>
                  <a:pt x="151650" y="38192"/>
                </a:lnTo>
                <a:close/>
              </a:path>
              <a:path w="606425" h="116840">
                <a:moveTo>
                  <a:pt x="145795" y="5834"/>
                </a:moveTo>
                <a:lnTo>
                  <a:pt x="139940" y="5834"/>
                </a:lnTo>
                <a:lnTo>
                  <a:pt x="137282" y="6896"/>
                </a:lnTo>
                <a:lnTo>
                  <a:pt x="135163" y="9017"/>
                </a:lnTo>
                <a:lnTo>
                  <a:pt x="133026" y="10609"/>
                </a:lnTo>
                <a:lnTo>
                  <a:pt x="131966" y="13260"/>
                </a:lnTo>
                <a:lnTo>
                  <a:pt x="131966" y="19097"/>
                </a:lnTo>
                <a:lnTo>
                  <a:pt x="133026" y="21748"/>
                </a:lnTo>
                <a:lnTo>
                  <a:pt x="135163" y="23870"/>
                </a:lnTo>
                <a:lnTo>
                  <a:pt x="137282" y="25461"/>
                </a:lnTo>
                <a:lnTo>
                  <a:pt x="139940" y="26523"/>
                </a:lnTo>
                <a:lnTo>
                  <a:pt x="145795" y="26523"/>
                </a:lnTo>
                <a:lnTo>
                  <a:pt x="148453" y="25461"/>
                </a:lnTo>
                <a:lnTo>
                  <a:pt x="150590" y="23870"/>
                </a:lnTo>
                <a:lnTo>
                  <a:pt x="152709" y="21748"/>
                </a:lnTo>
                <a:lnTo>
                  <a:pt x="153787" y="19097"/>
                </a:lnTo>
                <a:lnTo>
                  <a:pt x="153787" y="13260"/>
                </a:lnTo>
                <a:lnTo>
                  <a:pt x="152709" y="11139"/>
                </a:lnTo>
                <a:lnTo>
                  <a:pt x="148453" y="6896"/>
                </a:lnTo>
                <a:lnTo>
                  <a:pt x="145795" y="5834"/>
                </a:lnTo>
                <a:close/>
              </a:path>
              <a:path w="606425" h="116840">
                <a:moveTo>
                  <a:pt x="212317" y="36601"/>
                </a:moveTo>
                <a:lnTo>
                  <a:pt x="197411" y="36601"/>
                </a:lnTo>
                <a:lnTo>
                  <a:pt x="189957" y="38192"/>
                </a:lnTo>
                <a:lnTo>
                  <a:pt x="183582" y="41905"/>
                </a:lnTo>
                <a:lnTo>
                  <a:pt x="177188" y="45088"/>
                </a:lnTo>
                <a:lnTo>
                  <a:pt x="172411" y="50393"/>
                </a:lnTo>
                <a:lnTo>
                  <a:pt x="166017" y="63124"/>
                </a:lnTo>
                <a:lnTo>
                  <a:pt x="164419" y="70550"/>
                </a:lnTo>
                <a:lnTo>
                  <a:pt x="164419" y="85934"/>
                </a:lnTo>
                <a:lnTo>
                  <a:pt x="194753" y="116701"/>
                </a:lnTo>
                <a:lnTo>
                  <a:pt x="210719" y="116701"/>
                </a:lnTo>
                <a:lnTo>
                  <a:pt x="218172" y="115109"/>
                </a:lnTo>
                <a:lnTo>
                  <a:pt x="224027" y="111926"/>
                </a:lnTo>
                <a:lnTo>
                  <a:pt x="224548" y="111396"/>
                </a:lnTo>
                <a:lnTo>
                  <a:pt x="224548" y="101848"/>
                </a:lnTo>
                <a:lnTo>
                  <a:pt x="199009" y="101848"/>
                </a:lnTo>
                <a:lnTo>
                  <a:pt x="193154" y="99727"/>
                </a:lnTo>
                <a:lnTo>
                  <a:pt x="188898" y="95482"/>
                </a:lnTo>
                <a:lnTo>
                  <a:pt x="185180" y="90709"/>
                </a:lnTo>
                <a:lnTo>
                  <a:pt x="183043" y="84873"/>
                </a:lnTo>
                <a:lnTo>
                  <a:pt x="183043" y="69490"/>
                </a:lnTo>
                <a:lnTo>
                  <a:pt x="185180" y="63124"/>
                </a:lnTo>
                <a:lnTo>
                  <a:pt x="193693" y="53576"/>
                </a:lnTo>
                <a:lnTo>
                  <a:pt x="199548" y="51455"/>
                </a:lnTo>
                <a:lnTo>
                  <a:pt x="224548" y="51455"/>
                </a:lnTo>
                <a:lnTo>
                  <a:pt x="224548" y="40314"/>
                </a:lnTo>
                <a:lnTo>
                  <a:pt x="224027" y="40314"/>
                </a:lnTo>
                <a:lnTo>
                  <a:pt x="221890" y="39254"/>
                </a:lnTo>
                <a:lnTo>
                  <a:pt x="219232" y="38192"/>
                </a:lnTo>
                <a:lnTo>
                  <a:pt x="215514" y="37662"/>
                </a:lnTo>
                <a:lnTo>
                  <a:pt x="212317" y="36601"/>
                </a:lnTo>
                <a:close/>
              </a:path>
              <a:path w="606425" h="116840">
                <a:moveTo>
                  <a:pt x="224548" y="94952"/>
                </a:moveTo>
                <a:lnTo>
                  <a:pt x="223488" y="95482"/>
                </a:lnTo>
                <a:lnTo>
                  <a:pt x="220830" y="97604"/>
                </a:lnTo>
                <a:lnTo>
                  <a:pt x="218172" y="99195"/>
                </a:lnTo>
                <a:lnTo>
                  <a:pt x="211778" y="101317"/>
                </a:lnTo>
                <a:lnTo>
                  <a:pt x="208582" y="101848"/>
                </a:lnTo>
                <a:lnTo>
                  <a:pt x="224548" y="101848"/>
                </a:lnTo>
                <a:lnTo>
                  <a:pt x="224548" y="94952"/>
                </a:lnTo>
                <a:close/>
              </a:path>
              <a:path w="606425" h="116840">
                <a:moveTo>
                  <a:pt x="224548" y="51455"/>
                </a:moveTo>
                <a:lnTo>
                  <a:pt x="212317" y="51455"/>
                </a:lnTo>
                <a:lnTo>
                  <a:pt x="218172" y="53576"/>
                </a:lnTo>
                <a:lnTo>
                  <a:pt x="223488" y="57289"/>
                </a:lnTo>
                <a:lnTo>
                  <a:pt x="224548" y="57819"/>
                </a:lnTo>
                <a:lnTo>
                  <a:pt x="224548" y="51455"/>
                </a:lnTo>
                <a:close/>
              </a:path>
              <a:path w="606425" h="116840">
                <a:moveTo>
                  <a:pt x="255959" y="38192"/>
                </a:moveTo>
                <a:lnTo>
                  <a:pt x="237856" y="38192"/>
                </a:lnTo>
                <a:lnTo>
                  <a:pt x="237856" y="115109"/>
                </a:lnTo>
                <a:lnTo>
                  <a:pt x="255959" y="115109"/>
                </a:lnTo>
                <a:lnTo>
                  <a:pt x="255959" y="68959"/>
                </a:lnTo>
                <a:lnTo>
                  <a:pt x="257539" y="63654"/>
                </a:lnTo>
                <a:lnTo>
                  <a:pt x="260736" y="59411"/>
                </a:lnTo>
                <a:lnTo>
                  <a:pt x="263394" y="55168"/>
                </a:lnTo>
                <a:lnTo>
                  <a:pt x="267650" y="53045"/>
                </a:lnTo>
                <a:lnTo>
                  <a:pt x="282557" y="53045"/>
                </a:lnTo>
                <a:lnTo>
                  <a:pt x="282557" y="51455"/>
                </a:lnTo>
                <a:lnTo>
                  <a:pt x="255959" y="51455"/>
                </a:lnTo>
                <a:lnTo>
                  <a:pt x="255959" y="38192"/>
                </a:lnTo>
                <a:close/>
              </a:path>
              <a:path w="606425" h="116840">
                <a:moveTo>
                  <a:pt x="282557" y="53045"/>
                </a:moveTo>
                <a:lnTo>
                  <a:pt x="274044" y="53045"/>
                </a:lnTo>
                <a:lnTo>
                  <a:pt x="275642" y="53576"/>
                </a:lnTo>
                <a:lnTo>
                  <a:pt x="279899" y="54636"/>
                </a:lnTo>
                <a:lnTo>
                  <a:pt x="282018" y="55698"/>
                </a:lnTo>
                <a:lnTo>
                  <a:pt x="282557" y="56228"/>
                </a:lnTo>
                <a:lnTo>
                  <a:pt x="282557" y="53045"/>
                </a:lnTo>
                <a:close/>
              </a:path>
              <a:path w="606425" h="116840">
                <a:moveTo>
                  <a:pt x="280958" y="37132"/>
                </a:moveTo>
                <a:lnTo>
                  <a:pt x="270847" y="37132"/>
                </a:lnTo>
                <a:lnTo>
                  <a:pt x="266591" y="38192"/>
                </a:lnTo>
                <a:lnTo>
                  <a:pt x="263394" y="41375"/>
                </a:lnTo>
                <a:lnTo>
                  <a:pt x="260215" y="44027"/>
                </a:lnTo>
                <a:lnTo>
                  <a:pt x="258078" y="47210"/>
                </a:lnTo>
                <a:lnTo>
                  <a:pt x="256480" y="51455"/>
                </a:lnTo>
                <a:lnTo>
                  <a:pt x="282557" y="51455"/>
                </a:lnTo>
                <a:lnTo>
                  <a:pt x="282557" y="38192"/>
                </a:lnTo>
                <a:lnTo>
                  <a:pt x="280958" y="37132"/>
                </a:lnTo>
                <a:close/>
              </a:path>
              <a:path w="606425" h="116840">
                <a:moveTo>
                  <a:pt x="324600" y="36601"/>
                </a:moveTo>
                <a:lnTo>
                  <a:pt x="289685" y="53277"/>
                </a:lnTo>
                <a:lnTo>
                  <a:pt x="283738" y="75855"/>
                </a:lnTo>
                <a:lnTo>
                  <a:pt x="283616" y="77446"/>
                </a:lnTo>
                <a:lnTo>
                  <a:pt x="284188" y="84599"/>
                </a:lnTo>
                <a:lnTo>
                  <a:pt x="284308" y="86100"/>
                </a:lnTo>
                <a:lnTo>
                  <a:pt x="286349" y="93758"/>
                </a:lnTo>
                <a:lnTo>
                  <a:pt x="322463" y="116701"/>
                </a:lnTo>
                <a:lnTo>
                  <a:pt x="331128" y="116013"/>
                </a:lnTo>
                <a:lnTo>
                  <a:pt x="338851" y="113982"/>
                </a:lnTo>
                <a:lnTo>
                  <a:pt x="345968" y="110435"/>
                </a:lnTo>
                <a:lnTo>
                  <a:pt x="351737" y="105561"/>
                </a:lnTo>
                <a:lnTo>
                  <a:pt x="354734" y="101848"/>
                </a:lnTo>
                <a:lnTo>
                  <a:pt x="317147" y="101848"/>
                </a:lnTo>
                <a:lnTo>
                  <a:pt x="311831" y="99727"/>
                </a:lnTo>
                <a:lnTo>
                  <a:pt x="304378" y="91239"/>
                </a:lnTo>
                <a:lnTo>
                  <a:pt x="302240" y="84873"/>
                </a:lnTo>
                <a:lnTo>
                  <a:pt x="302240" y="68959"/>
                </a:lnTo>
                <a:lnTo>
                  <a:pt x="304378" y="62594"/>
                </a:lnTo>
                <a:lnTo>
                  <a:pt x="308095" y="57819"/>
                </a:lnTo>
                <a:lnTo>
                  <a:pt x="311831" y="53576"/>
                </a:lnTo>
                <a:lnTo>
                  <a:pt x="317147" y="51455"/>
                </a:lnTo>
                <a:lnTo>
                  <a:pt x="355999" y="51455"/>
                </a:lnTo>
                <a:lnTo>
                  <a:pt x="352797" y="47210"/>
                </a:lnTo>
                <a:lnTo>
                  <a:pt x="347121" y="42419"/>
                </a:lnTo>
                <a:lnTo>
                  <a:pt x="340497" y="39120"/>
                </a:lnTo>
                <a:lnTo>
                  <a:pt x="333268" y="37288"/>
                </a:lnTo>
                <a:lnTo>
                  <a:pt x="333991" y="37288"/>
                </a:lnTo>
                <a:lnTo>
                  <a:pt x="324600" y="36601"/>
                </a:lnTo>
                <a:close/>
              </a:path>
              <a:path w="606425" h="116840">
                <a:moveTo>
                  <a:pt x="355999" y="51455"/>
                </a:moveTo>
                <a:lnTo>
                  <a:pt x="329916" y="51455"/>
                </a:lnTo>
                <a:lnTo>
                  <a:pt x="334711" y="53576"/>
                </a:lnTo>
                <a:lnTo>
                  <a:pt x="342165" y="62064"/>
                </a:lnTo>
                <a:lnTo>
                  <a:pt x="343745" y="68429"/>
                </a:lnTo>
                <a:lnTo>
                  <a:pt x="343745" y="84873"/>
                </a:lnTo>
                <a:lnTo>
                  <a:pt x="342165" y="91239"/>
                </a:lnTo>
                <a:lnTo>
                  <a:pt x="338968" y="95482"/>
                </a:lnTo>
                <a:lnTo>
                  <a:pt x="335232" y="99727"/>
                </a:lnTo>
                <a:lnTo>
                  <a:pt x="330455" y="101848"/>
                </a:lnTo>
                <a:lnTo>
                  <a:pt x="354734" y="101848"/>
                </a:lnTo>
                <a:lnTo>
                  <a:pt x="356627" y="99503"/>
                </a:lnTo>
                <a:lnTo>
                  <a:pt x="360117" y="92499"/>
                </a:lnTo>
                <a:lnTo>
                  <a:pt x="362138" y="84873"/>
                </a:lnTo>
                <a:lnTo>
                  <a:pt x="362210" y="84599"/>
                </a:lnTo>
                <a:lnTo>
                  <a:pt x="362781" y="77446"/>
                </a:lnTo>
                <a:lnTo>
                  <a:pt x="362908" y="75855"/>
                </a:lnTo>
                <a:lnTo>
                  <a:pt x="362365" y="68959"/>
                </a:lnTo>
                <a:lnTo>
                  <a:pt x="362324" y="68429"/>
                </a:lnTo>
                <a:lnTo>
                  <a:pt x="362227" y="67202"/>
                </a:lnTo>
                <a:lnTo>
                  <a:pt x="360250" y="59543"/>
                </a:lnTo>
                <a:lnTo>
                  <a:pt x="357074" y="52879"/>
                </a:lnTo>
                <a:lnTo>
                  <a:pt x="355999" y="51455"/>
                </a:lnTo>
                <a:close/>
              </a:path>
              <a:path w="606425" h="116840">
                <a:moveTo>
                  <a:pt x="371421" y="94952"/>
                </a:moveTo>
                <a:lnTo>
                  <a:pt x="371421" y="112458"/>
                </a:lnTo>
                <a:lnTo>
                  <a:pt x="371959" y="112458"/>
                </a:lnTo>
                <a:lnTo>
                  <a:pt x="374079" y="114049"/>
                </a:lnTo>
                <a:lnTo>
                  <a:pt x="377814" y="114579"/>
                </a:lnTo>
                <a:lnTo>
                  <a:pt x="381532" y="115639"/>
                </a:lnTo>
                <a:lnTo>
                  <a:pt x="388985" y="116701"/>
                </a:lnTo>
                <a:lnTo>
                  <a:pt x="401215" y="116701"/>
                </a:lnTo>
                <a:lnTo>
                  <a:pt x="408669" y="114579"/>
                </a:lnTo>
                <a:lnTo>
                  <a:pt x="414003" y="110334"/>
                </a:lnTo>
                <a:lnTo>
                  <a:pt x="419840" y="105561"/>
                </a:lnTo>
                <a:lnTo>
                  <a:pt x="421299" y="102378"/>
                </a:lnTo>
                <a:lnTo>
                  <a:pt x="389524" y="102378"/>
                </a:lnTo>
                <a:lnTo>
                  <a:pt x="386327" y="101848"/>
                </a:lnTo>
                <a:lnTo>
                  <a:pt x="382591" y="100787"/>
                </a:lnTo>
                <a:lnTo>
                  <a:pt x="375156" y="97604"/>
                </a:lnTo>
                <a:lnTo>
                  <a:pt x="372480" y="95482"/>
                </a:lnTo>
                <a:lnTo>
                  <a:pt x="371421" y="94952"/>
                </a:lnTo>
                <a:close/>
              </a:path>
              <a:path w="606425" h="116840">
                <a:moveTo>
                  <a:pt x="406549" y="36601"/>
                </a:moveTo>
                <a:lnTo>
                  <a:pt x="392182" y="36601"/>
                </a:lnTo>
                <a:lnTo>
                  <a:pt x="385267" y="38722"/>
                </a:lnTo>
                <a:lnTo>
                  <a:pt x="379933" y="42967"/>
                </a:lnTo>
                <a:lnTo>
                  <a:pt x="374079" y="47210"/>
                </a:lnTo>
                <a:lnTo>
                  <a:pt x="371421" y="53045"/>
                </a:lnTo>
                <a:lnTo>
                  <a:pt x="371511" y="64186"/>
                </a:lnTo>
                <a:lnTo>
                  <a:pt x="371959" y="66837"/>
                </a:lnTo>
                <a:lnTo>
                  <a:pt x="373019" y="69490"/>
                </a:lnTo>
                <a:lnTo>
                  <a:pt x="376216" y="74795"/>
                </a:lnTo>
                <a:lnTo>
                  <a:pt x="378874" y="76387"/>
                </a:lnTo>
                <a:lnTo>
                  <a:pt x="380993" y="78508"/>
                </a:lnTo>
                <a:lnTo>
                  <a:pt x="384729" y="80630"/>
                </a:lnTo>
                <a:lnTo>
                  <a:pt x="390045" y="82751"/>
                </a:lnTo>
                <a:lnTo>
                  <a:pt x="393780" y="84343"/>
                </a:lnTo>
                <a:lnTo>
                  <a:pt x="401215" y="88056"/>
                </a:lnTo>
                <a:lnTo>
                  <a:pt x="402293" y="89117"/>
                </a:lnTo>
                <a:lnTo>
                  <a:pt x="403353" y="90709"/>
                </a:lnTo>
                <a:lnTo>
                  <a:pt x="404412" y="92831"/>
                </a:lnTo>
                <a:lnTo>
                  <a:pt x="404412" y="99727"/>
                </a:lnTo>
                <a:lnTo>
                  <a:pt x="400695" y="102378"/>
                </a:lnTo>
                <a:lnTo>
                  <a:pt x="421299" y="102378"/>
                </a:lnTo>
                <a:lnTo>
                  <a:pt x="422515" y="99727"/>
                </a:lnTo>
                <a:lnTo>
                  <a:pt x="422515" y="87526"/>
                </a:lnTo>
                <a:lnTo>
                  <a:pt x="396959" y="67899"/>
                </a:lnTo>
                <a:lnTo>
                  <a:pt x="393241" y="65777"/>
                </a:lnTo>
                <a:lnTo>
                  <a:pt x="392182" y="64186"/>
                </a:lnTo>
                <a:lnTo>
                  <a:pt x="390583" y="63124"/>
                </a:lnTo>
                <a:lnTo>
                  <a:pt x="389524" y="61002"/>
                </a:lnTo>
                <a:lnTo>
                  <a:pt x="389524" y="56228"/>
                </a:lnTo>
                <a:lnTo>
                  <a:pt x="390583" y="54636"/>
                </a:lnTo>
                <a:lnTo>
                  <a:pt x="392703" y="53045"/>
                </a:lnTo>
                <a:lnTo>
                  <a:pt x="394301" y="51455"/>
                </a:lnTo>
                <a:lnTo>
                  <a:pt x="396959" y="50923"/>
                </a:lnTo>
                <a:lnTo>
                  <a:pt x="418259" y="50923"/>
                </a:lnTo>
                <a:lnTo>
                  <a:pt x="418259" y="39784"/>
                </a:lnTo>
                <a:lnTo>
                  <a:pt x="416122" y="38722"/>
                </a:lnTo>
                <a:lnTo>
                  <a:pt x="413464" y="38192"/>
                </a:lnTo>
                <a:lnTo>
                  <a:pt x="409728" y="37132"/>
                </a:lnTo>
                <a:lnTo>
                  <a:pt x="406549" y="36601"/>
                </a:lnTo>
                <a:close/>
              </a:path>
              <a:path w="606425" h="116840">
                <a:moveTo>
                  <a:pt x="418259" y="50923"/>
                </a:moveTo>
                <a:lnTo>
                  <a:pt x="403353" y="50923"/>
                </a:lnTo>
                <a:lnTo>
                  <a:pt x="409728" y="51985"/>
                </a:lnTo>
                <a:lnTo>
                  <a:pt x="412925" y="53045"/>
                </a:lnTo>
                <a:lnTo>
                  <a:pt x="415583" y="54636"/>
                </a:lnTo>
                <a:lnTo>
                  <a:pt x="417720" y="55698"/>
                </a:lnTo>
                <a:lnTo>
                  <a:pt x="418259" y="56228"/>
                </a:lnTo>
                <a:lnTo>
                  <a:pt x="418259" y="50923"/>
                </a:lnTo>
                <a:close/>
              </a:path>
              <a:path w="606425" h="116840">
                <a:moveTo>
                  <a:pt x="470934" y="36601"/>
                </a:moveTo>
                <a:lnTo>
                  <a:pt x="436551" y="53277"/>
                </a:lnTo>
                <a:lnTo>
                  <a:pt x="430611" y="75855"/>
                </a:lnTo>
                <a:lnTo>
                  <a:pt x="430490" y="77446"/>
                </a:lnTo>
                <a:lnTo>
                  <a:pt x="431059" y="84599"/>
                </a:lnTo>
                <a:lnTo>
                  <a:pt x="431179" y="86100"/>
                </a:lnTo>
                <a:lnTo>
                  <a:pt x="433215" y="93758"/>
                </a:lnTo>
                <a:lnTo>
                  <a:pt x="469336" y="116701"/>
                </a:lnTo>
                <a:lnTo>
                  <a:pt x="477991" y="116013"/>
                </a:lnTo>
                <a:lnTo>
                  <a:pt x="485710" y="113982"/>
                </a:lnTo>
                <a:lnTo>
                  <a:pt x="492831" y="110435"/>
                </a:lnTo>
                <a:lnTo>
                  <a:pt x="498610" y="105561"/>
                </a:lnTo>
                <a:lnTo>
                  <a:pt x="501550" y="101848"/>
                </a:lnTo>
                <a:lnTo>
                  <a:pt x="463481" y="101848"/>
                </a:lnTo>
                <a:lnTo>
                  <a:pt x="458686" y="99727"/>
                </a:lnTo>
                <a:lnTo>
                  <a:pt x="451251" y="91239"/>
                </a:lnTo>
                <a:lnTo>
                  <a:pt x="449114" y="84873"/>
                </a:lnTo>
                <a:lnTo>
                  <a:pt x="449114" y="68959"/>
                </a:lnTo>
                <a:lnTo>
                  <a:pt x="451251" y="62594"/>
                </a:lnTo>
                <a:lnTo>
                  <a:pt x="454968" y="57819"/>
                </a:lnTo>
                <a:lnTo>
                  <a:pt x="458686" y="53576"/>
                </a:lnTo>
                <a:lnTo>
                  <a:pt x="463481" y="51455"/>
                </a:lnTo>
                <a:lnTo>
                  <a:pt x="502498" y="51455"/>
                </a:lnTo>
                <a:lnTo>
                  <a:pt x="499131" y="47210"/>
                </a:lnTo>
                <a:lnTo>
                  <a:pt x="493755" y="42419"/>
                </a:lnTo>
                <a:lnTo>
                  <a:pt x="487228" y="39120"/>
                </a:lnTo>
                <a:lnTo>
                  <a:pt x="479901" y="37288"/>
                </a:lnTo>
                <a:lnTo>
                  <a:pt x="480656" y="37288"/>
                </a:lnTo>
                <a:lnTo>
                  <a:pt x="470934" y="36601"/>
                </a:lnTo>
                <a:close/>
              </a:path>
              <a:path w="606425" h="116840">
                <a:moveTo>
                  <a:pt x="502498" y="51455"/>
                </a:moveTo>
                <a:lnTo>
                  <a:pt x="476789" y="51455"/>
                </a:lnTo>
                <a:lnTo>
                  <a:pt x="481566" y="53576"/>
                </a:lnTo>
                <a:lnTo>
                  <a:pt x="489020" y="62064"/>
                </a:lnTo>
                <a:lnTo>
                  <a:pt x="490618" y="68429"/>
                </a:lnTo>
                <a:lnTo>
                  <a:pt x="490618" y="84873"/>
                </a:lnTo>
                <a:lnTo>
                  <a:pt x="489020" y="91239"/>
                </a:lnTo>
                <a:lnTo>
                  <a:pt x="485302" y="95482"/>
                </a:lnTo>
                <a:lnTo>
                  <a:pt x="482105" y="99727"/>
                </a:lnTo>
                <a:lnTo>
                  <a:pt x="476789" y="101848"/>
                </a:lnTo>
                <a:lnTo>
                  <a:pt x="501550" y="101848"/>
                </a:lnTo>
                <a:lnTo>
                  <a:pt x="503408" y="99503"/>
                </a:lnTo>
                <a:lnTo>
                  <a:pt x="506714" y="92499"/>
                </a:lnTo>
                <a:lnTo>
                  <a:pt x="508560" y="84873"/>
                </a:lnTo>
                <a:lnTo>
                  <a:pt x="508626" y="84599"/>
                </a:lnTo>
                <a:lnTo>
                  <a:pt x="509130" y="77446"/>
                </a:lnTo>
                <a:lnTo>
                  <a:pt x="509242" y="75855"/>
                </a:lnTo>
                <a:lnTo>
                  <a:pt x="508758" y="68959"/>
                </a:lnTo>
                <a:lnTo>
                  <a:pt x="508635" y="67202"/>
                </a:lnTo>
                <a:lnTo>
                  <a:pt x="506779" y="59543"/>
                </a:lnTo>
                <a:lnTo>
                  <a:pt x="503628" y="52879"/>
                </a:lnTo>
                <a:lnTo>
                  <a:pt x="502498" y="51455"/>
                </a:lnTo>
                <a:close/>
              </a:path>
              <a:path w="606425" h="116840">
                <a:moveTo>
                  <a:pt x="587474" y="53045"/>
                </a:moveTo>
                <a:lnTo>
                  <a:pt x="569371" y="53045"/>
                </a:lnTo>
                <a:lnTo>
                  <a:pt x="569371" y="92299"/>
                </a:lnTo>
                <a:lnTo>
                  <a:pt x="570776" y="103050"/>
                </a:lnTo>
                <a:lnTo>
                  <a:pt x="575026" y="110667"/>
                </a:lnTo>
                <a:lnTo>
                  <a:pt x="582168" y="115201"/>
                </a:lnTo>
                <a:lnTo>
                  <a:pt x="592251" y="116701"/>
                </a:lnTo>
                <a:lnTo>
                  <a:pt x="597046" y="116701"/>
                </a:lnTo>
                <a:lnTo>
                  <a:pt x="599704" y="116171"/>
                </a:lnTo>
                <a:lnTo>
                  <a:pt x="604499" y="114579"/>
                </a:lnTo>
                <a:lnTo>
                  <a:pt x="605559" y="114049"/>
                </a:lnTo>
                <a:lnTo>
                  <a:pt x="606098" y="114049"/>
                </a:lnTo>
                <a:lnTo>
                  <a:pt x="606098" y="101848"/>
                </a:lnTo>
                <a:lnTo>
                  <a:pt x="594388" y="101848"/>
                </a:lnTo>
                <a:lnTo>
                  <a:pt x="591730" y="100787"/>
                </a:lnTo>
                <a:lnTo>
                  <a:pt x="590132" y="99195"/>
                </a:lnTo>
                <a:lnTo>
                  <a:pt x="588533" y="97074"/>
                </a:lnTo>
                <a:lnTo>
                  <a:pt x="587474" y="93890"/>
                </a:lnTo>
                <a:lnTo>
                  <a:pt x="587474" y="53045"/>
                </a:lnTo>
                <a:close/>
              </a:path>
              <a:path w="606425" h="116840">
                <a:moveTo>
                  <a:pt x="542234" y="53045"/>
                </a:moveTo>
                <a:lnTo>
                  <a:pt x="524148" y="53045"/>
                </a:lnTo>
                <a:lnTo>
                  <a:pt x="524148" y="115201"/>
                </a:lnTo>
                <a:lnTo>
                  <a:pt x="542234" y="115201"/>
                </a:lnTo>
                <a:lnTo>
                  <a:pt x="542234" y="53045"/>
                </a:lnTo>
                <a:close/>
              </a:path>
              <a:path w="606425" h="116840">
                <a:moveTo>
                  <a:pt x="606098" y="99195"/>
                </a:moveTo>
                <a:lnTo>
                  <a:pt x="602901" y="100787"/>
                </a:lnTo>
                <a:lnTo>
                  <a:pt x="599704" y="101848"/>
                </a:lnTo>
                <a:lnTo>
                  <a:pt x="606098" y="101848"/>
                </a:lnTo>
                <a:lnTo>
                  <a:pt x="606098" y="99195"/>
                </a:lnTo>
                <a:close/>
              </a:path>
              <a:path w="606425" h="116840">
                <a:moveTo>
                  <a:pt x="606098" y="38192"/>
                </a:moveTo>
                <a:lnTo>
                  <a:pt x="511379" y="38192"/>
                </a:lnTo>
                <a:lnTo>
                  <a:pt x="511379" y="53045"/>
                </a:lnTo>
                <a:lnTo>
                  <a:pt x="606098" y="53045"/>
                </a:lnTo>
                <a:lnTo>
                  <a:pt x="606098" y="38192"/>
                </a:lnTo>
                <a:close/>
              </a:path>
              <a:path w="606425" h="116840">
                <a:moveTo>
                  <a:pt x="556081" y="0"/>
                </a:moveTo>
                <a:lnTo>
                  <a:pt x="546490" y="0"/>
                </a:lnTo>
                <a:lnTo>
                  <a:pt x="541713" y="1591"/>
                </a:lnTo>
                <a:lnTo>
                  <a:pt x="524148" y="22278"/>
                </a:lnTo>
                <a:lnTo>
                  <a:pt x="524148" y="38192"/>
                </a:lnTo>
                <a:lnTo>
                  <a:pt x="542234" y="38192"/>
                </a:lnTo>
                <a:lnTo>
                  <a:pt x="542234" y="24400"/>
                </a:lnTo>
                <a:lnTo>
                  <a:pt x="543311" y="20687"/>
                </a:lnTo>
                <a:lnTo>
                  <a:pt x="545431" y="18565"/>
                </a:lnTo>
                <a:lnTo>
                  <a:pt x="547029" y="15914"/>
                </a:lnTo>
                <a:lnTo>
                  <a:pt x="550226" y="14852"/>
                </a:lnTo>
                <a:lnTo>
                  <a:pt x="562456" y="14852"/>
                </a:lnTo>
                <a:lnTo>
                  <a:pt x="562456" y="1591"/>
                </a:lnTo>
                <a:lnTo>
                  <a:pt x="561935" y="1591"/>
                </a:lnTo>
                <a:lnTo>
                  <a:pt x="559259" y="529"/>
                </a:lnTo>
                <a:lnTo>
                  <a:pt x="556081" y="0"/>
                </a:lnTo>
                <a:close/>
              </a:path>
              <a:path w="606425" h="116840">
                <a:moveTo>
                  <a:pt x="587474" y="15382"/>
                </a:moveTo>
                <a:lnTo>
                  <a:pt x="586935" y="15382"/>
                </a:lnTo>
                <a:lnTo>
                  <a:pt x="569909" y="20687"/>
                </a:lnTo>
                <a:lnTo>
                  <a:pt x="569371" y="21218"/>
                </a:lnTo>
                <a:lnTo>
                  <a:pt x="569371" y="38192"/>
                </a:lnTo>
                <a:lnTo>
                  <a:pt x="587474" y="38192"/>
                </a:lnTo>
                <a:lnTo>
                  <a:pt x="587474" y="15382"/>
                </a:lnTo>
                <a:close/>
              </a:path>
              <a:path w="606425" h="116840">
                <a:moveTo>
                  <a:pt x="562456" y="14852"/>
                </a:moveTo>
                <a:lnTo>
                  <a:pt x="556081" y="14852"/>
                </a:lnTo>
                <a:lnTo>
                  <a:pt x="558739" y="15382"/>
                </a:lnTo>
                <a:lnTo>
                  <a:pt x="561397" y="16973"/>
                </a:lnTo>
                <a:lnTo>
                  <a:pt x="562456" y="16973"/>
                </a:lnTo>
                <a:lnTo>
                  <a:pt x="562456" y="148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9072" y="6524831"/>
            <a:ext cx="178797" cy="17823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61438" y="631059"/>
            <a:ext cx="986790" cy="190500"/>
          </a:xfrm>
          <a:custGeom>
            <a:avLst/>
            <a:gdLst/>
            <a:ahLst/>
            <a:cxnLst/>
            <a:rect l="l" t="t" r="r" b="b"/>
            <a:pathLst>
              <a:path w="986789" h="190500">
                <a:moveTo>
                  <a:pt x="43300" y="12944"/>
                </a:moveTo>
                <a:lnTo>
                  <a:pt x="0" y="12944"/>
                </a:lnTo>
                <a:lnTo>
                  <a:pt x="0" y="187293"/>
                </a:lnTo>
                <a:lnTo>
                  <a:pt x="28564" y="187293"/>
                </a:lnTo>
                <a:lnTo>
                  <a:pt x="28564" y="65594"/>
                </a:lnTo>
                <a:lnTo>
                  <a:pt x="27793" y="56963"/>
                </a:lnTo>
                <a:lnTo>
                  <a:pt x="27716" y="48331"/>
                </a:lnTo>
                <a:lnTo>
                  <a:pt x="26839" y="44880"/>
                </a:lnTo>
                <a:lnTo>
                  <a:pt x="55923" y="44880"/>
                </a:lnTo>
                <a:lnTo>
                  <a:pt x="43300" y="12944"/>
                </a:lnTo>
                <a:close/>
              </a:path>
              <a:path w="986789" h="190500">
                <a:moveTo>
                  <a:pt x="55923" y="44880"/>
                </a:moveTo>
                <a:lnTo>
                  <a:pt x="27716" y="44880"/>
                </a:lnTo>
                <a:lnTo>
                  <a:pt x="29441" y="51786"/>
                </a:lnTo>
                <a:lnTo>
                  <a:pt x="31166" y="56963"/>
                </a:lnTo>
                <a:lnTo>
                  <a:pt x="32044" y="60417"/>
                </a:lnTo>
                <a:lnTo>
                  <a:pt x="84028" y="187293"/>
                </a:lnTo>
                <a:lnTo>
                  <a:pt x="103938" y="187293"/>
                </a:lnTo>
                <a:lnTo>
                  <a:pt x="121033" y="145002"/>
                </a:lnTo>
                <a:lnTo>
                  <a:pt x="94407" y="145002"/>
                </a:lnTo>
                <a:lnTo>
                  <a:pt x="93559" y="139823"/>
                </a:lnTo>
                <a:lnTo>
                  <a:pt x="90957" y="132054"/>
                </a:lnTo>
                <a:lnTo>
                  <a:pt x="86630" y="122560"/>
                </a:lnTo>
                <a:lnTo>
                  <a:pt x="55923" y="44880"/>
                </a:lnTo>
                <a:close/>
              </a:path>
              <a:path w="986789" h="190500">
                <a:moveTo>
                  <a:pt x="188843" y="44880"/>
                </a:moveTo>
                <a:lnTo>
                  <a:pt x="160249" y="44880"/>
                </a:lnTo>
                <a:lnTo>
                  <a:pt x="159759" y="54240"/>
                </a:lnTo>
                <a:lnTo>
                  <a:pt x="159704" y="56100"/>
                </a:lnTo>
                <a:lnTo>
                  <a:pt x="159628" y="58690"/>
                </a:lnTo>
                <a:lnTo>
                  <a:pt x="159507" y="62791"/>
                </a:lnTo>
                <a:lnTo>
                  <a:pt x="159401" y="187293"/>
                </a:lnTo>
                <a:lnTo>
                  <a:pt x="188843" y="187293"/>
                </a:lnTo>
                <a:lnTo>
                  <a:pt x="188843" y="44880"/>
                </a:lnTo>
                <a:close/>
              </a:path>
              <a:path w="986789" h="190500">
                <a:moveTo>
                  <a:pt x="188843" y="12944"/>
                </a:moveTo>
                <a:lnTo>
                  <a:pt x="148116" y="12944"/>
                </a:lnTo>
                <a:lnTo>
                  <a:pt x="103090" y="122560"/>
                </a:lnTo>
                <a:lnTo>
                  <a:pt x="95284" y="145002"/>
                </a:lnTo>
                <a:lnTo>
                  <a:pt x="121033" y="145002"/>
                </a:lnTo>
                <a:lnTo>
                  <a:pt x="155922" y="58690"/>
                </a:lnTo>
                <a:lnTo>
                  <a:pt x="157647" y="56100"/>
                </a:lnTo>
                <a:lnTo>
                  <a:pt x="158524" y="50059"/>
                </a:lnTo>
                <a:lnTo>
                  <a:pt x="160249" y="44880"/>
                </a:lnTo>
                <a:lnTo>
                  <a:pt x="188843" y="44880"/>
                </a:lnTo>
                <a:lnTo>
                  <a:pt x="188843" y="12944"/>
                </a:lnTo>
                <a:close/>
              </a:path>
              <a:path w="986789" h="190500">
                <a:moveTo>
                  <a:pt x="246879" y="62142"/>
                </a:moveTo>
                <a:lnTo>
                  <a:pt x="217437" y="62142"/>
                </a:lnTo>
                <a:lnTo>
                  <a:pt x="217437" y="187293"/>
                </a:lnTo>
                <a:lnTo>
                  <a:pt x="246879" y="187293"/>
                </a:lnTo>
                <a:lnTo>
                  <a:pt x="246879" y="62142"/>
                </a:lnTo>
                <a:close/>
              </a:path>
              <a:path w="986789" h="190500">
                <a:moveTo>
                  <a:pt x="237348" y="9493"/>
                </a:moveTo>
                <a:lnTo>
                  <a:pt x="227817" y="9493"/>
                </a:lnTo>
                <a:lnTo>
                  <a:pt x="223490" y="11220"/>
                </a:lnTo>
                <a:lnTo>
                  <a:pt x="220040" y="14672"/>
                </a:lnTo>
                <a:lnTo>
                  <a:pt x="216560" y="17262"/>
                </a:lnTo>
                <a:lnTo>
                  <a:pt x="214835" y="21576"/>
                </a:lnTo>
                <a:lnTo>
                  <a:pt x="214835" y="31072"/>
                </a:lnTo>
                <a:lnTo>
                  <a:pt x="216560" y="35386"/>
                </a:lnTo>
                <a:lnTo>
                  <a:pt x="220040" y="38838"/>
                </a:lnTo>
                <a:lnTo>
                  <a:pt x="223490" y="41428"/>
                </a:lnTo>
                <a:lnTo>
                  <a:pt x="227817" y="43155"/>
                </a:lnTo>
                <a:lnTo>
                  <a:pt x="237348" y="43155"/>
                </a:lnTo>
                <a:lnTo>
                  <a:pt x="241675" y="41428"/>
                </a:lnTo>
                <a:lnTo>
                  <a:pt x="245154" y="38838"/>
                </a:lnTo>
                <a:lnTo>
                  <a:pt x="248604" y="35386"/>
                </a:lnTo>
                <a:lnTo>
                  <a:pt x="250359" y="31072"/>
                </a:lnTo>
                <a:lnTo>
                  <a:pt x="250359" y="21576"/>
                </a:lnTo>
                <a:lnTo>
                  <a:pt x="248604" y="18124"/>
                </a:lnTo>
                <a:lnTo>
                  <a:pt x="241675" y="11220"/>
                </a:lnTo>
                <a:lnTo>
                  <a:pt x="237348" y="9493"/>
                </a:lnTo>
                <a:close/>
              </a:path>
              <a:path w="986789" h="190500">
                <a:moveTo>
                  <a:pt x="345643" y="59552"/>
                </a:moveTo>
                <a:lnTo>
                  <a:pt x="306963" y="64286"/>
                </a:lnTo>
                <a:lnTo>
                  <a:pt x="275473" y="92353"/>
                </a:lnTo>
                <a:lnTo>
                  <a:pt x="267667" y="127740"/>
                </a:lnTo>
                <a:lnTo>
                  <a:pt x="268029" y="134239"/>
                </a:lnTo>
                <a:lnTo>
                  <a:pt x="268155" y="136492"/>
                </a:lnTo>
                <a:lnTo>
                  <a:pt x="284683" y="172513"/>
                </a:lnTo>
                <a:lnTo>
                  <a:pt x="320397" y="189397"/>
                </a:lnTo>
                <a:lnTo>
                  <a:pt x="329182" y="189883"/>
                </a:lnTo>
                <a:lnTo>
                  <a:pt x="339239" y="189397"/>
                </a:lnTo>
                <a:lnTo>
                  <a:pt x="348567" y="187940"/>
                </a:lnTo>
                <a:lnTo>
                  <a:pt x="357083" y="185513"/>
                </a:lnTo>
                <a:lnTo>
                  <a:pt x="364706" y="182114"/>
                </a:lnTo>
                <a:lnTo>
                  <a:pt x="365554" y="181252"/>
                </a:lnTo>
                <a:lnTo>
                  <a:pt x="365554" y="165717"/>
                </a:lnTo>
                <a:lnTo>
                  <a:pt x="335235" y="165717"/>
                </a:lnTo>
                <a:lnTo>
                  <a:pt x="327129" y="165069"/>
                </a:lnTo>
                <a:lnTo>
                  <a:pt x="298624" y="134239"/>
                </a:lnTo>
                <a:lnTo>
                  <a:pt x="297986" y="125150"/>
                </a:lnTo>
                <a:lnTo>
                  <a:pt x="298638" y="116425"/>
                </a:lnTo>
                <a:lnTo>
                  <a:pt x="328007" y="84382"/>
                </a:lnTo>
                <a:lnTo>
                  <a:pt x="336112" y="83722"/>
                </a:lnTo>
                <a:lnTo>
                  <a:pt x="365554" y="83722"/>
                </a:lnTo>
                <a:lnTo>
                  <a:pt x="365554" y="65594"/>
                </a:lnTo>
                <a:lnTo>
                  <a:pt x="364706" y="65594"/>
                </a:lnTo>
                <a:lnTo>
                  <a:pt x="361226" y="63870"/>
                </a:lnTo>
                <a:lnTo>
                  <a:pt x="356899" y="62142"/>
                </a:lnTo>
                <a:lnTo>
                  <a:pt x="350847" y="61280"/>
                </a:lnTo>
                <a:lnTo>
                  <a:pt x="345643" y="59552"/>
                </a:lnTo>
                <a:close/>
              </a:path>
              <a:path w="986789" h="190500">
                <a:moveTo>
                  <a:pt x="365554" y="154496"/>
                </a:moveTo>
                <a:lnTo>
                  <a:pt x="363829" y="155358"/>
                </a:lnTo>
                <a:lnTo>
                  <a:pt x="359501" y="158810"/>
                </a:lnTo>
                <a:lnTo>
                  <a:pt x="355174" y="161399"/>
                </a:lnTo>
                <a:lnTo>
                  <a:pt x="344766" y="164851"/>
                </a:lnTo>
                <a:lnTo>
                  <a:pt x="339562" y="165717"/>
                </a:lnTo>
                <a:lnTo>
                  <a:pt x="365554" y="165717"/>
                </a:lnTo>
                <a:lnTo>
                  <a:pt x="365554" y="154496"/>
                </a:lnTo>
                <a:close/>
              </a:path>
              <a:path w="986789" h="190500">
                <a:moveTo>
                  <a:pt x="365554" y="83722"/>
                </a:moveTo>
                <a:lnTo>
                  <a:pt x="336112" y="83722"/>
                </a:lnTo>
                <a:lnTo>
                  <a:pt x="343550" y="84382"/>
                </a:lnTo>
                <a:lnTo>
                  <a:pt x="343349" y="84382"/>
                </a:lnTo>
                <a:lnTo>
                  <a:pt x="350299" y="86203"/>
                </a:lnTo>
                <a:lnTo>
                  <a:pt x="357187" y="89183"/>
                </a:lnTo>
                <a:lnTo>
                  <a:pt x="363829" y="93215"/>
                </a:lnTo>
                <a:lnTo>
                  <a:pt x="365554" y="94077"/>
                </a:lnTo>
                <a:lnTo>
                  <a:pt x="365554" y="83722"/>
                </a:lnTo>
                <a:close/>
              </a:path>
              <a:path w="986789" h="190500">
                <a:moveTo>
                  <a:pt x="416690" y="62142"/>
                </a:moveTo>
                <a:lnTo>
                  <a:pt x="387218" y="62142"/>
                </a:lnTo>
                <a:lnTo>
                  <a:pt x="387218" y="187293"/>
                </a:lnTo>
                <a:lnTo>
                  <a:pt x="416690" y="187293"/>
                </a:lnTo>
                <a:lnTo>
                  <a:pt x="416690" y="123423"/>
                </a:lnTo>
                <a:lnTo>
                  <a:pt x="417173" y="115479"/>
                </a:lnTo>
                <a:lnTo>
                  <a:pt x="435723" y="86308"/>
                </a:lnTo>
                <a:lnTo>
                  <a:pt x="459990" y="86308"/>
                </a:lnTo>
                <a:lnTo>
                  <a:pt x="459990" y="83722"/>
                </a:lnTo>
                <a:lnTo>
                  <a:pt x="416690" y="83722"/>
                </a:lnTo>
                <a:lnTo>
                  <a:pt x="416690" y="62142"/>
                </a:lnTo>
                <a:close/>
              </a:path>
              <a:path w="986789" h="190500">
                <a:moveTo>
                  <a:pt x="459990" y="86308"/>
                </a:moveTo>
                <a:lnTo>
                  <a:pt x="446132" y="86308"/>
                </a:lnTo>
                <a:lnTo>
                  <a:pt x="448734" y="87174"/>
                </a:lnTo>
                <a:lnTo>
                  <a:pt x="455663" y="88898"/>
                </a:lnTo>
                <a:lnTo>
                  <a:pt x="459113" y="90625"/>
                </a:lnTo>
                <a:lnTo>
                  <a:pt x="459990" y="91488"/>
                </a:lnTo>
                <a:lnTo>
                  <a:pt x="459990" y="86308"/>
                </a:lnTo>
                <a:close/>
              </a:path>
              <a:path w="986789" h="190500">
                <a:moveTo>
                  <a:pt x="457388" y="60418"/>
                </a:moveTo>
                <a:lnTo>
                  <a:pt x="440927" y="60418"/>
                </a:lnTo>
                <a:lnTo>
                  <a:pt x="433998" y="62142"/>
                </a:lnTo>
                <a:lnTo>
                  <a:pt x="428794" y="67321"/>
                </a:lnTo>
                <a:lnTo>
                  <a:pt x="423619" y="71636"/>
                </a:lnTo>
                <a:lnTo>
                  <a:pt x="420140" y="76815"/>
                </a:lnTo>
                <a:lnTo>
                  <a:pt x="417538" y="83722"/>
                </a:lnTo>
                <a:lnTo>
                  <a:pt x="459990" y="83722"/>
                </a:lnTo>
                <a:lnTo>
                  <a:pt x="459990" y="62142"/>
                </a:lnTo>
                <a:lnTo>
                  <a:pt x="457388" y="60418"/>
                </a:lnTo>
                <a:close/>
              </a:path>
              <a:path w="986789" h="190500">
                <a:moveTo>
                  <a:pt x="528435" y="59553"/>
                </a:moveTo>
                <a:lnTo>
                  <a:pt x="488964" y="69384"/>
                </a:lnTo>
                <a:lnTo>
                  <a:pt x="462841" y="111286"/>
                </a:lnTo>
                <a:lnTo>
                  <a:pt x="461913" y="123423"/>
                </a:lnTo>
                <a:lnTo>
                  <a:pt x="461847" y="124288"/>
                </a:lnTo>
                <a:lnTo>
                  <a:pt x="461781" y="125150"/>
                </a:lnTo>
                <a:lnTo>
                  <a:pt x="461715" y="126012"/>
                </a:lnTo>
                <a:lnTo>
                  <a:pt x="462841" y="140092"/>
                </a:lnTo>
                <a:lnTo>
                  <a:pt x="488293" y="180051"/>
                </a:lnTo>
                <a:lnTo>
                  <a:pt x="524955" y="189883"/>
                </a:lnTo>
                <a:lnTo>
                  <a:pt x="539061" y="188764"/>
                </a:lnTo>
                <a:lnTo>
                  <a:pt x="551634" y="185459"/>
                </a:lnTo>
                <a:lnTo>
                  <a:pt x="551827" y="185459"/>
                </a:lnTo>
                <a:lnTo>
                  <a:pt x="563221" y="179688"/>
                </a:lnTo>
                <a:lnTo>
                  <a:pt x="572612" y="171758"/>
                </a:lnTo>
                <a:lnTo>
                  <a:pt x="577491" y="165717"/>
                </a:lnTo>
                <a:lnTo>
                  <a:pt x="526680" y="165717"/>
                </a:lnTo>
                <a:lnTo>
                  <a:pt x="519233" y="165069"/>
                </a:lnTo>
                <a:lnTo>
                  <a:pt x="492672" y="134361"/>
                </a:lnTo>
                <a:lnTo>
                  <a:pt x="492094" y="126012"/>
                </a:lnTo>
                <a:lnTo>
                  <a:pt x="492154" y="123423"/>
                </a:lnTo>
                <a:lnTo>
                  <a:pt x="512511" y="86311"/>
                </a:lnTo>
                <a:lnTo>
                  <a:pt x="526680" y="83722"/>
                </a:lnTo>
                <a:lnTo>
                  <a:pt x="579551" y="83722"/>
                </a:lnTo>
                <a:lnTo>
                  <a:pt x="574337" y="76815"/>
                </a:lnTo>
                <a:lnTo>
                  <a:pt x="565097" y="69020"/>
                </a:lnTo>
                <a:lnTo>
                  <a:pt x="554313" y="63653"/>
                </a:lnTo>
                <a:lnTo>
                  <a:pt x="542545" y="60672"/>
                </a:lnTo>
                <a:lnTo>
                  <a:pt x="543722" y="60672"/>
                </a:lnTo>
                <a:lnTo>
                  <a:pt x="528435" y="59553"/>
                </a:lnTo>
                <a:close/>
              </a:path>
              <a:path w="986789" h="190500">
                <a:moveTo>
                  <a:pt x="579551" y="83722"/>
                </a:moveTo>
                <a:lnTo>
                  <a:pt x="526680" y="83722"/>
                </a:lnTo>
                <a:lnTo>
                  <a:pt x="534012" y="84369"/>
                </a:lnTo>
                <a:lnTo>
                  <a:pt x="540448" y="86311"/>
                </a:lnTo>
                <a:lnTo>
                  <a:pt x="559555" y="123423"/>
                </a:lnTo>
                <a:lnTo>
                  <a:pt x="559516" y="126013"/>
                </a:lnTo>
                <a:lnTo>
                  <a:pt x="541204" y="163127"/>
                </a:lnTo>
                <a:lnTo>
                  <a:pt x="526680" y="165717"/>
                </a:lnTo>
                <a:lnTo>
                  <a:pt x="577491" y="165717"/>
                </a:lnTo>
                <a:lnTo>
                  <a:pt x="580573" y="161900"/>
                </a:lnTo>
                <a:lnTo>
                  <a:pt x="586255" y="150504"/>
                </a:lnTo>
                <a:lnTo>
                  <a:pt x="589663" y="137651"/>
                </a:lnTo>
                <a:lnTo>
                  <a:pt x="590591" y="126013"/>
                </a:lnTo>
                <a:lnTo>
                  <a:pt x="590660" y="125150"/>
                </a:lnTo>
                <a:lnTo>
                  <a:pt x="590729" y="124288"/>
                </a:lnTo>
                <a:lnTo>
                  <a:pt x="590798" y="123423"/>
                </a:lnTo>
                <a:lnTo>
                  <a:pt x="589690" y="109343"/>
                </a:lnTo>
                <a:lnTo>
                  <a:pt x="586471" y="96882"/>
                </a:lnTo>
                <a:lnTo>
                  <a:pt x="581300" y="86040"/>
                </a:lnTo>
                <a:lnTo>
                  <a:pt x="579551" y="83722"/>
                </a:lnTo>
                <a:close/>
              </a:path>
              <a:path w="986789" h="190500">
                <a:moveTo>
                  <a:pt x="604656" y="154496"/>
                </a:moveTo>
                <a:lnTo>
                  <a:pt x="604656" y="182979"/>
                </a:lnTo>
                <a:lnTo>
                  <a:pt x="605533" y="182979"/>
                </a:lnTo>
                <a:lnTo>
                  <a:pt x="608983" y="185569"/>
                </a:lnTo>
                <a:lnTo>
                  <a:pt x="615065" y="186431"/>
                </a:lnTo>
                <a:lnTo>
                  <a:pt x="621117" y="188155"/>
                </a:lnTo>
                <a:lnTo>
                  <a:pt x="633250" y="189883"/>
                </a:lnTo>
                <a:lnTo>
                  <a:pt x="673978" y="179524"/>
                </a:lnTo>
                <a:lnTo>
                  <a:pt x="684471" y="166580"/>
                </a:lnTo>
                <a:lnTo>
                  <a:pt x="634132" y="166580"/>
                </a:lnTo>
                <a:lnTo>
                  <a:pt x="628923" y="165717"/>
                </a:lnTo>
                <a:lnTo>
                  <a:pt x="622842" y="163989"/>
                </a:lnTo>
                <a:lnTo>
                  <a:pt x="610738" y="158810"/>
                </a:lnTo>
                <a:lnTo>
                  <a:pt x="606381" y="155358"/>
                </a:lnTo>
                <a:lnTo>
                  <a:pt x="604656" y="154496"/>
                </a:lnTo>
                <a:close/>
              </a:path>
              <a:path w="986789" h="190500">
                <a:moveTo>
                  <a:pt x="661845" y="59553"/>
                </a:moveTo>
                <a:lnTo>
                  <a:pt x="618515" y="69911"/>
                </a:lnTo>
                <a:lnTo>
                  <a:pt x="604656" y="97529"/>
                </a:lnTo>
                <a:lnTo>
                  <a:pt x="604656" y="103571"/>
                </a:lnTo>
                <a:lnTo>
                  <a:pt x="605533" y="108750"/>
                </a:lnTo>
                <a:lnTo>
                  <a:pt x="607258" y="113067"/>
                </a:lnTo>
                <a:lnTo>
                  <a:pt x="612463" y="121698"/>
                </a:lnTo>
                <a:lnTo>
                  <a:pt x="616790" y="124288"/>
                </a:lnTo>
                <a:lnTo>
                  <a:pt x="620240" y="127740"/>
                </a:lnTo>
                <a:lnTo>
                  <a:pt x="626321" y="131192"/>
                </a:lnTo>
                <a:lnTo>
                  <a:pt x="634975" y="134644"/>
                </a:lnTo>
                <a:lnTo>
                  <a:pt x="641057" y="137233"/>
                </a:lnTo>
                <a:lnTo>
                  <a:pt x="658365" y="162265"/>
                </a:lnTo>
                <a:lnTo>
                  <a:pt x="652312" y="166580"/>
                </a:lnTo>
                <a:lnTo>
                  <a:pt x="684471" y="166580"/>
                </a:lnTo>
                <a:lnTo>
                  <a:pt x="687007" y="159136"/>
                </a:lnTo>
                <a:lnTo>
                  <a:pt x="687836" y="151044"/>
                </a:lnTo>
                <a:lnTo>
                  <a:pt x="687836" y="142413"/>
                </a:lnTo>
                <a:lnTo>
                  <a:pt x="655763" y="113929"/>
                </a:lnTo>
                <a:lnTo>
                  <a:pt x="646232" y="110478"/>
                </a:lnTo>
                <a:lnTo>
                  <a:pt x="640180" y="107026"/>
                </a:lnTo>
                <a:lnTo>
                  <a:pt x="638455" y="104436"/>
                </a:lnTo>
                <a:lnTo>
                  <a:pt x="635853" y="102709"/>
                </a:lnTo>
                <a:lnTo>
                  <a:pt x="634128" y="99257"/>
                </a:lnTo>
                <a:lnTo>
                  <a:pt x="634128" y="91488"/>
                </a:lnTo>
                <a:lnTo>
                  <a:pt x="635853" y="88898"/>
                </a:lnTo>
                <a:lnTo>
                  <a:pt x="639303" y="86308"/>
                </a:lnTo>
                <a:lnTo>
                  <a:pt x="641905" y="83722"/>
                </a:lnTo>
                <a:lnTo>
                  <a:pt x="646232" y="82857"/>
                </a:lnTo>
                <a:lnTo>
                  <a:pt x="680907" y="82857"/>
                </a:lnTo>
                <a:lnTo>
                  <a:pt x="680907" y="64732"/>
                </a:lnTo>
                <a:lnTo>
                  <a:pt x="677428" y="63005"/>
                </a:lnTo>
                <a:lnTo>
                  <a:pt x="673101" y="62142"/>
                </a:lnTo>
                <a:lnTo>
                  <a:pt x="667020" y="60418"/>
                </a:lnTo>
                <a:lnTo>
                  <a:pt x="661845" y="59553"/>
                </a:lnTo>
                <a:close/>
              </a:path>
              <a:path w="986789" h="190500">
                <a:moveTo>
                  <a:pt x="680907" y="82857"/>
                </a:moveTo>
                <a:lnTo>
                  <a:pt x="656640" y="82857"/>
                </a:lnTo>
                <a:lnTo>
                  <a:pt x="667020" y="84584"/>
                </a:lnTo>
                <a:lnTo>
                  <a:pt x="672224" y="86308"/>
                </a:lnTo>
                <a:lnTo>
                  <a:pt x="676551" y="88898"/>
                </a:lnTo>
                <a:lnTo>
                  <a:pt x="680030" y="90626"/>
                </a:lnTo>
                <a:lnTo>
                  <a:pt x="680907" y="91488"/>
                </a:lnTo>
                <a:lnTo>
                  <a:pt x="680907" y="82857"/>
                </a:lnTo>
                <a:close/>
              </a:path>
              <a:path w="986789" h="190500">
                <a:moveTo>
                  <a:pt x="766660" y="59553"/>
                </a:moveTo>
                <a:lnTo>
                  <a:pt x="728037" y="69384"/>
                </a:lnTo>
                <a:lnTo>
                  <a:pt x="701940" y="111286"/>
                </a:lnTo>
                <a:lnTo>
                  <a:pt x="700949" y="124288"/>
                </a:lnTo>
                <a:lnTo>
                  <a:pt x="700884" y="125150"/>
                </a:lnTo>
                <a:lnTo>
                  <a:pt x="710685" y="163396"/>
                </a:lnTo>
                <a:lnTo>
                  <a:pt x="750427" y="188764"/>
                </a:lnTo>
                <a:lnTo>
                  <a:pt x="764058" y="189883"/>
                </a:lnTo>
                <a:lnTo>
                  <a:pt x="778148" y="188764"/>
                </a:lnTo>
                <a:lnTo>
                  <a:pt x="790715" y="185460"/>
                </a:lnTo>
                <a:lnTo>
                  <a:pt x="790908" y="185460"/>
                </a:lnTo>
                <a:lnTo>
                  <a:pt x="802307" y="179688"/>
                </a:lnTo>
                <a:lnTo>
                  <a:pt x="811715" y="171758"/>
                </a:lnTo>
                <a:lnTo>
                  <a:pt x="816502" y="165717"/>
                </a:lnTo>
                <a:lnTo>
                  <a:pt x="765783" y="165717"/>
                </a:lnTo>
                <a:lnTo>
                  <a:pt x="757961" y="165069"/>
                </a:lnTo>
                <a:lnTo>
                  <a:pt x="731775" y="134361"/>
                </a:lnTo>
                <a:lnTo>
                  <a:pt x="731197" y="126013"/>
                </a:lnTo>
                <a:lnTo>
                  <a:pt x="731256" y="123423"/>
                </a:lnTo>
                <a:lnTo>
                  <a:pt x="751274" y="86311"/>
                </a:lnTo>
                <a:lnTo>
                  <a:pt x="765783" y="83722"/>
                </a:lnTo>
                <a:lnTo>
                  <a:pt x="818044" y="83722"/>
                </a:lnTo>
                <a:lnTo>
                  <a:pt x="812563" y="76815"/>
                </a:lnTo>
                <a:lnTo>
                  <a:pt x="803812" y="69020"/>
                </a:lnTo>
                <a:lnTo>
                  <a:pt x="793186" y="63653"/>
                </a:lnTo>
                <a:lnTo>
                  <a:pt x="781258" y="60672"/>
                </a:lnTo>
                <a:lnTo>
                  <a:pt x="782487" y="60672"/>
                </a:lnTo>
                <a:lnTo>
                  <a:pt x="766660" y="59553"/>
                </a:lnTo>
                <a:close/>
              </a:path>
              <a:path w="986789" h="190500">
                <a:moveTo>
                  <a:pt x="818044" y="83722"/>
                </a:moveTo>
                <a:lnTo>
                  <a:pt x="765783" y="83722"/>
                </a:lnTo>
                <a:lnTo>
                  <a:pt x="773111" y="84369"/>
                </a:lnTo>
                <a:lnTo>
                  <a:pt x="779539" y="86311"/>
                </a:lnTo>
                <a:lnTo>
                  <a:pt x="798657" y="123423"/>
                </a:lnTo>
                <a:lnTo>
                  <a:pt x="798615" y="126013"/>
                </a:lnTo>
                <a:lnTo>
                  <a:pt x="779868" y="163127"/>
                </a:lnTo>
                <a:lnTo>
                  <a:pt x="765783" y="165717"/>
                </a:lnTo>
                <a:lnTo>
                  <a:pt x="816502" y="165717"/>
                </a:lnTo>
                <a:lnTo>
                  <a:pt x="819526" y="161900"/>
                </a:lnTo>
                <a:lnTo>
                  <a:pt x="824908" y="150504"/>
                </a:lnTo>
                <a:lnTo>
                  <a:pt x="828021" y="137651"/>
                </a:lnTo>
                <a:lnTo>
                  <a:pt x="828841" y="126013"/>
                </a:lnTo>
                <a:lnTo>
                  <a:pt x="828963" y="124288"/>
                </a:lnTo>
                <a:lnTo>
                  <a:pt x="829023" y="123423"/>
                </a:lnTo>
                <a:lnTo>
                  <a:pt x="828034" y="109343"/>
                </a:lnTo>
                <a:lnTo>
                  <a:pt x="825014" y="96882"/>
                </a:lnTo>
                <a:lnTo>
                  <a:pt x="819884" y="86040"/>
                </a:lnTo>
                <a:lnTo>
                  <a:pt x="818044" y="83722"/>
                </a:lnTo>
                <a:close/>
              </a:path>
              <a:path w="986789" h="190500">
                <a:moveTo>
                  <a:pt x="956381" y="86309"/>
                </a:moveTo>
                <a:lnTo>
                  <a:pt x="926910" y="86309"/>
                </a:lnTo>
                <a:lnTo>
                  <a:pt x="926910" y="150179"/>
                </a:lnTo>
                <a:lnTo>
                  <a:pt x="929198" y="167672"/>
                </a:lnTo>
                <a:lnTo>
                  <a:pt x="936116" y="180066"/>
                </a:lnTo>
                <a:lnTo>
                  <a:pt x="947743" y="187442"/>
                </a:lnTo>
                <a:lnTo>
                  <a:pt x="964158" y="189883"/>
                </a:lnTo>
                <a:lnTo>
                  <a:pt x="971965" y="189883"/>
                </a:lnTo>
                <a:lnTo>
                  <a:pt x="976292" y="189021"/>
                </a:lnTo>
                <a:lnTo>
                  <a:pt x="984098" y="186431"/>
                </a:lnTo>
                <a:lnTo>
                  <a:pt x="985823" y="185569"/>
                </a:lnTo>
                <a:lnTo>
                  <a:pt x="986700" y="185569"/>
                </a:lnTo>
                <a:lnTo>
                  <a:pt x="986700" y="165717"/>
                </a:lnTo>
                <a:lnTo>
                  <a:pt x="967638" y="165717"/>
                </a:lnTo>
                <a:lnTo>
                  <a:pt x="963310" y="163989"/>
                </a:lnTo>
                <a:lnTo>
                  <a:pt x="960708" y="161400"/>
                </a:lnTo>
                <a:lnTo>
                  <a:pt x="958106" y="157948"/>
                </a:lnTo>
                <a:lnTo>
                  <a:pt x="956381" y="152769"/>
                </a:lnTo>
                <a:lnTo>
                  <a:pt x="956381" y="86309"/>
                </a:lnTo>
                <a:close/>
              </a:path>
              <a:path w="986789" h="190500">
                <a:moveTo>
                  <a:pt x="882732" y="86309"/>
                </a:moveTo>
                <a:lnTo>
                  <a:pt x="853290" y="86309"/>
                </a:lnTo>
                <a:lnTo>
                  <a:pt x="853290" y="187293"/>
                </a:lnTo>
                <a:lnTo>
                  <a:pt x="882732" y="187293"/>
                </a:lnTo>
                <a:lnTo>
                  <a:pt x="882732" y="86309"/>
                </a:lnTo>
                <a:close/>
              </a:path>
              <a:path w="986789" h="190500">
                <a:moveTo>
                  <a:pt x="986700" y="161400"/>
                </a:moveTo>
                <a:lnTo>
                  <a:pt x="981496" y="163989"/>
                </a:lnTo>
                <a:lnTo>
                  <a:pt x="976292" y="165717"/>
                </a:lnTo>
                <a:lnTo>
                  <a:pt x="986700" y="165717"/>
                </a:lnTo>
                <a:lnTo>
                  <a:pt x="986700" y="161400"/>
                </a:lnTo>
                <a:close/>
              </a:path>
              <a:path w="986789" h="190500">
                <a:moveTo>
                  <a:pt x="986700" y="62142"/>
                </a:moveTo>
                <a:lnTo>
                  <a:pt x="832503" y="62142"/>
                </a:lnTo>
                <a:lnTo>
                  <a:pt x="832503" y="86309"/>
                </a:lnTo>
                <a:lnTo>
                  <a:pt x="986700" y="86309"/>
                </a:lnTo>
                <a:lnTo>
                  <a:pt x="986700" y="62142"/>
                </a:lnTo>
                <a:close/>
              </a:path>
              <a:path w="986789" h="190500">
                <a:moveTo>
                  <a:pt x="905274" y="0"/>
                </a:moveTo>
                <a:lnTo>
                  <a:pt x="868026" y="9493"/>
                </a:lnTo>
                <a:lnTo>
                  <a:pt x="853290" y="36249"/>
                </a:lnTo>
                <a:lnTo>
                  <a:pt x="853290" y="62142"/>
                </a:lnTo>
                <a:lnTo>
                  <a:pt x="882732" y="62142"/>
                </a:lnTo>
                <a:lnTo>
                  <a:pt x="882732" y="39701"/>
                </a:lnTo>
                <a:lnTo>
                  <a:pt x="884487" y="33659"/>
                </a:lnTo>
                <a:lnTo>
                  <a:pt x="887937" y="30207"/>
                </a:lnTo>
                <a:lnTo>
                  <a:pt x="890539" y="25893"/>
                </a:lnTo>
                <a:lnTo>
                  <a:pt x="895743" y="24166"/>
                </a:lnTo>
                <a:lnTo>
                  <a:pt x="915654" y="24166"/>
                </a:lnTo>
                <a:lnTo>
                  <a:pt x="915654" y="2589"/>
                </a:lnTo>
                <a:lnTo>
                  <a:pt x="914806" y="2589"/>
                </a:lnTo>
                <a:lnTo>
                  <a:pt x="910449" y="862"/>
                </a:lnTo>
                <a:lnTo>
                  <a:pt x="905274" y="0"/>
                </a:lnTo>
                <a:close/>
              </a:path>
              <a:path w="986789" h="190500">
                <a:moveTo>
                  <a:pt x="956381" y="25028"/>
                </a:moveTo>
                <a:lnTo>
                  <a:pt x="955504" y="25028"/>
                </a:lnTo>
                <a:lnTo>
                  <a:pt x="927787" y="33659"/>
                </a:lnTo>
                <a:lnTo>
                  <a:pt x="926910" y="34524"/>
                </a:lnTo>
                <a:lnTo>
                  <a:pt x="926910" y="62142"/>
                </a:lnTo>
                <a:lnTo>
                  <a:pt x="956381" y="62142"/>
                </a:lnTo>
                <a:lnTo>
                  <a:pt x="956381" y="25028"/>
                </a:lnTo>
                <a:close/>
              </a:path>
              <a:path w="986789" h="190500">
                <a:moveTo>
                  <a:pt x="915654" y="24166"/>
                </a:moveTo>
                <a:lnTo>
                  <a:pt x="905274" y="24166"/>
                </a:lnTo>
                <a:lnTo>
                  <a:pt x="909601" y="25028"/>
                </a:lnTo>
                <a:lnTo>
                  <a:pt x="913929" y="27618"/>
                </a:lnTo>
                <a:lnTo>
                  <a:pt x="915654" y="27618"/>
                </a:lnTo>
                <a:lnTo>
                  <a:pt x="915654" y="241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859" y="586177"/>
            <a:ext cx="291074" cy="2900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1601" y="2961259"/>
            <a:ext cx="226441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44942" y="2039238"/>
            <a:ext cx="3402965" cy="400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8560C5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384" y="1624531"/>
            <a:ext cx="11192345" cy="523346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600" y="1747519"/>
            <a:ext cx="10972800" cy="5110480"/>
          </a:xfrm>
          <a:custGeom>
            <a:avLst/>
            <a:gdLst/>
            <a:ahLst/>
            <a:cxnLst/>
            <a:rect l="l" t="t" r="r" b="b"/>
            <a:pathLst>
              <a:path w="10972800" h="5110480">
                <a:moveTo>
                  <a:pt x="10762107" y="0"/>
                </a:moveTo>
                <a:lnTo>
                  <a:pt x="210705" y="0"/>
                </a:lnTo>
                <a:lnTo>
                  <a:pt x="162392" y="5566"/>
                </a:lnTo>
                <a:lnTo>
                  <a:pt x="118042" y="21420"/>
                </a:lnTo>
                <a:lnTo>
                  <a:pt x="78919" y="46296"/>
                </a:lnTo>
                <a:lnTo>
                  <a:pt x="46289" y="78928"/>
                </a:lnTo>
                <a:lnTo>
                  <a:pt x="21416" y="118048"/>
                </a:lnTo>
                <a:lnTo>
                  <a:pt x="5564" y="162392"/>
                </a:lnTo>
                <a:lnTo>
                  <a:pt x="0" y="210692"/>
                </a:lnTo>
                <a:lnTo>
                  <a:pt x="0" y="5110479"/>
                </a:lnTo>
                <a:lnTo>
                  <a:pt x="10972800" y="5110479"/>
                </a:lnTo>
                <a:lnTo>
                  <a:pt x="10972800" y="210692"/>
                </a:lnTo>
                <a:lnTo>
                  <a:pt x="10967233" y="162392"/>
                </a:lnTo>
                <a:lnTo>
                  <a:pt x="10951379" y="118048"/>
                </a:lnTo>
                <a:lnTo>
                  <a:pt x="10926503" y="78928"/>
                </a:lnTo>
                <a:lnTo>
                  <a:pt x="10893871" y="46296"/>
                </a:lnTo>
                <a:lnTo>
                  <a:pt x="10854751" y="21420"/>
                </a:lnTo>
                <a:lnTo>
                  <a:pt x="10810407" y="5566"/>
                </a:lnTo>
                <a:lnTo>
                  <a:pt x="107621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9338" y="1810002"/>
            <a:ext cx="8778367" cy="50479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8800" y="427685"/>
            <a:ext cx="131572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6536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2206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7463" y="1154271"/>
            <a:ext cx="5113020" cy="3604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6F2473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828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6F24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819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5501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0426" y="148285"/>
            <a:ext cx="11067262" cy="14075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30754" y="1449070"/>
            <a:ext cx="7342505" cy="2973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336205"/>
            <a:ext cx="9523730" cy="876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17159" y="1763669"/>
            <a:ext cx="6475730" cy="4271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8109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am06.safelinks.protection.outlook.com/?url=https%3A%2F%2Flearn.microsoft.com%2Fen-us%2Flegal%2Fcognitive-services%2Fopenai%2Fdata-privacy%3Fcontext%3D%252Fazure%252Fai-services%252Fopenai%252Fcontext%252Fcontext%23how-does-the-azure-openai-service-process-data&amp;data=05%7C02%7CDanielle.Cass%40microsoft.com%7C6593d3228bc0400c78ca08dbfa764c62%7C72f988bf86f141af91ab2d7cd011db47%7C1%7C0%7C638379158222775680%7CUnknown%7CTWFpbGZsb3d8eyJWIjoiMC4wLjAwMDAiLCJQIjoiV2luMzIiLCJBTiI6Ik1haWwiLCJXVCI6Mn0%3D%7C3000%7C%7C%7C&amp;sdata=QyxRjjZANN76Rl0Jt6ROmc7yZy0rUSbDcfrYZB1k51I%3D&amp;reserved=0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jpg"/><Relationship Id="rId13" Type="http://schemas.openxmlformats.org/officeDocument/2006/relationships/hyperlink" Target="https://azure.microsoft.com/en-us/blog/chatgpt-is-now-available-in-azure-openai-service/" TargetMode="External"/><Relationship Id="rId18" Type="http://schemas.openxmlformats.org/officeDocument/2006/relationships/hyperlink" Target="https://customers.microsoft.com/en-us/story/1618376584724698898-zammo-professional-services-azure-openai-services" TargetMode="External"/><Relationship Id="rId3" Type="http://schemas.openxmlformats.org/officeDocument/2006/relationships/image" Target="../media/image56.png"/><Relationship Id="rId7" Type="http://schemas.openxmlformats.org/officeDocument/2006/relationships/hyperlink" Target="https://customers.microsoft.com/en-us/story/1596825960615628483-strabag-discrete-manufacturing-azure-en-austria" TargetMode="External"/><Relationship Id="rId12" Type="http://schemas.openxmlformats.org/officeDocument/2006/relationships/image" Target="../media/image62.png"/><Relationship Id="rId17" Type="http://schemas.openxmlformats.org/officeDocument/2006/relationships/image" Target="../media/image65.png"/><Relationship Id="rId2" Type="http://schemas.openxmlformats.org/officeDocument/2006/relationships/image" Target="../media/image55.png"/><Relationship Id="rId16" Type="http://schemas.openxmlformats.org/officeDocument/2006/relationships/hyperlink" Target="https://customers.microsoft.com/en-us/story/1501304071775762777-carmax-retailer-azure-openai-servic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hyperlink" Target="https://customers.microsoft.com/en-US/story/1607565448540657318-kpmg-professional-services-azure-openai-service" TargetMode="External"/><Relationship Id="rId5" Type="http://schemas.openxmlformats.org/officeDocument/2006/relationships/image" Target="../media/image58.png"/><Relationship Id="rId15" Type="http://schemas.openxmlformats.org/officeDocument/2006/relationships/image" Target="../media/image64.png"/><Relationship Id="rId10" Type="http://schemas.openxmlformats.org/officeDocument/2006/relationships/image" Target="../media/image61.png"/><Relationship Id="rId19" Type="http://schemas.openxmlformats.org/officeDocument/2006/relationships/image" Target="../media/image66.png"/><Relationship Id="rId4" Type="http://schemas.openxmlformats.org/officeDocument/2006/relationships/image" Target="../media/image57.png"/><Relationship Id="rId9" Type="http://schemas.openxmlformats.org/officeDocument/2006/relationships/hyperlink" Target="https://azure.microsoft.com/en-us/blog/introducing-gpt4-in-azure-openai-service/" TargetMode="External"/><Relationship Id="rId14" Type="http://schemas.openxmlformats.org/officeDocument/2006/relationships/image" Target="../media/image6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68.png"/><Relationship Id="rId21" Type="http://schemas.openxmlformats.org/officeDocument/2006/relationships/image" Target="../media/image86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67.png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jpg"/><Relationship Id="rId7" Type="http://schemas.openxmlformats.org/officeDocument/2006/relationships/image" Target="../media/image94.jp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jpg"/><Relationship Id="rId11" Type="http://schemas.openxmlformats.org/officeDocument/2006/relationships/image" Target="../media/image98.jpg"/><Relationship Id="rId5" Type="http://schemas.openxmlformats.org/officeDocument/2006/relationships/image" Target="../media/image92.jpg"/><Relationship Id="rId10" Type="http://schemas.openxmlformats.org/officeDocument/2006/relationships/image" Target="../media/image97.jpg"/><Relationship Id="rId4" Type="http://schemas.openxmlformats.org/officeDocument/2006/relationships/image" Target="../media/image91.jpg"/><Relationship Id="rId9" Type="http://schemas.openxmlformats.org/officeDocument/2006/relationships/image" Target="../media/image96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3" Type="http://schemas.openxmlformats.org/officeDocument/2006/relationships/image" Target="../media/image110.png"/><Relationship Id="rId21" Type="http://schemas.openxmlformats.org/officeDocument/2006/relationships/image" Target="../media/image128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" Type="http://schemas.openxmlformats.org/officeDocument/2006/relationships/image" Target="../media/image67.png"/><Relationship Id="rId16" Type="http://schemas.openxmlformats.org/officeDocument/2006/relationships/image" Target="../media/image123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Relationship Id="rId22" Type="http://schemas.openxmlformats.org/officeDocument/2006/relationships/image" Target="../media/image1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5.png"/><Relationship Id="rId2" Type="http://schemas.openxmlformats.org/officeDocument/2006/relationships/image" Target="../media/image67.png"/><Relationship Id="rId16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5" Type="http://schemas.openxmlformats.org/officeDocument/2006/relationships/image" Target="../media/image14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0" Type="http://schemas.openxmlformats.org/officeDocument/2006/relationships/image" Target="../media/image155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13" Type="http://schemas.openxmlformats.org/officeDocument/2006/relationships/image" Target="../media/image169.png"/><Relationship Id="rId3" Type="http://schemas.openxmlformats.org/officeDocument/2006/relationships/image" Target="../media/image159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5" Type="http://schemas.openxmlformats.org/officeDocument/2006/relationships/image" Target="../media/image171.png"/><Relationship Id="rId10" Type="http://schemas.openxmlformats.org/officeDocument/2006/relationships/image" Target="../media/image166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Relationship Id="rId14" Type="http://schemas.openxmlformats.org/officeDocument/2006/relationships/image" Target="../media/image1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jpg"/><Relationship Id="rId2" Type="http://schemas.openxmlformats.org/officeDocument/2006/relationships/image" Target="../media/image17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7.png"/><Relationship Id="rId3" Type="http://schemas.openxmlformats.org/officeDocument/2006/relationships/image" Target="../media/image177.png"/><Relationship Id="rId7" Type="http://schemas.openxmlformats.org/officeDocument/2006/relationships/image" Target="../media/image181.png"/><Relationship Id="rId12" Type="http://schemas.openxmlformats.org/officeDocument/2006/relationships/image" Target="../media/image186.png"/><Relationship Id="rId2" Type="http://schemas.openxmlformats.org/officeDocument/2006/relationships/image" Target="../media/image176.png"/><Relationship Id="rId16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11" Type="http://schemas.openxmlformats.org/officeDocument/2006/relationships/image" Target="../media/image185.png"/><Relationship Id="rId5" Type="http://schemas.openxmlformats.org/officeDocument/2006/relationships/image" Target="../media/image179.png"/><Relationship Id="rId15" Type="http://schemas.openxmlformats.org/officeDocument/2006/relationships/image" Target="../media/image189.png"/><Relationship Id="rId10" Type="http://schemas.openxmlformats.org/officeDocument/2006/relationships/image" Target="../media/image184.png"/><Relationship Id="rId4" Type="http://schemas.openxmlformats.org/officeDocument/2006/relationships/image" Target="../media/image178.png"/><Relationship Id="rId9" Type="http://schemas.openxmlformats.org/officeDocument/2006/relationships/image" Target="../media/image183.png"/><Relationship Id="rId14" Type="http://schemas.openxmlformats.org/officeDocument/2006/relationships/image" Target="../media/image18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2314" y="838200"/>
            <a:ext cx="10787686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b="1" dirty="0"/>
              <a:t>Empowering the Future: </a:t>
            </a:r>
            <a:br>
              <a:rPr lang="en-US" sz="4800" b="1" dirty="0"/>
            </a:br>
            <a:br>
              <a:rPr lang="en-US" sz="4800" b="1" dirty="0"/>
            </a:br>
            <a:r>
              <a:rPr lang="en-US" sz="4800" b="1" dirty="0"/>
              <a:t>Azure AI In-Action with Copilot Studio</a:t>
            </a:r>
            <a:endParaRPr lang="en-US" sz="4800" dirty="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4831" y="6047231"/>
            <a:ext cx="2487168" cy="8107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2314" y="4266874"/>
            <a:ext cx="5453685" cy="141192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lang="en-US" sz="2400" dirty="0">
                <a:solidFill>
                  <a:srgbClr val="FFFFFF"/>
                </a:solidFill>
                <a:latin typeface="Segoe UI Semibold"/>
                <a:cs typeface="Segoe UI Semibold"/>
              </a:rPr>
              <a:t>Salin Kumar</a:t>
            </a:r>
            <a:endParaRPr sz="240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lang="en-US" sz="2000" dirty="0">
                <a:solidFill>
                  <a:srgbClr val="FFFFFF"/>
                </a:solidFill>
                <a:latin typeface="Segoe UI Semibold"/>
                <a:cs typeface="Segoe UI Semibold"/>
              </a:rPr>
              <a:t>Sr. Pre-Sales Consultant – MS Cloud</a:t>
            </a:r>
            <a:endParaRPr sz="200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lang="en-US" sz="2000" dirty="0">
                <a:solidFill>
                  <a:srgbClr val="FFFFFF"/>
                </a:solidFill>
                <a:latin typeface="Segoe UI Semibold"/>
                <a:cs typeface="Segoe UI Semibold"/>
              </a:rPr>
              <a:t>Redington Distribution MEA</a:t>
            </a:r>
            <a:endParaRPr sz="2000" dirty="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95999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0875" y="4793107"/>
            <a:ext cx="1657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30" dirty="0">
                <a:solidFill>
                  <a:srgbClr val="FFFFFF"/>
                </a:solidFill>
                <a:latin typeface="Segoe UI"/>
                <a:cs typeface="Segoe UI"/>
              </a:rPr>
              <a:t>Agenda</a:t>
            </a:r>
            <a:endParaRPr sz="36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64188" y="6463385"/>
            <a:ext cx="8064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50" dirty="0">
                <a:latin typeface="Segoe UI"/>
                <a:cs typeface="Segoe UI"/>
              </a:rPr>
              <a:t>2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9638" y="993140"/>
            <a:ext cx="34671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Segoe UI"/>
                <a:cs typeface="Segoe UI"/>
              </a:rPr>
              <a:t>Introduction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to generative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AI, the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Microsoft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Copilot </a:t>
            </a:r>
            <a:r>
              <a:rPr sz="1200" dirty="0">
                <a:latin typeface="Segoe UI"/>
                <a:cs typeface="Segoe UI"/>
              </a:rPr>
              <a:t>ecosystem,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Azure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AI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portfolio,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our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commitment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25" dirty="0">
                <a:latin typeface="Segoe UI"/>
                <a:cs typeface="Segoe UI"/>
              </a:rPr>
              <a:t>to </a:t>
            </a:r>
            <a:r>
              <a:rPr sz="1200" dirty="0">
                <a:latin typeface="Segoe UI"/>
                <a:cs typeface="Segoe UI"/>
              </a:rPr>
              <a:t>Responsible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AI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and</a:t>
            </a:r>
            <a:r>
              <a:rPr sz="1200" spc="-1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Protecting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your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spc="-20" dirty="0">
                <a:latin typeface="Segoe UI"/>
                <a:cs typeface="Segoe UI"/>
              </a:rPr>
              <a:t>Data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79638" y="3211448"/>
            <a:ext cx="34798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Segoe UI"/>
                <a:cs typeface="Segoe UI"/>
              </a:rPr>
              <a:t>Top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use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cases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for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generative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AI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including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industry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Segoe UI"/>
                <a:cs typeface="Segoe UI"/>
              </a:rPr>
              <a:t>highlights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and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highly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requested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customer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scenarios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79638" y="2046859"/>
            <a:ext cx="36595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Segoe UI"/>
                <a:cs typeface="Segoe UI"/>
              </a:rPr>
              <a:t>What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is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behind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the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scenes?</a:t>
            </a:r>
            <a:r>
              <a:rPr sz="1200" spc="-1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Overview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of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Azure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OpenAI </a:t>
            </a:r>
            <a:r>
              <a:rPr sz="1200" dirty="0">
                <a:latin typeface="Segoe UI"/>
                <a:cs typeface="Segoe UI"/>
              </a:rPr>
              <a:t>Service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and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its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cutting-edge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models,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features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spc="-25" dirty="0">
                <a:latin typeface="Segoe UI"/>
                <a:cs typeface="Segoe UI"/>
              </a:rPr>
              <a:t>and </a:t>
            </a:r>
            <a:r>
              <a:rPr sz="1200" dirty="0">
                <a:latin typeface="Segoe UI"/>
                <a:cs typeface="Segoe UI"/>
              </a:rPr>
              <a:t>solutions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with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other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Azure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AI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Services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20382" y="3246246"/>
            <a:ext cx="1068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186E6"/>
                </a:solidFill>
                <a:latin typeface="Segoe UI Semibold"/>
                <a:cs typeface="Segoe UI Semibold"/>
              </a:rPr>
              <a:t>Use</a:t>
            </a:r>
            <a:r>
              <a:rPr sz="1800" spc="-60" dirty="0">
                <a:solidFill>
                  <a:srgbClr val="9186E6"/>
                </a:solidFill>
                <a:latin typeface="Segoe UI Semibold"/>
                <a:cs typeface="Segoe UI Semibold"/>
              </a:rPr>
              <a:t> </a:t>
            </a:r>
            <a:r>
              <a:rPr sz="1800" spc="-20" dirty="0">
                <a:solidFill>
                  <a:srgbClr val="9186E6"/>
                </a:solidFill>
                <a:latin typeface="Segoe UI Semibold"/>
                <a:cs typeface="Segoe UI Semibold"/>
              </a:rPr>
              <a:t>Cases</a:t>
            </a:r>
            <a:endParaRPr sz="1800">
              <a:latin typeface="Segoe UI Semibold"/>
              <a:cs typeface="Segoe UI Semi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5960" y="2006346"/>
            <a:ext cx="12433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5900">
              <a:lnSpc>
                <a:spcPct val="111100"/>
              </a:lnSpc>
              <a:spcBef>
                <a:spcPts val="100"/>
              </a:spcBef>
            </a:pPr>
            <a:r>
              <a:rPr sz="1800" spc="-10" dirty="0">
                <a:solidFill>
                  <a:srgbClr val="9186E6"/>
                </a:solidFill>
                <a:latin typeface="Segoe UI Semibold"/>
                <a:cs typeface="Segoe UI Semibold"/>
              </a:rPr>
              <a:t>Models</a:t>
            </a:r>
            <a:r>
              <a:rPr sz="1800" spc="-80" dirty="0">
                <a:solidFill>
                  <a:srgbClr val="9186E6"/>
                </a:solidFill>
                <a:latin typeface="Segoe UI Semibold"/>
                <a:cs typeface="Segoe UI Semibold"/>
              </a:rPr>
              <a:t> </a:t>
            </a:r>
            <a:r>
              <a:rPr sz="1800" spc="90" dirty="0">
                <a:solidFill>
                  <a:srgbClr val="9186E6"/>
                </a:solidFill>
                <a:latin typeface="Segoe UI Semibold"/>
                <a:cs typeface="Segoe UI Semibold"/>
              </a:rPr>
              <a:t>&amp; </a:t>
            </a:r>
            <a:r>
              <a:rPr sz="1800" spc="-10" dirty="0">
                <a:solidFill>
                  <a:srgbClr val="9186E6"/>
                </a:solidFill>
                <a:latin typeface="Segoe UI Semibold"/>
                <a:cs typeface="Segoe UI Semibold"/>
              </a:rPr>
              <a:t>Capabilities</a:t>
            </a:r>
            <a:endParaRPr sz="18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79638" y="4195953"/>
            <a:ext cx="3798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Segoe UI"/>
                <a:cs typeface="Segoe UI"/>
              </a:rPr>
              <a:t>Publicly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available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Azure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OpenAI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Service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customer</a:t>
            </a:r>
            <a:r>
              <a:rPr sz="1200" spc="-10" dirty="0">
                <a:latin typeface="Segoe UI"/>
                <a:cs typeface="Segoe UI"/>
              </a:rPr>
              <a:t> stories </a:t>
            </a:r>
            <a:r>
              <a:rPr sz="1200" dirty="0">
                <a:latin typeface="Segoe UI"/>
                <a:cs typeface="Segoe UI"/>
              </a:rPr>
              <a:t>featuring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wide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range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of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use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cases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and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company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types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9422" y="4060661"/>
            <a:ext cx="1136015" cy="63500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335"/>
              </a:spcBef>
            </a:pPr>
            <a:r>
              <a:rPr sz="1800" spc="-10" dirty="0">
                <a:solidFill>
                  <a:srgbClr val="9186E6"/>
                </a:solidFill>
                <a:latin typeface="Segoe UI Semibold"/>
                <a:cs typeface="Segoe UI Semibold"/>
              </a:rPr>
              <a:t>Customer</a:t>
            </a:r>
            <a:endParaRPr sz="180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solidFill>
                  <a:srgbClr val="9186E6"/>
                </a:solidFill>
                <a:latin typeface="Segoe UI Semibold"/>
                <a:cs typeface="Segoe UI Semibold"/>
              </a:rPr>
              <a:t>Inspiration</a:t>
            </a:r>
            <a:endParaRPr sz="1800" dirty="0"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694423" y="948404"/>
            <a:ext cx="1052830" cy="63627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800" spc="-10" dirty="0">
                <a:solidFill>
                  <a:srgbClr val="9186E6"/>
                </a:solidFill>
              </a:rPr>
              <a:t>Where</a:t>
            </a:r>
            <a:r>
              <a:rPr sz="1800" spc="-90" dirty="0">
                <a:solidFill>
                  <a:srgbClr val="9186E6"/>
                </a:solidFill>
              </a:rPr>
              <a:t> </a:t>
            </a:r>
            <a:r>
              <a:rPr sz="1800" spc="-25" dirty="0">
                <a:solidFill>
                  <a:srgbClr val="9186E6"/>
                </a:solidFill>
              </a:rPr>
              <a:t>we</a:t>
            </a:r>
            <a:endParaRPr sz="1800" dirty="0"/>
          </a:p>
          <a:p>
            <a:pPr marL="24765">
              <a:lnSpc>
                <a:spcPct val="100000"/>
              </a:lnSpc>
              <a:spcBef>
                <a:spcPts val="240"/>
              </a:spcBef>
            </a:pPr>
            <a:r>
              <a:rPr sz="1800" dirty="0">
                <a:solidFill>
                  <a:srgbClr val="9186E6"/>
                </a:solidFill>
              </a:rPr>
              <a:t>are</a:t>
            </a:r>
            <a:r>
              <a:rPr sz="1800" spc="-85" dirty="0">
                <a:solidFill>
                  <a:srgbClr val="9186E6"/>
                </a:solidFill>
              </a:rPr>
              <a:t> </a:t>
            </a:r>
            <a:r>
              <a:rPr sz="1800" spc="-10" dirty="0">
                <a:solidFill>
                  <a:srgbClr val="9186E6"/>
                </a:solidFill>
              </a:rPr>
              <a:t>Today</a:t>
            </a:r>
            <a:endParaRPr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AFF11E-4016-4C6A-D39D-634431658270}"/>
              </a:ext>
            </a:extLst>
          </p:cNvPr>
          <p:cNvSpPr txBox="1"/>
          <p:nvPr/>
        </p:nvSpPr>
        <p:spPr>
          <a:xfrm>
            <a:off x="6477000" y="5121020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4615">
              <a:lnSpc>
                <a:spcPct val="100000"/>
              </a:lnSpc>
              <a:spcBef>
                <a:spcPts val="335"/>
              </a:spcBef>
            </a:pPr>
            <a:r>
              <a:rPr lang="en-US" sz="1800" spc="-10" dirty="0">
                <a:solidFill>
                  <a:srgbClr val="9186E6"/>
                </a:solidFill>
                <a:latin typeface="Segoe UI Semibold"/>
                <a:cs typeface="Segoe UI Semibold"/>
              </a:rPr>
              <a:t>Demo</a:t>
            </a:r>
            <a:endParaRPr lang="en-US" sz="1800" dirty="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40763"/>
            <a:ext cx="12192000" cy="4584700"/>
            <a:chOff x="0" y="1540763"/>
            <a:chExt cx="12192000" cy="4584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40763"/>
              <a:ext cx="12192000" cy="458419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62700" y="2848355"/>
              <a:ext cx="5245100" cy="1969135"/>
            </a:xfrm>
            <a:custGeom>
              <a:avLst/>
              <a:gdLst/>
              <a:ahLst/>
              <a:cxnLst/>
              <a:rect l="l" t="t" r="r" b="b"/>
              <a:pathLst>
                <a:path w="5245100" h="1969135">
                  <a:moveTo>
                    <a:pt x="0" y="0"/>
                  </a:moveTo>
                  <a:lnTo>
                    <a:pt x="5245100" y="0"/>
                  </a:lnTo>
                </a:path>
                <a:path w="5245100" h="1969135">
                  <a:moveTo>
                    <a:pt x="0" y="984504"/>
                  </a:moveTo>
                  <a:lnTo>
                    <a:pt x="5245100" y="984504"/>
                  </a:lnTo>
                </a:path>
                <a:path w="5245100" h="1969135">
                  <a:moveTo>
                    <a:pt x="0" y="1969008"/>
                  </a:moveTo>
                  <a:lnTo>
                    <a:pt x="5245100" y="1969008"/>
                  </a:lnTo>
                </a:path>
              </a:pathLst>
            </a:custGeom>
            <a:ln w="6350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976" rIns="0" bIns="0" rtlCol="0">
            <a:spAutoFit/>
          </a:bodyPr>
          <a:lstStyle/>
          <a:p>
            <a:pPr marL="427355">
              <a:lnSpc>
                <a:spcPct val="100000"/>
              </a:lnSpc>
              <a:spcBef>
                <a:spcPts val="100"/>
              </a:spcBef>
            </a:pPr>
            <a:r>
              <a:rPr b="1" spc="-90" dirty="0">
                <a:solidFill>
                  <a:srgbClr val="000000"/>
                </a:solidFill>
                <a:latin typeface="Segoe UI"/>
                <a:cs typeface="Segoe UI"/>
              </a:rPr>
              <a:t>The</a:t>
            </a:r>
            <a:r>
              <a:rPr b="1" spc="-16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70" dirty="0">
                <a:solidFill>
                  <a:srgbClr val="000000"/>
                </a:solidFill>
                <a:latin typeface="Segoe UI"/>
                <a:cs typeface="Segoe UI"/>
              </a:rPr>
              <a:t>journey</a:t>
            </a:r>
            <a:r>
              <a:rPr b="1" spc="-9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35" dirty="0">
                <a:solidFill>
                  <a:srgbClr val="000000"/>
                </a:solidFill>
                <a:latin typeface="Segoe UI"/>
                <a:cs typeface="Segoe UI"/>
              </a:rPr>
              <a:t>continues</a:t>
            </a:r>
            <a:r>
              <a:rPr b="1" spc="-16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55" dirty="0">
                <a:solidFill>
                  <a:srgbClr val="000000"/>
                </a:solidFill>
                <a:latin typeface="Segoe UI"/>
                <a:cs typeface="Segoe UI"/>
              </a:rPr>
              <a:t>with</a:t>
            </a:r>
            <a:r>
              <a:rPr b="1" spc="-18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50" dirty="0">
                <a:solidFill>
                  <a:srgbClr val="000000"/>
                </a:solidFill>
                <a:latin typeface="Segoe UI"/>
                <a:cs typeface="Segoe UI"/>
              </a:rPr>
              <a:t>generative</a:t>
            </a:r>
            <a:r>
              <a:rPr b="1" spc="-19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25" dirty="0">
                <a:solidFill>
                  <a:srgbClr val="000000"/>
                </a:solidFill>
                <a:latin typeface="Segoe UI"/>
                <a:cs typeface="Segoe UI"/>
              </a:rPr>
              <a:t>AI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19097" y="1973325"/>
            <a:ext cx="1922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Segoe UI Semibold"/>
                <a:cs typeface="Segoe UI Semibold"/>
              </a:rPr>
              <a:t>Artificial</a:t>
            </a:r>
            <a:r>
              <a:rPr sz="1600" spc="-3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Intelligence</a:t>
            </a:r>
            <a:endParaRPr sz="1600">
              <a:latin typeface="Segoe UI Semibold"/>
              <a:cs typeface="Segoe UI Semi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6858" y="2974289"/>
            <a:ext cx="1667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 Semibold"/>
                <a:cs typeface="Segoe UI Semibold"/>
              </a:rPr>
              <a:t>Machine</a:t>
            </a:r>
            <a:r>
              <a:rPr sz="1600" spc="-85" dirty="0">
                <a:latin typeface="Segoe UI Semibold"/>
                <a:cs typeface="Segoe UI Semibold"/>
              </a:rPr>
              <a:t> </a:t>
            </a:r>
            <a:r>
              <a:rPr sz="1600" spc="-10" dirty="0">
                <a:latin typeface="Segoe UI Semibold"/>
                <a:cs typeface="Segoe UI Semibold"/>
              </a:rPr>
              <a:t>Learning</a:t>
            </a:r>
            <a:endParaRPr sz="1600">
              <a:latin typeface="Segoe UI Semibold"/>
              <a:cs typeface="Segoe UI Semi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68117" y="3650996"/>
            <a:ext cx="82676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Segoe UI Semibold"/>
                <a:cs typeface="Segoe UI Semibold"/>
              </a:rPr>
              <a:t>Deep</a:t>
            </a:r>
            <a:endParaRPr sz="1600">
              <a:latin typeface="Segoe UI Semibold"/>
              <a:cs typeface="Segoe UI Semibold"/>
            </a:endParaRPr>
          </a:p>
          <a:p>
            <a:pPr algn="ctr">
              <a:lnSpc>
                <a:spcPct val="100000"/>
              </a:lnSpc>
            </a:pPr>
            <a:r>
              <a:rPr sz="1600" spc="-10" dirty="0">
                <a:latin typeface="Segoe UI Semibold"/>
                <a:cs typeface="Segoe UI Semibold"/>
              </a:rPr>
              <a:t>Learning</a:t>
            </a:r>
            <a:endParaRPr sz="1600">
              <a:latin typeface="Segoe UI Semibold"/>
              <a:cs typeface="Segoe UI Semibold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32432" y="4227576"/>
            <a:ext cx="1897380" cy="1897380"/>
          </a:xfrm>
          <a:custGeom>
            <a:avLst/>
            <a:gdLst/>
            <a:ahLst/>
            <a:cxnLst/>
            <a:rect l="l" t="t" r="r" b="b"/>
            <a:pathLst>
              <a:path w="1897379" h="1897379">
                <a:moveTo>
                  <a:pt x="948690" y="0"/>
                </a:moveTo>
                <a:lnTo>
                  <a:pt x="899865" y="1234"/>
                </a:lnTo>
                <a:lnTo>
                  <a:pt x="851682" y="4897"/>
                </a:lnTo>
                <a:lnTo>
                  <a:pt x="804201" y="10929"/>
                </a:lnTo>
                <a:lnTo>
                  <a:pt x="757480" y="19271"/>
                </a:lnTo>
                <a:lnTo>
                  <a:pt x="711579" y="29863"/>
                </a:lnTo>
                <a:lnTo>
                  <a:pt x="666558" y="42646"/>
                </a:lnTo>
                <a:lnTo>
                  <a:pt x="622476" y="57560"/>
                </a:lnTo>
                <a:lnTo>
                  <a:pt x="579393" y="74545"/>
                </a:lnTo>
                <a:lnTo>
                  <a:pt x="537369" y="93541"/>
                </a:lnTo>
                <a:lnTo>
                  <a:pt x="496463" y="114490"/>
                </a:lnTo>
                <a:lnTo>
                  <a:pt x="456735" y="137332"/>
                </a:lnTo>
                <a:lnTo>
                  <a:pt x="418244" y="162006"/>
                </a:lnTo>
                <a:lnTo>
                  <a:pt x="381050" y="188454"/>
                </a:lnTo>
                <a:lnTo>
                  <a:pt x="345212" y="216616"/>
                </a:lnTo>
                <a:lnTo>
                  <a:pt x="310790" y="246433"/>
                </a:lnTo>
                <a:lnTo>
                  <a:pt x="277844" y="277844"/>
                </a:lnTo>
                <a:lnTo>
                  <a:pt x="246433" y="310790"/>
                </a:lnTo>
                <a:lnTo>
                  <a:pt x="216616" y="345212"/>
                </a:lnTo>
                <a:lnTo>
                  <a:pt x="188454" y="381050"/>
                </a:lnTo>
                <a:lnTo>
                  <a:pt x="162006" y="418244"/>
                </a:lnTo>
                <a:lnTo>
                  <a:pt x="137332" y="456735"/>
                </a:lnTo>
                <a:lnTo>
                  <a:pt x="114490" y="496463"/>
                </a:lnTo>
                <a:lnTo>
                  <a:pt x="93541" y="537369"/>
                </a:lnTo>
                <a:lnTo>
                  <a:pt x="74545" y="579393"/>
                </a:lnTo>
                <a:lnTo>
                  <a:pt x="57560" y="622476"/>
                </a:lnTo>
                <a:lnTo>
                  <a:pt x="42646" y="666558"/>
                </a:lnTo>
                <a:lnTo>
                  <a:pt x="29863" y="711579"/>
                </a:lnTo>
                <a:lnTo>
                  <a:pt x="19271" y="757480"/>
                </a:lnTo>
                <a:lnTo>
                  <a:pt x="10929" y="804201"/>
                </a:lnTo>
                <a:lnTo>
                  <a:pt x="4897" y="851682"/>
                </a:lnTo>
                <a:lnTo>
                  <a:pt x="1234" y="899865"/>
                </a:lnTo>
                <a:lnTo>
                  <a:pt x="0" y="948690"/>
                </a:lnTo>
                <a:lnTo>
                  <a:pt x="1234" y="997509"/>
                </a:lnTo>
                <a:lnTo>
                  <a:pt x="4897" y="1045688"/>
                </a:lnTo>
                <a:lnTo>
                  <a:pt x="10929" y="1093167"/>
                </a:lnTo>
                <a:lnTo>
                  <a:pt x="19271" y="1139885"/>
                </a:lnTo>
                <a:lnTo>
                  <a:pt x="29863" y="1185783"/>
                </a:lnTo>
                <a:lnTo>
                  <a:pt x="42646" y="1230802"/>
                </a:lnTo>
                <a:lnTo>
                  <a:pt x="57560" y="1274883"/>
                </a:lnTo>
                <a:lnTo>
                  <a:pt x="74545" y="1317964"/>
                </a:lnTo>
                <a:lnTo>
                  <a:pt x="93541" y="1359988"/>
                </a:lnTo>
                <a:lnTo>
                  <a:pt x="114490" y="1400893"/>
                </a:lnTo>
                <a:lnTo>
                  <a:pt x="137332" y="1440622"/>
                </a:lnTo>
                <a:lnTo>
                  <a:pt x="162006" y="1479113"/>
                </a:lnTo>
                <a:lnTo>
                  <a:pt x="188454" y="1516308"/>
                </a:lnTo>
                <a:lnTo>
                  <a:pt x="216616" y="1552146"/>
                </a:lnTo>
                <a:lnTo>
                  <a:pt x="246433" y="1586569"/>
                </a:lnTo>
                <a:lnTo>
                  <a:pt x="277844" y="1619516"/>
                </a:lnTo>
                <a:lnTo>
                  <a:pt x="310790" y="1650928"/>
                </a:lnTo>
                <a:lnTo>
                  <a:pt x="345212" y="1680746"/>
                </a:lnTo>
                <a:lnTo>
                  <a:pt x="381050" y="1708910"/>
                </a:lnTo>
                <a:lnTo>
                  <a:pt x="418244" y="1735359"/>
                </a:lnTo>
                <a:lnTo>
                  <a:pt x="456735" y="1760035"/>
                </a:lnTo>
                <a:lnTo>
                  <a:pt x="496463" y="1782879"/>
                </a:lnTo>
                <a:lnTo>
                  <a:pt x="537369" y="1803829"/>
                </a:lnTo>
                <a:lnTo>
                  <a:pt x="579393" y="1822827"/>
                </a:lnTo>
                <a:lnTo>
                  <a:pt x="622476" y="1839814"/>
                </a:lnTo>
                <a:lnTo>
                  <a:pt x="666558" y="1854729"/>
                </a:lnTo>
                <a:lnTo>
                  <a:pt x="711579" y="1867512"/>
                </a:lnTo>
                <a:lnTo>
                  <a:pt x="757480" y="1878106"/>
                </a:lnTo>
                <a:lnTo>
                  <a:pt x="804201" y="1886449"/>
                </a:lnTo>
                <a:lnTo>
                  <a:pt x="851682" y="1892482"/>
                </a:lnTo>
                <a:lnTo>
                  <a:pt x="899865" y="1896145"/>
                </a:lnTo>
                <a:lnTo>
                  <a:pt x="948690" y="1897380"/>
                </a:lnTo>
                <a:lnTo>
                  <a:pt x="997514" y="1896145"/>
                </a:lnTo>
                <a:lnTo>
                  <a:pt x="1045697" y="1892482"/>
                </a:lnTo>
                <a:lnTo>
                  <a:pt x="1093178" y="1886449"/>
                </a:lnTo>
                <a:lnTo>
                  <a:pt x="1139899" y="1878106"/>
                </a:lnTo>
                <a:lnTo>
                  <a:pt x="1185800" y="1867512"/>
                </a:lnTo>
                <a:lnTo>
                  <a:pt x="1230821" y="1854729"/>
                </a:lnTo>
                <a:lnTo>
                  <a:pt x="1274903" y="1839814"/>
                </a:lnTo>
                <a:lnTo>
                  <a:pt x="1317986" y="1822827"/>
                </a:lnTo>
                <a:lnTo>
                  <a:pt x="1360010" y="1803829"/>
                </a:lnTo>
                <a:lnTo>
                  <a:pt x="1400916" y="1782879"/>
                </a:lnTo>
                <a:lnTo>
                  <a:pt x="1440644" y="1760035"/>
                </a:lnTo>
                <a:lnTo>
                  <a:pt x="1479135" y="1735359"/>
                </a:lnTo>
                <a:lnTo>
                  <a:pt x="1516329" y="1708910"/>
                </a:lnTo>
                <a:lnTo>
                  <a:pt x="1552167" y="1680746"/>
                </a:lnTo>
                <a:lnTo>
                  <a:pt x="1586589" y="1650928"/>
                </a:lnTo>
                <a:lnTo>
                  <a:pt x="1619535" y="1619516"/>
                </a:lnTo>
                <a:lnTo>
                  <a:pt x="1650946" y="1586569"/>
                </a:lnTo>
                <a:lnTo>
                  <a:pt x="1680763" y="1552146"/>
                </a:lnTo>
                <a:lnTo>
                  <a:pt x="1708925" y="1516308"/>
                </a:lnTo>
                <a:lnTo>
                  <a:pt x="1735373" y="1479113"/>
                </a:lnTo>
                <a:lnTo>
                  <a:pt x="1760047" y="1440622"/>
                </a:lnTo>
                <a:lnTo>
                  <a:pt x="1782889" y="1400893"/>
                </a:lnTo>
                <a:lnTo>
                  <a:pt x="1803838" y="1359988"/>
                </a:lnTo>
                <a:lnTo>
                  <a:pt x="1822834" y="1317964"/>
                </a:lnTo>
                <a:lnTo>
                  <a:pt x="1839819" y="1274883"/>
                </a:lnTo>
                <a:lnTo>
                  <a:pt x="1854733" y="1230802"/>
                </a:lnTo>
                <a:lnTo>
                  <a:pt x="1867516" y="1185783"/>
                </a:lnTo>
                <a:lnTo>
                  <a:pt x="1878108" y="1139885"/>
                </a:lnTo>
                <a:lnTo>
                  <a:pt x="1886450" y="1093167"/>
                </a:lnTo>
                <a:lnTo>
                  <a:pt x="1892482" y="1045688"/>
                </a:lnTo>
                <a:lnTo>
                  <a:pt x="1896145" y="997509"/>
                </a:lnTo>
                <a:lnTo>
                  <a:pt x="1897380" y="948690"/>
                </a:lnTo>
                <a:lnTo>
                  <a:pt x="1896145" y="899865"/>
                </a:lnTo>
                <a:lnTo>
                  <a:pt x="1892482" y="851682"/>
                </a:lnTo>
                <a:lnTo>
                  <a:pt x="1886450" y="804201"/>
                </a:lnTo>
                <a:lnTo>
                  <a:pt x="1878108" y="757480"/>
                </a:lnTo>
                <a:lnTo>
                  <a:pt x="1867516" y="711579"/>
                </a:lnTo>
                <a:lnTo>
                  <a:pt x="1854733" y="666558"/>
                </a:lnTo>
                <a:lnTo>
                  <a:pt x="1839819" y="622476"/>
                </a:lnTo>
                <a:lnTo>
                  <a:pt x="1822834" y="579393"/>
                </a:lnTo>
                <a:lnTo>
                  <a:pt x="1803838" y="537369"/>
                </a:lnTo>
                <a:lnTo>
                  <a:pt x="1782889" y="496463"/>
                </a:lnTo>
                <a:lnTo>
                  <a:pt x="1760047" y="456735"/>
                </a:lnTo>
                <a:lnTo>
                  <a:pt x="1735373" y="418244"/>
                </a:lnTo>
                <a:lnTo>
                  <a:pt x="1708925" y="381050"/>
                </a:lnTo>
                <a:lnTo>
                  <a:pt x="1680763" y="345212"/>
                </a:lnTo>
                <a:lnTo>
                  <a:pt x="1650946" y="310790"/>
                </a:lnTo>
                <a:lnTo>
                  <a:pt x="1619535" y="277844"/>
                </a:lnTo>
                <a:lnTo>
                  <a:pt x="1586589" y="246433"/>
                </a:lnTo>
                <a:lnTo>
                  <a:pt x="1552167" y="216616"/>
                </a:lnTo>
                <a:lnTo>
                  <a:pt x="1516329" y="188454"/>
                </a:lnTo>
                <a:lnTo>
                  <a:pt x="1479135" y="162006"/>
                </a:lnTo>
                <a:lnTo>
                  <a:pt x="1440644" y="137332"/>
                </a:lnTo>
                <a:lnTo>
                  <a:pt x="1400916" y="114490"/>
                </a:lnTo>
                <a:lnTo>
                  <a:pt x="1360010" y="93541"/>
                </a:lnTo>
                <a:lnTo>
                  <a:pt x="1317986" y="74545"/>
                </a:lnTo>
                <a:lnTo>
                  <a:pt x="1274903" y="57560"/>
                </a:lnTo>
                <a:lnTo>
                  <a:pt x="1230821" y="42646"/>
                </a:lnTo>
                <a:lnTo>
                  <a:pt x="1185800" y="29863"/>
                </a:lnTo>
                <a:lnTo>
                  <a:pt x="1139899" y="19271"/>
                </a:lnTo>
                <a:lnTo>
                  <a:pt x="1093178" y="10929"/>
                </a:lnTo>
                <a:lnTo>
                  <a:pt x="1045697" y="4897"/>
                </a:lnTo>
                <a:lnTo>
                  <a:pt x="997514" y="1234"/>
                </a:lnTo>
                <a:lnTo>
                  <a:pt x="948690" y="0"/>
                </a:lnTo>
                <a:close/>
              </a:path>
            </a:pathLst>
          </a:custGeom>
          <a:solidFill>
            <a:srgbClr val="E7D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71725" y="4917185"/>
            <a:ext cx="10166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2115" marR="5080" indent="-40005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Segoe UI Semibold"/>
                <a:cs typeface="Segoe UI Semibold"/>
              </a:rPr>
              <a:t>Generative </a:t>
            </a:r>
            <a:r>
              <a:rPr sz="1600" spc="-25" dirty="0">
                <a:latin typeface="Segoe UI Semibold"/>
                <a:cs typeface="Segoe UI Semibold"/>
              </a:rPr>
              <a:t>AI</a:t>
            </a:r>
            <a:endParaRPr sz="1600">
              <a:latin typeface="Segoe UI Semibold"/>
              <a:cs typeface="Segoe UI Semibold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01996" y="1848599"/>
            <a:ext cx="1122045" cy="1076325"/>
            <a:chOff x="5301996" y="1848599"/>
            <a:chExt cx="1122045" cy="107632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1808" y="1848599"/>
              <a:ext cx="1084707" cy="10758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1996" y="2002510"/>
              <a:ext cx="1121854" cy="83530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474208" y="2001012"/>
              <a:ext cx="718185" cy="710565"/>
            </a:xfrm>
            <a:custGeom>
              <a:avLst/>
              <a:gdLst/>
              <a:ahLst/>
              <a:cxnLst/>
              <a:rect l="l" t="t" r="r" b="b"/>
              <a:pathLst>
                <a:path w="718185" h="710564">
                  <a:moveTo>
                    <a:pt x="358901" y="0"/>
                  </a:moveTo>
                  <a:lnTo>
                    <a:pt x="310194" y="3242"/>
                  </a:lnTo>
                  <a:lnTo>
                    <a:pt x="263480" y="12685"/>
                  </a:lnTo>
                  <a:lnTo>
                    <a:pt x="219188" y="27908"/>
                  </a:lnTo>
                  <a:lnTo>
                    <a:pt x="177743" y="48485"/>
                  </a:lnTo>
                  <a:lnTo>
                    <a:pt x="139574" y="73995"/>
                  </a:lnTo>
                  <a:lnTo>
                    <a:pt x="105108" y="104012"/>
                  </a:lnTo>
                  <a:lnTo>
                    <a:pt x="74772" y="138116"/>
                  </a:lnTo>
                  <a:lnTo>
                    <a:pt x="48993" y="175880"/>
                  </a:lnTo>
                  <a:lnTo>
                    <a:pt x="28199" y="216884"/>
                  </a:lnTo>
                  <a:lnTo>
                    <a:pt x="12818" y="260702"/>
                  </a:lnTo>
                  <a:lnTo>
                    <a:pt x="3275" y="306913"/>
                  </a:lnTo>
                  <a:lnTo>
                    <a:pt x="0" y="355091"/>
                  </a:lnTo>
                  <a:lnTo>
                    <a:pt x="3275" y="403270"/>
                  </a:lnTo>
                  <a:lnTo>
                    <a:pt x="12818" y="449481"/>
                  </a:lnTo>
                  <a:lnTo>
                    <a:pt x="28199" y="493299"/>
                  </a:lnTo>
                  <a:lnTo>
                    <a:pt x="48993" y="534303"/>
                  </a:lnTo>
                  <a:lnTo>
                    <a:pt x="74772" y="572067"/>
                  </a:lnTo>
                  <a:lnTo>
                    <a:pt x="105108" y="606170"/>
                  </a:lnTo>
                  <a:lnTo>
                    <a:pt x="139574" y="636188"/>
                  </a:lnTo>
                  <a:lnTo>
                    <a:pt x="177743" y="661698"/>
                  </a:lnTo>
                  <a:lnTo>
                    <a:pt x="219188" y="682275"/>
                  </a:lnTo>
                  <a:lnTo>
                    <a:pt x="263480" y="697498"/>
                  </a:lnTo>
                  <a:lnTo>
                    <a:pt x="310194" y="706941"/>
                  </a:lnTo>
                  <a:lnTo>
                    <a:pt x="358901" y="710184"/>
                  </a:lnTo>
                  <a:lnTo>
                    <a:pt x="407609" y="706941"/>
                  </a:lnTo>
                  <a:lnTo>
                    <a:pt x="454323" y="697498"/>
                  </a:lnTo>
                  <a:lnTo>
                    <a:pt x="498615" y="682275"/>
                  </a:lnTo>
                  <a:lnTo>
                    <a:pt x="540060" y="661698"/>
                  </a:lnTo>
                  <a:lnTo>
                    <a:pt x="578229" y="636188"/>
                  </a:lnTo>
                  <a:lnTo>
                    <a:pt x="612695" y="606170"/>
                  </a:lnTo>
                  <a:lnTo>
                    <a:pt x="643031" y="572067"/>
                  </a:lnTo>
                  <a:lnTo>
                    <a:pt x="668810" y="534303"/>
                  </a:lnTo>
                  <a:lnTo>
                    <a:pt x="689604" y="493299"/>
                  </a:lnTo>
                  <a:lnTo>
                    <a:pt x="704985" y="449481"/>
                  </a:lnTo>
                  <a:lnTo>
                    <a:pt x="714528" y="403270"/>
                  </a:lnTo>
                  <a:lnTo>
                    <a:pt x="717803" y="355091"/>
                  </a:lnTo>
                  <a:lnTo>
                    <a:pt x="714528" y="306913"/>
                  </a:lnTo>
                  <a:lnTo>
                    <a:pt x="704985" y="260702"/>
                  </a:lnTo>
                  <a:lnTo>
                    <a:pt x="689604" y="216884"/>
                  </a:lnTo>
                  <a:lnTo>
                    <a:pt x="668810" y="175880"/>
                  </a:lnTo>
                  <a:lnTo>
                    <a:pt x="643031" y="138116"/>
                  </a:lnTo>
                  <a:lnTo>
                    <a:pt x="612695" y="104013"/>
                  </a:lnTo>
                  <a:lnTo>
                    <a:pt x="578229" y="73995"/>
                  </a:lnTo>
                  <a:lnTo>
                    <a:pt x="540060" y="48485"/>
                  </a:lnTo>
                  <a:lnTo>
                    <a:pt x="498615" y="27908"/>
                  </a:lnTo>
                  <a:lnTo>
                    <a:pt x="454323" y="12685"/>
                  </a:lnTo>
                  <a:lnTo>
                    <a:pt x="407609" y="3242"/>
                  </a:lnTo>
                  <a:lnTo>
                    <a:pt x="3589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74208" y="2001012"/>
              <a:ext cx="718185" cy="710565"/>
            </a:xfrm>
            <a:custGeom>
              <a:avLst/>
              <a:gdLst/>
              <a:ahLst/>
              <a:cxnLst/>
              <a:rect l="l" t="t" r="r" b="b"/>
              <a:pathLst>
                <a:path w="718185" h="710564">
                  <a:moveTo>
                    <a:pt x="0" y="355091"/>
                  </a:moveTo>
                  <a:lnTo>
                    <a:pt x="3275" y="306913"/>
                  </a:lnTo>
                  <a:lnTo>
                    <a:pt x="12818" y="260702"/>
                  </a:lnTo>
                  <a:lnTo>
                    <a:pt x="28199" y="216884"/>
                  </a:lnTo>
                  <a:lnTo>
                    <a:pt x="48993" y="175880"/>
                  </a:lnTo>
                  <a:lnTo>
                    <a:pt x="74772" y="138116"/>
                  </a:lnTo>
                  <a:lnTo>
                    <a:pt x="105108" y="104012"/>
                  </a:lnTo>
                  <a:lnTo>
                    <a:pt x="139574" y="73995"/>
                  </a:lnTo>
                  <a:lnTo>
                    <a:pt x="177743" y="48485"/>
                  </a:lnTo>
                  <a:lnTo>
                    <a:pt x="219188" y="27908"/>
                  </a:lnTo>
                  <a:lnTo>
                    <a:pt x="263480" y="12685"/>
                  </a:lnTo>
                  <a:lnTo>
                    <a:pt x="310194" y="3242"/>
                  </a:lnTo>
                  <a:lnTo>
                    <a:pt x="358901" y="0"/>
                  </a:lnTo>
                  <a:lnTo>
                    <a:pt x="407609" y="3242"/>
                  </a:lnTo>
                  <a:lnTo>
                    <a:pt x="454323" y="12685"/>
                  </a:lnTo>
                  <a:lnTo>
                    <a:pt x="498615" y="27908"/>
                  </a:lnTo>
                  <a:lnTo>
                    <a:pt x="540060" y="48485"/>
                  </a:lnTo>
                  <a:lnTo>
                    <a:pt x="578229" y="73995"/>
                  </a:lnTo>
                  <a:lnTo>
                    <a:pt x="612695" y="104013"/>
                  </a:lnTo>
                  <a:lnTo>
                    <a:pt x="643031" y="138116"/>
                  </a:lnTo>
                  <a:lnTo>
                    <a:pt x="668810" y="175880"/>
                  </a:lnTo>
                  <a:lnTo>
                    <a:pt x="689604" y="216884"/>
                  </a:lnTo>
                  <a:lnTo>
                    <a:pt x="704985" y="260702"/>
                  </a:lnTo>
                  <a:lnTo>
                    <a:pt x="714528" y="306913"/>
                  </a:lnTo>
                  <a:lnTo>
                    <a:pt x="717803" y="355091"/>
                  </a:lnTo>
                  <a:lnTo>
                    <a:pt x="714528" y="403270"/>
                  </a:lnTo>
                  <a:lnTo>
                    <a:pt x="704985" y="449481"/>
                  </a:lnTo>
                  <a:lnTo>
                    <a:pt x="689604" y="493299"/>
                  </a:lnTo>
                  <a:lnTo>
                    <a:pt x="668810" y="534303"/>
                  </a:lnTo>
                  <a:lnTo>
                    <a:pt x="643031" y="572067"/>
                  </a:lnTo>
                  <a:lnTo>
                    <a:pt x="612695" y="606170"/>
                  </a:lnTo>
                  <a:lnTo>
                    <a:pt x="578229" y="636188"/>
                  </a:lnTo>
                  <a:lnTo>
                    <a:pt x="540060" y="661698"/>
                  </a:lnTo>
                  <a:lnTo>
                    <a:pt x="498615" y="682275"/>
                  </a:lnTo>
                  <a:lnTo>
                    <a:pt x="454323" y="697498"/>
                  </a:lnTo>
                  <a:lnTo>
                    <a:pt x="407609" y="706941"/>
                  </a:lnTo>
                  <a:lnTo>
                    <a:pt x="358901" y="710184"/>
                  </a:lnTo>
                  <a:lnTo>
                    <a:pt x="310194" y="706941"/>
                  </a:lnTo>
                  <a:lnTo>
                    <a:pt x="263480" y="697498"/>
                  </a:lnTo>
                  <a:lnTo>
                    <a:pt x="219188" y="682275"/>
                  </a:lnTo>
                  <a:lnTo>
                    <a:pt x="177743" y="661698"/>
                  </a:lnTo>
                  <a:lnTo>
                    <a:pt x="139574" y="636188"/>
                  </a:lnTo>
                  <a:lnTo>
                    <a:pt x="105108" y="606170"/>
                  </a:lnTo>
                  <a:lnTo>
                    <a:pt x="74772" y="572067"/>
                  </a:lnTo>
                  <a:lnTo>
                    <a:pt x="48993" y="534303"/>
                  </a:lnTo>
                  <a:lnTo>
                    <a:pt x="28199" y="493299"/>
                  </a:lnTo>
                  <a:lnTo>
                    <a:pt x="12818" y="449481"/>
                  </a:lnTo>
                  <a:lnTo>
                    <a:pt x="3275" y="403270"/>
                  </a:lnTo>
                  <a:lnTo>
                    <a:pt x="0" y="355091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574029" y="2200783"/>
            <a:ext cx="518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0" dirty="0">
                <a:solidFill>
                  <a:srgbClr val="8560C5"/>
                </a:solidFill>
                <a:latin typeface="Segoe UI"/>
                <a:cs typeface="Segoe UI"/>
              </a:rPr>
              <a:t>1956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79209" y="1846299"/>
            <a:ext cx="4747895" cy="90424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800" dirty="0">
                <a:solidFill>
                  <a:srgbClr val="8560C5"/>
                </a:solidFill>
                <a:latin typeface="Segoe UI Semibold"/>
                <a:cs typeface="Segoe UI Semibold"/>
              </a:rPr>
              <a:t>Artificial</a:t>
            </a:r>
            <a:r>
              <a:rPr sz="1800" spc="-30" dirty="0">
                <a:solidFill>
                  <a:srgbClr val="8560C5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8560C5"/>
                </a:solidFill>
                <a:latin typeface="Segoe UI Semibold"/>
                <a:cs typeface="Segoe UI Semibold"/>
              </a:rPr>
              <a:t>Intelligence</a:t>
            </a:r>
            <a:endParaRPr sz="1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field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computer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science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that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seeks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create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intelligent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Segoe UI"/>
                <a:cs typeface="Segoe UI"/>
              </a:rPr>
              <a:t>machines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that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can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replicate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or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exceed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human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intelligence.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1996" y="2833154"/>
            <a:ext cx="1122045" cy="1077595"/>
            <a:chOff x="5301996" y="2833154"/>
            <a:chExt cx="1122045" cy="107759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1808" y="2833154"/>
              <a:ext cx="1084707" cy="107730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1996" y="2988538"/>
              <a:ext cx="1121854" cy="8353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474208" y="2985515"/>
              <a:ext cx="718185" cy="711835"/>
            </a:xfrm>
            <a:custGeom>
              <a:avLst/>
              <a:gdLst/>
              <a:ahLst/>
              <a:cxnLst/>
              <a:rect l="l" t="t" r="r" b="b"/>
              <a:pathLst>
                <a:path w="718185" h="711835">
                  <a:moveTo>
                    <a:pt x="358901" y="0"/>
                  </a:moveTo>
                  <a:lnTo>
                    <a:pt x="310194" y="3247"/>
                  </a:lnTo>
                  <a:lnTo>
                    <a:pt x="263480" y="12707"/>
                  </a:lnTo>
                  <a:lnTo>
                    <a:pt x="219188" y="27955"/>
                  </a:lnTo>
                  <a:lnTo>
                    <a:pt x="177743" y="48570"/>
                  </a:lnTo>
                  <a:lnTo>
                    <a:pt x="139574" y="74127"/>
                  </a:lnTo>
                  <a:lnTo>
                    <a:pt x="105108" y="104203"/>
                  </a:lnTo>
                  <a:lnTo>
                    <a:pt x="74772" y="138375"/>
                  </a:lnTo>
                  <a:lnTo>
                    <a:pt x="48993" y="176219"/>
                  </a:lnTo>
                  <a:lnTo>
                    <a:pt x="28199" y="217312"/>
                  </a:lnTo>
                  <a:lnTo>
                    <a:pt x="12818" y="261231"/>
                  </a:lnTo>
                  <a:lnTo>
                    <a:pt x="3275" y="307553"/>
                  </a:lnTo>
                  <a:lnTo>
                    <a:pt x="0" y="355854"/>
                  </a:lnTo>
                  <a:lnTo>
                    <a:pt x="3275" y="404154"/>
                  </a:lnTo>
                  <a:lnTo>
                    <a:pt x="12818" y="450476"/>
                  </a:lnTo>
                  <a:lnTo>
                    <a:pt x="28199" y="494395"/>
                  </a:lnTo>
                  <a:lnTo>
                    <a:pt x="48993" y="535488"/>
                  </a:lnTo>
                  <a:lnTo>
                    <a:pt x="74772" y="573332"/>
                  </a:lnTo>
                  <a:lnTo>
                    <a:pt x="105108" y="607504"/>
                  </a:lnTo>
                  <a:lnTo>
                    <a:pt x="139574" y="637580"/>
                  </a:lnTo>
                  <a:lnTo>
                    <a:pt x="177743" y="663137"/>
                  </a:lnTo>
                  <a:lnTo>
                    <a:pt x="219188" y="683752"/>
                  </a:lnTo>
                  <a:lnTo>
                    <a:pt x="263480" y="699000"/>
                  </a:lnTo>
                  <a:lnTo>
                    <a:pt x="310194" y="708460"/>
                  </a:lnTo>
                  <a:lnTo>
                    <a:pt x="358901" y="711708"/>
                  </a:lnTo>
                  <a:lnTo>
                    <a:pt x="407609" y="708460"/>
                  </a:lnTo>
                  <a:lnTo>
                    <a:pt x="454323" y="699000"/>
                  </a:lnTo>
                  <a:lnTo>
                    <a:pt x="498615" y="683752"/>
                  </a:lnTo>
                  <a:lnTo>
                    <a:pt x="540060" y="663137"/>
                  </a:lnTo>
                  <a:lnTo>
                    <a:pt x="578229" y="637580"/>
                  </a:lnTo>
                  <a:lnTo>
                    <a:pt x="612695" y="607504"/>
                  </a:lnTo>
                  <a:lnTo>
                    <a:pt x="643031" y="573332"/>
                  </a:lnTo>
                  <a:lnTo>
                    <a:pt x="668810" y="535488"/>
                  </a:lnTo>
                  <a:lnTo>
                    <a:pt x="689604" y="494395"/>
                  </a:lnTo>
                  <a:lnTo>
                    <a:pt x="704985" y="450476"/>
                  </a:lnTo>
                  <a:lnTo>
                    <a:pt x="714528" y="404154"/>
                  </a:lnTo>
                  <a:lnTo>
                    <a:pt x="717803" y="355854"/>
                  </a:lnTo>
                  <a:lnTo>
                    <a:pt x="714528" y="307553"/>
                  </a:lnTo>
                  <a:lnTo>
                    <a:pt x="704985" y="261231"/>
                  </a:lnTo>
                  <a:lnTo>
                    <a:pt x="689604" y="217312"/>
                  </a:lnTo>
                  <a:lnTo>
                    <a:pt x="668810" y="176219"/>
                  </a:lnTo>
                  <a:lnTo>
                    <a:pt x="643031" y="138375"/>
                  </a:lnTo>
                  <a:lnTo>
                    <a:pt x="612695" y="104203"/>
                  </a:lnTo>
                  <a:lnTo>
                    <a:pt x="578229" y="74127"/>
                  </a:lnTo>
                  <a:lnTo>
                    <a:pt x="540060" y="48570"/>
                  </a:lnTo>
                  <a:lnTo>
                    <a:pt x="498615" y="27955"/>
                  </a:lnTo>
                  <a:lnTo>
                    <a:pt x="454323" y="12707"/>
                  </a:lnTo>
                  <a:lnTo>
                    <a:pt x="407609" y="3247"/>
                  </a:lnTo>
                  <a:lnTo>
                    <a:pt x="3589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74208" y="2985515"/>
              <a:ext cx="718185" cy="711835"/>
            </a:xfrm>
            <a:custGeom>
              <a:avLst/>
              <a:gdLst/>
              <a:ahLst/>
              <a:cxnLst/>
              <a:rect l="l" t="t" r="r" b="b"/>
              <a:pathLst>
                <a:path w="718185" h="711835">
                  <a:moveTo>
                    <a:pt x="0" y="355854"/>
                  </a:moveTo>
                  <a:lnTo>
                    <a:pt x="3275" y="307553"/>
                  </a:lnTo>
                  <a:lnTo>
                    <a:pt x="12818" y="261231"/>
                  </a:lnTo>
                  <a:lnTo>
                    <a:pt x="28199" y="217312"/>
                  </a:lnTo>
                  <a:lnTo>
                    <a:pt x="48993" y="176219"/>
                  </a:lnTo>
                  <a:lnTo>
                    <a:pt x="74772" y="138375"/>
                  </a:lnTo>
                  <a:lnTo>
                    <a:pt x="105108" y="104203"/>
                  </a:lnTo>
                  <a:lnTo>
                    <a:pt x="139574" y="74127"/>
                  </a:lnTo>
                  <a:lnTo>
                    <a:pt x="177743" y="48570"/>
                  </a:lnTo>
                  <a:lnTo>
                    <a:pt x="219188" y="27955"/>
                  </a:lnTo>
                  <a:lnTo>
                    <a:pt x="263480" y="12707"/>
                  </a:lnTo>
                  <a:lnTo>
                    <a:pt x="310194" y="3247"/>
                  </a:lnTo>
                  <a:lnTo>
                    <a:pt x="358901" y="0"/>
                  </a:lnTo>
                  <a:lnTo>
                    <a:pt x="407609" y="3247"/>
                  </a:lnTo>
                  <a:lnTo>
                    <a:pt x="454323" y="12707"/>
                  </a:lnTo>
                  <a:lnTo>
                    <a:pt x="498615" y="27955"/>
                  </a:lnTo>
                  <a:lnTo>
                    <a:pt x="540060" y="48570"/>
                  </a:lnTo>
                  <a:lnTo>
                    <a:pt x="578229" y="74127"/>
                  </a:lnTo>
                  <a:lnTo>
                    <a:pt x="612695" y="104203"/>
                  </a:lnTo>
                  <a:lnTo>
                    <a:pt x="643031" y="138375"/>
                  </a:lnTo>
                  <a:lnTo>
                    <a:pt x="668810" y="176219"/>
                  </a:lnTo>
                  <a:lnTo>
                    <a:pt x="689604" y="217312"/>
                  </a:lnTo>
                  <a:lnTo>
                    <a:pt x="704985" y="261231"/>
                  </a:lnTo>
                  <a:lnTo>
                    <a:pt x="714528" y="307553"/>
                  </a:lnTo>
                  <a:lnTo>
                    <a:pt x="717803" y="355854"/>
                  </a:lnTo>
                  <a:lnTo>
                    <a:pt x="714528" y="404154"/>
                  </a:lnTo>
                  <a:lnTo>
                    <a:pt x="704985" y="450476"/>
                  </a:lnTo>
                  <a:lnTo>
                    <a:pt x="689604" y="494395"/>
                  </a:lnTo>
                  <a:lnTo>
                    <a:pt x="668810" y="535488"/>
                  </a:lnTo>
                  <a:lnTo>
                    <a:pt x="643031" y="573332"/>
                  </a:lnTo>
                  <a:lnTo>
                    <a:pt x="612695" y="607504"/>
                  </a:lnTo>
                  <a:lnTo>
                    <a:pt x="578229" y="637580"/>
                  </a:lnTo>
                  <a:lnTo>
                    <a:pt x="540060" y="663137"/>
                  </a:lnTo>
                  <a:lnTo>
                    <a:pt x="498615" y="683752"/>
                  </a:lnTo>
                  <a:lnTo>
                    <a:pt x="454323" y="699000"/>
                  </a:lnTo>
                  <a:lnTo>
                    <a:pt x="407609" y="708460"/>
                  </a:lnTo>
                  <a:lnTo>
                    <a:pt x="358901" y="711708"/>
                  </a:lnTo>
                  <a:lnTo>
                    <a:pt x="310194" y="708460"/>
                  </a:lnTo>
                  <a:lnTo>
                    <a:pt x="263480" y="699000"/>
                  </a:lnTo>
                  <a:lnTo>
                    <a:pt x="219188" y="683752"/>
                  </a:lnTo>
                  <a:lnTo>
                    <a:pt x="177743" y="663137"/>
                  </a:lnTo>
                  <a:lnTo>
                    <a:pt x="139574" y="637580"/>
                  </a:lnTo>
                  <a:lnTo>
                    <a:pt x="105108" y="607504"/>
                  </a:lnTo>
                  <a:lnTo>
                    <a:pt x="74772" y="573332"/>
                  </a:lnTo>
                  <a:lnTo>
                    <a:pt x="48993" y="535488"/>
                  </a:lnTo>
                  <a:lnTo>
                    <a:pt x="28199" y="494395"/>
                  </a:lnTo>
                  <a:lnTo>
                    <a:pt x="12818" y="450476"/>
                  </a:lnTo>
                  <a:lnTo>
                    <a:pt x="3275" y="404154"/>
                  </a:lnTo>
                  <a:lnTo>
                    <a:pt x="0" y="355854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574029" y="3185236"/>
            <a:ext cx="5105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solidFill>
                  <a:srgbClr val="8560C5"/>
                </a:solidFill>
                <a:latin typeface="Segoe UI"/>
                <a:cs typeface="Segoe UI"/>
              </a:rPr>
              <a:t>1997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79209" y="2830751"/>
            <a:ext cx="5233670" cy="90487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800" dirty="0">
                <a:solidFill>
                  <a:srgbClr val="8560C5"/>
                </a:solidFill>
                <a:latin typeface="Segoe UI Semibold"/>
                <a:cs typeface="Segoe UI Semibold"/>
              </a:rPr>
              <a:t>Machine</a:t>
            </a:r>
            <a:r>
              <a:rPr sz="1800" spc="-70" dirty="0">
                <a:solidFill>
                  <a:srgbClr val="8560C5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8560C5"/>
                </a:solidFill>
                <a:latin typeface="Segoe UI Semibold"/>
                <a:cs typeface="Segoe UI Semibold"/>
              </a:rPr>
              <a:t>Learning</a:t>
            </a:r>
            <a:endParaRPr sz="1800">
              <a:latin typeface="Segoe UI Semibold"/>
              <a:cs typeface="Segoe UI Semibold"/>
            </a:endParaRPr>
          </a:p>
          <a:p>
            <a:pPr marL="12700" marR="5080">
              <a:lnSpc>
                <a:spcPct val="100000"/>
              </a:lnSpc>
              <a:spcBef>
                <a:spcPts val="615"/>
              </a:spcBef>
            </a:pPr>
            <a:r>
              <a:rPr sz="1400" dirty="0">
                <a:latin typeface="Segoe UI"/>
                <a:cs typeface="Segoe UI"/>
              </a:rPr>
              <a:t>Subset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AI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that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enables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machines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learn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from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existing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data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and </a:t>
            </a:r>
            <a:r>
              <a:rPr sz="1400" dirty="0">
                <a:latin typeface="Segoe UI"/>
                <a:cs typeface="Segoe UI"/>
              </a:rPr>
              <a:t>improve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upon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that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data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make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decisions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or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predictions.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01996" y="3817658"/>
            <a:ext cx="1122045" cy="1077595"/>
            <a:chOff x="5301996" y="3817658"/>
            <a:chExt cx="1122045" cy="1077595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1808" y="3817658"/>
              <a:ext cx="1084707" cy="107730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1996" y="3973042"/>
              <a:ext cx="1121854" cy="83530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74208" y="3970019"/>
              <a:ext cx="718185" cy="711835"/>
            </a:xfrm>
            <a:custGeom>
              <a:avLst/>
              <a:gdLst/>
              <a:ahLst/>
              <a:cxnLst/>
              <a:rect l="l" t="t" r="r" b="b"/>
              <a:pathLst>
                <a:path w="718185" h="711835">
                  <a:moveTo>
                    <a:pt x="358901" y="0"/>
                  </a:moveTo>
                  <a:lnTo>
                    <a:pt x="310194" y="3247"/>
                  </a:lnTo>
                  <a:lnTo>
                    <a:pt x="263480" y="12707"/>
                  </a:lnTo>
                  <a:lnTo>
                    <a:pt x="219188" y="27955"/>
                  </a:lnTo>
                  <a:lnTo>
                    <a:pt x="177743" y="48570"/>
                  </a:lnTo>
                  <a:lnTo>
                    <a:pt x="139574" y="74127"/>
                  </a:lnTo>
                  <a:lnTo>
                    <a:pt x="105108" y="104203"/>
                  </a:lnTo>
                  <a:lnTo>
                    <a:pt x="74772" y="138375"/>
                  </a:lnTo>
                  <a:lnTo>
                    <a:pt x="48993" y="176219"/>
                  </a:lnTo>
                  <a:lnTo>
                    <a:pt x="28199" y="217312"/>
                  </a:lnTo>
                  <a:lnTo>
                    <a:pt x="12818" y="261231"/>
                  </a:lnTo>
                  <a:lnTo>
                    <a:pt x="3275" y="307553"/>
                  </a:lnTo>
                  <a:lnTo>
                    <a:pt x="0" y="355853"/>
                  </a:lnTo>
                  <a:lnTo>
                    <a:pt x="3275" y="404127"/>
                  </a:lnTo>
                  <a:lnTo>
                    <a:pt x="12818" y="450431"/>
                  </a:lnTo>
                  <a:lnTo>
                    <a:pt x="28199" y="494341"/>
                  </a:lnTo>
                  <a:lnTo>
                    <a:pt x="48993" y="535432"/>
                  </a:lnTo>
                  <a:lnTo>
                    <a:pt x="74772" y="573278"/>
                  </a:lnTo>
                  <a:lnTo>
                    <a:pt x="105108" y="607456"/>
                  </a:lnTo>
                  <a:lnTo>
                    <a:pt x="139574" y="637541"/>
                  </a:lnTo>
                  <a:lnTo>
                    <a:pt x="177743" y="663109"/>
                  </a:lnTo>
                  <a:lnTo>
                    <a:pt x="219188" y="683734"/>
                  </a:lnTo>
                  <a:lnTo>
                    <a:pt x="263480" y="698992"/>
                  </a:lnTo>
                  <a:lnTo>
                    <a:pt x="310194" y="708458"/>
                  </a:lnTo>
                  <a:lnTo>
                    <a:pt x="358901" y="711707"/>
                  </a:lnTo>
                  <a:lnTo>
                    <a:pt x="407609" y="708458"/>
                  </a:lnTo>
                  <a:lnTo>
                    <a:pt x="454323" y="698992"/>
                  </a:lnTo>
                  <a:lnTo>
                    <a:pt x="498615" y="683734"/>
                  </a:lnTo>
                  <a:lnTo>
                    <a:pt x="540060" y="663109"/>
                  </a:lnTo>
                  <a:lnTo>
                    <a:pt x="578229" y="637541"/>
                  </a:lnTo>
                  <a:lnTo>
                    <a:pt x="612695" y="607456"/>
                  </a:lnTo>
                  <a:lnTo>
                    <a:pt x="643031" y="573278"/>
                  </a:lnTo>
                  <a:lnTo>
                    <a:pt x="668810" y="535432"/>
                  </a:lnTo>
                  <a:lnTo>
                    <a:pt x="689604" y="494341"/>
                  </a:lnTo>
                  <a:lnTo>
                    <a:pt x="704985" y="450431"/>
                  </a:lnTo>
                  <a:lnTo>
                    <a:pt x="714528" y="404127"/>
                  </a:lnTo>
                  <a:lnTo>
                    <a:pt x="717803" y="355853"/>
                  </a:lnTo>
                  <a:lnTo>
                    <a:pt x="714528" y="307553"/>
                  </a:lnTo>
                  <a:lnTo>
                    <a:pt x="704985" y="261231"/>
                  </a:lnTo>
                  <a:lnTo>
                    <a:pt x="689604" y="217312"/>
                  </a:lnTo>
                  <a:lnTo>
                    <a:pt x="668810" y="176219"/>
                  </a:lnTo>
                  <a:lnTo>
                    <a:pt x="643031" y="138375"/>
                  </a:lnTo>
                  <a:lnTo>
                    <a:pt x="612695" y="104203"/>
                  </a:lnTo>
                  <a:lnTo>
                    <a:pt x="578229" y="74127"/>
                  </a:lnTo>
                  <a:lnTo>
                    <a:pt x="540060" y="48570"/>
                  </a:lnTo>
                  <a:lnTo>
                    <a:pt x="498615" y="27955"/>
                  </a:lnTo>
                  <a:lnTo>
                    <a:pt x="454323" y="12707"/>
                  </a:lnTo>
                  <a:lnTo>
                    <a:pt x="407609" y="3247"/>
                  </a:lnTo>
                  <a:lnTo>
                    <a:pt x="3589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74208" y="3970019"/>
              <a:ext cx="718185" cy="711835"/>
            </a:xfrm>
            <a:custGeom>
              <a:avLst/>
              <a:gdLst/>
              <a:ahLst/>
              <a:cxnLst/>
              <a:rect l="l" t="t" r="r" b="b"/>
              <a:pathLst>
                <a:path w="718185" h="711835">
                  <a:moveTo>
                    <a:pt x="0" y="355853"/>
                  </a:moveTo>
                  <a:lnTo>
                    <a:pt x="3275" y="307553"/>
                  </a:lnTo>
                  <a:lnTo>
                    <a:pt x="12818" y="261231"/>
                  </a:lnTo>
                  <a:lnTo>
                    <a:pt x="28199" y="217312"/>
                  </a:lnTo>
                  <a:lnTo>
                    <a:pt x="48993" y="176219"/>
                  </a:lnTo>
                  <a:lnTo>
                    <a:pt x="74772" y="138375"/>
                  </a:lnTo>
                  <a:lnTo>
                    <a:pt x="105108" y="104203"/>
                  </a:lnTo>
                  <a:lnTo>
                    <a:pt x="139574" y="74127"/>
                  </a:lnTo>
                  <a:lnTo>
                    <a:pt x="177743" y="48570"/>
                  </a:lnTo>
                  <a:lnTo>
                    <a:pt x="219188" y="27955"/>
                  </a:lnTo>
                  <a:lnTo>
                    <a:pt x="263480" y="12707"/>
                  </a:lnTo>
                  <a:lnTo>
                    <a:pt x="310194" y="3247"/>
                  </a:lnTo>
                  <a:lnTo>
                    <a:pt x="358901" y="0"/>
                  </a:lnTo>
                  <a:lnTo>
                    <a:pt x="407609" y="3247"/>
                  </a:lnTo>
                  <a:lnTo>
                    <a:pt x="454323" y="12707"/>
                  </a:lnTo>
                  <a:lnTo>
                    <a:pt x="498615" y="27955"/>
                  </a:lnTo>
                  <a:lnTo>
                    <a:pt x="540060" y="48570"/>
                  </a:lnTo>
                  <a:lnTo>
                    <a:pt x="578229" y="74127"/>
                  </a:lnTo>
                  <a:lnTo>
                    <a:pt x="612695" y="104203"/>
                  </a:lnTo>
                  <a:lnTo>
                    <a:pt x="643031" y="138375"/>
                  </a:lnTo>
                  <a:lnTo>
                    <a:pt x="668810" y="176219"/>
                  </a:lnTo>
                  <a:lnTo>
                    <a:pt x="689604" y="217312"/>
                  </a:lnTo>
                  <a:lnTo>
                    <a:pt x="704985" y="261231"/>
                  </a:lnTo>
                  <a:lnTo>
                    <a:pt x="714528" y="307553"/>
                  </a:lnTo>
                  <a:lnTo>
                    <a:pt x="717803" y="355853"/>
                  </a:lnTo>
                  <a:lnTo>
                    <a:pt x="714528" y="404127"/>
                  </a:lnTo>
                  <a:lnTo>
                    <a:pt x="704985" y="450431"/>
                  </a:lnTo>
                  <a:lnTo>
                    <a:pt x="689604" y="494341"/>
                  </a:lnTo>
                  <a:lnTo>
                    <a:pt x="668810" y="535432"/>
                  </a:lnTo>
                  <a:lnTo>
                    <a:pt x="643031" y="573278"/>
                  </a:lnTo>
                  <a:lnTo>
                    <a:pt x="612695" y="607456"/>
                  </a:lnTo>
                  <a:lnTo>
                    <a:pt x="578229" y="637541"/>
                  </a:lnTo>
                  <a:lnTo>
                    <a:pt x="540060" y="663109"/>
                  </a:lnTo>
                  <a:lnTo>
                    <a:pt x="498615" y="683734"/>
                  </a:lnTo>
                  <a:lnTo>
                    <a:pt x="454323" y="698992"/>
                  </a:lnTo>
                  <a:lnTo>
                    <a:pt x="407609" y="708458"/>
                  </a:lnTo>
                  <a:lnTo>
                    <a:pt x="358901" y="711707"/>
                  </a:lnTo>
                  <a:lnTo>
                    <a:pt x="310194" y="708458"/>
                  </a:lnTo>
                  <a:lnTo>
                    <a:pt x="263480" y="698992"/>
                  </a:lnTo>
                  <a:lnTo>
                    <a:pt x="219188" y="683734"/>
                  </a:lnTo>
                  <a:lnTo>
                    <a:pt x="177743" y="663109"/>
                  </a:lnTo>
                  <a:lnTo>
                    <a:pt x="139574" y="637541"/>
                  </a:lnTo>
                  <a:lnTo>
                    <a:pt x="105108" y="607456"/>
                  </a:lnTo>
                  <a:lnTo>
                    <a:pt x="74772" y="573278"/>
                  </a:lnTo>
                  <a:lnTo>
                    <a:pt x="48993" y="535432"/>
                  </a:lnTo>
                  <a:lnTo>
                    <a:pt x="28199" y="494341"/>
                  </a:lnTo>
                  <a:lnTo>
                    <a:pt x="12818" y="450431"/>
                  </a:lnTo>
                  <a:lnTo>
                    <a:pt x="3275" y="404127"/>
                  </a:lnTo>
                  <a:lnTo>
                    <a:pt x="0" y="355853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574029" y="4170679"/>
            <a:ext cx="509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solidFill>
                  <a:srgbClr val="8560C5"/>
                </a:solidFill>
                <a:latin typeface="Segoe UI"/>
                <a:cs typeface="Segoe UI"/>
              </a:rPr>
              <a:t>2012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79209" y="3815890"/>
            <a:ext cx="5066030" cy="90487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800" dirty="0">
                <a:solidFill>
                  <a:srgbClr val="8560C5"/>
                </a:solidFill>
                <a:latin typeface="Segoe UI Semibold"/>
                <a:cs typeface="Segoe UI Semibold"/>
              </a:rPr>
              <a:t>Deep</a:t>
            </a:r>
            <a:r>
              <a:rPr sz="1800" spc="-35" dirty="0">
                <a:solidFill>
                  <a:srgbClr val="8560C5"/>
                </a:solidFill>
                <a:latin typeface="Segoe UI Semibold"/>
                <a:cs typeface="Segoe UI Semibold"/>
              </a:rPr>
              <a:t> </a:t>
            </a:r>
            <a:r>
              <a:rPr sz="1800" spc="-10" dirty="0">
                <a:solidFill>
                  <a:srgbClr val="8560C5"/>
                </a:solidFill>
                <a:latin typeface="Segoe UI Semibold"/>
                <a:cs typeface="Segoe UI Semibold"/>
              </a:rPr>
              <a:t>Learning</a:t>
            </a:r>
            <a:endParaRPr sz="1800">
              <a:latin typeface="Segoe UI Semibold"/>
              <a:cs typeface="Segoe UI Semibold"/>
            </a:endParaRPr>
          </a:p>
          <a:p>
            <a:pPr marL="12700" marR="5080">
              <a:lnSpc>
                <a:spcPct val="100000"/>
              </a:lnSpc>
              <a:spcBef>
                <a:spcPts val="615"/>
              </a:spcBef>
            </a:pPr>
            <a:r>
              <a:rPr sz="1400" dirty="0">
                <a:latin typeface="Segoe UI"/>
                <a:cs typeface="Segoe UI"/>
              </a:rPr>
              <a:t>A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machine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learning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technique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which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layers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neural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networks </a:t>
            </a:r>
            <a:r>
              <a:rPr sz="1400" dirty="0">
                <a:latin typeface="Segoe UI"/>
                <a:cs typeface="Segoe UI"/>
              </a:rPr>
              <a:t>are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used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process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data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make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 Semibold"/>
                <a:cs typeface="Segoe UI Semibold"/>
              </a:rPr>
              <a:t>decisions.</a:t>
            </a:r>
            <a:endParaRPr sz="1400">
              <a:latin typeface="Segoe UI Semibold"/>
              <a:cs typeface="Segoe UI Semibold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301996" y="4802123"/>
            <a:ext cx="1122045" cy="1077595"/>
            <a:chOff x="5301996" y="4802123"/>
            <a:chExt cx="1122045" cy="1077595"/>
          </a:xfrm>
        </p:grpSpPr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1808" y="4802123"/>
              <a:ext cx="1084707" cy="107730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01996" y="4957571"/>
              <a:ext cx="1121854" cy="83530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474208" y="4954523"/>
              <a:ext cx="718185" cy="711835"/>
            </a:xfrm>
            <a:custGeom>
              <a:avLst/>
              <a:gdLst/>
              <a:ahLst/>
              <a:cxnLst/>
              <a:rect l="l" t="t" r="r" b="b"/>
              <a:pathLst>
                <a:path w="718185" h="711835">
                  <a:moveTo>
                    <a:pt x="358901" y="0"/>
                  </a:moveTo>
                  <a:lnTo>
                    <a:pt x="310194" y="3247"/>
                  </a:lnTo>
                  <a:lnTo>
                    <a:pt x="263480" y="12707"/>
                  </a:lnTo>
                  <a:lnTo>
                    <a:pt x="219188" y="27955"/>
                  </a:lnTo>
                  <a:lnTo>
                    <a:pt x="177743" y="48570"/>
                  </a:lnTo>
                  <a:lnTo>
                    <a:pt x="139574" y="74127"/>
                  </a:lnTo>
                  <a:lnTo>
                    <a:pt x="105108" y="104203"/>
                  </a:lnTo>
                  <a:lnTo>
                    <a:pt x="74772" y="138375"/>
                  </a:lnTo>
                  <a:lnTo>
                    <a:pt x="48993" y="176219"/>
                  </a:lnTo>
                  <a:lnTo>
                    <a:pt x="28199" y="217312"/>
                  </a:lnTo>
                  <a:lnTo>
                    <a:pt x="12818" y="261231"/>
                  </a:lnTo>
                  <a:lnTo>
                    <a:pt x="3275" y="307553"/>
                  </a:lnTo>
                  <a:lnTo>
                    <a:pt x="0" y="355853"/>
                  </a:lnTo>
                  <a:lnTo>
                    <a:pt x="3275" y="404127"/>
                  </a:lnTo>
                  <a:lnTo>
                    <a:pt x="12818" y="450431"/>
                  </a:lnTo>
                  <a:lnTo>
                    <a:pt x="28199" y="494341"/>
                  </a:lnTo>
                  <a:lnTo>
                    <a:pt x="48993" y="535432"/>
                  </a:lnTo>
                  <a:lnTo>
                    <a:pt x="74772" y="573278"/>
                  </a:lnTo>
                  <a:lnTo>
                    <a:pt x="105108" y="607456"/>
                  </a:lnTo>
                  <a:lnTo>
                    <a:pt x="139574" y="637541"/>
                  </a:lnTo>
                  <a:lnTo>
                    <a:pt x="177743" y="663109"/>
                  </a:lnTo>
                  <a:lnTo>
                    <a:pt x="219188" y="683734"/>
                  </a:lnTo>
                  <a:lnTo>
                    <a:pt x="263480" y="698992"/>
                  </a:lnTo>
                  <a:lnTo>
                    <a:pt x="310194" y="708458"/>
                  </a:lnTo>
                  <a:lnTo>
                    <a:pt x="358901" y="711707"/>
                  </a:lnTo>
                  <a:lnTo>
                    <a:pt x="407609" y="708458"/>
                  </a:lnTo>
                  <a:lnTo>
                    <a:pt x="454323" y="698992"/>
                  </a:lnTo>
                  <a:lnTo>
                    <a:pt x="498615" y="683734"/>
                  </a:lnTo>
                  <a:lnTo>
                    <a:pt x="540060" y="663109"/>
                  </a:lnTo>
                  <a:lnTo>
                    <a:pt x="578229" y="637541"/>
                  </a:lnTo>
                  <a:lnTo>
                    <a:pt x="612695" y="607456"/>
                  </a:lnTo>
                  <a:lnTo>
                    <a:pt x="643031" y="573278"/>
                  </a:lnTo>
                  <a:lnTo>
                    <a:pt x="668810" y="535431"/>
                  </a:lnTo>
                  <a:lnTo>
                    <a:pt x="689604" y="494341"/>
                  </a:lnTo>
                  <a:lnTo>
                    <a:pt x="704985" y="450431"/>
                  </a:lnTo>
                  <a:lnTo>
                    <a:pt x="714528" y="404127"/>
                  </a:lnTo>
                  <a:lnTo>
                    <a:pt x="717803" y="355853"/>
                  </a:lnTo>
                  <a:lnTo>
                    <a:pt x="714528" y="307553"/>
                  </a:lnTo>
                  <a:lnTo>
                    <a:pt x="704985" y="261231"/>
                  </a:lnTo>
                  <a:lnTo>
                    <a:pt x="689604" y="217312"/>
                  </a:lnTo>
                  <a:lnTo>
                    <a:pt x="668810" y="176219"/>
                  </a:lnTo>
                  <a:lnTo>
                    <a:pt x="643031" y="138375"/>
                  </a:lnTo>
                  <a:lnTo>
                    <a:pt x="612695" y="104203"/>
                  </a:lnTo>
                  <a:lnTo>
                    <a:pt x="578229" y="74127"/>
                  </a:lnTo>
                  <a:lnTo>
                    <a:pt x="540060" y="48570"/>
                  </a:lnTo>
                  <a:lnTo>
                    <a:pt x="498615" y="27955"/>
                  </a:lnTo>
                  <a:lnTo>
                    <a:pt x="454323" y="12707"/>
                  </a:lnTo>
                  <a:lnTo>
                    <a:pt x="407609" y="3247"/>
                  </a:lnTo>
                  <a:lnTo>
                    <a:pt x="3589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74208" y="4954523"/>
              <a:ext cx="718185" cy="711835"/>
            </a:xfrm>
            <a:custGeom>
              <a:avLst/>
              <a:gdLst/>
              <a:ahLst/>
              <a:cxnLst/>
              <a:rect l="l" t="t" r="r" b="b"/>
              <a:pathLst>
                <a:path w="718185" h="711835">
                  <a:moveTo>
                    <a:pt x="0" y="355853"/>
                  </a:moveTo>
                  <a:lnTo>
                    <a:pt x="3275" y="307553"/>
                  </a:lnTo>
                  <a:lnTo>
                    <a:pt x="12818" y="261231"/>
                  </a:lnTo>
                  <a:lnTo>
                    <a:pt x="28199" y="217312"/>
                  </a:lnTo>
                  <a:lnTo>
                    <a:pt x="48993" y="176219"/>
                  </a:lnTo>
                  <a:lnTo>
                    <a:pt x="74772" y="138375"/>
                  </a:lnTo>
                  <a:lnTo>
                    <a:pt x="105108" y="104203"/>
                  </a:lnTo>
                  <a:lnTo>
                    <a:pt x="139574" y="74127"/>
                  </a:lnTo>
                  <a:lnTo>
                    <a:pt x="177743" y="48570"/>
                  </a:lnTo>
                  <a:lnTo>
                    <a:pt x="219188" y="27955"/>
                  </a:lnTo>
                  <a:lnTo>
                    <a:pt x="263480" y="12707"/>
                  </a:lnTo>
                  <a:lnTo>
                    <a:pt x="310194" y="3247"/>
                  </a:lnTo>
                  <a:lnTo>
                    <a:pt x="358901" y="0"/>
                  </a:lnTo>
                  <a:lnTo>
                    <a:pt x="407609" y="3247"/>
                  </a:lnTo>
                  <a:lnTo>
                    <a:pt x="454323" y="12707"/>
                  </a:lnTo>
                  <a:lnTo>
                    <a:pt x="498615" y="27955"/>
                  </a:lnTo>
                  <a:lnTo>
                    <a:pt x="540060" y="48570"/>
                  </a:lnTo>
                  <a:lnTo>
                    <a:pt x="578229" y="74127"/>
                  </a:lnTo>
                  <a:lnTo>
                    <a:pt x="612695" y="104203"/>
                  </a:lnTo>
                  <a:lnTo>
                    <a:pt x="643031" y="138375"/>
                  </a:lnTo>
                  <a:lnTo>
                    <a:pt x="668810" y="176219"/>
                  </a:lnTo>
                  <a:lnTo>
                    <a:pt x="689604" y="217312"/>
                  </a:lnTo>
                  <a:lnTo>
                    <a:pt x="704985" y="261231"/>
                  </a:lnTo>
                  <a:lnTo>
                    <a:pt x="714528" y="307553"/>
                  </a:lnTo>
                  <a:lnTo>
                    <a:pt x="717803" y="355853"/>
                  </a:lnTo>
                  <a:lnTo>
                    <a:pt x="714528" y="404127"/>
                  </a:lnTo>
                  <a:lnTo>
                    <a:pt x="704985" y="450431"/>
                  </a:lnTo>
                  <a:lnTo>
                    <a:pt x="689604" y="494341"/>
                  </a:lnTo>
                  <a:lnTo>
                    <a:pt x="668810" y="535431"/>
                  </a:lnTo>
                  <a:lnTo>
                    <a:pt x="643031" y="573278"/>
                  </a:lnTo>
                  <a:lnTo>
                    <a:pt x="612695" y="607456"/>
                  </a:lnTo>
                  <a:lnTo>
                    <a:pt x="578229" y="637541"/>
                  </a:lnTo>
                  <a:lnTo>
                    <a:pt x="540060" y="663109"/>
                  </a:lnTo>
                  <a:lnTo>
                    <a:pt x="498615" y="683734"/>
                  </a:lnTo>
                  <a:lnTo>
                    <a:pt x="454323" y="698992"/>
                  </a:lnTo>
                  <a:lnTo>
                    <a:pt x="407609" y="708458"/>
                  </a:lnTo>
                  <a:lnTo>
                    <a:pt x="358901" y="711707"/>
                  </a:lnTo>
                  <a:lnTo>
                    <a:pt x="310194" y="708458"/>
                  </a:lnTo>
                  <a:lnTo>
                    <a:pt x="263480" y="698992"/>
                  </a:lnTo>
                  <a:lnTo>
                    <a:pt x="219188" y="683734"/>
                  </a:lnTo>
                  <a:lnTo>
                    <a:pt x="177743" y="663109"/>
                  </a:lnTo>
                  <a:lnTo>
                    <a:pt x="139574" y="637541"/>
                  </a:lnTo>
                  <a:lnTo>
                    <a:pt x="105108" y="607456"/>
                  </a:lnTo>
                  <a:lnTo>
                    <a:pt x="74772" y="573278"/>
                  </a:lnTo>
                  <a:lnTo>
                    <a:pt x="48993" y="535432"/>
                  </a:lnTo>
                  <a:lnTo>
                    <a:pt x="28199" y="494341"/>
                  </a:lnTo>
                  <a:lnTo>
                    <a:pt x="12818" y="450431"/>
                  </a:lnTo>
                  <a:lnTo>
                    <a:pt x="3275" y="404127"/>
                  </a:lnTo>
                  <a:lnTo>
                    <a:pt x="0" y="355853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574029" y="5155819"/>
            <a:ext cx="5054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solidFill>
                  <a:srgbClr val="8560C5"/>
                </a:solidFill>
                <a:latin typeface="Segoe UI"/>
                <a:cs typeface="Segoe UI"/>
              </a:rPr>
              <a:t>2021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79209" y="4801336"/>
            <a:ext cx="5165090" cy="90424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800" dirty="0">
                <a:solidFill>
                  <a:srgbClr val="8560C5"/>
                </a:solidFill>
                <a:latin typeface="Segoe UI Semibold"/>
                <a:cs typeface="Segoe UI Semibold"/>
              </a:rPr>
              <a:t>Generative</a:t>
            </a:r>
            <a:r>
              <a:rPr sz="1800" spc="-105" dirty="0">
                <a:solidFill>
                  <a:srgbClr val="8560C5"/>
                </a:solidFill>
                <a:latin typeface="Segoe UI Semibold"/>
                <a:cs typeface="Segoe UI Semibold"/>
              </a:rPr>
              <a:t> </a:t>
            </a:r>
            <a:r>
              <a:rPr sz="1800" spc="-25" dirty="0">
                <a:solidFill>
                  <a:srgbClr val="8560C5"/>
                </a:solidFill>
                <a:latin typeface="Segoe UI Semibold"/>
                <a:cs typeface="Segoe UI Semibold"/>
              </a:rPr>
              <a:t>AI</a:t>
            </a:r>
            <a:endParaRPr sz="18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400" dirty="0">
                <a:latin typeface="Segoe UI"/>
                <a:cs typeface="Segoe UI"/>
              </a:rPr>
              <a:t>Create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new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written,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visual,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auditory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content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given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prompts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or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Segoe UI"/>
                <a:cs typeface="Segoe UI"/>
              </a:rPr>
              <a:t>existing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data.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196339"/>
            <a:ext cx="12192000" cy="3586479"/>
            <a:chOff x="0" y="1196339"/>
            <a:chExt cx="12192000" cy="3586479"/>
          </a:xfrm>
        </p:grpSpPr>
        <p:sp>
          <p:nvSpPr>
            <p:cNvPr id="3" name="object 3"/>
            <p:cNvSpPr/>
            <p:nvPr/>
          </p:nvSpPr>
          <p:spPr>
            <a:xfrm>
              <a:off x="0" y="3744467"/>
              <a:ext cx="12192000" cy="1038225"/>
            </a:xfrm>
            <a:custGeom>
              <a:avLst/>
              <a:gdLst/>
              <a:ahLst/>
              <a:cxnLst/>
              <a:rect l="l" t="t" r="r" b="b"/>
              <a:pathLst>
                <a:path w="12192000" h="1038225">
                  <a:moveTo>
                    <a:pt x="12192000" y="0"/>
                  </a:moveTo>
                  <a:lnTo>
                    <a:pt x="0" y="0"/>
                  </a:lnTo>
                  <a:lnTo>
                    <a:pt x="0" y="1037843"/>
                  </a:lnTo>
                  <a:lnTo>
                    <a:pt x="12192000" y="103784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85557" y="1196339"/>
              <a:ext cx="11021060" cy="2863850"/>
            </a:xfrm>
            <a:custGeom>
              <a:avLst/>
              <a:gdLst/>
              <a:ahLst/>
              <a:cxnLst/>
              <a:rect l="l" t="t" r="r" b="b"/>
              <a:pathLst>
                <a:path w="11021060" h="2863850">
                  <a:moveTo>
                    <a:pt x="9728366" y="0"/>
                  </a:moveTo>
                  <a:lnTo>
                    <a:pt x="1292518" y="0"/>
                  </a:lnTo>
                  <a:lnTo>
                    <a:pt x="1257672" y="5068"/>
                  </a:lnTo>
                  <a:lnTo>
                    <a:pt x="1200363" y="42112"/>
                  </a:lnTo>
                  <a:lnTo>
                    <a:pt x="10351" y="2692654"/>
                  </a:lnTo>
                  <a:lnTo>
                    <a:pt x="0" y="2733185"/>
                  </a:lnTo>
                  <a:lnTo>
                    <a:pt x="3590" y="2772645"/>
                  </a:lnTo>
                  <a:lnTo>
                    <a:pt x="19313" y="2808224"/>
                  </a:lnTo>
                  <a:lnTo>
                    <a:pt x="45357" y="2837114"/>
                  </a:lnTo>
                  <a:lnTo>
                    <a:pt x="79913" y="2856507"/>
                  </a:lnTo>
                  <a:lnTo>
                    <a:pt x="121171" y="2863596"/>
                  </a:lnTo>
                  <a:lnTo>
                    <a:pt x="10899687" y="2863596"/>
                  </a:lnTo>
                  <a:lnTo>
                    <a:pt x="10940946" y="2856507"/>
                  </a:lnTo>
                  <a:lnTo>
                    <a:pt x="10975506" y="2837114"/>
                  </a:lnTo>
                  <a:lnTo>
                    <a:pt x="11001557" y="2808224"/>
                  </a:lnTo>
                  <a:lnTo>
                    <a:pt x="11017289" y="2772645"/>
                  </a:lnTo>
                  <a:lnTo>
                    <a:pt x="11020892" y="2733185"/>
                  </a:lnTo>
                  <a:lnTo>
                    <a:pt x="11010558" y="2692654"/>
                  </a:lnTo>
                  <a:lnTo>
                    <a:pt x="9839364" y="71755"/>
                  </a:lnTo>
                  <a:lnTo>
                    <a:pt x="9794533" y="19494"/>
                  </a:lnTo>
                  <a:lnTo>
                    <a:pt x="9728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8320" y="1280159"/>
              <a:ext cx="10792460" cy="2697480"/>
            </a:xfrm>
            <a:custGeom>
              <a:avLst/>
              <a:gdLst/>
              <a:ahLst/>
              <a:cxnLst/>
              <a:rect l="l" t="t" r="r" b="b"/>
              <a:pathLst>
                <a:path w="10792460" h="2697479">
                  <a:moveTo>
                    <a:pt x="9561881" y="0"/>
                  </a:moveTo>
                  <a:lnTo>
                    <a:pt x="1230427" y="0"/>
                  </a:lnTo>
                  <a:lnTo>
                    <a:pt x="1200846" y="4329"/>
                  </a:lnTo>
                  <a:lnTo>
                    <a:pt x="1152257" y="35897"/>
                  </a:lnTo>
                  <a:lnTo>
                    <a:pt x="6351" y="2590038"/>
                  </a:lnTo>
                  <a:lnTo>
                    <a:pt x="0" y="2628096"/>
                  </a:lnTo>
                  <a:lnTo>
                    <a:pt x="12053" y="2662666"/>
                  </a:lnTo>
                  <a:lnTo>
                    <a:pt x="38680" y="2687782"/>
                  </a:lnTo>
                  <a:lnTo>
                    <a:pt x="76048" y="2697479"/>
                  </a:lnTo>
                  <a:lnTo>
                    <a:pt x="10716311" y="2697479"/>
                  </a:lnTo>
                  <a:lnTo>
                    <a:pt x="10753653" y="2687782"/>
                  </a:lnTo>
                  <a:lnTo>
                    <a:pt x="10780256" y="2662666"/>
                  </a:lnTo>
                  <a:lnTo>
                    <a:pt x="10792285" y="2628096"/>
                  </a:lnTo>
                  <a:lnTo>
                    <a:pt x="10785907" y="2590038"/>
                  </a:lnTo>
                  <a:lnTo>
                    <a:pt x="9655988" y="61087"/>
                  </a:lnTo>
                  <a:lnTo>
                    <a:pt x="9618031" y="16637"/>
                  </a:lnTo>
                  <a:lnTo>
                    <a:pt x="956188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6761" y="1527809"/>
              <a:ext cx="0" cy="2308225"/>
            </a:xfrm>
            <a:custGeom>
              <a:avLst/>
              <a:gdLst/>
              <a:ahLst/>
              <a:cxnLst/>
              <a:rect l="l" t="t" r="r" b="b"/>
              <a:pathLst>
                <a:path h="2308225">
                  <a:moveTo>
                    <a:pt x="0" y="0"/>
                  </a:moveTo>
                  <a:lnTo>
                    <a:pt x="0" y="2307971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40908" y="2790443"/>
              <a:ext cx="710565" cy="706120"/>
            </a:xfrm>
            <a:custGeom>
              <a:avLst/>
              <a:gdLst/>
              <a:ahLst/>
              <a:cxnLst/>
              <a:rect l="l" t="t" r="r" b="b"/>
              <a:pathLst>
                <a:path w="710564" h="706120">
                  <a:moveTo>
                    <a:pt x="355091" y="0"/>
                  </a:moveTo>
                  <a:lnTo>
                    <a:pt x="306913" y="3221"/>
                  </a:lnTo>
                  <a:lnTo>
                    <a:pt x="260702" y="12604"/>
                  </a:lnTo>
                  <a:lnTo>
                    <a:pt x="216884" y="27729"/>
                  </a:lnTo>
                  <a:lnTo>
                    <a:pt x="175880" y="48175"/>
                  </a:lnTo>
                  <a:lnTo>
                    <a:pt x="138116" y="73521"/>
                  </a:lnTo>
                  <a:lnTo>
                    <a:pt x="104013" y="103346"/>
                  </a:lnTo>
                  <a:lnTo>
                    <a:pt x="73995" y="137230"/>
                  </a:lnTo>
                  <a:lnTo>
                    <a:pt x="48485" y="174751"/>
                  </a:lnTo>
                  <a:lnTo>
                    <a:pt x="27908" y="215491"/>
                  </a:lnTo>
                  <a:lnTo>
                    <a:pt x="12685" y="259027"/>
                  </a:lnTo>
                  <a:lnTo>
                    <a:pt x="3242" y="304938"/>
                  </a:lnTo>
                  <a:lnTo>
                    <a:pt x="0" y="352805"/>
                  </a:lnTo>
                  <a:lnTo>
                    <a:pt x="3242" y="400673"/>
                  </a:lnTo>
                  <a:lnTo>
                    <a:pt x="12685" y="446584"/>
                  </a:lnTo>
                  <a:lnTo>
                    <a:pt x="27908" y="490120"/>
                  </a:lnTo>
                  <a:lnTo>
                    <a:pt x="48485" y="530859"/>
                  </a:lnTo>
                  <a:lnTo>
                    <a:pt x="73995" y="568381"/>
                  </a:lnTo>
                  <a:lnTo>
                    <a:pt x="104012" y="602265"/>
                  </a:lnTo>
                  <a:lnTo>
                    <a:pt x="138116" y="632090"/>
                  </a:lnTo>
                  <a:lnTo>
                    <a:pt x="175880" y="657436"/>
                  </a:lnTo>
                  <a:lnTo>
                    <a:pt x="216884" y="677882"/>
                  </a:lnTo>
                  <a:lnTo>
                    <a:pt x="260702" y="693007"/>
                  </a:lnTo>
                  <a:lnTo>
                    <a:pt x="306913" y="702390"/>
                  </a:lnTo>
                  <a:lnTo>
                    <a:pt x="355091" y="705611"/>
                  </a:lnTo>
                  <a:lnTo>
                    <a:pt x="403270" y="702390"/>
                  </a:lnTo>
                  <a:lnTo>
                    <a:pt x="449481" y="693007"/>
                  </a:lnTo>
                  <a:lnTo>
                    <a:pt x="493299" y="677882"/>
                  </a:lnTo>
                  <a:lnTo>
                    <a:pt x="534303" y="657436"/>
                  </a:lnTo>
                  <a:lnTo>
                    <a:pt x="572067" y="632090"/>
                  </a:lnTo>
                  <a:lnTo>
                    <a:pt x="606170" y="602265"/>
                  </a:lnTo>
                  <a:lnTo>
                    <a:pt x="636188" y="568381"/>
                  </a:lnTo>
                  <a:lnTo>
                    <a:pt x="661698" y="530859"/>
                  </a:lnTo>
                  <a:lnTo>
                    <a:pt x="682275" y="490120"/>
                  </a:lnTo>
                  <a:lnTo>
                    <a:pt x="697498" y="446584"/>
                  </a:lnTo>
                  <a:lnTo>
                    <a:pt x="706941" y="400673"/>
                  </a:lnTo>
                  <a:lnTo>
                    <a:pt x="710183" y="352805"/>
                  </a:lnTo>
                  <a:lnTo>
                    <a:pt x="706941" y="304938"/>
                  </a:lnTo>
                  <a:lnTo>
                    <a:pt x="697498" y="259027"/>
                  </a:lnTo>
                  <a:lnTo>
                    <a:pt x="682275" y="215491"/>
                  </a:lnTo>
                  <a:lnTo>
                    <a:pt x="661698" y="174751"/>
                  </a:lnTo>
                  <a:lnTo>
                    <a:pt x="636188" y="137230"/>
                  </a:lnTo>
                  <a:lnTo>
                    <a:pt x="606170" y="103346"/>
                  </a:lnTo>
                  <a:lnTo>
                    <a:pt x="572067" y="73521"/>
                  </a:lnTo>
                  <a:lnTo>
                    <a:pt x="534303" y="48175"/>
                  </a:lnTo>
                  <a:lnTo>
                    <a:pt x="493299" y="27729"/>
                  </a:lnTo>
                  <a:lnTo>
                    <a:pt x="449481" y="12604"/>
                  </a:lnTo>
                  <a:lnTo>
                    <a:pt x="403270" y="3221"/>
                  </a:lnTo>
                  <a:lnTo>
                    <a:pt x="3550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5435" y="1693163"/>
              <a:ext cx="2706624" cy="69189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1878" rIns="0" bIns="0" rtlCol="0">
            <a:spAutoFit/>
          </a:bodyPr>
          <a:lstStyle/>
          <a:p>
            <a:pPr marL="427355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solidFill>
                  <a:srgbClr val="000000"/>
                </a:solidFill>
                <a:latin typeface="Segoe UI"/>
                <a:cs typeface="Segoe UI"/>
              </a:rPr>
              <a:t>Microsoft</a:t>
            </a:r>
            <a:r>
              <a:rPr b="1" spc="-12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110" dirty="0">
                <a:solidFill>
                  <a:srgbClr val="000000"/>
                </a:solidFill>
                <a:latin typeface="Segoe UI"/>
                <a:cs typeface="Segoe UI"/>
              </a:rPr>
              <a:t>and</a:t>
            </a:r>
            <a:r>
              <a:rPr b="1" spc="-15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90" dirty="0">
                <a:solidFill>
                  <a:srgbClr val="000000"/>
                </a:solidFill>
                <a:latin typeface="Segoe UI"/>
                <a:cs typeface="Segoe UI"/>
              </a:rPr>
              <a:t>OpenAI</a:t>
            </a:r>
            <a:r>
              <a:rPr b="1" spc="-1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20" dirty="0">
                <a:solidFill>
                  <a:srgbClr val="000000"/>
                </a:solidFill>
                <a:latin typeface="Segoe UI"/>
                <a:cs typeface="Segoe UI"/>
              </a:rPr>
              <a:t>partnership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70277" y="2568320"/>
            <a:ext cx="3457575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-2540" algn="ctr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Segoe UI"/>
                <a:cs typeface="Segoe UI"/>
              </a:rPr>
              <a:t>Ensure</a:t>
            </a:r>
            <a:r>
              <a:rPr sz="2600" spc="-40" dirty="0">
                <a:latin typeface="Segoe UI"/>
                <a:cs typeface="Segoe UI"/>
              </a:rPr>
              <a:t> </a:t>
            </a:r>
            <a:r>
              <a:rPr sz="2600" dirty="0">
                <a:latin typeface="Segoe UI"/>
                <a:cs typeface="Segoe UI"/>
              </a:rPr>
              <a:t>that</a:t>
            </a:r>
            <a:r>
              <a:rPr sz="2600" spc="-50" dirty="0">
                <a:latin typeface="Segoe UI"/>
                <a:cs typeface="Segoe UI"/>
              </a:rPr>
              <a:t> </a:t>
            </a:r>
            <a:r>
              <a:rPr sz="2600" spc="-10" dirty="0">
                <a:latin typeface="Segoe UI"/>
                <a:cs typeface="Segoe UI"/>
              </a:rPr>
              <a:t>artificial </a:t>
            </a:r>
            <a:r>
              <a:rPr sz="2600" dirty="0">
                <a:latin typeface="Segoe UI"/>
                <a:cs typeface="Segoe UI"/>
              </a:rPr>
              <a:t>general</a:t>
            </a:r>
            <a:r>
              <a:rPr sz="2600" spc="-20" dirty="0">
                <a:latin typeface="Segoe UI"/>
                <a:cs typeface="Segoe UI"/>
              </a:rPr>
              <a:t> </a:t>
            </a:r>
            <a:r>
              <a:rPr sz="2600" spc="-10" dirty="0">
                <a:latin typeface="Segoe UI"/>
                <a:cs typeface="Segoe UI"/>
              </a:rPr>
              <a:t>intelligence </a:t>
            </a:r>
            <a:r>
              <a:rPr sz="2600" dirty="0">
                <a:latin typeface="Segoe UI"/>
                <a:cs typeface="Segoe UI"/>
              </a:rPr>
              <a:t>(AGI)</a:t>
            </a:r>
            <a:r>
              <a:rPr sz="2600" spc="-30" dirty="0">
                <a:latin typeface="Segoe UI"/>
                <a:cs typeface="Segoe UI"/>
              </a:rPr>
              <a:t> </a:t>
            </a:r>
            <a:r>
              <a:rPr sz="2600" dirty="0">
                <a:latin typeface="Segoe UI"/>
                <a:cs typeface="Segoe UI"/>
              </a:rPr>
              <a:t>benefits</a:t>
            </a:r>
            <a:r>
              <a:rPr sz="2600" spc="-70" dirty="0">
                <a:latin typeface="Segoe UI"/>
                <a:cs typeface="Segoe UI"/>
              </a:rPr>
              <a:t> </a:t>
            </a:r>
            <a:r>
              <a:rPr sz="2600" spc="-10" dirty="0">
                <a:latin typeface="Segoe UI"/>
                <a:cs typeface="Segoe UI"/>
              </a:rPr>
              <a:t>humanity</a:t>
            </a:r>
            <a:endParaRPr sz="2600">
              <a:latin typeface="Segoe UI"/>
              <a:cs typeface="Segoe U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55001" y="1732788"/>
            <a:ext cx="3943350" cy="1594485"/>
            <a:chOff x="5855001" y="1732788"/>
            <a:chExt cx="3943350" cy="1594485"/>
          </a:xfrm>
        </p:grpSpPr>
        <p:sp>
          <p:nvSpPr>
            <p:cNvPr id="12" name="object 12"/>
            <p:cNvSpPr/>
            <p:nvPr/>
          </p:nvSpPr>
          <p:spPr>
            <a:xfrm>
              <a:off x="5855001" y="2979253"/>
              <a:ext cx="483870" cy="347980"/>
            </a:xfrm>
            <a:custGeom>
              <a:avLst/>
              <a:gdLst/>
              <a:ahLst/>
              <a:cxnLst/>
              <a:rect l="l" t="t" r="r" b="b"/>
              <a:pathLst>
                <a:path w="483870" h="347979">
                  <a:moveTo>
                    <a:pt x="374235" y="0"/>
                  </a:moveTo>
                  <a:lnTo>
                    <a:pt x="331430" y="5551"/>
                  </a:lnTo>
                  <a:lnTo>
                    <a:pt x="290557" y="25160"/>
                  </a:lnTo>
                  <a:lnTo>
                    <a:pt x="255680" y="60049"/>
                  </a:lnTo>
                  <a:lnTo>
                    <a:pt x="241760" y="83605"/>
                  </a:lnTo>
                  <a:lnTo>
                    <a:pt x="227825" y="60049"/>
                  </a:lnTo>
                  <a:lnTo>
                    <a:pt x="192925" y="25160"/>
                  </a:lnTo>
                  <a:lnTo>
                    <a:pt x="152039" y="5551"/>
                  </a:lnTo>
                  <a:lnTo>
                    <a:pt x="109229" y="0"/>
                  </a:lnTo>
                  <a:lnTo>
                    <a:pt x="88372" y="2113"/>
                  </a:lnTo>
                  <a:lnTo>
                    <a:pt x="50293" y="15356"/>
                  </a:lnTo>
                  <a:lnTo>
                    <a:pt x="20446" y="39599"/>
                  </a:lnTo>
                  <a:lnTo>
                    <a:pt x="2895" y="73622"/>
                  </a:lnTo>
                  <a:lnTo>
                    <a:pt x="0" y="93919"/>
                  </a:lnTo>
                  <a:lnTo>
                    <a:pt x="1701" y="116202"/>
                  </a:lnTo>
                  <a:lnTo>
                    <a:pt x="20928" y="166115"/>
                  </a:lnTo>
                  <a:lnTo>
                    <a:pt x="64639" y="222141"/>
                  </a:lnTo>
                  <a:lnTo>
                    <a:pt x="96945" y="252063"/>
                  </a:lnTo>
                  <a:lnTo>
                    <a:pt x="136895" y="283056"/>
                  </a:lnTo>
                  <a:lnTo>
                    <a:pt x="184997" y="314965"/>
                  </a:lnTo>
                  <a:lnTo>
                    <a:pt x="241760" y="347638"/>
                  </a:lnTo>
                  <a:lnTo>
                    <a:pt x="298521" y="314965"/>
                  </a:lnTo>
                  <a:lnTo>
                    <a:pt x="346622" y="283056"/>
                  </a:lnTo>
                  <a:lnTo>
                    <a:pt x="386569" y="252063"/>
                  </a:lnTo>
                  <a:lnTo>
                    <a:pt x="418872" y="222141"/>
                  </a:lnTo>
                  <a:lnTo>
                    <a:pt x="444037" y="193440"/>
                  </a:lnTo>
                  <a:lnTo>
                    <a:pt x="474988" y="140318"/>
                  </a:lnTo>
                  <a:lnTo>
                    <a:pt x="483486" y="93919"/>
                  </a:lnTo>
                  <a:lnTo>
                    <a:pt x="480586" y="73622"/>
                  </a:lnTo>
                  <a:lnTo>
                    <a:pt x="463025" y="39599"/>
                  </a:lnTo>
                  <a:lnTo>
                    <a:pt x="433172" y="15356"/>
                  </a:lnTo>
                  <a:lnTo>
                    <a:pt x="395091" y="2113"/>
                  </a:lnTo>
                  <a:lnTo>
                    <a:pt x="374235" y="0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88708" y="1732788"/>
              <a:ext cx="2609088" cy="61264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733413" y="2568320"/>
            <a:ext cx="3521075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78740" algn="just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Segoe UI"/>
                <a:cs typeface="Segoe UI"/>
              </a:rPr>
              <a:t>Empower</a:t>
            </a:r>
            <a:r>
              <a:rPr sz="2600" spc="-30" dirty="0">
                <a:latin typeface="Segoe UI"/>
                <a:cs typeface="Segoe UI"/>
              </a:rPr>
              <a:t> </a:t>
            </a:r>
            <a:r>
              <a:rPr sz="2600" dirty="0">
                <a:latin typeface="Segoe UI"/>
                <a:cs typeface="Segoe UI"/>
              </a:rPr>
              <a:t>every</a:t>
            </a:r>
            <a:r>
              <a:rPr sz="2600" spc="10" dirty="0">
                <a:latin typeface="Segoe UI"/>
                <a:cs typeface="Segoe UI"/>
              </a:rPr>
              <a:t> </a:t>
            </a:r>
            <a:r>
              <a:rPr sz="2600" spc="-10" dirty="0">
                <a:latin typeface="Segoe UI"/>
                <a:cs typeface="Segoe UI"/>
              </a:rPr>
              <a:t>person </a:t>
            </a:r>
            <a:r>
              <a:rPr sz="2600" dirty="0">
                <a:latin typeface="Segoe UI"/>
                <a:cs typeface="Segoe UI"/>
              </a:rPr>
              <a:t>and</a:t>
            </a:r>
            <a:r>
              <a:rPr sz="2600" spc="-50" dirty="0">
                <a:latin typeface="Segoe UI"/>
                <a:cs typeface="Segoe UI"/>
              </a:rPr>
              <a:t> </a:t>
            </a:r>
            <a:r>
              <a:rPr sz="2600" dirty="0">
                <a:latin typeface="Segoe UI"/>
                <a:cs typeface="Segoe UI"/>
              </a:rPr>
              <a:t>organization</a:t>
            </a:r>
            <a:r>
              <a:rPr sz="2600" spc="-95" dirty="0">
                <a:latin typeface="Segoe UI"/>
                <a:cs typeface="Segoe UI"/>
              </a:rPr>
              <a:t> </a:t>
            </a:r>
            <a:r>
              <a:rPr sz="2600" dirty="0">
                <a:latin typeface="Segoe UI"/>
                <a:cs typeface="Segoe UI"/>
              </a:rPr>
              <a:t>on</a:t>
            </a:r>
            <a:r>
              <a:rPr sz="2600" spc="-45" dirty="0">
                <a:latin typeface="Segoe UI"/>
                <a:cs typeface="Segoe UI"/>
              </a:rPr>
              <a:t> </a:t>
            </a:r>
            <a:r>
              <a:rPr sz="2600" spc="-25" dirty="0">
                <a:latin typeface="Segoe UI"/>
                <a:cs typeface="Segoe UI"/>
              </a:rPr>
              <a:t>the </a:t>
            </a:r>
            <a:r>
              <a:rPr sz="2600" dirty="0">
                <a:latin typeface="Segoe UI"/>
                <a:cs typeface="Segoe UI"/>
              </a:rPr>
              <a:t>planet</a:t>
            </a:r>
            <a:r>
              <a:rPr sz="2600" spc="-50" dirty="0">
                <a:latin typeface="Segoe UI"/>
                <a:cs typeface="Segoe UI"/>
              </a:rPr>
              <a:t> </a:t>
            </a:r>
            <a:r>
              <a:rPr sz="2600" dirty="0">
                <a:latin typeface="Segoe UI"/>
                <a:cs typeface="Segoe UI"/>
              </a:rPr>
              <a:t>to</a:t>
            </a:r>
            <a:r>
              <a:rPr sz="2600" spc="-35" dirty="0">
                <a:latin typeface="Segoe UI"/>
                <a:cs typeface="Segoe UI"/>
              </a:rPr>
              <a:t> </a:t>
            </a:r>
            <a:r>
              <a:rPr sz="2600" dirty="0">
                <a:latin typeface="Segoe UI"/>
                <a:cs typeface="Segoe UI"/>
              </a:rPr>
              <a:t>achieve</a:t>
            </a:r>
            <a:r>
              <a:rPr sz="2600" spc="-25" dirty="0">
                <a:latin typeface="Segoe UI"/>
                <a:cs typeface="Segoe UI"/>
              </a:rPr>
              <a:t> </a:t>
            </a:r>
            <a:r>
              <a:rPr sz="2600" spc="-20" dirty="0">
                <a:latin typeface="Segoe UI"/>
                <a:cs typeface="Segoe UI"/>
              </a:rPr>
              <a:t>more</a:t>
            </a:r>
            <a:endParaRPr sz="26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85765" y="4159891"/>
            <a:ext cx="71050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FFFFFF"/>
                </a:solidFill>
                <a:latin typeface="Segoe UI Semibold"/>
                <a:cs typeface="Segoe UI Semibold"/>
              </a:rPr>
              <a:t>Azure</a:t>
            </a:r>
            <a:r>
              <a:rPr sz="2600" spc="-4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Semibold"/>
                <a:cs typeface="Segoe UI Semibold"/>
              </a:rPr>
              <a:t>OpenAI</a:t>
            </a:r>
            <a:r>
              <a:rPr sz="2600" spc="-6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Semibold"/>
                <a:cs typeface="Segoe UI Semibold"/>
              </a:rPr>
              <a:t>Service</a:t>
            </a:r>
            <a:endParaRPr sz="2600" dirty="0">
              <a:latin typeface="Segoe UI Semibold"/>
              <a:cs typeface="Segoe UI Semibold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62227" y="4995671"/>
            <a:ext cx="1879600" cy="748665"/>
          </a:xfrm>
          <a:custGeom>
            <a:avLst/>
            <a:gdLst/>
            <a:ahLst/>
            <a:cxnLst/>
            <a:rect l="l" t="t" r="r" b="b"/>
            <a:pathLst>
              <a:path w="1879600" h="748664">
                <a:moveTo>
                  <a:pt x="1823085" y="0"/>
                </a:moveTo>
                <a:lnTo>
                  <a:pt x="56006" y="0"/>
                </a:lnTo>
                <a:lnTo>
                  <a:pt x="34204" y="4393"/>
                </a:lnTo>
                <a:lnTo>
                  <a:pt x="16402" y="16382"/>
                </a:lnTo>
                <a:lnTo>
                  <a:pt x="4400" y="34182"/>
                </a:lnTo>
                <a:lnTo>
                  <a:pt x="0" y="56006"/>
                </a:lnTo>
                <a:lnTo>
                  <a:pt x="0" y="692276"/>
                </a:lnTo>
                <a:lnTo>
                  <a:pt x="4400" y="714074"/>
                </a:lnTo>
                <a:lnTo>
                  <a:pt x="16402" y="731877"/>
                </a:lnTo>
                <a:lnTo>
                  <a:pt x="34204" y="743881"/>
                </a:lnTo>
                <a:lnTo>
                  <a:pt x="56006" y="748283"/>
                </a:lnTo>
                <a:lnTo>
                  <a:pt x="1823085" y="748283"/>
                </a:lnTo>
                <a:lnTo>
                  <a:pt x="1844909" y="743881"/>
                </a:lnTo>
                <a:lnTo>
                  <a:pt x="1862709" y="731877"/>
                </a:lnTo>
                <a:lnTo>
                  <a:pt x="1874698" y="714074"/>
                </a:lnTo>
                <a:lnTo>
                  <a:pt x="1879091" y="692276"/>
                </a:lnTo>
                <a:lnTo>
                  <a:pt x="1879091" y="56006"/>
                </a:lnTo>
                <a:lnTo>
                  <a:pt x="1874698" y="34182"/>
                </a:lnTo>
                <a:lnTo>
                  <a:pt x="1862709" y="16382"/>
                </a:lnTo>
                <a:lnTo>
                  <a:pt x="1844909" y="4393"/>
                </a:lnTo>
                <a:lnTo>
                  <a:pt x="1823085" y="0"/>
                </a:lnTo>
                <a:close/>
              </a:path>
            </a:pathLst>
          </a:custGeom>
          <a:solidFill>
            <a:srgbClr val="E7D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97051" y="5140578"/>
            <a:ext cx="1612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4655" marR="5080" indent="-40259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Segoe UI Semibold"/>
                <a:cs typeface="Segoe UI Semibold"/>
              </a:rPr>
              <a:t>GPT-</a:t>
            </a:r>
            <a:r>
              <a:rPr sz="1400" dirty="0">
                <a:latin typeface="Segoe UI Semibold"/>
                <a:cs typeface="Segoe UI Semibold"/>
              </a:rPr>
              <a:t>4, </a:t>
            </a:r>
            <a:r>
              <a:rPr sz="1400" spc="-20" dirty="0">
                <a:latin typeface="Segoe UI Semibold"/>
                <a:cs typeface="Segoe UI Semibold"/>
              </a:rPr>
              <a:t>4-Turbo</a:t>
            </a:r>
            <a:r>
              <a:rPr sz="1400" spc="-10" dirty="0">
                <a:latin typeface="Segoe UI Semibold"/>
                <a:cs typeface="Segoe UI Semibold"/>
              </a:rPr>
              <a:t> </a:t>
            </a:r>
            <a:r>
              <a:rPr sz="1400" spc="-25" dirty="0">
                <a:latin typeface="Segoe UI Semibold"/>
                <a:cs typeface="Segoe UI Semibold"/>
              </a:rPr>
              <a:t>and </a:t>
            </a:r>
            <a:r>
              <a:rPr sz="1400" spc="-10" dirty="0">
                <a:latin typeface="Segoe UI Semibold"/>
                <a:cs typeface="Segoe UI Semibold"/>
              </a:rPr>
              <a:t>3.5-</a:t>
            </a:r>
            <a:r>
              <a:rPr sz="1400" spc="-20" dirty="0">
                <a:latin typeface="Segoe UI Semibold"/>
                <a:cs typeface="Segoe UI Semibold"/>
              </a:rPr>
              <a:t>Turbo</a:t>
            </a:r>
            <a:endParaRPr sz="1400">
              <a:latin typeface="Segoe UI Semibold"/>
              <a:cs typeface="Segoe UI Semibol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99158" y="5845555"/>
            <a:ext cx="1119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Language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22676" y="4995671"/>
            <a:ext cx="1880870" cy="748665"/>
          </a:xfrm>
          <a:custGeom>
            <a:avLst/>
            <a:gdLst/>
            <a:ahLst/>
            <a:cxnLst/>
            <a:rect l="l" t="t" r="r" b="b"/>
            <a:pathLst>
              <a:path w="1880870" h="748664">
                <a:moveTo>
                  <a:pt x="1824609" y="0"/>
                </a:moveTo>
                <a:lnTo>
                  <a:pt x="56006" y="0"/>
                </a:lnTo>
                <a:lnTo>
                  <a:pt x="34182" y="4393"/>
                </a:lnTo>
                <a:lnTo>
                  <a:pt x="16382" y="16382"/>
                </a:lnTo>
                <a:lnTo>
                  <a:pt x="4393" y="34182"/>
                </a:lnTo>
                <a:lnTo>
                  <a:pt x="0" y="56006"/>
                </a:lnTo>
                <a:lnTo>
                  <a:pt x="0" y="692276"/>
                </a:lnTo>
                <a:lnTo>
                  <a:pt x="4393" y="714074"/>
                </a:lnTo>
                <a:lnTo>
                  <a:pt x="16382" y="731877"/>
                </a:lnTo>
                <a:lnTo>
                  <a:pt x="34182" y="743881"/>
                </a:lnTo>
                <a:lnTo>
                  <a:pt x="56006" y="748283"/>
                </a:lnTo>
                <a:lnTo>
                  <a:pt x="1824609" y="748283"/>
                </a:lnTo>
                <a:lnTo>
                  <a:pt x="1846433" y="743881"/>
                </a:lnTo>
                <a:lnTo>
                  <a:pt x="1864233" y="731877"/>
                </a:lnTo>
                <a:lnTo>
                  <a:pt x="1876222" y="714074"/>
                </a:lnTo>
                <a:lnTo>
                  <a:pt x="1880615" y="692276"/>
                </a:lnTo>
                <a:lnTo>
                  <a:pt x="1880615" y="56006"/>
                </a:lnTo>
                <a:lnTo>
                  <a:pt x="1876222" y="34182"/>
                </a:lnTo>
                <a:lnTo>
                  <a:pt x="1864233" y="16382"/>
                </a:lnTo>
                <a:lnTo>
                  <a:pt x="1846433" y="4393"/>
                </a:lnTo>
                <a:lnTo>
                  <a:pt x="1824609" y="0"/>
                </a:lnTo>
                <a:close/>
              </a:path>
            </a:pathLst>
          </a:custGeom>
          <a:solidFill>
            <a:srgbClr val="E7D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304413" y="5198491"/>
            <a:ext cx="15170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Segoe UI Semibold"/>
                <a:cs typeface="Segoe UI Semibold"/>
              </a:rPr>
              <a:t>GPT-</a:t>
            </a:r>
            <a:r>
              <a:rPr sz="2000" dirty="0">
                <a:latin typeface="Segoe UI Semibold"/>
                <a:cs typeface="Segoe UI Semibold"/>
              </a:rPr>
              <a:t>4</a:t>
            </a:r>
            <a:r>
              <a:rPr sz="2000" spc="30" dirty="0">
                <a:latin typeface="Segoe UI Semibold"/>
                <a:cs typeface="Segoe UI Semibold"/>
              </a:rPr>
              <a:t> </a:t>
            </a:r>
            <a:r>
              <a:rPr sz="2000" spc="-10" dirty="0">
                <a:latin typeface="Segoe UI Semibold"/>
                <a:cs typeface="Segoe UI Semibold"/>
              </a:rPr>
              <a:t>Vision</a:t>
            </a:r>
            <a:endParaRPr sz="2000">
              <a:latin typeface="Segoe UI Semibold"/>
              <a:cs typeface="Segoe UI Semibold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12033" y="5879998"/>
            <a:ext cx="13671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ourier New"/>
                <a:cs typeface="Courier New"/>
              </a:rPr>
              <a:t>Multi-Modal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72528" y="5007864"/>
            <a:ext cx="1880870" cy="748665"/>
          </a:xfrm>
          <a:custGeom>
            <a:avLst/>
            <a:gdLst/>
            <a:ahLst/>
            <a:cxnLst/>
            <a:rect l="l" t="t" r="r" b="b"/>
            <a:pathLst>
              <a:path w="1880870" h="748664">
                <a:moveTo>
                  <a:pt x="1824608" y="0"/>
                </a:moveTo>
                <a:lnTo>
                  <a:pt x="56006" y="0"/>
                </a:lnTo>
                <a:lnTo>
                  <a:pt x="34182" y="4393"/>
                </a:lnTo>
                <a:lnTo>
                  <a:pt x="16382" y="16382"/>
                </a:lnTo>
                <a:lnTo>
                  <a:pt x="4393" y="34182"/>
                </a:lnTo>
                <a:lnTo>
                  <a:pt x="0" y="56006"/>
                </a:lnTo>
                <a:lnTo>
                  <a:pt x="0" y="692277"/>
                </a:lnTo>
                <a:lnTo>
                  <a:pt x="4393" y="714074"/>
                </a:lnTo>
                <a:lnTo>
                  <a:pt x="16383" y="731877"/>
                </a:lnTo>
                <a:lnTo>
                  <a:pt x="34182" y="743881"/>
                </a:lnTo>
                <a:lnTo>
                  <a:pt x="56006" y="748284"/>
                </a:lnTo>
                <a:lnTo>
                  <a:pt x="1824608" y="748284"/>
                </a:lnTo>
                <a:lnTo>
                  <a:pt x="1846433" y="743881"/>
                </a:lnTo>
                <a:lnTo>
                  <a:pt x="1864233" y="731877"/>
                </a:lnTo>
                <a:lnTo>
                  <a:pt x="1876222" y="714074"/>
                </a:lnTo>
                <a:lnTo>
                  <a:pt x="1880616" y="692277"/>
                </a:lnTo>
                <a:lnTo>
                  <a:pt x="1880616" y="56006"/>
                </a:lnTo>
                <a:lnTo>
                  <a:pt x="1876222" y="34182"/>
                </a:lnTo>
                <a:lnTo>
                  <a:pt x="1864233" y="16382"/>
                </a:lnTo>
                <a:lnTo>
                  <a:pt x="1846433" y="4393"/>
                </a:lnTo>
                <a:lnTo>
                  <a:pt x="1824608" y="0"/>
                </a:lnTo>
                <a:close/>
              </a:path>
            </a:pathLst>
          </a:custGeom>
          <a:solidFill>
            <a:srgbClr val="E7D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699629" y="5210302"/>
            <a:ext cx="102679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egoe UI Semibold"/>
                <a:cs typeface="Segoe UI Semibold"/>
              </a:rPr>
              <a:t>DALL·E</a:t>
            </a:r>
            <a:r>
              <a:rPr sz="2000" spc="-80" dirty="0">
                <a:latin typeface="Segoe UI Semibold"/>
                <a:cs typeface="Segoe UI Semibold"/>
              </a:rPr>
              <a:t> </a:t>
            </a:r>
            <a:r>
              <a:rPr sz="2000" spc="-50" dirty="0">
                <a:latin typeface="Segoe UI Semibold"/>
                <a:cs typeface="Segoe UI Semibold"/>
              </a:rPr>
              <a:t>3</a:t>
            </a:r>
            <a:endParaRPr sz="2000">
              <a:latin typeface="Segoe UI Semibold"/>
              <a:cs typeface="Segoe UI Semibold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91450" y="5844336"/>
            <a:ext cx="84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ourier New"/>
                <a:cs typeface="Courier New"/>
              </a:rPr>
              <a:t>Images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334500" y="5007864"/>
            <a:ext cx="1879600" cy="748665"/>
          </a:xfrm>
          <a:custGeom>
            <a:avLst/>
            <a:gdLst/>
            <a:ahLst/>
            <a:cxnLst/>
            <a:rect l="l" t="t" r="r" b="b"/>
            <a:pathLst>
              <a:path w="1879600" h="748664">
                <a:moveTo>
                  <a:pt x="1823084" y="0"/>
                </a:moveTo>
                <a:lnTo>
                  <a:pt x="56006" y="0"/>
                </a:lnTo>
                <a:lnTo>
                  <a:pt x="34182" y="4393"/>
                </a:lnTo>
                <a:lnTo>
                  <a:pt x="16382" y="16382"/>
                </a:lnTo>
                <a:lnTo>
                  <a:pt x="4393" y="34182"/>
                </a:lnTo>
                <a:lnTo>
                  <a:pt x="0" y="56006"/>
                </a:lnTo>
                <a:lnTo>
                  <a:pt x="0" y="692277"/>
                </a:lnTo>
                <a:lnTo>
                  <a:pt x="4393" y="714074"/>
                </a:lnTo>
                <a:lnTo>
                  <a:pt x="16383" y="731877"/>
                </a:lnTo>
                <a:lnTo>
                  <a:pt x="34182" y="743881"/>
                </a:lnTo>
                <a:lnTo>
                  <a:pt x="56006" y="748284"/>
                </a:lnTo>
                <a:lnTo>
                  <a:pt x="1823084" y="748284"/>
                </a:lnTo>
                <a:lnTo>
                  <a:pt x="1844909" y="743881"/>
                </a:lnTo>
                <a:lnTo>
                  <a:pt x="1862709" y="731877"/>
                </a:lnTo>
                <a:lnTo>
                  <a:pt x="1874698" y="714074"/>
                </a:lnTo>
                <a:lnTo>
                  <a:pt x="1879092" y="692277"/>
                </a:lnTo>
                <a:lnTo>
                  <a:pt x="1879092" y="56006"/>
                </a:lnTo>
                <a:lnTo>
                  <a:pt x="1874698" y="34182"/>
                </a:lnTo>
                <a:lnTo>
                  <a:pt x="1862709" y="16382"/>
                </a:lnTo>
                <a:lnTo>
                  <a:pt x="1844909" y="4393"/>
                </a:lnTo>
                <a:lnTo>
                  <a:pt x="1823084" y="0"/>
                </a:lnTo>
                <a:close/>
              </a:path>
            </a:pathLst>
          </a:custGeom>
          <a:solidFill>
            <a:srgbClr val="E7D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177028" y="5007864"/>
            <a:ext cx="1880870" cy="748665"/>
          </a:xfrm>
          <a:custGeom>
            <a:avLst/>
            <a:gdLst/>
            <a:ahLst/>
            <a:cxnLst/>
            <a:rect l="l" t="t" r="r" b="b"/>
            <a:pathLst>
              <a:path w="1880870" h="748664">
                <a:moveTo>
                  <a:pt x="1824608" y="0"/>
                </a:moveTo>
                <a:lnTo>
                  <a:pt x="56007" y="0"/>
                </a:lnTo>
                <a:lnTo>
                  <a:pt x="34182" y="4393"/>
                </a:lnTo>
                <a:lnTo>
                  <a:pt x="16383" y="16382"/>
                </a:lnTo>
                <a:lnTo>
                  <a:pt x="4393" y="34182"/>
                </a:lnTo>
                <a:lnTo>
                  <a:pt x="0" y="56006"/>
                </a:lnTo>
                <a:lnTo>
                  <a:pt x="0" y="692277"/>
                </a:lnTo>
                <a:lnTo>
                  <a:pt x="4393" y="714074"/>
                </a:lnTo>
                <a:lnTo>
                  <a:pt x="16383" y="731877"/>
                </a:lnTo>
                <a:lnTo>
                  <a:pt x="34182" y="743881"/>
                </a:lnTo>
                <a:lnTo>
                  <a:pt x="56007" y="748284"/>
                </a:lnTo>
                <a:lnTo>
                  <a:pt x="1824608" y="748284"/>
                </a:lnTo>
                <a:lnTo>
                  <a:pt x="1846433" y="743881"/>
                </a:lnTo>
                <a:lnTo>
                  <a:pt x="1864233" y="731877"/>
                </a:lnTo>
                <a:lnTo>
                  <a:pt x="1876222" y="714074"/>
                </a:lnTo>
                <a:lnTo>
                  <a:pt x="1880616" y="692277"/>
                </a:lnTo>
                <a:lnTo>
                  <a:pt x="1880616" y="56006"/>
                </a:lnTo>
                <a:lnTo>
                  <a:pt x="1876222" y="34182"/>
                </a:lnTo>
                <a:lnTo>
                  <a:pt x="1864233" y="16382"/>
                </a:lnTo>
                <a:lnTo>
                  <a:pt x="1846433" y="4393"/>
                </a:lnTo>
                <a:lnTo>
                  <a:pt x="1824608" y="0"/>
                </a:lnTo>
                <a:close/>
              </a:path>
            </a:pathLst>
          </a:custGeom>
          <a:solidFill>
            <a:srgbClr val="E7D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515611" y="6420611"/>
            <a:ext cx="3268979" cy="280670"/>
          </a:xfrm>
          <a:custGeom>
            <a:avLst/>
            <a:gdLst/>
            <a:ahLst/>
            <a:cxnLst/>
            <a:rect l="l" t="t" r="r" b="b"/>
            <a:pathLst>
              <a:path w="3268979" h="280670">
                <a:moveTo>
                  <a:pt x="3222243" y="0"/>
                </a:moveTo>
                <a:lnTo>
                  <a:pt x="46736" y="0"/>
                </a:lnTo>
                <a:lnTo>
                  <a:pt x="28557" y="3673"/>
                </a:lnTo>
                <a:lnTo>
                  <a:pt x="13700" y="13690"/>
                </a:lnTo>
                <a:lnTo>
                  <a:pt x="3677" y="28546"/>
                </a:lnTo>
                <a:lnTo>
                  <a:pt x="0" y="46735"/>
                </a:lnTo>
                <a:lnTo>
                  <a:pt x="0" y="233679"/>
                </a:lnTo>
                <a:lnTo>
                  <a:pt x="3677" y="251869"/>
                </a:lnTo>
                <a:lnTo>
                  <a:pt x="13700" y="266725"/>
                </a:lnTo>
                <a:lnTo>
                  <a:pt x="28557" y="276742"/>
                </a:lnTo>
                <a:lnTo>
                  <a:pt x="46736" y="280416"/>
                </a:lnTo>
                <a:lnTo>
                  <a:pt x="3222243" y="280416"/>
                </a:lnTo>
                <a:lnTo>
                  <a:pt x="3240422" y="276742"/>
                </a:lnTo>
                <a:lnTo>
                  <a:pt x="3255279" y="266725"/>
                </a:lnTo>
                <a:lnTo>
                  <a:pt x="3265302" y="251869"/>
                </a:lnTo>
                <a:lnTo>
                  <a:pt x="3268980" y="233679"/>
                </a:lnTo>
                <a:lnTo>
                  <a:pt x="3268980" y="46735"/>
                </a:lnTo>
                <a:lnTo>
                  <a:pt x="3265302" y="28546"/>
                </a:lnTo>
                <a:lnTo>
                  <a:pt x="3255279" y="13690"/>
                </a:lnTo>
                <a:lnTo>
                  <a:pt x="3240422" y="3673"/>
                </a:lnTo>
                <a:lnTo>
                  <a:pt x="3222243" y="0"/>
                </a:lnTo>
                <a:close/>
              </a:path>
            </a:pathLst>
          </a:custGeom>
          <a:solidFill>
            <a:srgbClr val="D49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242686" y="5057902"/>
            <a:ext cx="1814195" cy="166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839" marR="175895"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egoe UI Semibold"/>
                <a:cs typeface="Segoe UI Semibold"/>
              </a:rPr>
              <a:t>Babbage</a:t>
            </a:r>
            <a:r>
              <a:rPr sz="2000" spc="-70" dirty="0">
                <a:latin typeface="Segoe UI Semibold"/>
                <a:cs typeface="Segoe UI Semibold"/>
              </a:rPr>
              <a:t> </a:t>
            </a:r>
            <a:r>
              <a:rPr sz="2000" spc="-25" dirty="0">
                <a:latin typeface="Segoe UI Semibold"/>
                <a:cs typeface="Segoe UI Semibold"/>
              </a:rPr>
              <a:t>and </a:t>
            </a:r>
            <a:r>
              <a:rPr sz="2000" spc="-10" dirty="0">
                <a:latin typeface="Segoe UI Semibold"/>
                <a:cs typeface="Segoe UI Semibold"/>
              </a:rPr>
              <a:t>Davinci</a:t>
            </a:r>
            <a:endParaRPr sz="2000">
              <a:latin typeface="Segoe UI Semibold"/>
              <a:cs typeface="Segoe UI Semibold"/>
            </a:endParaRPr>
          </a:p>
          <a:p>
            <a:pPr marR="124460" algn="ctr">
              <a:lnSpc>
                <a:spcPct val="100000"/>
              </a:lnSpc>
              <a:spcBef>
                <a:spcPts val="1470"/>
              </a:spcBef>
            </a:pPr>
            <a:r>
              <a:rPr sz="1800" dirty="0">
                <a:latin typeface="Courier New"/>
                <a:cs typeface="Courier New"/>
              </a:rPr>
              <a:t>Fine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Tuning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Segoe UI Semibold"/>
                <a:cs typeface="Segoe UI Semibold"/>
              </a:rPr>
              <a:t>Azure</a:t>
            </a:r>
            <a:r>
              <a:rPr sz="2000" spc="-50" dirty="0">
                <a:latin typeface="Segoe UI Semibold"/>
                <a:cs typeface="Segoe UI Semibold"/>
              </a:rPr>
              <a:t> </a:t>
            </a:r>
            <a:r>
              <a:rPr sz="2000" dirty="0">
                <a:latin typeface="Segoe UI Semibold"/>
                <a:cs typeface="Segoe UI Semibold"/>
              </a:rPr>
              <a:t>AI</a:t>
            </a:r>
            <a:r>
              <a:rPr sz="2000" spc="-20" dirty="0">
                <a:latin typeface="Segoe UI Semibold"/>
                <a:cs typeface="Segoe UI Semibold"/>
              </a:rPr>
              <a:t> </a:t>
            </a:r>
            <a:r>
              <a:rPr sz="2000" spc="-10" dirty="0">
                <a:latin typeface="Segoe UI Semibold"/>
                <a:cs typeface="Segoe UI Semibold"/>
              </a:rPr>
              <a:t>Studio</a:t>
            </a:r>
            <a:endParaRPr sz="2000">
              <a:latin typeface="Segoe UI Semibold"/>
              <a:cs typeface="Segoe UI Semibold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42416" y="6428232"/>
            <a:ext cx="3270885" cy="279400"/>
          </a:xfrm>
          <a:custGeom>
            <a:avLst/>
            <a:gdLst/>
            <a:ahLst/>
            <a:cxnLst/>
            <a:rect l="l" t="t" r="r" b="b"/>
            <a:pathLst>
              <a:path w="3270885" h="279400">
                <a:moveTo>
                  <a:pt x="3224022" y="0"/>
                </a:moveTo>
                <a:lnTo>
                  <a:pt x="46481" y="0"/>
                </a:lnTo>
                <a:lnTo>
                  <a:pt x="28391" y="3653"/>
                </a:lnTo>
                <a:lnTo>
                  <a:pt x="13615" y="13615"/>
                </a:lnTo>
                <a:lnTo>
                  <a:pt x="3653" y="28391"/>
                </a:lnTo>
                <a:lnTo>
                  <a:pt x="0" y="46482"/>
                </a:lnTo>
                <a:lnTo>
                  <a:pt x="0" y="232410"/>
                </a:lnTo>
                <a:lnTo>
                  <a:pt x="3653" y="250500"/>
                </a:lnTo>
                <a:lnTo>
                  <a:pt x="13615" y="265276"/>
                </a:lnTo>
                <a:lnTo>
                  <a:pt x="28391" y="275238"/>
                </a:lnTo>
                <a:lnTo>
                  <a:pt x="46481" y="278892"/>
                </a:lnTo>
                <a:lnTo>
                  <a:pt x="3224022" y="278892"/>
                </a:lnTo>
                <a:lnTo>
                  <a:pt x="3242107" y="275238"/>
                </a:lnTo>
                <a:lnTo>
                  <a:pt x="3256883" y="265276"/>
                </a:lnTo>
                <a:lnTo>
                  <a:pt x="3266848" y="250500"/>
                </a:lnTo>
                <a:lnTo>
                  <a:pt x="3270504" y="232410"/>
                </a:lnTo>
                <a:lnTo>
                  <a:pt x="3270504" y="46482"/>
                </a:lnTo>
                <a:lnTo>
                  <a:pt x="3266848" y="28391"/>
                </a:lnTo>
                <a:lnTo>
                  <a:pt x="3256883" y="13615"/>
                </a:lnTo>
                <a:lnTo>
                  <a:pt x="3242107" y="3653"/>
                </a:lnTo>
                <a:lnTo>
                  <a:pt x="3224022" y="0"/>
                </a:lnTo>
                <a:close/>
              </a:path>
            </a:pathLst>
          </a:custGeom>
          <a:solidFill>
            <a:srgbClr val="D49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896236" y="6396634"/>
            <a:ext cx="15621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Segoe UI Semibold"/>
                <a:cs typeface="Segoe UI Semibold"/>
              </a:rPr>
              <a:t>On</a:t>
            </a:r>
            <a:r>
              <a:rPr sz="2000" spc="-50" dirty="0">
                <a:latin typeface="Segoe UI Semibold"/>
                <a:cs typeface="Segoe UI Semibold"/>
              </a:rPr>
              <a:t> </a:t>
            </a:r>
            <a:r>
              <a:rPr sz="2000" spc="-35" dirty="0">
                <a:latin typeface="Segoe UI Semibold"/>
                <a:cs typeface="Segoe UI Semibold"/>
              </a:rPr>
              <a:t>Your</a:t>
            </a:r>
            <a:r>
              <a:rPr sz="2000" spc="-45" dirty="0">
                <a:latin typeface="Segoe UI Semibold"/>
                <a:cs typeface="Segoe UI Semibold"/>
              </a:rPr>
              <a:t> </a:t>
            </a:r>
            <a:r>
              <a:rPr sz="2000" spc="-20" dirty="0">
                <a:latin typeface="Segoe UI Semibold"/>
                <a:cs typeface="Segoe UI Semibold"/>
              </a:rPr>
              <a:t>Data</a:t>
            </a:r>
            <a:endParaRPr sz="2000">
              <a:latin typeface="Segoe UI Semibold"/>
              <a:cs typeface="Segoe UI Semibold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87283" y="6437376"/>
            <a:ext cx="3270885" cy="280670"/>
          </a:xfrm>
          <a:custGeom>
            <a:avLst/>
            <a:gdLst/>
            <a:ahLst/>
            <a:cxnLst/>
            <a:rect l="l" t="t" r="r" b="b"/>
            <a:pathLst>
              <a:path w="3270884" h="280670">
                <a:moveTo>
                  <a:pt x="3223768" y="0"/>
                </a:moveTo>
                <a:lnTo>
                  <a:pt x="46736" y="0"/>
                </a:lnTo>
                <a:lnTo>
                  <a:pt x="28557" y="3673"/>
                </a:lnTo>
                <a:lnTo>
                  <a:pt x="13700" y="13690"/>
                </a:lnTo>
                <a:lnTo>
                  <a:pt x="3677" y="28546"/>
                </a:lnTo>
                <a:lnTo>
                  <a:pt x="0" y="46736"/>
                </a:lnTo>
                <a:lnTo>
                  <a:pt x="0" y="233680"/>
                </a:lnTo>
                <a:lnTo>
                  <a:pt x="3677" y="251869"/>
                </a:lnTo>
                <a:lnTo>
                  <a:pt x="13700" y="266725"/>
                </a:lnTo>
                <a:lnTo>
                  <a:pt x="28557" y="276742"/>
                </a:lnTo>
                <a:lnTo>
                  <a:pt x="46736" y="280416"/>
                </a:lnTo>
                <a:lnTo>
                  <a:pt x="3223768" y="280416"/>
                </a:lnTo>
                <a:lnTo>
                  <a:pt x="3241946" y="276742"/>
                </a:lnTo>
                <a:lnTo>
                  <a:pt x="3256803" y="266725"/>
                </a:lnTo>
                <a:lnTo>
                  <a:pt x="3266826" y="251869"/>
                </a:lnTo>
                <a:lnTo>
                  <a:pt x="3270504" y="233680"/>
                </a:lnTo>
                <a:lnTo>
                  <a:pt x="3270504" y="46736"/>
                </a:lnTo>
                <a:lnTo>
                  <a:pt x="3266826" y="28546"/>
                </a:lnTo>
                <a:lnTo>
                  <a:pt x="3256803" y="13690"/>
                </a:lnTo>
                <a:lnTo>
                  <a:pt x="3241946" y="3673"/>
                </a:lnTo>
                <a:lnTo>
                  <a:pt x="3223768" y="0"/>
                </a:lnTo>
                <a:close/>
              </a:path>
            </a:pathLst>
          </a:custGeom>
          <a:solidFill>
            <a:srgbClr val="D49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039859" y="5210302"/>
            <a:ext cx="2048510" cy="1527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75" algn="ctr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Segoe UI Semibold"/>
                <a:cs typeface="Segoe UI Semibold"/>
              </a:rPr>
              <a:t>Whisper</a:t>
            </a:r>
            <a:endParaRPr sz="2000">
              <a:latin typeface="Segoe UI Semibold"/>
              <a:cs typeface="Segoe UI Semibold"/>
            </a:endParaRPr>
          </a:p>
          <a:p>
            <a:pPr marL="438784" marR="5080" algn="ctr">
              <a:lnSpc>
                <a:spcPct val="100699"/>
              </a:lnSpc>
              <a:spcBef>
                <a:spcPts val="2030"/>
              </a:spcBef>
            </a:pPr>
            <a:r>
              <a:rPr sz="1400" dirty="0">
                <a:latin typeface="Courier New"/>
                <a:cs typeface="Courier New"/>
              </a:rPr>
              <a:t>Transcription</a:t>
            </a:r>
            <a:r>
              <a:rPr sz="1400" spc="-105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&amp; </a:t>
            </a:r>
            <a:r>
              <a:rPr sz="1400" spc="-10" dirty="0">
                <a:latin typeface="Courier New"/>
                <a:cs typeface="Courier New"/>
              </a:rPr>
              <a:t>Translation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Segoe UI Semibold"/>
                <a:cs typeface="Segoe UI Semibold"/>
              </a:rPr>
              <a:t>Assistants</a:t>
            </a:r>
            <a:endParaRPr sz="200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91639"/>
            <a:ext cx="12192000" cy="899160"/>
          </a:xfrm>
          <a:custGeom>
            <a:avLst/>
            <a:gdLst/>
            <a:ahLst/>
            <a:cxnLst/>
            <a:rect l="l" t="t" r="r" b="b"/>
            <a:pathLst>
              <a:path w="12192000" h="899160">
                <a:moveTo>
                  <a:pt x="12192000" y="0"/>
                </a:moveTo>
                <a:lnTo>
                  <a:pt x="0" y="0"/>
                </a:lnTo>
                <a:lnTo>
                  <a:pt x="0" y="899160"/>
                </a:lnTo>
                <a:lnTo>
                  <a:pt x="12192000" y="8991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60C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80516" y="2590799"/>
            <a:ext cx="11611610" cy="4267200"/>
            <a:chOff x="580516" y="2590799"/>
            <a:chExt cx="11611610" cy="4267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36508" y="2836570"/>
              <a:ext cx="140207" cy="37741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776715" y="2590799"/>
              <a:ext cx="3415665" cy="4267200"/>
            </a:xfrm>
            <a:custGeom>
              <a:avLst/>
              <a:gdLst/>
              <a:ahLst/>
              <a:cxnLst/>
              <a:rect l="l" t="t" r="r" b="b"/>
              <a:pathLst>
                <a:path w="3415665" h="4267200">
                  <a:moveTo>
                    <a:pt x="3415283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3415283" y="4267200"/>
                  </a:lnTo>
                  <a:lnTo>
                    <a:pt x="341528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3691" y="3112008"/>
              <a:ext cx="8046084" cy="2745105"/>
            </a:xfrm>
            <a:custGeom>
              <a:avLst/>
              <a:gdLst/>
              <a:ahLst/>
              <a:cxnLst/>
              <a:rect l="l" t="t" r="r" b="b"/>
              <a:pathLst>
                <a:path w="8046084" h="2745104">
                  <a:moveTo>
                    <a:pt x="0" y="0"/>
                  </a:moveTo>
                  <a:lnTo>
                    <a:pt x="8045577" y="0"/>
                  </a:lnTo>
                </a:path>
                <a:path w="8046084" h="2745104">
                  <a:moveTo>
                    <a:pt x="0" y="548639"/>
                  </a:moveTo>
                  <a:lnTo>
                    <a:pt x="8045577" y="548639"/>
                  </a:lnTo>
                </a:path>
                <a:path w="8046084" h="2745104">
                  <a:moveTo>
                    <a:pt x="0" y="1095755"/>
                  </a:moveTo>
                  <a:lnTo>
                    <a:pt x="8045577" y="1095755"/>
                  </a:lnTo>
                </a:path>
                <a:path w="8046084" h="2745104">
                  <a:moveTo>
                    <a:pt x="0" y="1642871"/>
                  </a:moveTo>
                  <a:lnTo>
                    <a:pt x="8045577" y="1642871"/>
                  </a:lnTo>
                </a:path>
                <a:path w="8046084" h="2745104">
                  <a:moveTo>
                    <a:pt x="0" y="2744723"/>
                  </a:moveTo>
                  <a:lnTo>
                    <a:pt x="8045577" y="2744723"/>
                  </a:lnTo>
                </a:path>
              </a:pathLst>
            </a:custGeom>
            <a:ln w="6350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75563" y="432561"/>
            <a:ext cx="106521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85" dirty="0">
                <a:solidFill>
                  <a:srgbClr val="000000"/>
                </a:solidFill>
                <a:latin typeface="Segoe UI"/>
                <a:cs typeface="Segoe UI"/>
              </a:rPr>
              <a:t>You</a:t>
            </a:r>
            <a:r>
              <a:rPr b="1" spc="-16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dirty="0">
                <a:solidFill>
                  <a:srgbClr val="000000"/>
                </a:solidFill>
                <a:latin typeface="Segoe UI"/>
                <a:cs typeface="Segoe UI"/>
              </a:rPr>
              <a:t>can</a:t>
            </a:r>
            <a:r>
              <a:rPr b="1" spc="-18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65" dirty="0">
                <a:solidFill>
                  <a:srgbClr val="000000"/>
                </a:solidFill>
                <a:latin typeface="Segoe UI"/>
                <a:cs typeface="Segoe UI"/>
              </a:rPr>
              <a:t>have</a:t>
            </a:r>
            <a:r>
              <a:rPr b="1" spc="-17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30" dirty="0">
                <a:solidFill>
                  <a:srgbClr val="000000"/>
                </a:solidFill>
                <a:latin typeface="Segoe UI"/>
                <a:cs typeface="Segoe UI"/>
              </a:rPr>
              <a:t>confidence</a:t>
            </a:r>
            <a:r>
              <a:rPr b="1" spc="-204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85" dirty="0">
                <a:solidFill>
                  <a:srgbClr val="000000"/>
                </a:solidFill>
                <a:latin typeface="Segoe UI"/>
                <a:cs typeface="Segoe UI"/>
              </a:rPr>
              <a:t>when</a:t>
            </a:r>
            <a:r>
              <a:rPr b="1" spc="-1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70" dirty="0">
                <a:solidFill>
                  <a:srgbClr val="000000"/>
                </a:solidFill>
                <a:latin typeface="Segoe UI"/>
                <a:cs typeface="Segoe UI"/>
              </a:rPr>
              <a:t>using</a:t>
            </a:r>
            <a:r>
              <a:rPr b="1" spc="-17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75" dirty="0">
                <a:solidFill>
                  <a:srgbClr val="000000"/>
                </a:solidFill>
                <a:latin typeface="Segoe UI"/>
                <a:cs typeface="Segoe UI"/>
              </a:rPr>
              <a:t>Azure</a:t>
            </a:r>
            <a:r>
              <a:rPr b="1" spc="-17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10" dirty="0">
                <a:solidFill>
                  <a:srgbClr val="000000"/>
                </a:solidFill>
                <a:latin typeface="Segoe UI"/>
                <a:cs typeface="Segoe UI"/>
              </a:rPr>
              <a:t>OpenAI Service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71601" y="1813051"/>
            <a:ext cx="1102423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When</a:t>
            </a:r>
            <a:r>
              <a:rPr sz="2000" b="1" spc="-9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you</a:t>
            </a:r>
            <a:r>
              <a:rPr sz="2000" b="1" spc="-8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use</a:t>
            </a:r>
            <a:r>
              <a:rPr sz="2000" b="1" spc="-10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Segoe UI"/>
                <a:cs typeface="Segoe UI"/>
              </a:rPr>
              <a:t>Azure</a:t>
            </a:r>
            <a:r>
              <a:rPr sz="2000" b="1" spc="-9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Segoe UI"/>
                <a:cs typeface="Segoe UI"/>
              </a:rPr>
              <a:t>OpenAI</a:t>
            </a:r>
            <a:r>
              <a:rPr sz="2000" b="1" spc="-7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Service,</a:t>
            </a:r>
            <a:r>
              <a:rPr sz="2000" b="1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your</a:t>
            </a:r>
            <a:r>
              <a:rPr sz="2000" b="1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prompts</a:t>
            </a:r>
            <a:r>
              <a:rPr sz="2000" b="1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(inputs)</a:t>
            </a:r>
            <a:r>
              <a:rPr sz="2000" b="1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sz="2000" b="1" spc="-8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completions</a:t>
            </a:r>
            <a:r>
              <a:rPr sz="2000" b="1" spc="-5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(outputs),</a:t>
            </a:r>
            <a:r>
              <a:rPr sz="2000" b="1" spc="-8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Segoe UI"/>
                <a:cs typeface="Segoe UI"/>
              </a:rPr>
              <a:t>your </a:t>
            </a:r>
            <a:r>
              <a:rPr sz="2000" b="1" spc="-10" dirty="0">
                <a:solidFill>
                  <a:srgbClr val="FFFFFF"/>
                </a:solidFill>
                <a:latin typeface="Segoe UI"/>
                <a:cs typeface="Segoe UI"/>
              </a:rPr>
              <a:t>embeddings,</a:t>
            </a:r>
            <a:r>
              <a:rPr sz="2000" b="1" spc="-8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sz="2000" b="1" spc="-10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your</a:t>
            </a:r>
            <a:r>
              <a:rPr sz="2000" b="1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Segoe UI"/>
                <a:cs typeface="Segoe UI"/>
              </a:rPr>
              <a:t>training</a:t>
            </a:r>
            <a:r>
              <a:rPr sz="2000" b="1" spc="-9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Segoe UI"/>
                <a:cs typeface="Segoe UI"/>
              </a:rPr>
              <a:t>data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601" y="2683890"/>
            <a:ext cx="3826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Are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spc="-30" dirty="0">
                <a:latin typeface="Segoe UI"/>
                <a:cs typeface="Segoe UI"/>
              </a:rPr>
              <a:t>NOT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available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other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customers.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601" y="3230956"/>
            <a:ext cx="29692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egoe UI"/>
                <a:cs typeface="Segoe UI"/>
              </a:rPr>
              <a:t>ARE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NOT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available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OpenAI.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1601" y="3779011"/>
            <a:ext cx="4220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Are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30" dirty="0">
                <a:latin typeface="Segoe UI"/>
                <a:cs typeface="Segoe UI"/>
              </a:rPr>
              <a:t>NOT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used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improve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OpenAI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models.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6201" y="4326763"/>
            <a:ext cx="73761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Are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30" dirty="0">
                <a:latin typeface="Segoe UI"/>
                <a:cs typeface="Segoe UI"/>
              </a:rPr>
              <a:t>NOT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used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improve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any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Microsoft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or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3</a:t>
            </a:r>
            <a:r>
              <a:rPr sz="1800" baseline="25462" dirty="0">
                <a:latin typeface="Segoe UI"/>
                <a:cs typeface="Segoe UI"/>
              </a:rPr>
              <a:t>rd</a:t>
            </a:r>
            <a:r>
              <a:rPr sz="1800" spc="165" baseline="25462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party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products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or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services.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1601" y="4876622"/>
            <a:ext cx="771270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Are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NOT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used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for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automatically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improving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Azure</a:t>
            </a:r>
            <a:r>
              <a:rPr sz="1800" spc="-12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OpenAI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models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for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your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use </a:t>
            </a:r>
            <a:r>
              <a:rPr sz="1800" dirty="0">
                <a:latin typeface="Segoe UI"/>
                <a:cs typeface="Segoe UI"/>
              </a:rPr>
              <a:t>in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your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resource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(The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models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are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stateless,</a:t>
            </a:r>
            <a:r>
              <a:rPr sz="1800" spc="-10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unless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you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explicitly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fine-</a:t>
            </a:r>
            <a:r>
              <a:rPr sz="1800" spc="-20" dirty="0">
                <a:latin typeface="Segoe UI"/>
                <a:cs typeface="Segoe UI"/>
              </a:rPr>
              <a:t>tune </a:t>
            </a:r>
            <a:r>
              <a:rPr sz="1800" dirty="0">
                <a:latin typeface="Segoe UI"/>
                <a:cs typeface="Segoe UI"/>
              </a:rPr>
              <a:t>models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with</a:t>
            </a:r>
            <a:r>
              <a:rPr sz="1800" spc="-1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your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training</a:t>
            </a:r>
            <a:r>
              <a:rPr sz="1800" spc="-114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data).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94775" y="2738373"/>
            <a:ext cx="253047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Segoe UI"/>
                <a:cs typeface="Segoe UI"/>
              </a:rPr>
              <a:t>The</a:t>
            </a:r>
            <a:r>
              <a:rPr sz="1800" b="1" spc="-114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Azure</a:t>
            </a:r>
            <a:r>
              <a:rPr sz="1800" b="1" spc="-114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OpenAI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Segoe UI"/>
                <a:cs typeface="Segoe UI"/>
              </a:rPr>
              <a:t>Service</a:t>
            </a:r>
            <a:r>
              <a:rPr sz="1800" b="1" spc="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is</a:t>
            </a:r>
            <a:r>
              <a:rPr sz="1800" b="1" spc="45" dirty="0">
                <a:latin typeface="Segoe UI"/>
                <a:cs typeface="Segoe UI"/>
              </a:rPr>
              <a:t> </a:t>
            </a:r>
            <a:r>
              <a:rPr sz="1800" b="1" spc="-20" dirty="0">
                <a:latin typeface="Segoe UI"/>
                <a:cs typeface="Segoe UI"/>
              </a:rPr>
              <a:t>fully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Segoe UI"/>
                <a:cs typeface="Segoe UI"/>
              </a:rPr>
              <a:t>controlled</a:t>
            </a:r>
            <a:r>
              <a:rPr sz="1800" b="1" spc="-25" dirty="0">
                <a:latin typeface="Segoe UI"/>
                <a:cs typeface="Segoe UI"/>
              </a:rPr>
              <a:t> by</a:t>
            </a:r>
            <a:endParaRPr sz="1800">
              <a:latin typeface="Segoe UI"/>
              <a:cs typeface="Segoe UI"/>
            </a:endParaRPr>
          </a:p>
          <a:p>
            <a:pPr marL="12700" marR="286385">
              <a:lnSpc>
                <a:spcPct val="100000"/>
              </a:lnSpc>
            </a:pPr>
            <a:r>
              <a:rPr sz="1800" b="1" dirty="0">
                <a:latin typeface="Segoe UI"/>
                <a:cs typeface="Segoe UI"/>
              </a:rPr>
              <a:t>Microsoft;</a:t>
            </a:r>
            <a:r>
              <a:rPr sz="1800" b="1" spc="15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Microsoft </a:t>
            </a:r>
            <a:r>
              <a:rPr sz="1800" b="1" dirty="0">
                <a:latin typeface="Segoe UI"/>
                <a:cs typeface="Segoe UI"/>
              </a:rPr>
              <a:t>hosts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the</a:t>
            </a:r>
            <a:r>
              <a:rPr sz="1800" b="1" spc="-8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OpenAI</a:t>
            </a:r>
            <a:endParaRPr sz="18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latin typeface="Segoe UI"/>
                <a:cs typeface="Segoe UI"/>
              </a:rPr>
              <a:t>models</a:t>
            </a:r>
            <a:r>
              <a:rPr sz="1800" b="1" spc="-10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in</a:t>
            </a:r>
            <a:r>
              <a:rPr sz="1800" b="1" spc="-105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Microsoft’s </a:t>
            </a:r>
            <a:r>
              <a:rPr sz="1800" b="1" dirty="0">
                <a:latin typeface="Segoe UI"/>
                <a:cs typeface="Segoe UI"/>
              </a:rPr>
              <a:t>Azure</a:t>
            </a:r>
            <a:r>
              <a:rPr sz="1800" b="1" spc="-114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environment</a:t>
            </a:r>
            <a:r>
              <a:rPr sz="1800" b="1" spc="-45" dirty="0">
                <a:latin typeface="Segoe UI"/>
                <a:cs typeface="Segoe UI"/>
              </a:rPr>
              <a:t> </a:t>
            </a:r>
            <a:r>
              <a:rPr sz="1800" b="1" spc="-25" dirty="0">
                <a:latin typeface="Segoe UI"/>
                <a:cs typeface="Segoe UI"/>
              </a:rPr>
              <a:t>and </a:t>
            </a:r>
            <a:r>
              <a:rPr sz="1800" b="1" dirty="0">
                <a:latin typeface="Segoe UI"/>
                <a:cs typeface="Segoe UI"/>
              </a:rPr>
              <a:t>the</a:t>
            </a:r>
            <a:r>
              <a:rPr sz="1800" b="1" spc="-1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Service</a:t>
            </a:r>
            <a:r>
              <a:rPr sz="1800" b="1" spc="-1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does</a:t>
            </a:r>
            <a:r>
              <a:rPr sz="1800" b="1" spc="20" dirty="0">
                <a:latin typeface="Segoe UI"/>
                <a:cs typeface="Segoe UI"/>
              </a:rPr>
              <a:t> </a:t>
            </a:r>
            <a:r>
              <a:rPr sz="1800" b="1" spc="-25" dirty="0">
                <a:latin typeface="Segoe UI"/>
                <a:cs typeface="Segoe UI"/>
              </a:rPr>
              <a:t>NOT </a:t>
            </a:r>
            <a:r>
              <a:rPr sz="1800" b="1" dirty="0">
                <a:latin typeface="Segoe UI"/>
                <a:cs typeface="Segoe UI"/>
              </a:rPr>
              <a:t>interact</a:t>
            </a:r>
            <a:r>
              <a:rPr sz="1800" b="1" spc="15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with</a:t>
            </a:r>
            <a:r>
              <a:rPr sz="1800" b="1" spc="-65" dirty="0">
                <a:latin typeface="Segoe UI"/>
                <a:cs typeface="Segoe UI"/>
              </a:rPr>
              <a:t> </a:t>
            </a:r>
            <a:r>
              <a:rPr sz="1800" b="1" spc="-25" dirty="0">
                <a:latin typeface="Segoe UI"/>
                <a:cs typeface="Segoe UI"/>
              </a:rPr>
              <a:t>any</a:t>
            </a:r>
            <a:endParaRPr sz="1800">
              <a:latin typeface="Segoe UI"/>
              <a:cs typeface="Segoe UI"/>
            </a:endParaRPr>
          </a:p>
          <a:p>
            <a:pPr marL="12700" marR="64769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Segoe UI"/>
                <a:cs typeface="Segoe UI"/>
              </a:rPr>
              <a:t>services</a:t>
            </a:r>
            <a:r>
              <a:rPr sz="1800" b="1" spc="6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operated </a:t>
            </a:r>
            <a:r>
              <a:rPr sz="1800" b="1" spc="-25" dirty="0">
                <a:latin typeface="Segoe UI"/>
                <a:cs typeface="Segoe UI"/>
              </a:rPr>
              <a:t>by </a:t>
            </a:r>
            <a:r>
              <a:rPr sz="1800" b="1" spc="-10" dirty="0">
                <a:latin typeface="Segoe UI"/>
                <a:cs typeface="Segoe UI"/>
              </a:rPr>
              <a:t>OpenAI</a:t>
            </a:r>
            <a:r>
              <a:rPr sz="1800" b="1" spc="-10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(e.g.,</a:t>
            </a:r>
            <a:r>
              <a:rPr sz="1800" b="1" spc="-90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ChatGPT, </a:t>
            </a:r>
            <a:r>
              <a:rPr sz="1800" b="1" dirty="0">
                <a:latin typeface="Segoe UI"/>
                <a:cs typeface="Segoe UI"/>
              </a:rPr>
              <a:t>or</a:t>
            </a:r>
            <a:r>
              <a:rPr sz="1800" b="1" spc="-40" dirty="0">
                <a:latin typeface="Segoe UI"/>
                <a:cs typeface="Segoe UI"/>
              </a:rPr>
              <a:t> </a:t>
            </a:r>
            <a:r>
              <a:rPr sz="1800" b="1" dirty="0">
                <a:latin typeface="Segoe UI"/>
                <a:cs typeface="Segoe UI"/>
              </a:rPr>
              <a:t>the</a:t>
            </a:r>
            <a:r>
              <a:rPr sz="1800" b="1" spc="-125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OpenAI</a:t>
            </a:r>
            <a:r>
              <a:rPr sz="1800" b="1" spc="-85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API).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1601" y="5975705"/>
            <a:ext cx="7521575" cy="82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Your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fine-</a:t>
            </a:r>
            <a:r>
              <a:rPr sz="1800" dirty="0">
                <a:latin typeface="Segoe UI"/>
                <a:cs typeface="Segoe UI"/>
              </a:rPr>
              <a:t>tuned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Azure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OpenAI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models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are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available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exclusively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for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your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use.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89"/>
              </a:spcBef>
            </a:pPr>
            <a:r>
              <a:rPr sz="1800" dirty="0">
                <a:latin typeface="Segoe UI"/>
                <a:cs typeface="Segoe UI"/>
              </a:rPr>
              <a:t>Learn</a:t>
            </a:r>
            <a:r>
              <a:rPr sz="1800" spc="-9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more</a:t>
            </a:r>
            <a:r>
              <a:rPr sz="1800" spc="-110" dirty="0">
                <a:latin typeface="Segoe UI"/>
                <a:cs typeface="Segoe UI"/>
              </a:rPr>
              <a:t> </a:t>
            </a:r>
            <a:r>
              <a:rPr sz="1800" u="sng" dirty="0">
                <a:solidFill>
                  <a:srgbClr val="0078D3"/>
                </a:solidFill>
                <a:uFill>
                  <a:solidFill>
                    <a:srgbClr val="0078D3"/>
                  </a:solidFill>
                </a:uFill>
                <a:latin typeface="Segoe UI"/>
                <a:cs typeface="Segoe UI"/>
                <a:hlinkClick r:id="rId3"/>
              </a:rPr>
              <a:t>here</a:t>
            </a:r>
            <a:r>
              <a:rPr sz="1800" spc="-80" dirty="0">
                <a:solidFill>
                  <a:srgbClr val="0078D3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about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how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Azure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OpenAI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processes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data.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3691" y="6448044"/>
            <a:ext cx="8046084" cy="0"/>
          </a:xfrm>
          <a:custGeom>
            <a:avLst/>
            <a:gdLst/>
            <a:ahLst/>
            <a:cxnLst/>
            <a:rect l="l" t="t" r="r" b="b"/>
            <a:pathLst>
              <a:path w="8046084">
                <a:moveTo>
                  <a:pt x="0" y="0"/>
                </a:moveTo>
                <a:lnTo>
                  <a:pt x="8045577" y="0"/>
                </a:lnTo>
              </a:path>
            </a:pathLst>
          </a:custGeom>
          <a:ln w="6350">
            <a:solidFill>
              <a:srgbClr val="BEBEB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692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Segoe UI"/>
                <a:cs typeface="Segoe UI"/>
              </a:rPr>
              <a:t>Azure</a:t>
            </a:r>
            <a:r>
              <a:rPr b="1" spc="-250" dirty="0">
                <a:latin typeface="Segoe UI"/>
                <a:cs typeface="Segoe UI"/>
              </a:rPr>
              <a:t> </a:t>
            </a:r>
            <a:r>
              <a:rPr b="1" spc="-10" dirty="0">
                <a:latin typeface="Segoe UI"/>
                <a:cs typeface="Segoe UI"/>
              </a:rPr>
              <a:t>OpenAI</a:t>
            </a:r>
            <a:r>
              <a:rPr b="1" spc="-210" dirty="0">
                <a:latin typeface="Segoe UI"/>
                <a:cs typeface="Segoe UI"/>
              </a:rPr>
              <a:t> </a:t>
            </a:r>
            <a:r>
              <a:rPr b="1" spc="35" dirty="0">
                <a:latin typeface="Segoe UI"/>
                <a:cs typeface="Segoe UI"/>
              </a:rPr>
              <a:t>Service</a:t>
            </a:r>
          </a:p>
        </p:txBody>
      </p:sp>
      <p:sp>
        <p:nvSpPr>
          <p:cNvPr id="4" name="object 4"/>
          <p:cNvSpPr/>
          <p:nvPr/>
        </p:nvSpPr>
        <p:spPr>
          <a:xfrm>
            <a:off x="563880" y="1475232"/>
            <a:ext cx="11064240" cy="571500"/>
          </a:xfrm>
          <a:custGeom>
            <a:avLst/>
            <a:gdLst/>
            <a:ahLst/>
            <a:cxnLst/>
            <a:rect l="l" t="t" r="r" b="b"/>
            <a:pathLst>
              <a:path w="11064240" h="571500">
                <a:moveTo>
                  <a:pt x="10778490" y="0"/>
                </a:moveTo>
                <a:lnTo>
                  <a:pt x="285750" y="0"/>
                </a:lnTo>
                <a:lnTo>
                  <a:pt x="239401" y="3738"/>
                </a:lnTo>
                <a:lnTo>
                  <a:pt x="195432" y="14563"/>
                </a:lnTo>
                <a:lnTo>
                  <a:pt x="154433" y="31886"/>
                </a:lnTo>
                <a:lnTo>
                  <a:pt x="116991" y="55120"/>
                </a:lnTo>
                <a:lnTo>
                  <a:pt x="83696" y="83677"/>
                </a:lnTo>
                <a:lnTo>
                  <a:pt x="55134" y="116970"/>
                </a:lnTo>
                <a:lnTo>
                  <a:pt x="31895" y="154411"/>
                </a:lnTo>
                <a:lnTo>
                  <a:pt x="14568" y="195413"/>
                </a:lnTo>
                <a:lnTo>
                  <a:pt x="3740" y="239388"/>
                </a:lnTo>
                <a:lnTo>
                  <a:pt x="0" y="285750"/>
                </a:lnTo>
                <a:lnTo>
                  <a:pt x="3740" y="332111"/>
                </a:lnTo>
                <a:lnTo>
                  <a:pt x="14568" y="376086"/>
                </a:lnTo>
                <a:lnTo>
                  <a:pt x="31895" y="417088"/>
                </a:lnTo>
                <a:lnTo>
                  <a:pt x="55134" y="454529"/>
                </a:lnTo>
                <a:lnTo>
                  <a:pt x="83696" y="487822"/>
                </a:lnTo>
                <a:lnTo>
                  <a:pt x="116991" y="516379"/>
                </a:lnTo>
                <a:lnTo>
                  <a:pt x="154433" y="539613"/>
                </a:lnTo>
                <a:lnTo>
                  <a:pt x="195432" y="556936"/>
                </a:lnTo>
                <a:lnTo>
                  <a:pt x="239401" y="567761"/>
                </a:lnTo>
                <a:lnTo>
                  <a:pt x="285750" y="571500"/>
                </a:lnTo>
                <a:lnTo>
                  <a:pt x="10778490" y="571500"/>
                </a:lnTo>
                <a:lnTo>
                  <a:pt x="10824851" y="567761"/>
                </a:lnTo>
                <a:lnTo>
                  <a:pt x="10868826" y="556936"/>
                </a:lnTo>
                <a:lnTo>
                  <a:pt x="10909828" y="539613"/>
                </a:lnTo>
                <a:lnTo>
                  <a:pt x="10947269" y="516379"/>
                </a:lnTo>
                <a:lnTo>
                  <a:pt x="10980562" y="487822"/>
                </a:lnTo>
                <a:lnTo>
                  <a:pt x="11009119" y="454529"/>
                </a:lnTo>
                <a:lnTo>
                  <a:pt x="11032353" y="417088"/>
                </a:lnTo>
                <a:lnTo>
                  <a:pt x="11049676" y="376086"/>
                </a:lnTo>
                <a:lnTo>
                  <a:pt x="11060501" y="332111"/>
                </a:lnTo>
                <a:lnTo>
                  <a:pt x="11064240" y="285750"/>
                </a:lnTo>
                <a:lnTo>
                  <a:pt x="11060501" y="239388"/>
                </a:lnTo>
                <a:lnTo>
                  <a:pt x="11049676" y="195413"/>
                </a:lnTo>
                <a:lnTo>
                  <a:pt x="11032353" y="154411"/>
                </a:lnTo>
                <a:lnTo>
                  <a:pt x="11009119" y="116970"/>
                </a:lnTo>
                <a:lnTo>
                  <a:pt x="10980562" y="83677"/>
                </a:lnTo>
                <a:lnTo>
                  <a:pt x="10947269" y="55120"/>
                </a:lnTo>
                <a:lnTo>
                  <a:pt x="10909828" y="31886"/>
                </a:lnTo>
                <a:lnTo>
                  <a:pt x="10868826" y="14563"/>
                </a:lnTo>
                <a:lnTo>
                  <a:pt x="10824851" y="3738"/>
                </a:lnTo>
                <a:lnTo>
                  <a:pt x="10778490" y="0"/>
                </a:lnTo>
                <a:close/>
              </a:path>
            </a:pathLst>
          </a:custGeom>
          <a:solidFill>
            <a:srgbClr val="8560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61107" y="1588388"/>
            <a:ext cx="76568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Enterprise-grade</a:t>
            </a:r>
            <a:r>
              <a:rPr sz="2000" b="1" spc="-5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AI</a:t>
            </a:r>
            <a:r>
              <a:rPr sz="2000" b="1" spc="-5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service</a:t>
            </a:r>
            <a:r>
              <a:rPr sz="2000" b="1" spc="-7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for</a:t>
            </a:r>
            <a:r>
              <a:rPr sz="2000" b="1" spc="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text,</a:t>
            </a:r>
            <a:r>
              <a:rPr sz="2000" b="1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Segoe UI"/>
                <a:cs typeface="Segoe UI"/>
              </a:rPr>
              <a:t>image,</a:t>
            </a:r>
            <a:r>
              <a:rPr sz="2000" b="1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sz="2000" b="1" spc="-6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Segoe UI"/>
                <a:cs typeface="Segoe UI"/>
              </a:rPr>
              <a:t>code</a:t>
            </a:r>
            <a:r>
              <a:rPr sz="2000" b="1" spc="-7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Segoe UI"/>
                <a:cs typeface="Segoe UI"/>
              </a:rPr>
              <a:t>generation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91232" y="2115509"/>
            <a:ext cx="11264900" cy="4305300"/>
            <a:chOff x="491232" y="2115509"/>
            <a:chExt cx="11264900" cy="43053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232" y="2115509"/>
              <a:ext cx="11264779" cy="43052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2167" y="2206752"/>
              <a:ext cx="11023600" cy="4063365"/>
            </a:xfrm>
            <a:custGeom>
              <a:avLst/>
              <a:gdLst/>
              <a:ahLst/>
              <a:cxnLst/>
              <a:rect l="l" t="t" r="r" b="b"/>
              <a:pathLst>
                <a:path w="11023600" h="4063365">
                  <a:moveTo>
                    <a:pt x="10886440" y="0"/>
                  </a:moveTo>
                  <a:lnTo>
                    <a:pt x="136639" y="0"/>
                  </a:lnTo>
                  <a:lnTo>
                    <a:pt x="93450" y="6969"/>
                  </a:lnTo>
                  <a:lnTo>
                    <a:pt x="55942" y="26375"/>
                  </a:lnTo>
                  <a:lnTo>
                    <a:pt x="26363" y="55961"/>
                  </a:lnTo>
                  <a:lnTo>
                    <a:pt x="6966" y="93472"/>
                  </a:lnTo>
                  <a:lnTo>
                    <a:pt x="0" y="136651"/>
                  </a:lnTo>
                  <a:lnTo>
                    <a:pt x="0" y="3926344"/>
                  </a:lnTo>
                  <a:lnTo>
                    <a:pt x="6966" y="3969533"/>
                  </a:lnTo>
                  <a:lnTo>
                    <a:pt x="26363" y="4007041"/>
                  </a:lnTo>
                  <a:lnTo>
                    <a:pt x="55942" y="4036620"/>
                  </a:lnTo>
                  <a:lnTo>
                    <a:pt x="93450" y="4056017"/>
                  </a:lnTo>
                  <a:lnTo>
                    <a:pt x="136639" y="4062984"/>
                  </a:lnTo>
                  <a:lnTo>
                    <a:pt x="10886440" y="4062984"/>
                  </a:lnTo>
                  <a:lnTo>
                    <a:pt x="10929619" y="4056017"/>
                  </a:lnTo>
                  <a:lnTo>
                    <a:pt x="10967130" y="4036620"/>
                  </a:lnTo>
                  <a:lnTo>
                    <a:pt x="10996716" y="4007041"/>
                  </a:lnTo>
                  <a:lnTo>
                    <a:pt x="11016122" y="3969533"/>
                  </a:lnTo>
                  <a:lnTo>
                    <a:pt x="11023091" y="3926344"/>
                  </a:lnTo>
                  <a:lnTo>
                    <a:pt x="11023091" y="136651"/>
                  </a:lnTo>
                  <a:lnTo>
                    <a:pt x="11016122" y="93471"/>
                  </a:lnTo>
                  <a:lnTo>
                    <a:pt x="10996716" y="55961"/>
                  </a:lnTo>
                  <a:lnTo>
                    <a:pt x="10967130" y="26375"/>
                  </a:lnTo>
                  <a:lnTo>
                    <a:pt x="10929619" y="6969"/>
                  </a:lnTo>
                  <a:lnTo>
                    <a:pt x="10886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4476" y="2391156"/>
              <a:ext cx="0" cy="3693160"/>
            </a:xfrm>
            <a:custGeom>
              <a:avLst/>
              <a:gdLst/>
              <a:ahLst/>
              <a:cxnLst/>
              <a:rect l="l" t="t" r="r" b="b"/>
              <a:pathLst>
                <a:path h="3693160">
                  <a:moveTo>
                    <a:pt x="0" y="0"/>
                  </a:moveTo>
                  <a:lnTo>
                    <a:pt x="0" y="3693083"/>
                  </a:lnTo>
                </a:path>
              </a:pathLst>
            </a:custGeom>
            <a:ln w="12700">
              <a:solidFill>
                <a:srgbClr val="D9D9D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8947" y="2446112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294405" y="121732"/>
                  </a:moveTo>
                  <a:lnTo>
                    <a:pt x="30456" y="121731"/>
                  </a:lnTo>
                  <a:lnTo>
                    <a:pt x="0" y="152164"/>
                  </a:lnTo>
                  <a:lnTo>
                    <a:pt x="0" y="375338"/>
                  </a:lnTo>
                  <a:lnTo>
                    <a:pt x="31210" y="405923"/>
                  </a:lnTo>
                  <a:lnTo>
                    <a:pt x="277883" y="405923"/>
                  </a:lnTo>
                  <a:lnTo>
                    <a:pt x="254213" y="385155"/>
                  </a:lnTo>
                  <a:lnTo>
                    <a:pt x="237179" y="359797"/>
                  </a:lnTo>
                  <a:lnTo>
                    <a:pt x="226830" y="329965"/>
                  </a:lnTo>
                  <a:lnTo>
                    <a:pt x="223341" y="295888"/>
                  </a:lnTo>
                  <a:lnTo>
                    <a:pt x="223341" y="294183"/>
                  </a:lnTo>
                  <a:lnTo>
                    <a:pt x="162429" y="294183"/>
                  </a:lnTo>
                  <a:lnTo>
                    <a:pt x="150574" y="291792"/>
                  </a:lnTo>
                  <a:lnTo>
                    <a:pt x="140894" y="285270"/>
                  </a:lnTo>
                  <a:lnTo>
                    <a:pt x="134366" y="275597"/>
                  </a:lnTo>
                  <a:lnTo>
                    <a:pt x="131972" y="263752"/>
                  </a:lnTo>
                  <a:lnTo>
                    <a:pt x="134366" y="251907"/>
                  </a:lnTo>
                  <a:lnTo>
                    <a:pt x="140894" y="242233"/>
                  </a:lnTo>
                  <a:lnTo>
                    <a:pt x="150574" y="235711"/>
                  </a:lnTo>
                  <a:lnTo>
                    <a:pt x="162429" y="233319"/>
                  </a:lnTo>
                  <a:lnTo>
                    <a:pt x="226027" y="233319"/>
                  </a:lnTo>
                  <a:lnTo>
                    <a:pt x="231596" y="224899"/>
                  </a:lnTo>
                  <a:lnTo>
                    <a:pt x="240622" y="218696"/>
                  </a:lnTo>
                  <a:lnTo>
                    <a:pt x="251766" y="216412"/>
                  </a:lnTo>
                  <a:lnTo>
                    <a:pt x="265746" y="214900"/>
                  </a:lnTo>
                  <a:lnTo>
                    <a:pt x="279113" y="210287"/>
                  </a:lnTo>
                  <a:lnTo>
                    <a:pt x="291992" y="202460"/>
                  </a:lnTo>
                  <a:lnTo>
                    <a:pt x="304506" y="191305"/>
                  </a:lnTo>
                  <a:lnTo>
                    <a:pt x="306672" y="189276"/>
                  </a:lnTo>
                  <a:lnTo>
                    <a:pt x="311934" y="184829"/>
                  </a:lnTo>
                  <a:lnTo>
                    <a:pt x="318381" y="182597"/>
                  </a:lnTo>
                  <a:lnTo>
                    <a:pt x="324861" y="182597"/>
                  </a:lnTo>
                  <a:lnTo>
                    <a:pt x="324861" y="152165"/>
                  </a:lnTo>
                  <a:lnTo>
                    <a:pt x="322467" y="140319"/>
                  </a:lnTo>
                  <a:lnTo>
                    <a:pt x="315940" y="130646"/>
                  </a:lnTo>
                  <a:lnTo>
                    <a:pt x="306259" y="124123"/>
                  </a:lnTo>
                  <a:lnTo>
                    <a:pt x="294405" y="121732"/>
                  </a:lnTo>
                  <a:close/>
                </a:path>
                <a:path w="406400" h="406400">
                  <a:moveTo>
                    <a:pt x="401919" y="236734"/>
                  </a:moveTo>
                  <a:lnTo>
                    <a:pt x="247300" y="236734"/>
                  </a:lnTo>
                  <a:lnTo>
                    <a:pt x="243645" y="240522"/>
                  </a:lnTo>
                  <a:lnTo>
                    <a:pt x="243729" y="301264"/>
                  </a:lnTo>
                  <a:lnTo>
                    <a:pt x="264814" y="366071"/>
                  </a:lnTo>
                  <a:lnTo>
                    <a:pt x="322306" y="405345"/>
                  </a:lnTo>
                  <a:lnTo>
                    <a:pt x="325775" y="405923"/>
                  </a:lnTo>
                  <a:lnTo>
                    <a:pt x="327450" y="405345"/>
                  </a:lnTo>
                  <a:lnTo>
                    <a:pt x="361664" y="388285"/>
                  </a:lnTo>
                  <a:lnTo>
                    <a:pt x="386255" y="364258"/>
                  </a:lnTo>
                  <a:lnTo>
                    <a:pt x="401101" y="333410"/>
                  </a:lnTo>
                  <a:lnTo>
                    <a:pt x="406077" y="295888"/>
                  </a:lnTo>
                  <a:lnTo>
                    <a:pt x="406077" y="245154"/>
                  </a:lnTo>
                  <a:lnTo>
                    <a:pt x="405925" y="243447"/>
                  </a:lnTo>
                  <a:lnTo>
                    <a:pt x="405164" y="239609"/>
                  </a:lnTo>
                  <a:lnTo>
                    <a:pt x="401919" y="236734"/>
                  </a:lnTo>
                  <a:close/>
                </a:path>
                <a:path w="406400" h="406400">
                  <a:moveTo>
                    <a:pt x="226027" y="233319"/>
                  </a:moveTo>
                  <a:lnTo>
                    <a:pt x="162429" y="233319"/>
                  </a:lnTo>
                  <a:lnTo>
                    <a:pt x="174283" y="235711"/>
                  </a:lnTo>
                  <a:lnTo>
                    <a:pt x="183964" y="242233"/>
                  </a:lnTo>
                  <a:lnTo>
                    <a:pt x="190491" y="251907"/>
                  </a:lnTo>
                  <a:lnTo>
                    <a:pt x="192885" y="263752"/>
                  </a:lnTo>
                  <a:lnTo>
                    <a:pt x="190491" y="275597"/>
                  </a:lnTo>
                  <a:lnTo>
                    <a:pt x="183964" y="285270"/>
                  </a:lnTo>
                  <a:lnTo>
                    <a:pt x="174283" y="291792"/>
                  </a:lnTo>
                  <a:lnTo>
                    <a:pt x="162429" y="294183"/>
                  </a:lnTo>
                  <a:lnTo>
                    <a:pt x="223341" y="294183"/>
                  </a:lnTo>
                  <a:lnTo>
                    <a:pt x="223341" y="245154"/>
                  </a:lnTo>
                  <a:lnTo>
                    <a:pt x="225548" y="234044"/>
                  </a:lnTo>
                  <a:lnTo>
                    <a:pt x="226027" y="233319"/>
                  </a:lnTo>
                  <a:close/>
                </a:path>
                <a:path w="406400" h="406400">
                  <a:moveTo>
                    <a:pt x="327128" y="202058"/>
                  </a:moveTo>
                  <a:lnTo>
                    <a:pt x="322137" y="202210"/>
                  </a:lnTo>
                  <a:lnTo>
                    <a:pt x="319142" y="205388"/>
                  </a:lnTo>
                  <a:lnTo>
                    <a:pt x="303585" y="219145"/>
                  </a:lnTo>
                  <a:lnTo>
                    <a:pt x="287193" y="228936"/>
                  </a:lnTo>
                  <a:lnTo>
                    <a:pt x="269932" y="234789"/>
                  </a:lnTo>
                  <a:lnTo>
                    <a:pt x="251766" y="236734"/>
                  </a:lnTo>
                  <a:lnTo>
                    <a:pt x="398272" y="236734"/>
                  </a:lnTo>
                  <a:lnTo>
                    <a:pt x="380047" y="234790"/>
                  </a:lnTo>
                  <a:lnTo>
                    <a:pt x="379860" y="234790"/>
                  </a:lnTo>
                  <a:lnTo>
                    <a:pt x="362579" y="228936"/>
                  </a:lnTo>
                  <a:lnTo>
                    <a:pt x="346180" y="219145"/>
                  </a:lnTo>
                  <a:lnTo>
                    <a:pt x="330669" y="205388"/>
                  </a:lnTo>
                  <a:lnTo>
                    <a:pt x="327128" y="202058"/>
                  </a:lnTo>
                  <a:close/>
                </a:path>
                <a:path w="406400" h="406400">
                  <a:moveTo>
                    <a:pt x="162429" y="0"/>
                  </a:moveTo>
                  <a:lnTo>
                    <a:pt x="130816" y="6377"/>
                  </a:lnTo>
                  <a:lnTo>
                    <a:pt x="105001" y="23769"/>
                  </a:lnTo>
                  <a:lnTo>
                    <a:pt x="87597" y="49565"/>
                  </a:lnTo>
                  <a:lnTo>
                    <a:pt x="81216" y="81154"/>
                  </a:lnTo>
                  <a:lnTo>
                    <a:pt x="81216" y="121731"/>
                  </a:lnTo>
                  <a:lnTo>
                    <a:pt x="121820" y="121731"/>
                  </a:lnTo>
                  <a:lnTo>
                    <a:pt x="121820" y="81154"/>
                  </a:lnTo>
                  <a:lnTo>
                    <a:pt x="125013" y="65356"/>
                  </a:lnTo>
                  <a:lnTo>
                    <a:pt x="133717" y="52458"/>
                  </a:lnTo>
                  <a:lnTo>
                    <a:pt x="146625" y="43764"/>
                  </a:lnTo>
                  <a:lnTo>
                    <a:pt x="162429" y="40577"/>
                  </a:lnTo>
                  <a:lnTo>
                    <a:pt x="231198" y="40577"/>
                  </a:lnTo>
                  <a:lnTo>
                    <a:pt x="219857" y="23769"/>
                  </a:lnTo>
                  <a:lnTo>
                    <a:pt x="194042" y="6377"/>
                  </a:lnTo>
                  <a:lnTo>
                    <a:pt x="162429" y="0"/>
                  </a:lnTo>
                  <a:close/>
                </a:path>
                <a:path w="406400" h="406400">
                  <a:moveTo>
                    <a:pt x="231198" y="40577"/>
                  </a:moveTo>
                  <a:lnTo>
                    <a:pt x="162429" y="40577"/>
                  </a:lnTo>
                  <a:lnTo>
                    <a:pt x="178239" y="43764"/>
                  </a:lnTo>
                  <a:lnTo>
                    <a:pt x="191146" y="52458"/>
                  </a:lnTo>
                  <a:lnTo>
                    <a:pt x="199847" y="65356"/>
                  </a:lnTo>
                  <a:lnTo>
                    <a:pt x="203037" y="81154"/>
                  </a:lnTo>
                  <a:lnTo>
                    <a:pt x="203037" y="121731"/>
                  </a:lnTo>
                  <a:lnTo>
                    <a:pt x="243645" y="121731"/>
                  </a:lnTo>
                  <a:lnTo>
                    <a:pt x="243645" y="81154"/>
                  </a:lnTo>
                  <a:lnTo>
                    <a:pt x="237262" y="49565"/>
                  </a:lnTo>
                  <a:lnTo>
                    <a:pt x="231198" y="40577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39823" y="2391156"/>
              <a:ext cx="4226560" cy="1732914"/>
            </a:xfrm>
            <a:custGeom>
              <a:avLst/>
              <a:gdLst/>
              <a:ahLst/>
              <a:cxnLst/>
              <a:rect l="l" t="t" r="r" b="b"/>
              <a:pathLst>
                <a:path w="4226560" h="1732914">
                  <a:moveTo>
                    <a:pt x="4109974" y="0"/>
                  </a:moveTo>
                  <a:lnTo>
                    <a:pt x="116077" y="0"/>
                  </a:lnTo>
                  <a:lnTo>
                    <a:pt x="70883" y="9118"/>
                  </a:lnTo>
                  <a:lnTo>
                    <a:pt x="33988" y="33988"/>
                  </a:lnTo>
                  <a:lnTo>
                    <a:pt x="9118" y="70883"/>
                  </a:lnTo>
                  <a:lnTo>
                    <a:pt x="0" y="116078"/>
                  </a:lnTo>
                  <a:lnTo>
                    <a:pt x="0" y="1616710"/>
                  </a:lnTo>
                  <a:lnTo>
                    <a:pt x="9118" y="1661904"/>
                  </a:lnTo>
                  <a:lnTo>
                    <a:pt x="33988" y="1698799"/>
                  </a:lnTo>
                  <a:lnTo>
                    <a:pt x="70883" y="1723669"/>
                  </a:lnTo>
                  <a:lnTo>
                    <a:pt x="116077" y="1732788"/>
                  </a:lnTo>
                  <a:lnTo>
                    <a:pt x="4109974" y="1732788"/>
                  </a:lnTo>
                  <a:lnTo>
                    <a:pt x="4155168" y="1723669"/>
                  </a:lnTo>
                  <a:lnTo>
                    <a:pt x="4192063" y="1698799"/>
                  </a:lnTo>
                  <a:lnTo>
                    <a:pt x="4216933" y="1661904"/>
                  </a:lnTo>
                  <a:lnTo>
                    <a:pt x="4226052" y="1616710"/>
                  </a:lnTo>
                  <a:lnTo>
                    <a:pt x="4226052" y="116078"/>
                  </a:lnTo>
                  <a:lnTo>
                    <a:pt x="4216933" y="70883"/>
                  </a:lnTo>
                  <a:lnTo>
                    <a:pt x="4192063" y="33988"/>
                  </a:lnTo>
                  <a:lnTo>
                    <a:pt x="4155168" y="9118"/>
                  </a:lnTo>
                  <a:lnTo>
                    <a:pt x="41099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52980" y="2393233"/>
            <a:ext cx="3708400" cy="126365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000" b="1" spc="-10" dirty="0">
                <a:solidFill>
                  <a:srgbClr val="8560C5"/>
                </a:solidFill>
                <a:latin typeface="Segoe UI"/>
                <a:cs typeface="Segoe UI"/>
              </a:rPr>
              <a:t>Security</a:t>
            </a:r>
            <a:endParaRPr sz="20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409"/>
              </a:spcBef>
            </a:pPr>
            <a:r>
              <a:rPr sz="1800" spc="-10" dirty="0">
                <a:latin typeface="Segoe UI"/>
                <a:cs typeface="Segoe UI"/>
              </a:rPr>
              <a:t>Deployed</a:t>
            </a:r>
            <a:r>
              <a:rPr sz="1800" spc="-1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</a:t>
            </a:r>
            <a:r>
              <a:rPr sz="1800" spc="-114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your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Azure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subscription, </a:t>
            </a:r>
            <a:r>
              <a:rPr sz="1800" dirty="0">
                <a:latin typeface="Segoe UI"/>
                <a:cs typeface="Segoe UI"/>
              </a:rPr>
              <a:t>secured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by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you,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and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tied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your </a:t>
            </a:r>
            <a:r>
              <a:rPr sz="1800" dirty="0">
                <a:latin typeface="Segoe UI"/>
                <a:cs typeface="Segoe UI"/>
              </a:rPr>
              <a:t>datasets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and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apps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489521" y="2391155"/>
            <a:ext cx="4937760" cy="1732914"/>
            <a:chOff x="6489521" y="2391155"/>
            <a:chExt cx="4937760" cy="1732914"/>
          </a:xfrm>
        </p:grpSpPr>
        <p:sp>
          <p:nvSpPr>
            <p:cNvPr id="14" name="object 14"/>
            <p:cNvSpPr/>
            <p:nvPr/>
          </p:nvSpPr>
          <p:spPr>
            <a:xfrm>
              <a:off x="6489521" y="2442842"/>
              <a:ext cx="387985" cy="409575"/>
            </a:xfrm>
            <a:custGeom>
              <a:avLst/>
              <a:gdLst/>
              <a:ahLst/>
              <a:cxnLst/>
              <a:rect l="l" t="t" r="r" b="b"/>
              <a:pathLst>
                <a:path w="387984" h="409575">
                  <a:moveTo>
                    <a:pt x="281223" y="195351"/>
                  </a:moveTo>
                  <a:lnTo>
                    <a:pt x="239702" y="203753"/>
                  </a:lnTo>
                  <a:lnTo>
                    <a:pt x="205795" y="226665"/>
                  </a:lnTo>
                  <a:lnTo>
                    <a:pt x="182934" y="260646"/>
                  </a:lnTo>
                  <a:lnTo>
                    <a:pt x="174551" y="302259"/>
                  </a:lnTo>
                  <a:lnTo>
                    <a:pt x="182934" y="343873"/>
                  </a:lnTo>
                  <a:lnTo>
                    <a:pt x="205795" y="377855"/>
                  </a:lnTo>
                  <a:lnTo>
                    <a:pt x="239702" y="400766"/>
                  </a:lnTo>
                  <a:lnTo>
                    <a:pt x="281223" y="409168"/>
                  </a:lnTo>
                  <a:lnTo>
                    <a:pt x="322744" y="400766"/>
                  </a:lnTo>
                  <a:lnTo>
                    <a:pt x="356651" y="377855"/>
                  </a:lnTo>
                  <a:lnTo>
                    <a:pt x="374163" y="351824"/>
                  </a:lnTo>
                  <a:lnTo>
                    <a:pt x="258773" y="351824"/>
                  </a:lnTo>
                  <a:lnTo>
                    <a:pt x="212387" y="305340"/>
                  </a:lnTo>
                  <a:lnTo>
                    <a:pt x="212387" y="299178"/>
                  </a:lnTo>
                  <a:lnTo>
                    <a:pt x="219967" y="291578"/>
                  </a:lnTo>
                  <a:lnTo>
                    <a:pt x="297551" y="291578"/>
                  </a:lnTo>
                  <a:lnTo>
                    <a:pt x="336320" y="252710"/>
                  </a:lnTo>
                  <a:lnTo>
                    <a:pt x="374172" y="252710"/>
                  </a:lnTo>
                  <a:lnTo>
                    <a:pt x="356651" y="226665"/>
                  </a:lnTo>
                  <a:lnTo>
                    <a:pt x="322744" y="203753"/>
                  </a:lnTo>
                  <a:lnTo>
                    <a:pt x="281223" y="195351"/>
                  </a:lnTo>
                  <a:close/>
                </a:path>
                <a:path w="387984" h="409575">
                  <a:moveTo>
                    <a:pt x="342591" y="59285"/>
                  </a:moveTo>
                  <a:lnTo>
                    <a:pt x="6511" y="59285"/>
                  </a:lnTo>
                  <a:lnTo>
                    <a:pt x="0" y="65813"/>
                  </a:lnTo>
                  <a:lnTo>
                    <a:pt x="0" y="175913"/>
                  </a:lnTo>
                  <a:lnTo>
                    <a:pt x="4767" y="222356"/>
                  </a:lnTo>
                  <a:lnTo>
                    <a:pt x="19016" y="264467"/>
                  </a:lnTo>
                  <a:lnTo>
                    <a:pt x="40771" y="299178"/>
                  </a:lnTo>
                  <a:lnTo>
                    <a:pt x="75636" y="335517"/>
                  </a:lnTo>
                  <a:lnTo>
                    <a:pt x="117847" y="364370"/>
                  </a:lnTo>
                  <a:lnTo>
                    <a:pt x="169217" y="388719"/>
                  </a:lnTo>
                  <a:lnTo>
                    <a:pt x="176458" y="390071"/>
                  </a:lnTo>
                  <a:lnTo>
                    <a:pt x="186770" y="385939"/>
                  </a:lnTo>
                  <a:lnTo>
                    <a:pt x="164999" y="351287"/>
                  </a:lnTo>
                  <a:lnTo>
                    <a:pt x="155524" y="312465"/>
                  </a:lnTo>
                  <a:lnTo>
                    <a:pt x="158600" y="272618"/>
                  </a:lnTo>
                  <a:lnTo>
                    <a:pt x="174486" y="234891"/>
                  </a:lnTo>
                  <a:lnTo>
                    <a:pt x="209013" y="198557"/>
                  </a:lnTo>
                  <a:lnTo>
                    <a:pt x="253225" y="178993"/>
                  </a:lnTo>
                  <a:lnTo>
                    <a:pt x="301529" y="177473"/>
                  </a:lnTo>
                  <a:lnTo>
                    <a:pt x="349105" y="177473"/>
                  </a:lnTo>
                  <a:lnTo>
                    <a:pt x="349105" y="65813"/>
                  </a:lnTo>
                  <a:lnTo>
                    <a:pt x="342591" y="59285"/>
                  </a:lnTo>
                  <a:close/>
                </a:path>
                <a:path w="387984" h="409575">
                  <a:moveTo>
                    <a:pt x="374172" y="252710"/>
                  </a:moveTo>
                  <a:lnTo>
                    <a:pt x="342478" y="252710"/>
                  </a:lnTo>
                  <a:lnTo>
                    <a:pt x="350075" y="260291"/>
                  </a:lnTo>
                  <a:lnTo>
                    <a:pt x="350075" y="266446"/>
                  </a:lnTo>
                  <a:lnTo>
                    <a:pt x="264907" y="351824"/>
                  </a:lnTo>
                  <a:lnTo>
                    <a:pt x="374163" y="351824"/>
                  </a:lnTo>
                  <a:lnTo>
                    <a:pt x="379512" y="343873"/>
                  </a:lnTo>
                  <a:lnTo>
                    <a:pt x="387895" y="302259"/>
                  </a:lnTo>
                  <a:lnTo>
                    <a:pt x="379512" y="260646"/>
                  </a:lnTo>
                  <a:lnTo>
                    <a:pt x="374172" y="252710"/>
                  </a:lnTo>
                  <a:close/>
                </a:path>
                <a:path w="387984" h="409575">
                  <a:moveTo>
                    <a:pt x="297551" y="291578"/>
                  </a:moveTo>
                  <a:lnTo>
                    <a:pt x="226109" y="291578"/>
                  </a:lnTo>
                  <a:lnTo>
                    <a:pt x="261828" y="327392"/>
                  </a:lnTo>
                  <a:lnTo>
                    <a:pt x="297551" y="291578"/>
                  </a:lnTo>
                  <a:close/>
                </a:path>
                <a:path w="387984" h="409575">
                  <a:moveTo>
                    <a:pt x="349105" y="177473"/>
                  </a:moveTo>
                  <a:lnTo>
                    <a:pt x="301529" y="177473"/>
                  </a:lnTo>
                  <a:lnTo>
                    <a:pt x="348542" y="195351"/>
                  </a:lnTo>
                  <a:lnTo>
                    <a:pt x="348323" y="195351"/>
                  </a:lnTo>
                  <a:lnTo>
                    <a:pt x="348830" y="188937"/>
                  </a:lnTo>
                  <a:lnTo>
                    <a:pt x="349105" y="182490"/>
                  </a:lnTo>
                  <a:lnTo>
                    <a:pt x="349105" y="177473"/>
                  </a:lnTo>
                  <a:close/>
                </a:path>
                <a:path w="387984" h="409575">
                  <a:moveTo>
                    <a:pt x="178106" y="0"/>
                  </a:moveTo>
                  <a:lnTo>
                    <a:pt x="170995" y="0"/>
                  </a:lnTo>
                  <a:lnTo>
                    <a:pt x="165823" y="3887"/>
                  </a:lnTo>
                  <a:lnTo>
                    <a:pt x="128652" y="28178"/>
                  </a:lnTo>
                  <a:lnTo>
                    <a:pt x="91067" y="45484"/>
                  </a:lnTo>
                  <a:lnTo>
                    <a:pt x="53040" y="55841"/>
                  </a:lnTo>
                  <a:lnTo>
                    <a:pt x="14546" y="59285"/>
                  </a:lnTo>
                  <a:lnTo>
                    <a:pt x="334558" y="59285"/>
                  </a:lnTo>
                  <a:lnTo>
                    <a:pt x="296070" y="55841"/>
                  </a:lnTo>
                  <a:lnTo>
                    <a:pt x="258046" y="45484"/>
                  </a:lnTo>
                  <a:lnTo>
                    <a:pt x="220457" y="28179"/>
                  </a:lnTo>
                  <a:lnTo>
                    <a:pt x="183278" y="3887"/>
                  </a:lnTo>
                  <a:lnTo>
                    <a:pt x="178106" y="0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00899" y="2391155"/>
              <a:ext cx="4226560" cy="1732914"/>
            </a:xfrm>
            <a:custGeom>
              <a:avLst/>
              <a:gdLst/>
              <a:ahLst/>
              <a:cxnLst/>
              <a:rect l="l" t="t" r="r" b="b"/>
              <a:pathLst>
                <a:path w="4226559" h="1732914">
                  <a:moveTo>
                    <a:pt x="4109974" y="0"/>
                  </a:moveTo>
                  <a:lnTo>
                    <a:pt x="116077" y="0"/>
                  </a:lnTo>
                  <a:lnTo>
                    <a:pt x="70883" y="9118"/>
                  </a:lnTo>
                  <a:lnTo>
                    <a:pt x="33988" y="33988"/>
                  </a:lnTo>
                  <a:lnTo>
                    <a:pt x="9118" y="70883"/>
                  </a:lnTo>
                  <a:lnTo>
                    <a:pt x="0" y="116078"/>
                  </a:lnTo>
                  <a:lnTo>
                    <a:pt x="0" y="1616710"/>
                  </a:lnTo>
                  <a:lnTo>
                    <a:pt x="9118" y="1661904"/>
                  </a:lnTo>
                  <a:lnTo>
                    <a:pt x="33988" y="1698799"/>
                  </a:lnTo>
                  <a:lnTo>
                    <a:pt x="70883" y="1723669"/>
                  </a:lnTo>
                  <a:lnTo>
                    <a:pt x="116077" y="1732788"/>
                  </a:lnTo>
                  <a:lnTo>
                    <a:pt x="4109974" y="1732788"/>
                  </a:lnTo>
                  <a:lnTo>
                    <a:pt x="4155168" y="1723669"/>
                  </a:lnTo>
                  <a:lnTo>
                    <a:pt x="4192063" y="1698799"/>
                  </a:lnTo>
                  <a:lnTo>
                    <a:pt x="4216933" y="1661904"/>
                  </a:lnTo>
                  <a:lnTo>
                    <a:pt x="4226052" y="1616710"/>
                  </a:lnTo>
                  <a:lnTo>
                    <a:pt x="4226052" y="116078"/>
                  </a:lnTo>
                  <a:lnTo>
                    <a:pt x="4216933" y="70883"/>
                  </a:lnTo>
                  <a:lnTo>
                    <a:pt x="4192063" y="33988"/>
                  </a:lnTo>
                  <a:lnTo>
                    <a:pt x="4155168" y="9118"/>
                  </a:lnTo>
                  <a:lnTo>
                    <a:pt x="41099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14945" y="2393233"/>
            <a:ext cx="3438525" cy="126365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000" b="1" spc="-10" dirty="0">
                <a:solidFill>
                  <a:srgbClr val="8560C5"/>
                </a:solidFill>
                <a:latin typeface="Segoe UI"/>
                <a:cs typeface="Segoe UI"/>
              </a:rPr>
              <a:t>Safety</a:t>
            </a:r>
            <a:endParaRPr sz="20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409"/>
              </a:spcBef>
            </a:pPr>
            <a:r>
              <a:rPr sz="1800" spc="-20" dirty="0">
                <a:latin typeface="Segoe UI"/>
                <a:cs typeface="Segoe UI"/>
              </a:rPr>
              <a:t>Built-</a:t>
            </a:r>
            <a:r>
              <a:rPr sz="1800" spc="-25" dirty="0">
                <a:latin typeface="Segoe UI"/>
                <a:cs typeface="Segoe UI"/>
              </a:rPr>
              <a:t>in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tools</a:t>
            </a:r>
            <a:r>
              <a:rPr sz="1800" spc="-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help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detect</a:t>
            </a:r>
            <a:r>
              <a:rPr sz="1800" spc="-5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and </a:t>
            </a:r>
            <a:r>
              <a:rPr sz="1800" spc="-10" dirty="0">
                <a:latin typeface="Segoe UI"/>
                <a:cs typeface="Segoe UI"/>
              </a:rPr>
              <a:t>mitigate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harmful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content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for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more </a:t>
            </a:r>
            <a:r>
              <a:rPr sz="1800" dirty="0">
                <a:latin typeface="Segoe UI"/>
                <a:cs typeface="Segoe UI"/>
              </a:rPr>
              <a:t>responsible</a:t>
            </a:r>
            <a:r>
              <a:rPr sz="1800" spc="-105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AI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53078" y="4351020"/>
            <a:ext cx="4912995" cy="1732914"/>
            <a:chOff x="953078" y="4351020"/>
            <a:chExt cx="4912995" cy="1732914"/>
          </a:xfrm>
        </p:grpSpPr>
        <p:sp>
          <p:nvSpPr>
            <p:cNvPr id="18" name="object 18"/>
            <p:cNvSpPr/>
            <p:nvPr/>
          </p:nvSpPr>
          <p:spPr>
            <a:xfrm>
              <a:off x="953078" y="4386902"/>
              <a:ext cx="376555" cy="443230"/>
            </a:xfrm>
            <a:custGeom>
              <a:avLst/>
              <a:gdLst/>
              <a:ahLst/>
              <a:cxnLst/>
              <a:rect l="l" t="t" r="r" b="b"/>
              <a:pathLst>
                <a:path w="376555" h="443229">
                  <a:moveTo>
                    <a:pt x="215128" y="0"/>
                  </a:moveTo>
                  <a:lnTo>
                    <a:pt x="203928" y="2060"/>
                  </a:lnTo>
                  <a:lnTo>
                    <a:pt x="196036" y="8544"/>
                  </a:lnTo>
                  <a:lnTo>
                    <a:pt x="190180" y="19907"/>
                  </a:lnTo>
                  <a:lnTo>
                    <a:pt x="185087" y="36604"/>
                  </a:lnTo>
                  <a:lnTo>
                    <a:pt x="185435" y="35242"/>
                  </a:lnTo>
                  <a:lnTo>
                    <a:pt x="168934" y="93536"/>
                  </a:lnTo>
                  <a:lnTo>
                    <a:pt x="109008" y="187562"/>
                  </a:lnTo>
                  <a:lnTo>
                    <a:pt x="83066" y="216742"/>
                  </a:lnTo>
                  <a:lnTo>
                    <a:pt x="49313" y="236321"/>
                  </a:lnTo>
                  <a:lnTo>
                    <a:pt x="23029" y="246398"/>
                  </a:lnTo>
                  <a:lnTo>
                    <a:pt x="11985" y="253074"/>
                  </a:lnTo>
                  <a:lnTo>
                    <a:pt x="4119" y="262858"/>
                  </a:lnTo>
                  <a:lnTo>
                    <a:pt x="0" y="274724"/>
                  </a:lnTo>
                  <a:lnTo>
                    <a:pt x="195" y="287648"/>
                  </a:lnTo>
                  <a:lnTo>
                    <a:pt x="14539" y="361787"/>
                  </a:lnTo>
                  <a:lnTo>
                    <a:pt x="37025" y="393547"/>
                  </a:lnTo>
                  <a:lnTo>
                    <a:pt x="222028" y="440983"/>
                  </a:lnTo>
                  <a:lnTo>
                    <a:pt x="261192" y="442642"/>
                  </a:lnTo>
                  <a:lnTo>
                    <a:pt x="296765" y="429655"/>
                  </a:lnTo>
                  <a:lnTo>
                    <a:pt x="324941" y="404308"/>
                  </a:lnTo>
                  <a:lnTo>
                    <a:pt x="341914" y="368892"/>
                  </a:lnTo>
                  <a:lnTo>
                    <a:pt x="374830" y="239535"/>
                  </a:lnTo>
                  <a:lnTo>
                    <a:pt x="375977" y="216671"/>
                  </a:lnTo>
                  <a:lnTo>
                    <a:pt x="368546" y="195868"/>
                  </a:lnTo>
                  <a:lnTo>
                    <a:pt x="353872" y="179378"/>
                  </a:lnTo>
                  <a:lnTo>
                    <a:pt x="333288" y="169452"/>
                  </a:lnTo>
                  <a:lnTo>
                    <a:pt x="323879" y="167671"/>
                  </a:lnTo>
                  <a:lnTo>
                    <a:pt x="252923" y="167671"/>
                  </a:lnTo>
                  <a:lnTo>
                    <a:pt x="259244" y="145935"/>
                  </a:lnTo>
                  <a:lnTo>
                    <a:pt x="263770" y="125591"/>
                  </a:lnTo>
                  <a:lnTo>
                    <a:pt x="266494" y="106623"/>
                  </a:lnTo>
                  <a:lnTo>
                    <a:pt x="267404" y="89013"/>
                  </a:lnTo>
                  <a:lnTo>
                    <a:pt x="263825" y="53893"/>
                  </a:lnTo>
                  <a:lnTo>
                    <a:pt x="253505" y="25652"/>
                  </a:lnTo>
                  <a:lnTo>
                    <a:pt x="237065" y="6837"/>
                  </a:lnTo>
                  <a:lnTo>
                    <a:pt x="215128" y="0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39823" y="4351020"/>
              <a:ext cx="4226560" cy="1732914"/>
            </a:xfrm>
            <a:custGeom>
              <a:avLst/>
              <a:gdLst/>
              <a:ahLst/>
              <a:cxnLst/>
              <a:rect l="l" t="t" r="r" b="b"/>
              <a:pathLst>
                <a:path w="4226560" h="1732914">
                  <a:moveTo>
                    <a:pt x="4109974" y="0"/>
                  </a:moveTo>
                  <a:lnTo>
                    <a:pt x="116077" y="0"/>
                  </a:lnTo>
                  <a:lnTo>
                    <a:pt x="70883" y="9118"/>
                  </a:lnTo>
                  <a:lnTo>
                    <a:pt x="33988" y="33988"/>
                  </a:lnTo>
                  <a:lnTo>
                    <a:pt x="9118" y="70883"/>
                  </a:lnTo>
                  <a:lnTo>
                    <a:pt x="0" y="116077"/>
                  </a:lnTo>
                  <a:lnTo>
                    <a:pt x="0" y="1616697"/>
                  </a:lnTo>
                  <a:lnTo>
                    <a:pt x="9118" y="1661882"/>
                  </a:lnTo>
                  <a:lnTo>
                    <a:pt x="33988" y="1698783"/>
                  </a:lnTo>
                  <a:lnTo>
                    <a:pt x="70883" y="1723664"/>
                  </a:lnTo>
                  <a:lnTo>
                    <a:pt x="116077" y="1732787"/>
                  </a:lnTo>
                  <a:lnTo>
                    <a:pt x="4109974" y="1732787"/>
                  </a:lnTo>
                  <a:lnTo>
                    <a:pt x="4155168" y="1723664"/>
                  </a:lnTo>
                  <a:lnTo>
                    <a:pt x="4192063" y="1698783"/>
                  </a:lnTo>
                  <a:lnTo>
                    <a:pt x="4216933" y="1661882"/>
                  </a:lnTo>
                  <a:lnTo>
                    <a:pt x="4226052" y="1616697"/>
                  </a:lnTo>
                  <a:lnTo>
                    <a:pt x="4226052" y="116077"/>
                  </a:lnTo>
                  <a:lnTo>
                    <a:pt x="4216933" y="70883"/>
                  </a:lnTo>
                  <a:lnTo>
                    <a:pt x="4192063" y="33988"/>
                  </a:lnTo>
                  <a:lnTo>
                    <a:pt x="4155168" y="9118"/>
                  </a:lnTo>
                  <a:lnTo>
                    <a:pt x="41099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752980" y="4355096"/>
            <a:ext cx="3811904" cy="98806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000" b="1" spc="-10" dirty="0">
                <a:solidFill>
                  <a:srgbClr val="8560C5"/>
                </a:solidFill>
                <a:latin typeface="Segoe UI"/>
                <a:cs typeface="Segoe UI"/>
              </a:rPr>
              <a:t>Quality</a:t>
            </a:r>
            <a:endParaRPr sz="20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405"/>
              </a:spcBef>
            </a:pPr>
            <a:r>
              <a:rPr sz="1800" dirty="0">
                <a:latin typeface="Segoe UI"/>
                <a:cs typeface="Segoe UI"/>
              </a:rPr>
              <a:t>AI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models,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some</a:t>
            </a:r>
            <a:r>
              <a:rPr sz="1800" spc="-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custom-</a:t>
            </a:r>
            <a:r>
              <a:rPr sz="1800" spc="-20" dirty="0">
                <a:latin typeface="Segoe UI"/>
                <a:cs typeface="Segoe UI"/>
              </a:rPr>
              <a:t>tunable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with </a:t>
            </a:r>
            <a:r>
              <a:rPr sz="1800" dirty="0">
                <a:latin typeface="Segoe UI"/>
                <a:cs typeface="Segoe UI"/>
              </a:rPr>
              <a:t>your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data</a:t>
            </a:r>
            <a:r>
              <a:rPr sz="1800" spc="-1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hyperparameters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49834" y="4351020"/>
            <a:ext cx="4977130" cy="1732914"/>
            <a:chOff x="6449834" y="4351020"/>
            <a:chExt cx="4977130" cy="1732914"/>
          </a:xfrm>
        </p:grpSpPr>
        <p:sp>
          <p:nvSpPr>
            <p:cNvPr id="22" name="object 22"/>
            <p:cNvSpPr/>
            <p:nvPr/>
          </p:nvSpPr>
          <p:spPr>
            <a:xfrm>
              <a:off x="6449834" y="4406269"/>
              <a:ext cx="421640" cy="422275"/>
            </a:xfrm>
            <a:custGeom>
              <a:avLst/>
              <a:gdLst/>
              <a:ahLst/>
              <a:cxnLst/>
              <a:rect l="l" t="t" r="r" b="b"/>
              <a:pathLst>
                <a:path w="421640" h="422275">
                  <a:moveTo>
                    <a:pt x="313545" y="291996"/>
                  </a:moveTo>
                  <a:lnTo>
                    <a:pt x="269204" y="291996"/>
                  </a:lnTo>
                  <a:lnTo>
                    <a:pt x="399086" y="422201"/>
                  </a:lnTo>
                  <a:lnTo>
                    <a:pt x="409007" y="422201"/>
                  </a:lnTo>
                  <a:lnTo>
                    <a:pt x="420647" y="410561"/>
                  </a:lnTo>
                  <a:lnTo>
                    <a:pt x="421291" y="401831"/>
                  </a:lnTo>
                  <a:lnTo>
                    <a:pt x="416656" y="395566"/>
                  </a:lnTo>
                  <a:lnTo>
                    <a:pt x="415123" y="393806"/>
                  </a:lnTo>
                  <a:lnTo>
                    <a:pt x="313545" y="291996"/>
                  </a:lnTo>
                  <a:close/>
                </a:path>
                <a:path w="421640" h="422275">
                  <a:moveTo>
                    <a:pt x="157443" y="135537"/>
                  </a:moveTo>
                  <a:lnTo>
                    <a:pt x="113074" y="135537"/>
                  </a:lnTo>
                  <a:lnTo>
                    <a:pt x="150921" y="173469"/>
                  </a:lnTo>
                  <a:lnTo>
                    <a:pt x="133160" y="201596"/>
                  </a:lnTo>
                  <a:lnTo>
                    <a:pt x="134543" y="264675"/>
                  </a:lnTo>
                  <a:lnTo>
                    <a:pt x="180687" y="309441"/>
                  </a:lnTo>
                  <a:lnTo>
                    <a:pt x="211352" y="315253"/>
                  </a:lnTo>
                  <a:lnTo>
                    <a:pt x="241972" y="309441"/>
                  </a:lnTo>
                  <a:lnTo>
                    <a:pt x="269159" y="291996"/>
                  </a:lnTo>
                  <a:lnTo>
                    <a:pt x="313545" y="291996"/>
                  </a:lnTo>
                  <a:lnTo>
                    <a:pt x="157443" y="135537"/>
                  </a:lnTo>
                  <a:close/>
                </a:path>
                <a:path w="421640" h="422275">
                  <a:moveTo>
                    <a:pt x="318963" y="106612"/>
                  </a:moveTo>
                  <a:lnTo>
                    <a:pt x="222094" y="106612"/>
                  </a:lnTo>
                  <a:lnTo>
                    <a:pt x="265937" y="115093"/>
                  </a:lnTo>
                  <a:lnTo>
                    <a:pt x="305794" y="133950"/>
                  </a:lnTo>
                  <a:lnTo>
                    <a:pt x="339831" y="162018"/>
                  </a:lnTo>
                  <a:lnTo>
                    <a:pt x="366210" y="198132"/>
                  </a:lnTo>
                  <a:lnTo>
                    <a:pt x="383095" y="241124"/>
                  </a:lnTo>
                  <a:lnTo>
                    <a:pt x="385311" y="249245"/>
                  </a:lnTo>
                  <a:lnTo>
                    <a:pt x="385378" y="249489"/>
                  </a:lnTo>
                  <a:lnTo>
                    <a:pt x="394003" y="254414"/>
                  </a:lnTo>
                  <a:lnTo>
                    <a:pt x="410435" y="249891"/>
                  </a:lnTo>
                  <a:lnTo>
                    <a:pt x="415255" y="241858"/>
                  </a:lnTo>
                  <a:lnTo>
                    <a:pt x="415349" y="241700"/>
                  </a:lnTo>
                  <a:lnTo>
                    <a:pt x="413520" y="233510"/>
                  </a:lnTo>
                  <a:lnTo>
                    <a:pt x="397051" y="189384"/>
                  </a:lnTo>
                  <a:lnTo>
                    <a:pt x="371867" y="150940"/>
                  </a:lnTo>
                  <a:lnTo>
                    <a:pt x="339301" y="119224"/>
                  </a:lnTo>
                  <a:lnTo>
                    <a:pt x="318963" y="106612"/>
                  </a:lnTo>
                  <a:close/>
                </a:path>
                <a:path w="421640" h="422275">
                  <a:moveTo>
                    <a:pt x="22180" y="0"/>
                  </a:moveTo>
                  <a:lnTo>
                    <a:pt x="12262" y="0"/>
                  </a:lnTo>
                  <a:lnTo>
                    <a:pt x="649" y="11630"/>
                  </a:lnTo>
                  <a:lnTo>
                    <a:pt x="0" y="20328"/>
                  </a:lnTo>
                  <a:lnTo>
                    <a:pt x="4612" y="26580"/>
                  </a:lnTo>
                  <a:lnTo>
                    <a:pt x="6138" y="28343"/>
                  </a:lnTo>
                  <a:lnTo>
                    <a:pt x="90491" y="112904"/>
                  </a:lnTo>
                  <a:lnTo>
                    <a:pt x="61934" y="137052"/>
                  </a:lnTo>
                  <a:lnTo>
                    <a:pt x="20246" y="197742"/>
                  </a:lnTo>
                  <a:lnTo>
                    <a:pt x="5848" y="241700"/>
                  </a:lnTo>
                  <a:lnTo>
                    <a:pt x="5811" y="241857"/>
                  </a:lnTo>
                  <a:lnTo>
                    <a:pt x="11042" y="250310"/>
                  </a:lnTo>
                  <a:lnTo>
                    <a:pt x="27732" y="254239"/>
                  </a:lnTo>
                  <a:lnTo>
                    <a:pt x="36035" y="249245"/>
                  </a:lnTo>
                  <a:lnTo>
                    <a:pt x="38192" y="241124"/>
                  </a:lnTo>
                  <a:lnTo>
                    <a:pt x="49246" y="209712"/>
                  </a:lnTo>
                  <a:lnTo>
                    <a:pt x="65732" y="181221"/>
                  </a:lnTo>
                  <a:lnTo>
                    <a:pt x="87173" y="156263"/>
                  </a:lnTo>
                  <a:lnTo>
                    <a:pt x="113074" y="135537"/>
                  </a:lnTo>
                  <a:lnTo>
                    <a:pt x="157443" y="135537"/>
                  </a:lnTo>
                  <a:lnTo>
                    <a:pt x="22180" y="0"/>
                  </a:lnTo>
                  <a:close/>
                </a:path>
                <a:path w="421640" h="422275">
                  <a:moveTo>
                    <a:pt x="214715" y="148425"/>
                  </a:moveTo>
                  <a:lnTo>
                    <a:pt x="294192" y="228061"/>
                  </a:lnTo>
                  <a:lnTo>
                    <a:pt x="287015" y="198131"/>
                  </a:lnTo>
                  <a:lnTo>
                    <a:pt x="286922" y="197742"/>
                  </a:lnTo>
                  <a:lnTo>
                    <a:pt x="269777" y="172886"/>
                  </a:lnTo>
                  <a:lnTo>
                    <a:pt x="244970" y="155709"/>
                  </a:lnTo>
                  <a:lnTo>
                    <a:pt x="214715" y="148425"/>
                  </a:lnTo>
                  <a:close/>
                </a:path>
                <a:path w="421640" h="422275">
                  <a:moveTo>
                    <a:pt x="210637" y="74867"/>
                  </a:moveTo>
                  <a:lnTo>
                    <a:pt x="195079" y="75444"/>
                  </a:lnTo>
                  <a:lnTo>
                    <a:pt x="179797" y="77146"/>
                  </a:lnTo>
                  <a:lnTo>
                    <a:pt x="164832" y="79936"/>
                  </a:lnTo>
                  <a:lnTo>
                    <a:pt x="150224" y="83774"/>
                  </a:lnTo>
                  <a:lnTo>
                    <a:pt x="176101" y="109673"/>
                  </a:lnTo>
                  <a:lnTo>
                    <a:pt x="222094" y="106612"/>
                  </a:lnTo>
                  <a:lnTo>
                    <a:pt x="318963" y="106612"/>
                  </a:lnTo>
                  <a:lnTo>
                    <a:pt x="300685" y="95277"/>
                  </a:lnTo>
                  <a:lnTo>
                    <a:pt x="257353" y="80144"/>
                  </a:lnTo>
                  <a:lnTo>
                    <a:pt x="210637" y="74867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00899" y="4351020"/>
              <a:ext cx="4226560" cy="1732914"/>
            </a:xfrm>
            <a:custGeom>
              <a:avLst/>
              <a:gdLst/>
              <a:ahLst/>
              <a:cxnLst/>
              <a:rect l="l" t="t" r="r" b="b"/>
              <a:pathLst>
                <a:path w="4226559" h="1732914">
                  <a:moveTo>
                    <a:pt x="4109974" y="0"/>
                  </a:moveTo>
                  <a:lnTo>
                    <a:pt x="116077" y="0"/>
                  </a:lnTo>
                  <a:lnTo>
                    <a:pt x="70883" y="9118"/>
                  </a:lnTo>
                  <a:lnTo>
                    <a:pt x="33988" y="33988"/>
                  </a:lnTo>
                  <a:lnTo>
                    <a:pt x="9118" y="70883"/>
                  </a:lnTo>
                  <a:lnTo>
                    <a:pt x="0" y="116077"/>
                  </a:lnTo>
                  <a:lnTo>
                    <a:pt x="0" y="1616697"/>
                  </a:lnTo>
                  <a:lnTo>
                    <a:pt x="9118" y="1661882"/>
                  </a:lnTo>
                  <a:lnTo>
                    <a:pt x="33988" y="1698783"/>
                  </a:lnTo>
                  <a:lnTo>
                    <a:pt x="70883" y="1723664"/>
                  </a:lnTo>
                  <a:lnTo>
                    <a:pt x="116077" y="1732787"/>
                  </a:lnTo>
                  <a:lnTo>
                    <a:pt x="4109974" y="1732787"/>
                  </a:lnTo>
                  <a:lnTo>
                    <a:pt x="4155168" y="1723664"/>
                  </a:lnTo>
                  <a:lnTo>
                    <a:pt x="4192063" y="1698783"/>
                  </a:lnTo>
                  <a:lnTo>
                    <a:pt x="4216933" y="1661882"/>
                  </a:lnTo>
                  <a:lnTo>
                    <a:pt x="4226052" y="1616697"/>
                  </a:lnTo>
                  <a:lnTo>
                    <a:pt x="4226052" y="116077"/>
                  </a:lnTo>
                  <a:lnTo>
                    <a:pt x="4216933" y="70883"/>
                  </a:lnTo>
                  <a:lnTo>
                    <a:pt x="4192063" y="33988"/>
                  </a:lnTo>
                  <a:lnTo>
                    <a:pt x="4155168" y="9118"/>
                  </a:lnTo>
                  <a:lnTo>
                    <a:pt x="41099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314945" y="4355096"/>
            <a:ext cx="3575685" cy="12623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5080">
              <a:lnSpc>
                <a:spcPct val="108400"/>
              </a:lnSpc>
              <a:spcBef>
                <a:spcPts val="350"/>
              </a:spcBef>
            </a:pPr>
            <a:r>
              <a:rPr sz="2000" b="1" dirty="0">
                <a:solidFill>
                  <a:srgbClr val="8560C5"/>
                </a:solidFill>
                <a:latin typeface="Segoe UI"/>
                <a:cs typeface="Segoe UI"/>
              </a:rPr>
              <a:t>Privacy</a:t>
            </a:r>
            <a:r>
              <a:rPr sz="2000" b="1" spc="45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8560C5"/>
                </a:solidFill>
                <a:latin typeface="Segoe UI"/>
                <a:cs typeface="Segoe UI"/>
              </a:rPr>
              <a:t>&amp;</a:t>
            </a:r>
            <a:r>
              <a:rPr sz="2000" b="1" spc="-75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2000" b="1" spc="-10" dirty="0">
                <a:solidFill>
                  <a:srgbClr val="8560C5"/>
                </a:solidFill>
                <a:latin typeface="Segoe UI"/>
                <a:cs typeface="Segoe UI"/>
              </a:rPr>
              <a:t>Compliance </a:t>
            </a:r>
            <a:r>
              <a:rPr sz="1800" dirty="0">
                <a:latin typeface="Segoe UI"/>
                <a:cs typeface="Segoe UI"/>
              </a:rPr>
              <a:t>Enterprise-grade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security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with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role- </a:t>
            </a:r>
            <a:r>
              <a:rPr sz="1800" dirty="0">
                <a:latin typeface="Segoe UI"/>
                <a:cs typeface="Segoe UI"/>
              </a:rPr>
              <a:t>based access</a:t>
            </a:r>
            <a:r>
              <a:rPr sz="1800" spc="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control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(RBAC)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and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Segoe UI"/>
                <a:cs typeface="Segoe UI"/>
              </a:rPr>
              <a:t>private</a:t>
            </a:r>
            <a:r>
              <a:rPr sz="1800" spc="-10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networks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3041" y="6509105"/>
            <a:ext cx="102361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Segoe UI"/>
                <a:cs typeface="Segoe UI"/>
              </a:rPr>
              <a:t>Microsoft</a:t>
            </a:r>
            <a:r>
              <a:rPr sz="800" spc="20" dirty="0">
                <a:latin typeface="Segoe UI"/>
                <a:cs typeface="Segoe UI"/>
              </a:rPr>
              <a:t> </a:t>
            </a:r>
            <a:r>
              <a:rPr sz="800" spc="-10" dirty="0">
                <a:latin typeface="Segoe UI"/>
                <a:cs typeface="Segoe UI"/>
              </a:rPr>
              <a:t>Confidential</a:t>
            </a:r>
            <a:endParaRPr sz="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80604" y="818388"/>
            <a:ext cx="3808729" cy="5721350"/>
            <a:chOff x="7880604" y="818388"/>
            <a:chExt cx="3808729" cy="5721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80604" y="818388"/>
              <a:ext cx="3808476" cy="572109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069832" y="2975609"/>
              <a:ext cx="110489" cy="2000250"/>
            </a:xfrm>
            <a:custGeom>
              <a:avLst/>
              <a:gdLst/>
              <a:ahLst/>
              <a:cxnLst/>
              <a:rect l="l" t="t" r="r" b="b"/>
              <a:pathLst>
                <a:path w="110490" h="2000250">
                  <a:moveTo>
                    <a:pt x="110236" y="1743964"/>
                  </a:moveTo>
                  <a:lnTo>
                    <a:pt x="106680" y="1740027"/>
                  </a:lnTo>
                  <a:lnTo>
                    <a:pt x="67754" y="1695450"/>
                  </a:lnTo>
                  <a:lnTo>
                    <a:pt x="55118" y="1680972"/>
                  </a:lnTo>
                  <a:lnTo>
                    <a:pt x="3556" y="1740027"/>
                  </a:lnTo>
                  <a:lnTo>
                    <a:pt x="0" y="1743964"/>
                  </a:lnTo>
                  <a:lnTo>
                    <a:pt x="381" y="1749933"/>
                  </a:lnTo>
                  <a:lnTo>
                    <a:pt x="4445" y="1753362"/>
                  </a:lnTo>
                  <a:lnTo>
                    <a:pt x="8382" y="1756918"/>
                  </a:lnTo>
                  <a:lnTo>
                    <a:pt x="14351" y="1756537"/>
                  </a:lnTo>
                  <a:lnTo>
                    <a:pt x="17780" y="1752473"/>
                  </a:lnTo>
                  <a:lnTo>
                    <a:pt x="45593" y="1720697"/>
                  </a:lnTo>
                  <a:lnTo>
                    <a:pt x="45593" y="2000123"/>
                  </a:lnTo>
                  <a:lnTo>
                    <a:pt x="64643" y="2000123"/>
                  </a:lnTo>
                  <a:lnTo>
                    <a:pt x="64643" y="1720697"/>
                  </a:lnTo>
                  <a:lnTo>
                    <a:pt x="92456" y="1752473"/>
                  </a:lnTo>
                  <a:lnTo>
                    <a:pt x="95885" y="1756537"/>
                  </a:lnTo>
                  <a:lnTo>
                    <a:pt x="101854" y="1756918"/>
                  </a:lnTo>
                  <a:lnTo>
                    <a:pt x="105791" y="1753362"/>
                  </a:lnTo>
                  <a:lnTo>
                    <a:pt x="109855" y="1749933"/>
                  </a:lnTo>
                  <a:lnTo>
                    <a:pt x="110236" y="1743964"/>
                  </a:lnTo>
                  <a:close/>
                </a:path>
                <a:path w="110490" h="2000250">
                  <a:moveTo>
                    <a:pt x="110236" y="902716"/>
                  </a:moveTo>
                  <a:lnTo>
                    <a:pt x="106680" y="898779"/>
                  </a:lnTo>
                  <a:lnTo>
                    <a:pt x="67754" y="854202"/>
                  </a:lnTo>
                  <a:lnTo>
                    <a:pt x="55118" y="839724"/>
                  </a:lnTo>
                  <a:lnTo>
                    <a:pt x="3556" y="898779"/>
                  </a:lnTo>
                  <a:lnTo>
                    <a:pt x="0" y="902716"/>
                  </a:lnTo>
                  <a:lnTo>
                    <a:pt x="381" y="908685"/>
                  </a:lnTo>
                  <a:lnTo>
                    <a:pt x="4445" y="912114"/>
                  </a:lnTo>
                  <a:lnTo>
                    <a:pt x="8382" y="915670"/>
                  </a:lnTo>
                  <a:lnTo>
                    <a:pt x="14351" y="915289"/>
                  </a:lnTo>
                  <a:lnTo>
                    <a:pt x="17780" y="911225"/>
                  </a:lnTo>
                  <a:lnTo>
                    <a:pt x="45593" y="879449"/>
                  </a:lnTo>
                  <a:lnTo>
                    <a:pt x="45593" y="1158875"/>
                  </a:lnTo>
                  <a:lnTo>
                    <a:pt x="64643" y="1158875"/>
                  </a:lnTo>
                  <a:lnTo>
                    <a:pt x="64643" y="879449"/>
                  </a:lnTo>
                  <a:lnTo>
                    <a:pt x="92456" y="911225"/>
                  </a:lnTo>
                  <a:lnTo>
                    <a:pt x="95885" y="915289"/>
                  </a:lnTo>
                  <a:lnTo>
                    <a:pt x="101854" y="915670"/>
                  </a:lnTo>
                  <a:lnTo>
                    <a:pt x="105791" y="912114"/>
                  </a:lnTo>
                  <a:lnTo>
                    <a:pt x="109855" y="908685"/>
                  </a:lnTo>
                  <a:lnTo>
                    <a:pt x="110236" y="902716"/>
                  </a:lnTo>
                  <a:close/>
                </a:path>
                <a:path w="110490" h="2000250">
                  <a:moveTo>
                    <a:pt x="110236" y="62992"/>
                  </a:moveTo>
                  <a:lnTo>
                    <a:pt x="106680" y="59055"/>
                  </a:lnTo>
                  <a:lnTo>
                    <a:pt x="67754" y="14478"/>
                  </a:lnTo>
                  <a:lnTo>
                    <a:pt x="55118" y="0"/>
                  </a:lnTo>
                  <a:lnTo>
                    <a:pt x="3556" y="59055"/>
                  </a:lnTo>
                  <a:lnTo>
                    <a:pt x="0" y="62992"/>
                  </a:lnTo>
                  <a:lnTo>
                    <a:pt x="381" y="68961"/>
                  </a:lnTo>
                  <a:lnTo>
                    <a:pt x="4445" y="72390"/>
                  </a:lnTo>
                  <a:lnTo>
                    <a:pt x="8382" y="75946"/>
                  </a:lnTo>
                  <a:lnTo>
                    <a:pt x="14351" y="75565"/>
                  </a:lnTo>
                  <a:lnTo>
                    <a:pt x="17780" y="71501"/>
                  </a:lnTo>
                  <a:lnTo>
                    <a:pt x="45593" y="39725"/>
                  </a:lnTo>
                  <a:lnTo>
                    <a:pt x="45593" y="319151"/>
                  </a:lnTo>
                  <a:lnTo>
                    <a:pt x="64643" y="319151"/>
                  </a:lnTo>
                  <a:lnTo>
                    <a:pt x="64643" y="39725"/>
                  </a:lnTo>
                  <a:lnTo>
                    <a:pt x="92456" y="71501"/>
                  </a:lnTo>
                  <a:lnTo>
                    <a:pt x="95885" y="75565"/>
                  </a:lnTo>
                  <a:lnTo>
                    <a:pt x="101854" y="75946"/>
                  </a:lnTo>
                  <a:lnTo>
                    <a:pt x="105791" y="72390"/>
                  </a:lnTo>
                  <a:lnTo>
                    <a:pt x="109855" y="68961"/>
                  </a:lnTo>
                  <a:lnTo>
                    <a:pt x="110236" y="629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43544" y="2558795"/>
              <a:ext cx="310896" cy="31000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535924" y="2558795"/>
              <a:ext cx="311150" cy="313690"/>
            </a:xfrm>
            <a:custGeom>
              <a:avLst/>
              <a:gdLst/>
              <a:ahLst/>
              <a:cxnLst/>
              <a:rect l="l" t="t" r="r" b="b"/>
              <a:pathLst>
                <a:path w="311150" h="313689">
                  <a:moveTo>
                    <a:pt x="3682" y="46736"/>
                  </a:moveTo>
                  <a:lnTo>
                    <a:pt x="3682" y="53975"/>
                  </a:lnTo>
                  <a:lnTo>
                    <a:pt x="0" y="61213"/>
                  </a:lnTo>
                  <a:lnTo>
                    <a:pt x="28" y="64896"/>
                  </a:lnTo>
                  <a:lnTo>
                    <a:pt x="5655" y="90106"/>
                  </a:lnTo>
                  <a:lnTo>
                    <a:pt x="20574" y="110680"/>
                  </a:lnTo>
                  <a:lnTo>
                    <a:pt x="41683" y="124491"/>
                  </a:lnTo>
                  <a:lnTo>
                    <a:pt x="65912" y="129539"/>
                  </a:lnTo>
                  <a:lnTo>
                    <a:pt x="84200" y="129539"/>
                  </a:lnTo>
                  <a:lnTo>
                    <a:pt x="182879" y="223265"/>
                  </a:lnTo>
                  <a:lnTo>
                    <a:pt x="179324" y="230504"/>
                  </a:lnTo>
                  <a:lnTo>
                    <a:pt x="179324" y="248412"/>
                  </a:lnTo>
                  <a:lnTo>
                    <a:pt x="184459" y="273748"/>
                  </a:lnTo>
                  <a:lnTo>
                    <a:pt x="198500" y="294322"/>
                  </a:lnTo>
                  <a:lnTo>
                    <a:pt x="219400" y="308133"/>
                  </a:lnTo>
                  <a:lnTo>
                    <a:pt x="245109" y="313181"/>
                  </a:lnTo>
                  <a:lnTo>
                    <a:pt x="241553" y="295275"/>
                  </a:lnTo>
                  <a:lnTo>
                    <a:pt x="231905" y="289178"/>
                  </a:lnTo>
                  <a:lnTo>
                    <a:pt x="225043" y="281749"/>
                  </a:lnTo>
                  <a:lnTo>
                    <a:pt x="220944" y="272986"/>
                  </a:lnTo>
                  <a:lnTo>
                    <a:pt x="219582" y="262889"/>
                  </a:lnTo>
                  <a:lnTo>
                    <a:pt x="222208" y="247590"/>
                  </a:lnTo>
                  <a:lnTo>
                    <a:pt x="229631" y="234981"/>
                  </a:lnTo>
                  <a:lnTo>
                    <a:pt x="241174" y="226421"/>
                  </a:lnTo>
                  <a:lnTo>
                    <a:pt x="256158" y="223265"/>
                  </a:lnTo>
                  <a:lnTo>
                    <a:pt x="302232" y="223265"/>
                  </a:lnTo>
                  <a:lnTo>
                    <a:pt x="302204" y="223129"/>
                  </a:lnTo>
                  <a:lnTo>
                    <a:pt x="288163" y="202549"/>
                  </a:lnTo>
                  <a:lnTo>
                    <a:pt x="267263" y="188708"/>
                  </a:lnTo>
                  <a:lnTo>
                    <a:pt x="241553" y="183641"/>
                  </a:lnTo>
                  <a:lnTo>
                    <a:pt x="226822" y="183641"/>
                  </a:lnTo>
                  <a:lnTo>
                    <a:pt x="128083" y="90106"/>
                  </a:lnTo>
                  <a:lnTo>
                    <a:pt x="55200" y="90106"/>
                  </a:lnTo>
                  <a:lnTo>
                    <a:pt x="41376" y="87501"/>
                  </a:lnTo>
                  <a:lnTo>
                    <a:pt x="29257" y="80565"/>
                  </a:lnTo>
                  <a:lnTo>
                    <a:pt x="19877" y="70272"/>
                  </a:lnTo>
                  <a:lnTo>
                    <a:pt x="14604" y="57657"/>
                  </a:lnTo>
                  <a:lnTo>
                    <a:pt x="3682" y="46736"/>
                  </a:lnTo>
                  <a:close/>
                </a:path>
                <a:path w="311150" h="313689">
                  <a:moveTo>
                    <a:pt x="302232" y="223265"/>
                  </a:moveTo>
                  <a:lnTo>
                    <a:pt x="256158" y="223265"/>
                  </a:lnTo>
                  <a:lnTo>
                    <a:pt x="269589" y="225790"/>
                  </a:lnTo>
                  <a:lnTo>
                    <a:pt x="281304" y="232695"/>
                  </a:lnTo>
                  <a:lnTo>
                    <a:pt x="289591" y="242982"/>
                  </a:lnTo>
                  <a:lnTo>
                    <a:pt x="292734" y="255650"/>
                  </a:lnTo>
                  <a:lnTo>
                    <a:pt x="307340" y="266445"/>
                  </a:lnTo>
                  <a:lnTo>
                    <a:pt x="307340" y="262889"/>
                  </a:lnTo>
                  <a:lnTo>
                    <a:pt x="311023" y="255650"/>
                  </a:lnTo>
                  <a:lnTo>
                    <a:pt x="307340" y="248412"/>
                  </a:lnTo>
                  <a:lnTo>
                    <a:pt x="302232" y="223265"/>
                  </a:lnTo>
                  <a:close/>
                </a:path>
                <a:path w="311150" h="313689">
                  <a:moveTo>
                    <a:pt x="65912" y="0"/>
                  </a:moveTo>
                  <a:lnTo>
                    <a:pt x="69469" y="18033"/>
                  </a:lnTo>
                  <a:lnTo>
                    <a:pt x="79117" y="24632"/>
                  </a:lnTo>
                  <a:lnTo>
                    <a:pt x="85979" y="33289"/>
                  </a:lnTo>
                  <a:lnTo>
                    <a:pt x="90078" y="43305"/>
                  </a:lnTo>
                  <a:lnTo>
                    <a:pt x="91440" y="53975"/>
                  </a:lnTo>
                  <a:lnTo>
                    <a:pt x="88814" y="67218"/>
                  </a:lnTo>
                  <a:lnTo>
                    <a:pt x="81346" y="78803"/>
                  </a:lnTo>
                  <a:lnTo>
                    <a:pt x="69848" y="86943"/>
                  </a:lnTo>
                  <a:lnTo>
                    <a:pt x="54557" y="90106"/>
                  </a:lnTo>
                  <a:lnTo>
                    <a:pt x="127991" y="90106"/>
                  </a:lnTo>
                  <a:lnTo>
                    <a:pt x="130145" y="84578"/>
                  </a:lnTo>
                  <a:lnTo>
                    <a:pt x="131238" y="78803"/>
                  </a:lnTo>
                  <a:lnTo>
                    <a:pt x="131641" y="72362"/>
                  </a:lnTo>
                  <a:lnTo>
                    <a:pt x="131699" y="64896"/>
                  </a:lnTo>
                  <a:lnTo>
                    <a:pt x="126563" y="39540"/>
                  </a:lnTo>
                  <a:lnTo>
                    <a:pt x="112522" y="18923"/>
                  </a:lnTo>
                  <a:lnTo>
                    <a:pt x="91622" y="5068"/>
                  </a:lnTo>
                  <a:lnTo>
                    <a:pt x="65912" y="0"/>
                  </a:lnTo>
                  <a:close/>
                </a:path>
              </a:pathLst>
            </a:custGeom>
            <a:solidFill>
              <a:srgbClr val="50E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72943" y="3406852"/>
              <a:ext cx="237490" cy="299085"/>
            </a:xfrm>
            <a:custGeom>
              <a:avLst/>
              <a:gdLst/>
              <a:ahLst/>
              <a:cxnLst/>
              <a:rect l="l" t="t" r="r" b="b"/>
              <a:pathLst>
                <a:path w="237490" h="299085">
                  <a:moveTo>
                    <a:pt x="237217" y="0"/>
                  </a:moveTo>
                  <a:lnTo>
                    <a:pt x="25771" y="0"/>
                  </a:lnTo>
                  <a:lnTo>
                    <a:pt x="0" y="25608"/>
                  </a:lnTo>
                  <a:lnTo>
                    <a:pt x="0" y="272879"/>
                  </a:lnTo>
                  <a:lnTo>
                    <a:pt x="237217" y="298538"/>
                  </a:lnTo>
                  <a:lnTo>
                    <a:pt x="237217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72932" y="3469957"/>
              <a:ext cx="237490" cy="235585"/>
            </a:xfrm>
            <a:custGeom>
              <a:avLst/>
              <a:gdLst/>
              <a:ahLst/>
              <a:cxnLst/>
              <a:rect l="l" t="t" r="r" b="b"/>
              <a:pathLst>
                <a:path w="237490" h="235585">
                  <a:moveTo>
                    <a:pt x="189636" y="0"/>
                  </a:moveTo>
                  <a:lnTo>
                    <a:pt x="47599" y="0"/>
                  </a:lnTo>
                  <a:lnTo>
                    <a:pt x="47599" y="47764"/>
                  </a:lnTo>
                  <a:lnTo>
                    <a:pt x="189636" y="47764"/>
                  </a:lnTo>
                  <a:lnTo>
                    <a:pt x="189636" y="0"/>
                  </a:lnTo>
                  <a:close/>
                </a:path>
                <a:path w="237490" h="235585">
                  <a:moveTo>
                    <a:pt x="237223" y="187693"/>
                  </a:moveTo>
                  <a:lnTo>
                    <a:pt x="24041" y="187693"/>
                  </a:lnTo>
                  <a:lnTo>
                    <a:pt x="14681" y="189572"/>
                  </a:lnTo>
                  <a:lnTo>
                    <a:pt x="7035" y="194678"/>
                  </a:lnTo>
                  <a:lnTo>
                    <a:pt x="1892" y="202272"/>
                  </a:lnTo>
                  <a:lnTo>
                    <a:pt x="0" y="211569"/>
                  </a:lnTo>
                  <a:lnTo>
                    <a:pt x="1892" y="220840"/>
                  </a:lnTo>
                  <a:lnTo>
                    <a:pt x="7035" y="228434"/>
                  </a:lnTo>
                  <a:lnTo>
                    <a:pt x="14681" y="233565"/>
                  </a:lnTo>
                  <a:lnTo>
                    <a:pt x="24041" y="235445"/>
                  </a:lnTo>
                  <a:lnTo>
                    <a:pt x="237223" y="235445"/>
                  </a:lnTo>
                  <a:lnTo>
                    <a:pt x="237223" y="187693"/>
                  </a:lnTo>
                  <a:close/>
                </a:path>
              </a:pathLst>
            </a:custGeom>
            <a:solidFill>
              <a:srgbClr val="50E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70468" y="4242244"/>
              <a:ext cx="245110" cy="309245"/>
            </a:xfrm>
            <a:custGeom>
              <a:avLst/>
              <a:gdLst/>
              <a:ahLst/>
              <a:cxnLst/>
              <a:rect l="l" t="t" r="r" b="b"/>
              <a:pathLst>
                <a:path w="245109" h="309245">
                  <a:moveTo>
                    <a:pt x="245046" y="0"/>
                  </a:moveTo>
                  <a:lnTo>
                    <a:pt x="0" y="0"/>
                  </a:lnTo>
                  <a:lnTo>
                    <a:pt x="0" y="309054"/>
                  </a:lnTo>
                  <a:lnTo>
                    <a:pt x="245046" y="309054"/>
                  </a:lnTo>
                  <a:lnTo>
                    <a:pt x="245046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16188" y="4274311"/>
              <a:ext cx="150799" cy="2286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538464" y="5149151"/>
              <a:ext cx="311150" cy="241935"/>
            </a:xfrm>
            <a:custGeom>
              <a:avLst/>
              <a:gdLst/>
              <a:ahLst/>
              <a:cxnLst/>
              <a:rect l="l" t="t" r="r" b="b"/>
              <a:pathLst>
                <a:path w="311150" h="241935">
                  <a:moveTo>
                    <a:pt x="310616" y="208775"/>
                  </a:moveTo>
                  <a:lnTo>
                    <a:pt x="290233" y="208775"/>
                  </a:lnTo>
                  <a:lnTo>
                    <a:pt x="290233" y="0"/>
                  </a:lnTo>
                  <a:lnTo>
                    <a:pt x="19812" y="0"/>
                  </a:lnTo>
                  <a:lnTo>
                    <a:pt x="19812" y="208775"/>
                  </a:lnTo>
                  <a:lnTo>
                    <a:pt x="0" y="208775"/>
                  </a:lnTo>
                  <a:lnTo>
                    <a:pt x="0" y="241490"/>
                  </a:lnTo>
                  <a:lnTo>
                    <a:pt x="19812" y="241490"/>
                  </a:lnTo>
                  <a:lnTo>
                    <a:pt x="290233" y="241490"/>
                  </a:lnTo>
                  <a:lnTo>
                    <a:pt x="310616" y="241490"/>
                  </a:lnTo>
                  <a:lnTo>
                    <a:pt x="310616" y="208775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8088" y="5193347"/>
              <a:ext cx="229235" cy="147955"/>
            </a:xfrm>
            <a:custGeom>
              <a:avLst/>
              <a:gdLst/>
              <a:ahLst/>
              <a:cxnLst/>
              <a:rect l="l" t="t" r="r" b="b"/>
              <a:pathLst>
                <a:path w="229234" h="147954">
                  <a:moveTo>
                    <a:pt x="32232" y="0"/>
                  </a:moveTo>
                  <a:lnTo>
                    <a:pt x="0" y="0"/>
                  </a:lnTo>
                  <a:lnTo>
                    <a:pt x="0" y="147637"/>
                  </a:lnTo>
                  <a:lnTo>
                    <a:pt x="32232" y="147637"/>
                  </a:lnTo>
                  <a:lnTo>
                    <a:pt x="32232" y="0"/>
                  </a:lnTo>
                  <a:close/>
                </a:path>
                <a:path w="229234" h="147954">
                  <a:moveTo>
                    <a:pt x="82664" y="0"/>
                  </a:moveTo>
                  <a:lnTo>
                    <a:pt x="48895" y="0"/>
                  </a:lnTo>
                  <a:lnTo>
                    <a:pt x="48895" y="147637"/>
                  </a:lnTo>
                  <a:lnTo>
                    <a:pt x="82664" y="147637"/>
                  </a:lnTo>
                  <a:lnTo>
                    <a:pt x="82664" y="0"/>
                  </a:lnTo>
                  <a:close/>
                </a:path>
                <a:path w="229234" h="147954">
                  <a:moveTo>
                    <a:pt x="131292" y="0"/>
                  </a:moveTo>
                  <a:lnTo>
                    <a:pt x="99060" y="0"/>
                  </a:lnTo>
                  <a:lnTo>
                    <a:pt x="99060" y="147637"/>
                  </a:lnTo>
                  <a:lnTo>
                    <a:pt x="131292" y="147637"/>
                  </a:lnTo>
                  <a:lnTo>
                    <a:pt x="131292" y="0"/>
                  </a:lnTo>
                  <a:close/>
                </a:path>
                <a:path w="229234" h="147954">
                  <a:moveTo>
                    <a:pt x="180060" y="0"/>
                  </a:moveTo>
                  <a:lnTo>
                    <a:pt x="147828" y="0"/>
                  </a:lnTo>
                  <a:lnTo>
                    <a:pt x="147828" y="147637"/>
                  </a:lnTo>
                  <a:lnTo>
                    <a:pt x="180060" y="147637"/>
                  </a:lnTo>
                  <a:lnTo>
                    <a:pt x="180060" y="0"/>
                  </a:lnTo>
                  <a:close/>
                </a:path>
                <a:path w="229234" h="147954">
                  <a:moveTo>
                    <a:pt x="228828" y="0"/>
                  </a:moveTo>
                  <a:lnTo>
                    <a:pt x="196596" y="0"/>
                  </a:lnTo>
                  <a:lnTo>
                    <a:pt x="196596" y="147637"/>
                  </a:lnTo>
                  <a:lnTo>
                    <a:pt x="228828" y="147637"/>
                  </a:lnTo>
                  <a:lnTo>
                    <a:pt x="228828" y="0"/>
                  </a:lnTo>
                  <a:close/>
                </a:path>
              </a:pathLst>
            </a:custGeom>
            <a:solidFill>
              <a:srgbClr val="50E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38464" y="5080508"/>
              <a:ext cx="310515" cy="97790"/>
            </a:xfrm>
            <a:custGeom>
              <a:avLst/>
              <a:gdLst/>
              <a:ahLst/>
              <a:cxnLst/>
              <a:rect l="l" t="t" r="r" b="b"/>
              <a:pathLst>
                <a:path w="310515" h="97789">
                  <a:moveTo>
                    <a:pt x="150621" y="0"/>
                  </a:moveTo>
                  <a:lnTo>
                    <a:pt x="0" y="63627"/>
                  </a:lnTo>
                  <a:lnTo>
                    <a:pt x="0" y="97282"/>
                  </a:lnTo>
                  <a:lnTo>
                    <a:pt x="310514" y="97282"/>
                  </a:lnTo>
                  <a:lnTo>
                    <a:pt x="310514" y="63627"/>
                  </a:lnTo>
                  <a:lnTo>
                    <a:pt x="150621" y="0"/>
                  </a:lnTo>
                  <a:close/>
                </a:path>
              </a:pathLst>
            </a:custGeom>
            <a:solidFill>
              <a:srgbClr val="007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711451" y="1656588"/>
            <a:ext cx="3668395" cy="3728085"/>
            <a:chOff x="1711451" y="1656588"/>
            <a:chExt cx="3668395" cy="372808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1451" y="1726692"/>
              <a:ext cx="3668268" cy="3657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74719" y="1656588"/>
              <a:ext cx="140207" cy="14020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106039" y="1080008"/>
            <a:ext cx="8769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580" marR="5080" indent="-5651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 Semibold"/>
                <a:cs typeface="Segoe UI Semibold"/>
              </a:rPr>
              <a:t>Privacy</a:t>
            </a:r>
            <a:r>
              <a:rPr sz="1600" spc="-85" dirty="0">
                <a:latin typeface="Segoe UI Semibold"/>
                <a:cs typeface="Segoe UI Semibold"/>
              </a:rPr>
              <a:t> </a:t>
            </a:r>
            <a:r>
              <a:rPr sz="1600" spc="-50" dirty="0">
                <a:latin typeface="Segoe UI Semibold"/>
                <a:cs typeface="Segoe UI Semibold"/>
              </a:rPr>
              <a:t>&amp; </a:t>
            </a:r>
            <a:r>
              <a:rPr sz="1600" spc="-10" dirty="0">
                <a:latin typeface="Segoe UI Semibold"/>
                <a:cs typeface="Segoe UI Semibold"/>
              </a:rPr>
              <a:t>Security</a:t>
            </a:r>
            <a:endParaRPr sz="1600">
              <a:latin typeface="Segoe UI Semibold"/>
              <a:cs typeface="Segoe UI Semibol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12790" y="2474722"/>
            <a:ext cx="12217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Segoe UI Semibold"/>
                <a:cs typeface="Segoe UI Semibold"/>
              </a:rPr>
              <a:t>Inclusiveness</a:t>
            </a:r>
            <a:endParaRPr sz="1600">
              <a:latin typeface="Segoe UI Semibold"/>
              <a:cs typeface="Segoe UI Semibold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915667" y="2545079"/>
            <a:ext cx="3276600" cy="2897123"/>
            <a:chOff x="1915667" y="2545079"/>
            <a:chExt cx="3276600" cy="2897123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52060" y="2570987"/>
              <a:ext cx="140207" cy="14020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26151" y="4437887"/>
              <a:ext cx="140208" cy="1402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29383" y="4437887"/>
              <a:ext cx="138684" cy="14020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15667" y="2545079"/>
              <a:ext cx="140207" cy="14020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74719" y="5301995"/>
              <a:ext cx="140207" cy="14020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94177" y="3006724"/>
              <a:ext cx="1719834" cy="27101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11881" y="3437508"/>
              <a:ext cx="1883283" cy="34455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333491" y="4368165"/>
            <a:ext cx="13468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Segoe UI Semibold"/>
                <a:cs typeface="Segoe UI Semibold"/>
              </a:rPr>
              <a:t>Accountability</a:t>
            </a:r>
            <a:endParaRPr sz="1600">
              <a:latin typeface="Segoe UI Semibold"/>
              <a:cs typeface="Segoe UI Semibold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09599" y="4352925"/>
            <a:ext cx="7556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Segoe UI Semibold"/>
                <a:cs typeface="Segoe UI Semibold"/>
              </a:rPr>
              <a:t>Fairness</a:t>
            </a:r>
            <a:endParaRPr sz="1600">
              <a:latin typeface="Segoe UI Semibold"/>
              <a:cs typeface="Segoe UI Semibold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7963" y="2351658"/>
            <a:ext cx="11226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6225" marR="5080" indent="-26416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Segoe UI Semibold"/>
                <a:cs typeface="Segoe UI Semibold"/>
              </a:rPr>
              <a:t>Reliability</a:t>
            </a:r>
            <a:r>
              <a:rPr sz="1600" spc="-105" dirty="0">
                <a:latin typeface="Segoe UI Semibold"/>
                <a:cs typeface="Segoe UI Semibold"/>
              </a:rPr>
              <a:t> </a:t>
            </a:r>
            <a:r>
              <a:rPr sz="1600" spc="-50" dirty="0">
                <a:latin typeface="Segoe UI Semibold"/>
                <a:cs typeface="Segoe UI Semibold"/>
              </a:rPr>
              <a:t>&amp; </a:t>
            </a:r>
            <a:r>
              <a:rPr sz="1600" spc="-10" dirty="0">
                <a:latin typeface="Segoe UI Semibold"/>
                <a:cs typeface="Segoe UI Semibold"/>
              </a:rPr>
              <a:t>Safety</a:t>
            </a:r>
            <a:endParaRPr sz="1600">
              <a:latin typeface="Segoe UI Semibold"/>
              <a:cs typeface="Segoe UI Semibold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29254" y="5502960"/>
            <a:ext cx="1228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Segoe UI Semibold"/>
                <a:cs typeface="Segoe UI Semibold"/>
              </a:rPr>
              <a:t>Transparency</a:t>
            </a:r>
            <a:endParaRPr sz="1600">
              <a:latin typeface="Segoe UI Semibold"/>
              <a:cs typeface="Segoe UI Semibold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694166" y="1255522"/>
            <a:ext cx="2072893" cy="29730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456294" y="1621282"/>
            <a:ext cx="2527173" cy="295655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9010904" y="2574493"/>
            <a:ext cx="18465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Segoe UI Semibold"/>
                <a:cs typeface="Segoe UI Semibold"/>
              </a:rPr>
              <a:t>Tools</a:t>
            </a:r>
            <a:r>
              <a:rPr sz="1600" spc="-55" dirty="0">
                <a:latin typeface="Segoe UI Semibold"/>
                <a:cs typeface="Segoe UI Semibold"/>
              </a:rPr>
              <a:t> </a:t>
            </a:r>
            <a:r>
              <a:rPr sz="1600" dirty="0">
                <a:latin typeface="Segoe UI Semibold"/>
                <a:cs typeface="Segoe UI Semibold"/>
              </a:rPr>
              <a:t>and</a:t>
            </a:r>
            <a:r>
              <a:rPr sz="1600" spc="-45" dirty="0">
                <a:latin typeface="Segoe UI Semibold"/>
                <a:cs typeface="Segoe UI Semibold"/>
              </a:rPr>
              <a:t> </a:t>
            </a:r>
            <a:r>
              <a:rPr sz="1600" spc="-10" dirty="0">
                <a:latin typeface="Segoe UI Semibold"/>
                <a:cs typeface="Segoe UI Semibold"/>
              </a:rPr>
              <a:t>processes</a:t>
            </a:r>
            <a:endParaRPr sz="1600">
              <a:latin typeface="Segoe UI Semibold"/>
              <a:cs typeface="Segoe UI Semibold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010904" y="3414725"/>
            <a:ext cx="204088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Segoe UI Semibold"/>
                <a:cs typeface="Segoe UI Semibold"/>
              </a:rPr>
              <a:t>Training</a:t>
            </a:r>
            <a:r>
              <a:rPr sz="1600" spc="-70" dirty="0">
                <a:latin typeface="Segoe UI Semibold"/>
                <a:cs typeface="Segoe UI Semibold"/>
              </a:rPr>
              <a:t> </a:t>
            </a:r>
            <a:r>
              <a:rPr sz="1600" dirty="0">
                <a:latin typeface="Segoe UI Semibold"/>
                <a:cs typeface="Segoe UI Semibold"/>
              </a:rPr>
              <a:t>and</a:t>
            </a:r>
            <a:r>
              <a:rPr sz="1600" spc="-55" dirty="0">
                <a:latin typeface="Segoe UI Semibold"/>
                <a:cs typeface="Segoe UI Semibold"/>
              </a:rPr>
              <a:t> </a:t>
            </a:r>
            <a:r>
              <a:rPr sz="1600" spc="-10" dirty="0">
                <a:latin typeface="Segoe UI Semibold"/>
                <a:cs typeface="Segoe UI Semibold"/>
              </a:rPr>
              <a:t>practices</a:t>
            </a:r>
            <a:endParaRPr sz="1600">
              <a:latin typeface="Segoe UI Semibold"/>
              <a:cs typeface="Segoe UI Semibold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10904" y="4255770"/>
            <a:ext cx="519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Segoe UI Semibold"/>
                <a:cs typeface="Segoe UI Semibold"/>
              </a:rPr>
              <a:t>Rules</a:t>
            </a:r>
            <a:endParaRPr sz="1600">
              <a:latin typeface="Segoe UI Semibold"/>
              <a:cs typeface="Segoe UI Semibold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010904" y="5096002"/>
            <a:ext cx="1116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Segoe UI Semibold"/>
                <a:cs typeface="Segoe UI Semibold"/>
              </a:rPr>
              <a:t>Governance</a:t>
            </a:r>
            <a:endParaRPr sz="1600">
              <a:latin typeface="Segoe UI Semibold"/>
              <a:cs typeface="Segoe UI Semibold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160426" y="148285"/>
            <a:ext cx="77279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solidFill>
                  <a:srgbClr val="000000"/>
                </a:solidFill>
                <a:latin typeface="Segoe UI"/>
                <a:cs typeface="Segoe UI"/>
              </a:rPr>
              <a:t>Microsoft’s</a:t>
            </a:r>
            <a:r>
              <a:rPr b="1" spc="-16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60" dirty="0">
                <a:solidFill>
                  <a:srgbClr val="000000"/>
                </a:solidFill>
                <a:latin typeface="Segoe UI"/>
                <a:cs typeface="Segoe UI"/>
              </a:rPr>
              <a:t>Responsible</a:t>
            </a:r>
            <a:r>
              <a:rPr b="1" spc="-18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125" dirty="0">
                <a:solidFill>
                  <a:srgbClr val="000000"/>
                </a:solidFill>
                <a:latin typeface="Segoe UI"/>
                <a:cs typeface="Segoe UI"/>
              </a:rPr>
              <a:t>AI </a:t>
            </a:r>
            <a:r>
              <a:rPr b="1" spc="-10" dirty="0">
                <a:solidFill>
                  <a:srgbClr val="000000"/>
                </a:solidFill>
                <a:latin typeface="Segoe UI"/>
                <a:cs typeface="Segoe UI"/>
              </a:rPr>
              <a:t>Principles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976" rIns="0" bIns="0" rtlCol="0">
            <a:spAutoFit/>
          </a:bodyPr>
          <a:lstStyle/>
          <a:p>
            <a:pPr marL="427355">
              <a:lnSpc>
                <a:spcPct val="100000"/>
              </a:lnSpc>
              <a:spcBef>
                <a:spcPts val="100"/>
              </a:spcBef>
            </a:pPr>
            <a:r>
              <a:rPr b="1" spc="-60" dirty="0">
                <a:solidFill>
                  <a:srgbClr val="000000"/>
                </a:solidFill>
                <a:latin typeface="Segoe UI"/>
                <a:cs typeface="Segoe UI"/>
              </a:rPr>
              <a:t>Responsible</a:t>
            </a:r>
            <a:r>
              <a:rPr b="1" spc="-1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140" dirty="0">
                <a:solidFill>
                  <a:srgbClr val="000000"/>
                </a:solidFill>
                <a:latin typeface="Segoe UI"/>
                <a:cs typeface="Segoe UI"/>
              </a:rPr>
              <a:t>AI</a:t>
            </a:r>
            <a:r>
              <a:rPr b="1" spc="-1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125" dirty="0">
                <a:solidFill>
                  <a:srgbClr val="000000"/>
                </a:solidFill>
                <a:latin typeface="Segoe UI"/>
                <a:cs typeface="Segoe UI"/>
              </a:rPr>
              <a:t>in </a:t>
            </a:r>
            <a:r>
              <a:rPr b="1" spc="-80" dirty="0">
                <a:solidFill>
                  <a:srgbClr val="000000"/>
                </a:solidFill>
                <a:latin typeface="Segoe UI"/>
                <a:cs typeface="Segoe UI"/>
              </a:rPr>
              <a:t>Azure</a:t>
            </a:r>
            <a:r>
              <a:rPr b="1" spc="-19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90" dirty="0">
                <a:solidFill>
                  <a:srgbClr val="000000"/>
                </a:solidFill>
                <a:latin typeface="Segoe UI"/>
                <a:cs typeface="Segoe UI"/>
              </a:rPr>
              <a:t>OpenAI</a:t>
            </a:r>
            <a:r>
              <a:rPr b="1" spc="-10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10" dirty="0">
                <a:solidFill>
                  <a:srgbClr val="000000"/>
                </a:solidFill>
                <a:latin typeface="Segoe UI"/>
                <a:cs typeface="Segoe UI"/>
              </a:rPr>
              <a:t>Service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7306" y="1146313"/>
            <a:ext cx="11260455" cy="5443855"/>
            <a:chOff x="497306" y="1146313"/>
            <a:chExt cx="11260455" cy="5443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306" y="1146313"/>
              <a:ext cx="11260378" cy="54436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8264" y="1237487"/>
              <a:ext cx="11018520" cy="5201920"/>
            </a:xfrm>
            <a:custGeom>
              <a:avLst/>
              <a:gdLst/>
              <a:ahLst/>
              <a:cxnLst/>
              <a:rect l="l" t="t" r="r" b="b"/>
              <a:pathLst>
                <a:path w="11018520" h="5201920">
                  <a:moveTo>
                    <a:pt x="10810113" y="0"/>
                  </a:moveTo>
                  <a:lnTo>
                    <a:pt x="208419" y="0"/>
                  </a:lnTo>
                  <a:lnTo>
                    <a:pt x="160629" y="5506"/>
                  </a:lnTo>
                  <a:lnTo>
                    <a:pt x="116759" y="21189"/>
                  </a:lnTo>
                  <a:lnTo>
                    <a:pt x="78061" y="45796"/>
                  </a:lnTo>
                  <a:lnTo>
                    <a:pt x="45785" y="78075"/>
                  </a:lnTo>
                  <a:lnTo>
                    <a:pt x="21183" y="116771"/>
                  </a:lnTo>
                  <a:lnTo>
                    <a:pt x="5504" y="160633"/>
                  </a:lnTo>
                  <a:lnTo>
                    <a:pt x="0" y="208407"/>
                  </a:lnTo>
                  <a:lnTo>
                    <a:pt x="0" y="4992992"/>
                  </a:lnTo>
                  <a:lnTo>
                    <a:pt x="5504" y="5040782"/>
                  </a:lnTo>
                  <a:lnTo>
                    <a:pt x="21183" y="5084652"/>
                  </a:lnTo>
                  <a:lnTo>
                    <a:pt x="45785" y="5123350"/>
                  </a:lnTo>
                  <a:lnTo>
                    <a:pt x="78061" y="5155626"/>
                  </a:lnTo>
                  <a:lnTo>
                    <a:pt x="116759" y="5180228"/>
                  </a:lnTo>
                  <a:lnTo>
                    <a:pt x="160629" y="5195907"/>
                  </a:lnTo>
                  <a:lnTo>
                    <a:pt x="208419" y="5201412"/>
                  </a:lnTo>
                  <a:lnTo>
                    <a:pt x="10810113" y="5201412"/>
                  </a:lnTo>
                  <a:lnTo>
                    <a:pt x="10857886" y="5195907"/>
                  </a:lnTo>
                  <a:lnTo>
                    <a:pt x="10901748" y="5180228"/>
                  </a:lnTo>
                  <a:lnTo>
                    <a:pt x="10940444" y="5155626"/>
                  </a:lnTo>
                  <a:lnTo>
                    <a:pt x="10972723" y="5123350"/>
                  </a:lnTo>
                  <a:lnTo>
                    <a:pt x="10997330" y="5084652"/>
                  </a:lnTo>
                  <a:lnTo>
                    <a:pt x="11013013" y="5040782"/>
                  </a:lnTo>
                  <a:lnTo>
                    <a:pt x="11018519" y="4992992"/>
                  </a:lnTo>
                  <a:lnTo>
                    <a:pt x="11018519" y="208407"/>
                  </a:lnTo>
                  <a:lnTo>
                    <a:pt x="11013013" y="160633"/>
                  </a:lnTo>
                  <a:lnTo>
                    <a:pt x="10997330" y="116771"/>
                  </a:lnTo>
                  <a:lnTo>
                    <a:pt x="10972723" y="78075"/>
                  </a:lnTo>
                  <a:lnTo>
                    <a:pt x="10940444" y="45796"/>
                  </a:lnTo>
                  <a:lnTo>
                    <a:pt x="10901748" y="21189"/>
                  </a:lnTo>
                  <a:lnTo>
                    <a:pt x="10857886" y="5506"/>
                  </a:lnTo>
                  <a:lnTo>
                    <a:pt x="108101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9328" y="1400555"/>
              <a:ext cx="2936875" cy="1333500"/>
            </a:xfrm>
            <a:custGeom>
              <a:avLst/>
              <a:gdLst/>
              <a:ahLst/>
              <a:cxnLst/>
              <a:rect l="l" t="t" r="r" b="b"/>
              <a:pathLst>
                <a:path w="2936875" h="1333500">
                  <a:moveTo>
                    <a:pt x="2818130" y="0"/>
                  </a:moveTo>
                  <a:lnTo>
                    <a:pt x="118579" y="0"/>
                  </a:lnTo>
                  <a:lnTo>
                    <a:pt x="72421" y="9318"/>
                  </a:lnTo>
                  <a:lnTo>
                    <a:pt x="34729" y="34734"/>
                  </a:lnTo>
                  <a:lnTo>
                    <a:pt x="9318" y="72437"/>
                  </a:lnTo>
                  <a:lnTo>
                    <a:pt x="0" y="118618"/>
                  </a:lnTo>
                  <a:lnTo>
                    <a:pt x="0" y="1214882"/>
                  </a:lnTo>
                  <a:lnTo>
                    <a:pt x="9318" y="1261062"/>
                  </a:lnTo>
                  <a:lnTo>
                    <a:pt x="34729" y="1298765"/>
                  </a:lnTo>
                  <a:lnTo>
                    <a:pt x="72421" y="1324181"/>
                  </a:lnTo>
                  <a:lnTo>
                    <a:pt x="118579" y="1333500"/>
                  </a:lnTo>
                  <a:lnTo>
                    <a:pt x="2818130" y="1333500"/>
                  </a:lnTo>
                  <a:lnTo>
                    <a:pt x="2864310" y="1324181"/>
                  </a:lnTo>
                  <a:lnTo>
                    <a:pt x="2902013" y="1298765"/>
                  </a:lnTo>
                  <a:lnTo>
                    <a:pt x="2927429" y="1261062"/>
                  </a:lnTo>
                  <a:lnTo>
                    <a:pt x="2936748" y="1214882"/>
                  </a:lnTo>
                  <a:lnTo>
                    <a:pt x="2936748" y="118618"/>
                  </a:lnTo>
                  <a:lnTo>
                    <a:pt x="2927429" y="72437"/>
                  </a:lnTo>
                  <a:lnTo>
                    <a:pt x="2902013" y="34734"/>
                  </a:lnTo>
                  <a:lnTo>
                    <a:pt x="2864310" y="9318"/>
                  </a:lnTo>
                  <a:lnTo>
                    <a:pt x="2818130" y="0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25727" y="1928622"/>
            <a:ext cx="21170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Segoe UI"/>
                <a:cs typeface="Segoe UI"/>
              </a:rPr>
              <a:t>Customer</a:t>
            </a:r>
            <a:r>
              <a:rPr sz="1600" b="1" spc="10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Segoe UI"/>
                <a:cs typeface="Segoe UI"/>
              </a:rPr>
              <a:t>Application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12464" y="1592580"/>
            <a:ext cx="4699635" cy="327660"/>
            <a:chOff x="3712464" y="1592580"/>
            <a:chExt cx="4699635" cy="327660"/>
          </a:xfrm>
        </p:grpSpPr>
        <p:sp>
          <p:nvSpPr>
            <p:cNvPr id="9" name="object 9"/>
            <p:cNvSpPr/>
            <p:nvPr/>
          </p:nvSpPr>
          <p:spPr>
            <a:xfrm>
              <a:off x="3712464" y="1702308"/>
              <a:ext cx="4699635" cy="106680"/>
            </a:xfrm>
            <a:custGeom>
              <a:avLst/>
              <a:gdLst/>
              <a:ahLst/>
              <a:cxnLst/>
              <a:rect l="l" t="t" r="r" b="b"/>
              <a:pathLst>
                <a:path w="4699634" h="106680">
                  <a:moveTo>
                    <a:pt x="4675414" y="53339"/>
                  </a:moveTo>
                  <a:lnTo>
                    <a:pt x="4628134" y="94741"/>
                  </a:lnTo>
                  <a:lnTo>
                    <a:pt x="4627880" y="99694"/>
                  </a:lnTo>
                  <a:lnTo>
                    <a:pt x="4630674" y="102996"/>
                  </a:lnTo>
                  <a:lnTo>
                    <a:pt x="4633595" y="106299"/>
                  </a:lnTo>
                  <a:lnTo>
                    <a:pt x="4638675" y="106679"/>
                  </a:lnTo>
                  <a:lnTo>
                    <a:pt x="4690378" y="61340"/>
                  </a:lnTo>
                  <a:lnTo>
                    <a:pt x="4687570" y="61340"/>
                  </a:lnTo>
                  <a:lnTo>
                    <a:pt x="4687570" y="59308"/>
                  </a:lnTo>
                  <a:lnTo>
                    <a:pt x="4682236" y="59308"/>
                  </a:lnTo>
                  <a:lnTo>
                    <a:pt x="4675414" y="53339"/>
                  </a:lnTo>
                  <a:close/>
                </a:path>
                <a:path w="4699634" h="106680">
                  <a:moveTo>
                    <a:pt x="4666415" y="45465"/>
                  </a:moveTo>
                  <a:lnTo>
                    <a:pt x="0" y="45465"/>
                  </a:lnTo>
                  <a:lnTo>
                    <a:pt x="0" y="61340"/>
                  </a:lnTo>
                  <a:lnTo>
                    <a:pt x="4666270" y="61340"/>
                  </a:lnTo>
                  <a:lnTo>
                    <a:pt x="4675414" y="53339"/>
                  </a:lnTo>
                  <a:lnTo>
                    <a:pt x="4666415" y="45465"/>
                  </a:lnTo>
                  <a:close/>
                </a:path>
                <a:path w="4699634" h="106680">
                  <a:moveTo>
                    <a:pt x="4690523" y="45465"/>
                  </a:moveTo>
                  <a:lnTo>
                    <a:pt x="4687570" y="45465"/>
                  </a:lnTo>
                  <a:lnTo>
                    <a:pt x="4687570" y="61340"/>
                  </a:lnTo>
                  <a:lnTo>
                    <a:pt x="4690378" y="61340"/>
                  </a:lnTo>
                  <a:lnTo>
                    <a:pt x="4699508" y="53339"/>
                  </a:lnTo>
                  <a:lnTo>
                    <a:pt x="4690523" y="45465"/>
                  </a:lnTo>
                  <a:close/>
                </a:path>
                <a:path w="4699634" h="106680">
                  <a:moveTo>
                    <a:pt x="4682236" y="47370"/>
                  </a:moveTo>
                  <a:lnTo>
                    <a:pt x="4675414" y="53339"/>
                  </a:lnTo>
                  <a:lnTo>
                    <a:pt x="4682236" y="59308"/>
                  </a:lnTo>
                  <a:lnTo>
                    <a:pt x="4682236" y="47370"/>
                  </a:lnTo>
                  <a:close/>
                </a:path>
                <a:path w="4699634" h="106680">
                  <a:moveTo>
                    <a:pt x="4687570" y="47370"/>
                  </a:moveTo>
                  <a:lnTo>
                    <a:pt x="4682236" y="47370"/>
                  </a:lnTo>
                  <a:lnTo>
                    <a:pt x="4682236" y="59308"/>
                  </a:lnTo>
                  <a:lnTo>
                    <a:pt x="4687570" y="59308"/>
                  </a:lnTo>
                  <a:lnTo>
                    <a:pt x="4687570" y="47370"/>
                  </a:lnTo>
                  <a:close/>
                </a:path>
                <a:path w="4699634" h="106680">
                  <a:moveTo>
                    <a:pt x="4638675" y="0"/>
                  </a:moveTo>
                  <a:lnTo>
                    <a:pt x="4633595" y="380"/>
                  </a:lnTo>
                  <a:lnTo>
                    <a:pt x="4630674" y="3682"/>
                  </a:lnTo>
                  <a:lnTo>
                    <a:pt x="4627880" y="6984"/>
                  </a:lnTo>
                  <a:lnTo>
                    <a:pt x="4628134" y="11937"/>
                  </a:lnTo>
                  <a:lnTo>
                    <a:pt x="4675414" y="53339"/>
                  </a:lnTo>
                  <a:lnTo>
                    <a:pt x="4682236" y="47370"/>
                  </a:lnTo>
                  <a:lnTo>
                    <a:pt x="4687570" y="47370"/>
                  </a:lnTo>
                  <a:lnTo>
                    <a:pt x="4687570" y="45465"/>
                  </a:lnTo>
                  <a:lnTo>
                    <a:pt x="4690523" y="45465"/>
                  </a:lnTo>
                  <a:lnTo>
                    <a:pt x="4638675" y="0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19572" y="1592580"/>
              <a:ext cx="756285" cy="327660"/>
            </a:xfrm>
            <a:custGeom>
              <a:avLst/>
              <a:gdLst/>
              <a:ahLst/>
              <a:cxnLst/>
              <a:rect l="l" t="t" r="r" b="b"/>
              <a:pathLst>
                <a:path w="756285" h="327660">
                  <a:moveTo>
                    <a:pt x="732916" y="0"/>
                  </a:moveTo>
                  <a:lnTo>
                    <a:pt x="22987" y="0"/>
                  </a:lnTo>
                  <a:lnTo>
                    <a:pt x="14037" y="1805"/>
                  </a:lnTo>
                  <a:lnTo>
                    <a:pt x="6730" y="6731"/>
                  </a:lnTo>
                  <a:lnTo>
                    <a:pt x="1805" y="14037"/>
                  </a:lnTo>
                  <a:lnTo>
                    <a:pt x="0" y="22987"/>
                  </a:lnTo>
                  <a:lnTo>
                    <a:pt x="0" y="304673"/>
                  </a:lnTo>
                  <a:lnTo>
                    <a:pt x="1805" y="313622"/>
                  </a:lnTo>
                  <a:lnTo>
                    <a:pt x="6731" y="320929"/>
                  </a:lnTo>
                  <a:lnTo>
                    <a:pt x="14037" y="325854"/>
                  </a:lnTo>
                  <a:lnTo>
                    <a:pt x="22987" y="327660"/>
                  </a:lnTo>
                  <a:lnTo>
                    <a:pt x="732916" y="327660"/>
                  </a:lnTo>
                  <a:lnTo>
                    <a:pt x="741866" y="325854"/>
                  </a:lnTo>
                  <a:lnTo>
                    <a:pt x="749173" y="320928"/>
                  </a:lnTo>
                  <a:lnTo>
                    <a:pt x="754098" y="313622"/>
                  </a:lnTo>
                  <a:lnTo>
                    <a:pt x="755903" y="304673"/>
                  </a:lnTo>
                  <a:lnTo>
                    <a:pt x="755903" y="22987"/>
                  </a:lnTo>
                  <a:lnTo>
                    <a:pt x="754098" y="14037"/>
                  </a:lnTo>
                  <a:lnTo>
                    <a:pt x="749172" y="6730"/>
                  </a:lnTo>
                  <a:lnTo>
                    <a:pt x="741866" y="1805"/>
                  </a:lnTo>
                  <a:lnTo>
                    <a:pt x="7329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813297" y="1648205"/>
            <a:ext cx="558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Segoe UI"/>
                <a:cs typeface="Segoe UI"/>
              </a:rPr>
              <a:t>Prompt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511540" y="1400555"/>
            <a:ext cx="2964180" cy="1333500"/>
          </a:xfrm>
          <a:custGeom>
            <a:avLst/>
            <a:gdLst/>
            <a:ahLst/>
            <a:cxnLst/>
            <a:rect l="l" t="t" r="r" b="b"/>
            <a:pathLst>
              <a:path w="2964179" h="1333500">
                <a:moveTo>
                  <a:pt x="2853181" y="0"/>
                </a:moveTo>
                <a:lnTo>
                  <a:pt x="110998" y="0"/>
                </a:lnTo>
                <a:lnTo>
                  <a:pt x="67776" y="8717"/>
                </a:lnTo>
                <a:lnTo>
                  <a:pt x="32496" y="32496"/>
                </a:lnTo>
                <a:lnTo>
                  <a:pt x="8717" y="67776"/>
                </a:lnTo>
                <a:lnTo>
                  <a:pt x="0" y="110998"/>
                </a:lnTo>
                <a:lnTo>
                  <a:pt x="0" y="1222502"/>
                </a:lnTo>
                <a:lnTo>
                  <a:pt x="8717" y="1265723"/>
                </a:lnTo>
                <a:lnTo>
                  <a:pt x="32496" y="1301003"/>
                </a:lnTo>
                <a:lnTo>
                  <a:pt x="67776" y="1324782"/>
                </a:lnTo>
                <a:lnTo>
                  <a:pt x="110998" y="1333500"/>
                </a:lnTo>
                <a:lnTo>
                  <a:pt x="2853181" y="1333500"/>
                </a:lnTo>
                <a:lnTo>
                  <a:pt x="2896403" y="1324782"/>
                </a:lnTo>
                <a:lnTo>
                  <a:pt x="2931683" y="1301003"/>
                </a:lnTo>
                <a:lnTo>
                  <a:pt x="2955462" y="1265723"/>
                </a:lnTo>
                <a:lnTo>
                  <a:pt x="2964179" y="1222502"/>
                </a:lnTo>
                <a:lnTo>
                  <a:pt x="2964179" y="110998"/>
                </a:lnTo>
                <a:lnTo>
                  <a:pt x="2955462" y="67776"/>
                </a:lnTo>
                <a:lnTo>
                  <a:pt x="2931683" y="32496"/>
                </a:lnTo>
                <a:lnTo>
                  <a:pt x="2896403" y="8717"/>
                </a:lnTo>
                <a:lnTo>
                  <a:pt x="2853181" y="0"/>
                </a:lnTo>
                <a:close/>
              </a:path>
            </a:pathLst>
          </a:custGeom>
          <a:solidFill>
            <a:srgbClr val="8560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821418" y="1806701"/>
            <a:ext cx="13290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Segoe UI"/>
                <a:cs typeface="Segoe UI"/>
              </a:rPr>
              <a:t>Azure</a:t>
            </a:r>
            <a:r>
              <a:rPr sz="1600" b="1" spc="-6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Segoe UI"/>
                <a:cs typeface="Segoe UI"/>
              </a:rPr>
              <a:t>OpenAI </a:t>
            </a:r>
            <a:r>
              <a:rPr sz="1600" b="1" spc="-10" dirty="0">
                <a:solidFill>
                  <a:srgbClr val="FFFFFF"/>
                </a:solidFill>
                <a:latin typeface="Segoe UI"/>
                <a:cs typeface="Segoe UI"/>
              </a:rPr>
              <a:t>Endpoint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587740" y="1475232"/>
            <a:ext cx="1125220" cy="1184275"/>
          </a:xfrm>
          <a:custGeom>
            <a:avLst/>
            <a:gdLst/>
            <a:ahLst/>
            <a:cxnLst/>
            <a:rect l="l" t="t" r="r" b="b"/>
            <a:pathLst>
              <a:path w="1125220" h="1184275">
                <a:moveTo>
                  <a:pt x="1020571" y="0"/>
                </a:moveTo>
                <a:lnTo>
                  <a:pt x="104139" y="0"/>
                </a:lnTo>
                <a:lnTo>
                  <a:pt x="63597" y="8181"/>
                </a:lnTo>
                <a:lnTo>
                  <a:pt x="30495" y="30495"/>
                </a:lnTo>
                <a:lnTo>
                  <a:pt x="8181" y="63597"/>
                </a:lnTo>
                <a:lnTo>
                  <a:pt x="0" y="104139"/>
                </a:lnTo>
                <a:lnTo>
                  <a:pt x="0" y="1080007"/>
                </a:lnTo>
                <a:lnTo>
                  <a:pt x="8181" y="1120550"/>
                </a:lnTo>
                <a:lnTo>
                  <a:pt x="30495" y="1153652"/>
                </a:lnTo>
                <a:lnTo>
                  <a:pt x="63597" y="1175966"/>
                </a:lnTo>
                <a:lnTo>
                  <a:pt x="104139" y="1184147"/>
                </a:lnTo>
                <a:lnTo>
                  <a:pt x="1020571" y="1184147"/>
                </a:lnTo>
                <a:lnTo>
                  <a:pt x="1061114" y="1175966"/>
                </a:lnTo>
                <a:lnTo>
                  <a:pt x="1094216" y="1153652"/>
                </a:lnTo>
                <a:lnTo>
                  <a:pt x="1116530" y="1120550"/>
                </a:lnTo>
                <a:lnTo>
                  <a:pt x="1124711" y="1080007"/>
                </a:lnTo>
                <a:lnTo>
                  <a:pt x="1124711" y="104139"/>
                </a:lnTo>
                <a:lnTo>
                  <a:pt x="1116530" y="63597"/>
                </a:lnTo>
                <a:lnTo>
                  <a:pt x="1094216" y="30495"/>
                </a:lnTo>
                <a:lnTo>
                  <a:pt x="1061114" y="8181"/>
                </a:lnTo>
                <a:lnTo>
                  <a:pt x="1020571" y="0"/>
                </a:lnTo>
                <a:close/>
              </a:path>
            </a:pathLst>
          </a:custGeom>
          <a:solidFill>
            <a:srgbClr val="E7D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969502" y="1928622"/>
            <a:ext cx="3536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8560C5"/>
                </a:solidFill>
                <a:latin typeface="Segoe UI"/>
                <a:cs typeface="Segoe UI"/>
              </a:rPr>
              <a:t>RAI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712464" y="2324099"/>
            <a:ext cx="7466330" cy="1861185"/>
          </a:xfrm>
          <a:custGeom>
            <a:avLst/>
            <a:gdLst/>
            <a:ahLst/>
            <a:cxnLst/>
            <a:rect l="l" t="t" r="r" b="b"/>
            <a:pathLst>
              <a:path w="7466330" h="1861185">
                <a:moveTo>
                  <a:pt x="4699508" y="45466"/>
                </a:moveTo>
                <a:lnTo>
                  <a:pt x="33083" y="45466"/>
                </a:lnTo>
                <a:lnTo>
                  <a:pt x="71374" y="11938"/>
                </a:lnTo>
                <a:lnTo>
                  <a:pt x="71755" y="6985"/>
                </a:lnTo>
                <a:lnTo>
                  <a:pt x="65913" y="381"/>
                </a:lnTo>
                <a:lnTo>
                  <a:pt x="60960" y="0"/>
                </a:lnTo>
                <a:lnTo>
                  <a:pt x="57658" y="2921"/>
                </a:lnTo>
                <a:lnTo>
                  <a:pt x="0" y="53352"/>
                </a:lnTo>
                <a:lnTo>
                  <a:pt x="57658" y="103759"/>
                </a:lnTo>
                <a:lnTo>
                  <a:pt x="60960" y="106680"/>
                </a:lnTo>
                <a:lnTo>
                  <a:pt x="65913" y="106299"/>
                </a:lnTo>
                <a:lnTo>
                  <a:pt x="71755" y="99695"/>
                </a:lnTo>
                <a:lnTo>
                  <a:pt x="71374" y="94742"/>
                </a:lnTo>
                <a:lnTo>
                  <a:pt x="33235" y="61341"/>
                </a:lnTo>
                <a:lnTo>
                  <a:pt x="4699508" y="61341"/>
                </a:lnTo>
                <a:lnTo>
                  <a:pt x="4699508" y="45466"/>
                </a:lnTo>
                <a:close/>
              </a:path>
              <a:path w="7466330" h="1861185">
                <a:moveTo>
                  <a:pt x="6466332" y="509016"/>
                </a:moveTo>
                <a:lnTo>
                  <a:pt x="6463411" y="505714"/>
                </a:lnTo>
                <a:lnTo>
                  <a:pt x="6423533" y="460121"/>
                </a:lnTo>
                <a:lnTo>
                  <a:pt x="6412992" y="448056"/>
                </a:lnTo>
                <a:lnTo>
                  <a:pt x="6362573" y="505714"/>
                </a:lnTo>
                <a:lnTo>
                  <a:pt x="6359652" y="509016"/>
                </a:lnTo>
                <a:lnTo>
                  <a:pt x="6360033" y="513969"/>
                </a:lnTo>
                <a:lnTo>
                  <a:pt x="6366637" y="519811"/>
                </a:lnTo>
                <a:lnTo>
                  <a:pt x="6371590" y="519430"/>
                </a:lnTo>
                <a:lnTo>
                  <a:pt x="6374511" y="516128"/>
                </a:lnTo>
                <a:lnTo>
                  <a:pt x="6404991" y="481304"/>
                </a:lnTo>
                <a:lnTo>
                  <a:pt x="6404991" y="481152"/>
                </a:lnTo>
                <a:lnTo>
                  <a:pt x="6412992" y="472160"/>
                </a:lnTo>
                <a:lnTo>
                  <a:pt x="6405118" y="481152"/>
                </a:lnTo>
                <a:lnTo>
                  <a:pt x="6405118" y="1190180"/>
                </a:lnTo>
                <a:lnTo>
                  <a:pt x="6404991" y="1211199"/>
                </a:lnTo>
                <a:lnTo>
                  <a:pt x="6404991" y="1190028"/>
                </a:lnTo>
                <a:lnTo>
                  <a:pt x="6374511" y="1155192"/>
                </a:lnTo>
                <a:lnTo>
                  <a:pt x="6371590" y="1151890"/>
                </a:lnTo>
                <a:lnTo>
                  <a:pt x="6366637" y="1151636"/>
                </a:lnTo>
                <a:lnTo>
                  <a:pt x="6363335" y="1154430"/>
                </a:lnTo>
                <a:lnTo>
                  <a:pt x="6360033" y="1157351"/>
                </a:lnTo>
                <a:lnTo>
                  <a:pt x="6359652" y="1162431"/>
                </a:lnTo>
                <a:lnTo>
                  <a:pt x="6362573" y="1165733"/>
                </a:lnTo>
                <a:lnTo>
                  <a:pt x="6412992" y="1223264"/>
                </a:lnTo>
                <a:lnTo>
                  <a:pt x="6423558" y="1211199"/>
                </a:lnTo>
                <a:lnTo>
                  <a:pt x="6463411" y="1165733"/>
                </a:lnTo>
                <a:lnTo>
                  <a:pt x="6466332" y="1162431"/>
                </a:lnTo>
                <a:lnTo>
                  <a:pt x="6465951" y="1157351"/>
                </a:lnTo>
                <a:lnTo>
                  <a:pt x="6462649" y="1154430"/>
                </a:lnTo>
                <a:lnTo>
                  <a:pt x="6459347" y="1151636"/>
                </a:lnTo>
                <a:lnTo>
                  <a:pt x="6454394" y="1151890"/>
                </a:lnTo>
                <a:lnTo>
                  <a:pt x="6451473" y="1155192"/>
                </a:lnTo>
                <a:lnTo>
                  <a:pt x="6420993" y="1190028"/>
                </a:lnTo>
                <a:lnTo>
                  <a:pt x="6420866" y="1211199"/>
                </a:lnTo>
                <a:lnTo>
                  <a:pt x="6420866" y="1205992"/>
                </a:lnTo>
                <a:lnTo>
                  <a:pt x="6420866" y="1190180"/>
                </a:lnTo>
                <a:lnTo>
                  <a:pt x="6420866" y="481152"/>
                </a:lnTo>
                <a:lnTo>
                  <a:pt x="6420866" y="465328"/>
                </a:lnTo>
                <a:lnTo>
                  <a:pt x="6420866" y="460121"/>
                </a:lnTo>
                <a:lnTo>
                  <a:pt x="6420993" y="481304"/>
                </a:lnTo>
                <a:lnTo>
                  <a:pt x="6451473" y="516128"/>
                </a:lnTo>
                <a:lnTo>
                  <a:pt x="6454394" y="519430"/>
                </a:lnTo>
                <a:lnTo>
                  <a:pt x="6459347" y="519811"/>
                </a:lnTo>
                <a:lnTo>
                  <a:pt x="6465951" y="513969"/>
                </a:lnTo>
                <a:lnTo>
                  <a:pt x="6466332" y="509016"/>
                </a:lnTo>
                <a:close/>
              </a:path>
              <a:path w="7466330" h="1861185">
                <a:moveTo>
                  <a:pt x="7466076" y="1427226"/>
                </a:moveTo>
                <a:lnTo>
                  <a:pt x="7460259" y="1398485"/>
                </a:lnTo>
                <a:lnTo>
                  <a:pt x="7444397" y="1374990"/>
                </a:lnTo>
                <a:lnTo>
                  <a:pt x="7420902" y="1359128"/>
                </a:lnTo>
                <a:lnTo>
                  <a:pt x="7392162" y="1353312"/>
                </a:lnTo>
                <a:lnTo>
                  <a:pt x="2356866" y="1353312"/>
                </a:lnTo>
                <a:lnTo>
                  <a:pt x="2328113" y="1359128"/>
                </a:lnTo>
                <a:lnTo>
                  <a:pt x="2304618" y="1374990"/>
                </a:lnTo>
                <a:lnTo>
                  <a:pt x="2288756" y="1398485"/>
                </a:lnTo>
                <a:lnTo>
                  <a:pt x="2282952" y="1427226"/>
                </a:lnTo>
                <a:lnTo>
                  <a:pt x="2282952" y="1786890"/>
                </a:lnTo>
                <a:lnTo>
                  <a:pt x="2288756" y="1815642"/>
                </a:lnTo>
                <a:lnTo>
                  <a:pt x="2304618" y="1839137"/>
                </a:lnTo>
                <a:lnTo>
                  <a:pt x="2328113" y="1855000"/>
                </a:lnTo>
                <a:lnTo>
                  <a:pt x="2356866" y="1860804"/>
                </a:lnTo>
                <a:lnTo>
                  <a:pt x="7392162" y="1860804"/>
                </a:lnTo>
                <a:lnTo>
                  <a:pt x="7420902" y="1855000"/>
                </a:lnTo>
                <a:lnTo>
                  <a:pt x="7444397" y="1839137"/>
                </a:lnTo>
                <a:lnTo>
                  <a:pt x="7460259" y="1815642"/>
                </a:lnTo>
                <a:lnTo>
                  <a:pt x="7466076" y="1786890"/>
                </a:lnTo>
                <a:lnTo>
                  <a:pt x="7466076" y="1427226"/>
                </a:lnTo>
                <a:close/>
              </a:path>
            </a:pathLst>
          </a:custGeom>
          <a:solidFill>
            <a:srgbClr val="8560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575675" y="2768295"/>
            <a:ext cx="7080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8560C5"/>
                </a:solidFill>
                <a:latin typeface="Segoe UI"/>
                <a:cs typeface="Segoe UI"/>
              </a:rPr>
              <a:t>Filtered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8560C5"/>
                </a:solidFill>
                <a:latin typeface="Segoe UI"/>
                <a:cs typeface="Segoe UI"/>
              </a:rPr>
              <a:t>Response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69073" y="3792423"/>
            <a:ext cx="30302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Segoe UI"/>
                <a:cs typeface="Segoe UI"/>
              </a:rPr>
              <a:t>Responsible</a:t>
            </a:r>
            <a:r>
              <a:rPr sz="1600" b="1" spc="-8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Segoe UI"/>
                <a:cs typeface="Segoe UI"/>
              </a:rPr>
              <a:t>AI</a:t>
            </a:r>
            <a:r>
              <a:rPr sz="1600" b="1" spc="-8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Segoe UI"/>
                <a:cs typeface="Segoe UI"/>
              </a:rPr>
              <a:t>Model</a:t>
            </a:r>
            <a:r>
              <a:rPr sz="1600" b="1" spc="-7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Segoe UI"/>
                <a:cs typeface="Segoe UI"/>
              </a:rPr>
              <a:t>Ensemble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695060" y="4184903"/>
            <a:ext cx="5784215" cy="1845945"/>
            <a:chOff x="5695060" y="4184903"/>
            <a:chExt cx="5784215" cy="1845945"/>
          </a:xfrm>
        </p:grpSpPr>
        <p:sp>
          <p:nvSpPr>
            <p:cNvPr id="20" name="object 20"/>
            <p:cNvSpPr/>
            <p:nvPr/>
          </p:nvSpPr>
          <p:spPr>
            <a:xfrm>
              <a:off x="5698235" y="4357115"/>
              <a:ext cx="5777865" cy="1670685"/>
            </a:xfrm>
            <a:custGeom>
              <a:avLst/>
              <a:gdLst/>
              <a:ahLst/>
              <a:cxnLst/>
              <a:rect l="l" t="t" r="r" b="b"/>
              <a:pathLst>
                <a:path w="5777865" h="1670685">
                  <a:moveTo>
                    <a:pt x="5666613" y="0"/>
                  </a:moveTo>
                  <a:lnTo>
                    <a:pt x="110871" y="0"/>
                  </a:lnTo>
                  <a:lnTo>
                    <a:pt x="67722" y="8715"/>
                  </a:lnTo>
                  <a:lnTo>
                    <a:pt x="32480" y="32480"/>
                  </a:lnTo>
                  <a:lnTo>
                    <a:pt x="8715" y="67722"/>
                  </a:lnTo>
                  <a:lnTo>
                    <a:pt x="0" y="110870"/>
                  </a:lnTo>
                  <a:lnTo>
                    <a:pt x="0" y="1559394"/>
                  </a:lnTo>
                  <a:lnTo>
                    <a:pt x="8715" y="1602565"/>
                  </a:lnTo>
                  <a:lnTo>
                    <a:pt x="32480" y="1637818"/>
                  </a:lnTo>
                  <a:lnTo>
                    <a:pt x="67722" y="1661588"/>
                  </a:lnTo>
                  <a:lnTo>
                    <a:pt x="110871" y="1670303"/>
                  </a:lnTo>
                  <a:lnTo>
                    <a:pt x="5666613" y="1670303"/>
                  </a:lnTo>
                  <a:lnTo>
                    <a:pt x="5709761" y="1661588"/>
                  </a:lnTo>
                  <a:lnTo>
                    <a:pt x="5745003" y="1637818"/>
                  </a:lnTo>
                  <a:lnTo>
                    <a:pt x="5768768" y="1602565"/>
                  </a:lnTo>
                  <a:lnTo>
                    <a:pt x="5777484" y="1559394"/>
                  </a:lnTo>
                  <a:lnTo>
                    <a:pt x="5777484" y="110870"/>
                  </a:lnTo>
                  <a:lnTo>
                    <a:pt x="5768768" y="67722"/>
                  </a:lnTo>
                  <a:lnTo>
                    <a:pt x="5745003" y="32480"/>
                  </a:lnTo>
                  <a:lnTo>
                    <a:pt x="5709761" y="8715"/>
                  </a:lnTo>
                  <a:lnTo>
                    <a:pt x="56666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98235" y="4357115"/>
              <a:ext cx="5777865" cy="1670685"/>
            </a:xfrm>
            <a:custGeom>
              <a:avLst/>
              <a:gdLst/>
              <a:ahLst/>
              <a:cxnLst/>
              <a:rect l="l" t="t" r="r" b="b"/>
              <a:pathLst>
                <a:path w="5777865" h="1670685">
                  <a:moveTo>
                    <a:pt x="5777484" y="110870"/>
                  </a:moveTo>
                  <a:lnTo>
                    <a:pt x="5768768" y="67722"/>
                  </a:lnTo>
                  <a:lnTo>
                    <a:pt x="5745003" y="32480"/>
                  </a:lnTo>
                  <a:lnTo>
                    <a:pt x="5709761" y="8715"/>
                  </a:lnTo>
                  <a:lnTo>
                    <a:pt x="5666613" y="0"/>
                  </a:lnTo>
                  <a:lnTo>
                    <a:pt x="110871" y="0"/>
                  </a:lnTo>
                  <a:lnTo>
                    <a:pt x="67722" y="8715"/>
                  </a:lnTo>
                  <a:lnTo>
                    <a:pt x="32480" y="32480"/>
                  </a:lnTo>
                  <a:lnTo>
                    <a:pt x="8715" y="67722"/>
                  </a:lnTo>
                  <a:lnTo>
                    <a:pt x="0" y="110870"/>
                  </a:lnTo>
                  <a:lnTo>
                    <a:pt x="0" y="1559394"/>
                  </a:lnTo>
                  <a:lnTo>
                    <a:pt x="8715" y="1602565"/>
                  </a:lnTo>
                  <a:lnTo>
                    <a:pt x="32480" y="1637818"/>
                  </a:lnTo>
                  <a:lnTo>
                    <a:pt x="67722" y="1661588"/>
                  </a:lnTo>
                  <a:lnTo>
                    <a:pt x="110871" y="1670303"/>
                  </a:lnTo>
                  <a:lnTo>
                    <a:pt x="5666613" y="1670303"/>
                  </a:lnTo>
                  <a:lnTo>
                    <a:pt x="5709761" y="1661588"/>
                  </a:lnTo>
                  <a:lnTo>
                    <a:pt x="5745003" y="1637818"/>
                  </a:lnTo>
                  <a:lnTo>
                    <a:pt x="5768768" y="1602565"/>
                  </a:lnTo>
                  <a:lnTo>
                    <a:pt x="5777484" y="1559394"/>
                  </a:lnTo>
                  <a:lnTo>
                    <a:pt x="5777484" y="110870"/>
                  </a:lnTo>
                  <a:close/>
                </a:path>
              </a:pathLst>
            </a:custGeom>
            <a:ln w="6350">
              <a:solidFill>
                <a:srgbClr val="8560C5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88151" y="4184903"/>
              <a:ext cx="5596255" cy="172720"/>
            </a:xfrm>
            <a:custGeom>
              <a:avLst/>
              <a:gdLst/>
              <a:ahLst/>
              <a:cxnLst/>
              <a:rect l="l" t="t" r="r" b="b"/>
              <a:pathLst>
                <a:path w="5596255" h="172720">
                  <a:moveTo>
                    <a:pt x="5315331" y="0"/>
                  </a:moveTo>
                  <a:lnTo>
                    <a:pt x="280797" y="0"/>
                  </a:lnTo>
                  <a:lnTo>
                    <a:pt x="0" y="172212"/>
                  </a:lnTo>
                  <a:lnTo>
                    <a:pt x="5596128" y="172212"/>
                  </a:lnTo>
                  <a:lnTo>
                    <a:pt x="5315331" y="0"/>
                  </a:lnTo>
                  <a:close/>
                </a:path>
              </a:pathLst>
            </a:custGeom>
            <a:solidFill>
              <a:srgbClr val="E7D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83579" y="4905755"/>
              <a:ext cx="1434465" cy="1035050"/>
            </a:xfrm>
            <a:custGeom>
              <a:avLst/>
              <a:gdLst/>
              <a:ahLst/>
              <a:cxnLst/>
              <a:rect l="l" t="t" r="r" b="b"/>
              <a:pathLst>
                <a:path w="1434465" h="1035050">
                  <a:moveTo>
                    <a:pt x="1337818" y="0"/>
                  </a:moveTo>
                  <a:lnTo>
                    <a:pt x="96266" y="0"/>
                  </a:lnTo>
                  <a:lnTo>
                    <a:pt x="58775" y="7558"/>
                  </a:lnTo>
                  <a:lnTo>
                    <a:pt x="28178" y="28178"/>
                  </a:lnTo>
                  <a:lnTo>
                    <a:pt x="7558" y="58775"/>
                  </a:lnTo>
                  <a:lnTo>
                    <a:pt x="0" y="96266"/>
                  </a:lnTo>
                  <a:lnTo>
                    <a:pt x="0" y="938555"/>
                  </a:lnTo>
                  <a:lnTo>
                    <a:pt x="7558" y="976015"/>
                  </a:lnTo>
                  <a:lnTo>
                    <a:pt x="28178" y="1006606"/>
                  </a:lnTo>
                  <a:lnTo>
                    <a:pt x="58775" y="1027232"/>
                  </a:lnTo>
                  <a:lnTo>
                    <a:pt x="96266" y="1034796"/>
                  </a:lnTo>
                  <a:lnTo>
                    <a:pt x="1337818" y="1034796"/>
                  </a:lnTo>
                  <a:lnTo>
                    <a:pt x="1375308" y="1027232"/>
                  </a:lnTo>
                  <a:lnTo>
                    <a:pt x="1405905" y="1006606"/>
                  </a:lnTo>
                  <a:lnTo>
                    <a:pt x="1426525" y="976015"/>
                  </a:lnTo>
                  <a:lnTo>
                    <a:pt x="1434084" y="938555"/>
                  </a:lnTo>
                  <a:lnTo>
                    <a:pt x="1434084" y="96266"/>
                  </a:lnTo>
                  <a:lnTo>
                    <a:pt x="1426525" y="58775"/>
                  </a:lnTo>
                  <a:lnTo>
                    <a:pt x="1405905" y="28178"/>
                  </a:lnTo>
                  <a:lnTo>
                    <a:pt x="1375308" y="7558"/>
                  </a:lnTo>
                  <a:lnTo>
                    <a:pt x="1337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83579" y="4905755"/>
              <a:ext cx="1434465" cy="1035050"/>
            </a:xfrm>
            <a:custGeom>
              <a:avLst/>
              <a:gdLst/>
              <a:ahLst/>
              <a:cxnLst/>
              <a:rect l="l" t="t" r="r" b="b"/>
              <a:pathLst>
                <a:path w="1434465" h="1035050">
                  <a:moveTo>
                    <a:pt x="0" y="96266"/>
                  </a:moveTo>
                  <a:lnTo>
                    <a:pt x="7558" y="58775"/>
                  </a:lnTo>
                  <a:lnTo>
                    <a:pt x="28178" y="28178"/>
                  </a:lnTo>
                  <a:lnTo>
                    <a:pt x="58775" y="7558"/>
                  </a:lnTo>
                  <a:lnTo>
                    <a:pt x="96266" y="0"/>
                  </a:lnTo>
                  <a:lnTo>
                    <a:pt x="1337818" y="0"/>
                  </a:lnTo>
                  <a:lnTo>
                    <a:pt x="1375308" y="7558"/>
                  </a:lnTo>
                  <a:lnTo>
                    <a:pt x="1405905" y="28178"/>
                  </a:lnTo>
                  <a:lnTo>
                    <a:pt x="1426525" y="58775"/>
                  </a:lnTo>
                  <a:lnTo>
                    <a:pt x="1434084" y="96266"/>
                  </a:lnTo>
                  <a:lnTo>
                    <a:pt x="1434084" y="938555"/>
                  </a:lnTo>
                  <a:lnTo>
                    <a:pt x="1426525" y="976015"/>
                  </a:lnTo>
                  <a:lnTo>
                    <a:pt x="1405905" y="1006606"/>
                  </a:lnTo>
                  <a:lnTo>
                    <a:pt x="1375308" y="1027232"/>
                  </a:lnTo>
                  <a:lnTo>
                    <a:pt x="1337818" y="1034796"/>
                  </a:lnTo>
                  <a:lnTo>
                    <a:pt x="96266" y="1034796"/>
                  </a:lnTo>
                  <a:lnTo>
                    <a:pt x="58775" y="1027232"/>
                  </a:lnTo>
                  <a:lnTo>
                    <a:pt x="28178" y="1006606"/>
                  </a:lnTo>
                  <a:lnTo>
                    <a:pt x="7558" y="976015"/>
                  </a:lnTo>
                  <a:lnTo>
                    <a:pt x="0" y="938555"/>
                  </a:lnTo>
                  <a:lnTo>
                    <a:pt x="0" y="96266"/>
                  </a:lnTo>
                  <a:close/>
                </a:path>
              </a:pathLst>
            </a:custGeom>
            <a:ln w="6350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278371" y="5607202"/>
            <a:ext cx="4451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Segoe UI"/>
                <a:cs typeface="Segoe UI"/>
              </a:rPr>
              <a:t>Hate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355079" y="4748657"/>
            <a:ext cx="2257425" cy="1041400"/>
            <a:chOff x="6355079" y="4748657"/>
            <a:chExt cx="2257425" cy="1041400"/>
          </a:xfrm>
        </p:grpSpPr>
        <p:sp>
          <p:nvSpPr>
            <p:cNvPr id="27" name="object 27"/>
            <p:cNvSpPr/>
            <p:nvPr/>
          </p:nvSpPr>
          <p:spPr>
            <a:xfrm>
              <a:off x="6355079" y="5213604"/>
              <a:ext cx="264160" cy="265430"/>
            </a:xfrm>
            <a:custGeom>
              <a:avLst/>
              <a:gdLst/>
              <a:ahLst/>
              <a:cxnLst/>
              <a:rect l="l" t="t" r="r" b="b"/>
              <a:pathLst>
                <a:path w="264159" h="265429">
                  <a:moveTo>
                    <a:pt x="90170" y="0"/>
                  </a:moveTo>
                  <a:lnTo>
                    <a:pt x="65907" y="4929"/>
                  </a:lnTo>
                  <a:lnTo>
                    <a:pt x="46085" y="18383"/>
                  </a:lnTo>
                  <a:lnTo>
                    <a:pt x="32716" y="38361"/>
                  </a:lnTo>
                  <a:lnTo>
                    <a:pt x="27812" y="62865"/>
                  </a:lnTo>
                  <a:lnTo>
                    <a:pt x="32716" y="87294"/>
                  </a:lnTo>
                  <a:lnTo>
                    <a:pt x="46085" y="107235"/>
                  </a:lnTo>
                  <a:lnTo>
                    <a:pt x="65907" y="120675"/>
                  </a:lnTo>
                  <a:lnTo>
                    <a:pt x="90170" y="125603"/>
                  </a:lnTo>
                  <a:lnTo>
                    <a:pt x="114506" y="120675"/>
                  </a:lnTo>
                  <a:lnTo>
                    <a:pt x="134365" y="107235"/>
                  </a:lnTo>
                  <a:lnTo>
                    <a:pt x="147748" y="87294"/>
                  </a:lnTo>
                  <a:lnTo>
                    <a:pt x="152653" y="62865"/>
                  </a:lnTo>
                  <a:lnTo>
                    <a:pt x="147748" y="38361"/>
                  </a:lnTo>
                  <a:lnTo>
                    <a:pt x="134365" y="18383"/>
                  </a:lnTo>
                  <a:lnTo>
                    <a:pt x="114506" y="4929"/>
                  </a:lnTo>
                  <a:lnTo>
                    <a:pt x="90170" y="0"/>
                  </a:lnTo>
                  <a:close/>
                </a:path>
                <a:path w="264159" h="265429">
                  <a:moveTo>
                    <a:pt x="149987" y="153543"/>
                  </a:moveTo>
                  <a:lnTo>
                    <a:pt x="27812" y="153543"/>
                  </a:lnTo>
                  <a:lnTo>
                    <a:pt x="16984" y="155729"/>
                  </a:lnTo>
                  <a:lnTo>
                    <a:pt x="8143" y="161702"/>
                  </a:lnTo>
                  <a:lnTo>
                    <a:pt x="2184" y="170580"/>
                  </a:lnTo>
                  <a:lnTo>
                    <a:pt x="0" y="181483"/>
                  </a:lnTo>
                  <a:lnTo>
                    <a:pt x="0" y="202311"/>
                  </a:lnTo>
                  <a:lnTo>
                    <a:pt x="31813" y="252730"/>
                  </a:lnTo>
                  <a:lnTo>
                    <a:pt x="90170" y="265176"/>
                  </a:lnTo>
                  <a:lnTo>
                    <a:pt x="101195" y="264800"/>
                  </a:lnTo>
                  <a:lnTo>
                    <a:pt x="112553" y="263604"/>
                  </a:lnTo>
                  <a:lnTo>
                    <a:pt x="123959" y="261479"/>
                  </a:lnTo>
                  <a:lnTo>
                    <a:pt x="135128" y="258318"/>
                  </a:lnTo>
                  <a:lnTo>
                    <a:pt x="130681" y="248356"/>
                  </a:lnTo>
                  <a:lnTo>
                    <a:pt x="127460" y="237966"/>
                  </a:lnTo>
                  <a:lnTo>
                    <a:pt x="125501" y="227242"/>
                  </a:lnTo>
                  <a:lnTo>
                    <a:pt x="124841" y="216281"/>
                  </a:lnTo>
                  <a:lnTo>
                    <a:pt x="126591" y="198477"/>
                  </a:lnTo>
                  <a:lnTo>
                    <a:pt x="131603" y="181864"/>
                  </a:lnTo>
                  <a:lnTo>
                    <a:pt x="139521" y="166774"/>
                  </a:lnTo>
                  <a:lnTo>
                    <a:pt x="149987" y="153543"/>
                  </a:lnTo>
                  <a:close/>
                </a:path>
                <a:path w="264159" h="265429">
                  <a:moveTo>
                    <a:pt x="215138" y="27940"/>
                  </a:moveTo>
                  <a:lnTo>
                    <a:pt x="196179" y="31773"/>
                  </a:lnTo>
                  <a:lnTo>
                    <a:pt x="180721" y="42227"/>
                  </a:lnTo>
                  <a:lnTo>
                    <a:pt x="170310" y="57729"/>
                  </a:lnTo>
                  <a:lnTo>
                    <a:pt x="166497" y="76708"/>
                  </a:lnTo>
                  <a:lnTo>
                    <a:pt x="170310" y="95759"/>
                  </a:lnTo>
                  <a:lnTo>
                    <a:pt x="180721" y="111299"/>
                  </a:lnTo>
                  <a:lnTo>
                    <a:pt x="196179" y="121767"/>
                  </a:lnTo>
                  <a:lnTo>
                    <a:pt x="215138" y="125603"/>
                  </a:lnTo>
                  <a:lnTo>
                    <a:pt x="234023" y="121767"/>
                  </a:lnTo>
                  <a:lnTo>
                    <a:pt x="249443" y="111299"/>
                  </a:lnTo>
                  <a:lnTo>
                    <a:pt x="259840" y="95759"/>
                  </a:lnTo>
                  <a:lnTo>
                    <a:pt x="263651" y="76708"/>
                  </a:lnTo>
                  <a:lnTo>
                    <a:pt x="259840" y="57729"/>
                  </a:lnTo>
                  <a:lnTo>
                    <a:pt x="249443" y="42227"/>
                  </a:lnTo>
                  <a:lnTo>
                    <a:pt x="234023" y="31773"/>
                  </a:lnTo>
                  <a:lnTo>
                    <a:pt x="215138" y="27940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3763" y="5352288"/>
              <a:ext cx="153924" cy="15544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173467" y="4751832"/>
              <a:ext cx="1435735" cy="1035050"/>
            </a:xfrm>
            <a:custGeom>
              <a:avLst/>
              <a:gdLst/>
              <a:ahLst/>
              <a:cxnLst/>
              <a:rect l="l" t="t" r="r" b="b"/>
              <a:pathLst>
                <a:path w="1435734" h="1035050">
                  <a:moveTo>
                    <a:pt x="1339341" y="0"/>
                  </a:moveTo>
                  <a:lnTo>
                    <a:pt x="96265" y="0"/>
                  </a:lnTo>
                  <a:lnTo>
                    <a:pt x="58775" y="7558"/>
                  </a:lnTo>
                  <a:lnTo>
                    <a:pt x="28178" y="28178"/>
                  </a:lnTo>
                  <a:lnTo>
                    <a:pt x="7558" y="58775"/>
                  </a:lnTo>
                  <a:lnTo>
                    <a:pt x="0" y="96266"/>
                  </a:lnTo>
                  <a:lnTo>
                    <a:pt x="0" y="938555"/>
                  </a:lnTo>
                  <a:lnTo>
                    <a:pt x="7558" y="976015"/>
                  </a:lnTo>
                  <a:lnTo>
                    <a:pt x="28178" y="1006606"/>
                  </a:lnTo>
                  <a:lnTo>
                    <a:pt x="58775" y="1027232"/>
                  </a:lnTo>
                  <a:lnTo>
                    <a:pt x="96265" y="1034796"/>
                  </a:lnTo>
                  <a:lnTo>
                    <a:pt x="1339341" y="1034796"/>
                  </a:lnTo>
                  <a:lnTo>
                    <a:pt x="1376832" y="1027232"/>
                  </a:lnTo>
                  <a:lnTo>
                    <a:pt x="1407429" y="1006606"/>
                  </a:lnTo>
                  <a:lnTo>
                    <a:pt x="1428049" y="976015"/>
                  </a:lnTo>
                  <a:lnTo>
                    <a:pt x="1435607" y="938555"/>
                  </a:lnTo>
                  <a:lnTo>
                    <a:pt x="1435607" y="96266"/>
                  </a:lnTo>
                  <a:lnTo>
                    <a:pt x="1428049" y="58775"/>
                  </a:lnTo>
                  <a:lnTo>
                    <a:pt x="1407429" y="28178"/>
                  </a:lnTo>
                  <a:lnTo>
                    <a:pt x="1376832" y="7558"/>
                  </a:lnTo>
                  <a:lnTo>
                    <a:pt x="13393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73467" y="4751832"/>
              <a:ext cx="1435735" cy="1035050"/>
            </a:xfrm>
            <a:custGeom>
              <a:avLst/>
              <a:gdLst/>
              <a:ahLst/>
              <a:cxnLst/>
              <a:rect l="l" t="t" r="r" b="b"/>
              <a:pathLst>
                <a:path w="1435734" h="1035050">
                  <a:moveTo>
                    <a:pt x="0" y="96266"/>
                  </a:moveTo>
                  <a:lnTo>
                    <a:pt x="7558" y="58775"/>
                  </a:lnTo>
                  <a:lnTo>
                    <a:pt x="28178" y="28178"/>
                  </a:lnTo>
                  <a:lnTo>
                    <a:pt x="58775" y="7558"/>
                  </a:lnTo>
                  <a:lnTo>
                    <a:pt x="96265" y="0"/>
                  </a:lnTo>
                  <a:lnTo>
                    <a:pt x="1339341" y="0"/>
                  </a:lnTo>
                  <a:lnTo>
                    <a:pt x="1376832" y="7558"/>
                  </a:lnTo>
                  <a:lnTo>
                    <a:pt x="1407429" y="28178"/>
                  </a:lnTo>
                  <a:lnTo>
                    <a:pt x="1428049" y="58775"/>
                  </a:lnTo>
                  <a:lnTo>
                    <a:pt x="1435607" y="96266"/>
                  </a:lnTo>
                  <a:lnTo>
                    <a:pt x="1435607" y="938555"/>
                  </a:lnTo>
                  <a:lnTo>
                    <a:pt x="1428049" y="976015"/>
                  </a:lnTo>
                  <a:lnTo>
                    <a:pt x="1407429" y="1006606"/>
                  </a:lnTo>
                  <a:lnTo>
                    <a:pt x="1376832" y="1027232"/>
                  </a:lnTo>
                  <a:lnTo>
                    <a:pt x="1339341" y="1034796"/>
                  </a:lnTo>
                  <a:lnTo>
                    <a:pt x="96265" y="1034796"/>
                  </a:lnTo>
                  <a:lnTo>
                    <a:pt x="58775" y="1027232"/>
                  </a:lnTo>
                  <a:lnTo>
                    <a:pt x="28178" y="1006606"/>
                  </a:lnTo>
                  <a:lnTo>
                    <a:pt x="7558" y="976015"/>
                  </a:lnTo>
                  <a:lnTo>
                    <a:pt x="0" y="938555"/>
                  </a:lnTo>
                  <a:lnTo>
                    <a:pt x="0" y="96266"/>
                  </a:lnTo>
                  <a:close/>
                </a:path>
              </a:pathLst>
            </a:custGeom>
            <a:ln w="6350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594472" y="5452668"/>
            <a:ext cx="5949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Segoe UI"/>
                <a:cs typeface="Segoe UI"/>
              </a:rPr>
              <a:t>Sexual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741919" y="4594733"/>
            <a:ext cx="2260600" cy="1041400"/>
            <a:chOff x="7741919" y="4594733"/>
            <a:chExt cx="2260600" cy="1041400"/>
          </a:xfrm>
        </p:grpSpPr>
        <p:sp>
          <p:nvSpPr>
            <p:cNvPr id="33" name="object 33"/>
            <p:cNvSpPr/>
            <p:nvPr/>
          </p:nvSpPr>
          <p:spPr>
            <a:xfrm>
              <a:off x="7741919" y="5050536"/>
              <a:ext cx="299085" cy="275590"/>
            </a:xfrm>
            <a:custGeom>
              <a:avLst/>
              <a:gdLst/>
              <a:ahLst/>
              <a:cxnLst/>
              <a:rect l="l" t="t" r="r" b="b"/>
              <a:pathLst>
                <a:path w="299084" h="275589">
                  <a:moveTo>
                    <a:pt x="61100" y="126"/>
                  </a:moveTo>
                  <a:lnTo>
                    <a:pt x="22859" y="126"/>
                  </a:lnTo>
                  <a:lnTo>
                    <a:pt x="13876" y="2520"/>
                  </a:lnTo>
                  <a:lnTo>
                    <a:pt x="6619" y="7746"/>
                  </a:lnTo>
                  <a:lnTo>
                    <a:pt x="1768" y="15164"/>
                  </a:lnTo>
                  <a:lnTo>
                    <a:pt x="0" y="24130"/>
                  </a:lnTo>
                  <a:lnTo>
                    <a:pt x="0" y="224154"/>
                  </a:lnTo>
                  <a:lnTo>
                    <a:pt x="1960" y="233551"/>
                  </a:lnTo>
                  <a:lnTo>
                    <a:pt x="7302" y="241220"/>
                  </a:lnTo>
                  <a:lnTo>
                    <a:pt x="15216" y="246389"/>
                  </a:lnTo>
                  <a:lnTo>
                    <a:pt x="24891" y="248284"/>
                  </a:lnTo>
                  <a:lnTo>
                    <a:pt x="60451" y="248284"/>
                  </a:lnTo>
                  <a:lnTo>
                    <a:pt x="70127" y="246389"/>
                  </a:lnTo>
                  <a:lnTo>
                    <a:pt x="78041" y="241220"/>
                  </a:lnTo>
                  <a:lnTo>
                    <a:pt x="83383" y="233551"/>
                  </a:lnTo>
                  <a:lnTo>
                    <a:pt x="85344" y="224154"/>
                  </a:lnTo>
                  <a:lnTo>
                    <a:pt x="85344" y="24130"/>
                  </a:lnTo>
                  <a:lnTo>
                    <a:pt x="61100" y="126"/>
                  </a:lnTo>
                  <a:close/>
                </a:path>
                <a:path w="299084" h="275589">
                  <a:moveTo>
                    <a:pt x="266192" y="124110"/>
                  </a:moveTo>
                  <a:lnTo>
                    <a:pt x="253960" y="126420"/>
                  </a:lnTo>
                  <a:lnTo>
                    <a:pt x="243204" y="133350"/>
                  </a:lnTo>
                  <a:lnTo>
                    <a:pt x="159384" y="214756"/>
                  </a:lnTo>
                  <a:lnTo>
                    <a:pt x="154431" y="219455"/>
                  </a:lnTo>
                  <a:lnTo>
                    <a:pt x="151002" y="225425"/>
                  </a:lnTo>
                  <a:lnTo>
                    <a:pt x="149351" y="231901"/>
                  </a:lnTo>
                  <a:lnTo>
                    <a:pt x="142748" y="257175"/>
                  </a:lnTo>
                  <a:lnTo>
                    <a:pt x="142794" y="259333"/>
                  </a:lnTo>
                  <a:lnTo>
                    <a:pt x="142916" y="265066"/>
                  </a:lnTo>
                  <a:lnTo>
                    <a:pt x="146859" y="271446"/>
                  </a:lnTo>
                  <a:lnTo>
                    <a:pt x="153628" y="275335"/>
                  </a:lnTo>
                  <a:lnTo>
                    <a:pt x="161544" y="275335"/>
                  </a:lnTo>
                  <a:lnTo>
                    <a:pt x="200405" y="264032"/>
                  </a:lnTo>
                  <a:lnTo>
                    <a:pt x="289178" y="177926"/>
                  </a:lnTo>
                  <a:lnTo>
                    <a:pt x="298703" y="155638"/>
                  </a:lnTo>
                  <a:lnTo>
                    <a:pt x="296322" y="143779"/>
                  </a:lnTo>
                  <a:lnTo>
                    <a:pt x="289178" y="133350"/>
                  </a:lnTo>
                  <a:lnTo>
                    <a:pt x="278423" y="126420"/>
                  </a:lnTo>
                  <a:lnTo>
                    <a:pt x="266192" y="124110"/>
                  </a:lnTo>
                  <a:close/>
                </a:path>
                <a:path w="299084" h="275589">
                  <a:moveTo>
                    <a:pt x="159893" y="0"/>
                  </a:moveTo>
                  <a:lnTo>
                    <a:pt x="124332" y="0"/>
                  </a:lnTo>
                  <a:lnTo>
                    <a:pt x="114657" y="1895"/>
                  </a:lnTo>
                  <a:lnTo>
                    <a:pt x="106743" y="7064"/>
                  </a:lnTo>
                  <a:lnTo>
                    <a:pt x="101401" y="14733"/>
                  </a:lnTo>
                  <a:lnTo>
                    <a:pt x="99440" y="24130"/>
                  </a:lnTo>
                  <a:lnTo>
                    <a:pt x="99440" y="224154"/>
                  </a:lnTo>
                  <a:lnTo>
                    <a:pt x="101401" y="233551"/>
                  </a:lnTo>
                  <a:lnTo>
                    <a:pt x="106743" y="241220"/>
                  </a:lnTo>
                  <a:lnTo>
                    <a:pt x="114657" y="246389"/>
                  </a:lnTo>
                  <a:lnTo>
                    <a:pt x="124332" y="248284"/>
                  </a:lnTo>
                  <a:lnTo>
                    <a:pt x="130428" y="248284"/>
                  </a:lnTo>
                  <a:lnTo>
                    <a:pt x="135508" y="228600"/>
                  </a:lnTo>
                  <a:lnTo>
                    <a:pt x="137689" y="222069"/>
                  </a:lnTo>
                  <a:lnTo>
                    <a:pt x="140763" y="215884"/>
                  </a:lnTo>
                  <a:lnTo>
                    <a:pt x="144670" y="210151"/>
                  </a:lnTo>
                  <a:lnTo>
                    <a:pt x="149351" y="204977"/>
                  </a:lnTo>
                  <a:lnTo>
                    <a:pt x="184784" y="170561"/>
                  </a:lnTo>
                  <a:lnTo>
                    <a:pt x="184784" y="24130"/>
                  </a:lnTo>
                  <a:lnTo>
                    <a:pt x="182824" y="14733"/>
                  </a:lnTo>
                  <a:lnTo>
                    <a:pt x="177482" y="7064"/>
                  </a:lnTo>
                  <a:lnTo>
                    <a:pt x="169568" y="1895"/>
                  </a:lnTo>
                  <a:lnTo>
                    <a:pt x="159893" y="0"/>
                  </a:lnTo>
                  <a:close/>
                </a:path>
                <a:path w="299084" h="275589">
                  <a:moveTo>
                    <a:pt x="284606" y="201802"/>
                  </a:moveTo>
                  <a:lnTo>
                    <a:pt x="236854" y="248284"/>
                  </a:lnTo>
                  <a:lnTo>
                    <a:pt x="259714" y="248284"/>
                  </a:lnTo>
                  <a:lnTo>
                    <a:pt x="269444" y="246389"/>
                  </a:lnTo>
                  <a:lnTo>
                    <a:pt x="277352" y="241220"/>
                  </a:lnTo>
                  <a:lnTo>
                    <a:pt x="282664" y="233551"/>
                  </a:lnTo>
                  <a:lnTo>
                    <a:pt x="284606" y="224154"/>
                  </a:lnTo>
                  <a:lnTo>
                    <a:pt x="284606" y="201802"/>
                  </a:lnTo>
                  <a:close/>
                </a:path>
                <a:path w="299084" h="275589">
                  <a:moveTo>
                    <a:pt x="259714" y="0"/>
                  </a:moveTo>
                  <a:lnTo>
                    <a:pt x="224281" y="0"/>
                  </a:lnTo>
                  <a:lnTo>
                    <a:pt x="214606" y="1895"/>
                  </a:lnTo>
                  <a:lnTo>
                    <a:pt x="206692" y="7064"/>
                  </a:lnTo>
                  <a:lnTo>
                    <a:pt x="201350" y="14733"/>
                  </a:lnTo>
                  <a:lnTo>
                    <a:pt x="199389" y="24130"/>
                  </a:lnTo>
                  <a:lnTo>
                    <a:pt x="199389" y="156463"/>
                  </a:lnTo>
                  <a:lnTo>
                    <a:pt x="233172" y="123570"/>
                  </a:lnTo>
                  <a:lnTo>
                    <a:pt x="244709" y="115403"/>
                  </a:lnTo>
                  <a:lnTo>
                    <a:pt x="257746" y="111093"/>
                  </a:lnTo>
                  <a:lnTo>
                    <a:pt x="271355" y="110640"/>
                  </a:lnTo>
                  <a:lnTo>
                    <a:pt x="284606" y="110640"/>
                  </a:lnTo>
                  <a:lnTo>
                    <a:pt x="284606" y="24130"/>
                  </a:lnTo>
                  <a:lnTo>
                    <a:pt x="282664" y="14733"/>
                  </a:lnTo>
                  <a:lnTo>
                    <a:pt x="277352" y="7064"/>
                  </a:lnTo>
                  <a:lnTo>
                    <a:pt x="269444" y="1895"/>
                  </a:lnTo>
                  <a:lnTo>
                    <a:pt x="259714" y="0"/>
                  </a:lnTo>
                  <a:close/>
                </a:path>
                <a:path w="299084" h="275589">
                  <a:moveTo>
                    <a:pt x="284606" y="110640"/>
                  </a:moveTo>
                  <a:lnTo>
                    <a:pt x="271355" y="110640"/>
                  </a:lnTo>
                  <a:lnTo>
                    <a:pt x="284606" y="114045"/>
                  </a:lnTo>
                  <a:lnTo>
                    <a:pt x="284606" y="110640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564879" y="4597908"/>
              <a:ext cx="1434465" cy="1035050"/>
            </a:xfrm>
            <a:custGeom>
              <a:avLst/>
              <a:gdLst/>
              <a:ahLst/>
              <a:cxnLst/>
              <a:rect l="l" t="t" r="r" b="b"/>
              <a:pathLst>
                <a:path w="1434465" h="1035050">
                  <a:moveTo>
                    <a:pt x="1337818" y="0"/>
                  </a:moveTo>
                  <a:lnTo>
                    <a:pt x="96266" y="0"/>
                  </a:lnTo>
                  <a:lnTo>
                    <a:pt x="58775" y="7558"/>
                  </a:lnTo>
                  <a:lnTo>
                    <a:pt x="28178" y="28178"/>
                  </a:lnTo>
                  <a:lnTo>
                    <a:pt x="7558" y="58775"/>
                  </a:lnTo>
                  <a:lnTo>
                    <a:pt x="0" y="96266"/>
                  </a:lnTo>
                  <a:lnTo>
                    <a:pt x="0" y="938530"/>
                  </a:lnTo>
                  <a:lnTo>
                    <a:pt x="7558" y="976004"/>
                  </a:lnTo>
                  <a:lnTo>
                    <a:pt x="28178" y="1006603"/>
                  </a:lnTo>
                  <a:lnTo>
                    <a:pt x="58775" y="1027232"/>
                  </a:lnTo>
                  <a:lnTo>
                    <a:pt x="96266" y="1034796"/>
                  </a:lnTo>
                  <a:lnTo>
                    <a:pt x="1337818" y="1034796"/>
                  </a:lnTo>
                  <a:lnTo>
                    <a:pt x="1375308" y="1027232"/>
                  </a:lnTo>
                  <a:lnTo>
                    <a:pt x="1405905" y="1006603"/>
                  </a:lnTo>
                  <a:lnTo>
                    <a:pt x="1426525" y="976004"/>
                  </a:lnTo>
                  <a:lnTo>
                    <a:pt x="1434084" y="938530"/>
                  </a:lnTo>
                  <a:lnTo>
                    <a:pt x="1434084" y="96266"/>
                  </a:lnTo>
                  <a:lnTo>
                    <a:pt x="1426525" y="58775"/>
                  </a:lnTo>
                  <a:lnTo>
                    <a:pt x="1405905" y="28178"/>
                  </a:lnTo>
                  <a:lnTo>
                    <a:pt x="1375308" y="7558"/>
                  </a:lnTo>
                  <a:lnTo>
                    <a:pt x="1337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564879" y="4597908"/>
              <a:ext cx="1434465" cy="1035050"/>
            </a:xfrm>
            <a:custGeom>
              <a:avLst/>
              <a:gdLst/>
              <a:ahLst/>
              <a:cxnLst/>
              <a:rect l="l" t="t" r="r" b="b"/>
              <a:pathLst>
                <a:path w="1434465" h="1035050">
                  <a:moveTo>
                    <a:pt x="0" y="96266"/>
                  </a:moveTo>
                  <a:lnTo>
                    <a:pt x="7558" y="58775"/>
                  </a:lnTo>
                  <a:lnTo>
                    <a:pt x="28178" y="28178"/>
                  </a:lnTo>
                  <a:lnTo>
                    <a:pt x="58775" y="7558"/>
                  </a:lnTo>
                  <a:lnTo>
                    <a:pt x="96266" y="0"/>
                  </a:lnTo>
                  <a:lnTo>
                    <a:pt x="1337818" y="0"/>
                  </a:lnTo>
                  <a:lnTo>
                    <a:pt x="1375308" y="7558"/>
                  </a:lnTo>
                  <a:lnTo>
                    <a:pt x="1405905" y="28178"/>
                  </a:lnTo>
                  <a:lnTo>
                    <a:pt x="1426525" y="58775"/>
                  </a:lnTo>
                  <a:lnTo>
                    <a:pt x="1434084" y="96266"/>
                  </a:lnTo>
                  <a:lnTo>
                    <a:pt x="1434084" y="938530"/>
                  </a:lnTo>
                  <a:lnTo>
                    <a:pt x="1426525" y="976004"/>
                  </a:lnTo>
                  <a:lnTo>
                    <a:pt x="1405905" y="1006603"/>
                  </a:lnTo>
                  <a:lnTo>
                    <a:pt x="1375308" y="1027232"/>
                  </a:lnTo>
                  <a:lnTo>
                    <a:pt x="1337818" y="1034796"/>
                  </a:lnTo>
                  <a:lnTo>
                    <a:pt x="96266" y="1034796"/>
                  </a:lnTo>
                  <a:lnTo>
                    <a:pt x="58775" y="1027232"/>
                  </a:lnTo>
                  <a:lnTo>
                    <a:pt x="28178" y="1006603"/>
                  </a:lnTo>
                  <a:lnTo>
                    <a:pt x="7558" y="976004"/>
                  </a:lnTo>
                  <a:lnTo>
                    <a:pt x="0" y="938530"/>
                  </a:lnTo>
                  <a:lnTo>
                    <a:pt x="0" y="96266"/>
                  </a:lnTo>
                  <a:close/>
                </a:path>
              </a:pathLst>
            </a:custGeom>
            <a:ln w="6350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9084309" y="5299075"/>
            <a:ext cx="3956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Segoe UI"/>
                <a:cs typeface="Segoe UI"/>
              </a:rPr>
              <a:t>Text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098280" y="4440809"/>
            <a:ext cx="2295525" cy="1041400"/>
            <a:chOff x="9098280" y="4440809"/>
            <a:chExt cx="2295525" cy="1041400"/>
          </a:xfrm>
        </p:grpSpPr>
        <p:sp>
          <p:nvSpPr>
            <p:cNvPr id="38" name="object 38"/>
            <p:cNvSpPr/>
            <p:nvPr/>
          </p:nvSpPr>
          <p:spPr>
            <a:xfrm>
              <a:off x="9098280" y="4908804"/>
              <a:ext cx="358140" cy="236220"/>
            </a:xfrm>
            <a:custGeom>
              <a:avLst/>
              <a:gdLst/>
              <a:ahLst/>
              <a:cxnLst/>
              <a:rect l="l" t="t" r="r" b="b"/>
              <a:pathLst>
                <a:path w="358140" h="236220">
                  <a:moveTo>
                    <a:pt x="137922" y="0"/>
                  </a:moveTo>
                  <a:lnTo>
                    <a:pt x="7493" y="0"/>
                  </a:lnTo>
                  <a:lnTo>
                    <a:pt x="0" y="7493"/>
                  </a:lnTo>
                  <a:lnTo>
                    <a:pt x="0" y="26162"/>
                  </a:lnTo>
                  <a:lnTo>
                    <a:pt x="7493" y="33782"/>
                  </a:lnTo>
                  <a:lnTo>
                    <a:pt x="137922" y="33782"/>
                  </a:lnTo>
                  <a:lnTo>
                    <a:pt x="145542" y="26162"/>
                  </a:lnTo>
                  <a:lnTo>
                    <a:pt x="145542" y="7493"/>
                  </a:lnTo>
                  <a:lnTo>
                    <a:pt x="137922" y="0"/>
                  </a:lnTo>
                  <a:close/>
                </a:path>
                <a:path w="358140" h="236220">
                  <a:moveTo>
                    <a:pt x="193928" y="67437"/>
                  </a:moveTo>
                  <a:lnTo>
                    <a:pt x="74675" y="67437"/>
                  </a:lnTo>
                  <a:lnTo>
                    <a:pt x="67183" y="75057"/>
                  </a:lnTo>
                  <a:lnTo>
                    <a:pt x="67183" y="93726"/>
                  </a:lnTo>
                  <a:lnTo>
                    <a:pt x="74675" y="101219"/>
                  </a:lnTo>
                  <a:lnTo>
                    <a:pt x="193928" y="101219"/>
                  </a:lnTo>
                  <a:lnTo>
                    <a:pt x="201422" y="93726"/>
                  </a:lnTo>
                  <a:lnTo>
                    <a:pt x="201422" y="75057"/>
                  </a:lnTo>
                  <a:lnTo>
                    <a:pt x="193928" y="67437"/>
                  </a:lnTo>
                  <a:close/>
                </a:path>
                <a:path w="358140" h="236220">
                  <a:moveTo>
                    <a:pt x="283464" y="135001"/>
                  </a:moveTo>
                  <a:lnTo>
                    <a:pt x="52324" y="135001"/>
                  </a:lnTo>
                  <a:lnTo>
                    <a:pt x="44703" y="142494"/>
                  </a:lnTo>
                  <a:lnTo>
                    <a:pt x="44703" y="161163"/>
                  </a:lnTo>
                  <a:lnTo>
                    <a:pt x="52324" y="168783"/>
                  </a:lnTo>
                  <a:lnTo>
                    <a:pt x="283464" y="168783"/>
                  </a:lnTo>
                  <a:lnTo>
                    <a:pt x="290956" y="161163"/>
                  </a:lnTo>
                  <a:lnTo>
                    <a:pt x="290956" y="142494"/>
                  </a:lnTo>
                  <a:lnTo>
                    <a:pt x="283464" y="135001"/>
                  </a:lnTo>
                  <a:close/>
                </a:path>
                <a:path w="358140" h="236220">
                  <a:moveTo>
                    <a:pt x="205104" y="202438"/>
                  </a:moveTo>
                  <a:lnTo>
                    <a:pt x="7493" y="202438"/>
                  </a:lnTo>
                  <a:lnTo>
                    <a:pt x="0" y="210058"/>
                  </a:lnTo>
                  <a:lnTo>
                    <a:pt x="0" y="228727"/>
                  </a:lnTo>
                  <a:lnTo>
                    <a:pt x="7493" y="236220"/>
                  </a:lnTo>
                  <a:lnTo>
                    <a:pt x="205104" y="236220"/>
                  </a:lnTo>
                  <a:lnTo>
                    <a:pt x="212598" y="228727"/>
                  </a:lnTo>
                  <a:lnTo>
                    <a:pt x="212598" y="210058"/>
                  </a:lnTo>
                  <a:lnTo>
                    <a:pt x="205104" y="202438"/>
                  </a:lnTo>
                  <a:close/>
                </a:path>
                <a:path w="358140" h="236220">
                  <a:moveTo>
                    <a:pt x="328295" y="67437"/>
                  </a:moveTo>
                  <a:lnTo>
                    <a:pt x="242570" y="67437"/>
                  </a:lnTo>
                  <a:lnTo>
                    <a:pt x="235076" y="75057"/>
                  </a:lnTo>
                  <a:lnTo>
                    <a:pt x="235076" y="93726"/>
                  </a:lnTo>
                  <a:lnTo>
                    <a:pt x="242570" y="101219"/>
                  </a:lnTo>
                  <a:lnTo>
                    <a:pt x="328295" y="101219"/>
                  </a:lnTo>
                  <a:lnTo>
                    <a:pt x="335788" y="93726"/>
                  </a:lnTo>
                  <a:lnTo>
                    <a:pt x="335788" y="75057"/>
                  </a:lnTo>
                  <a:lnTo>
                    <a:pt x="328295" y="67437"/>
                  </a:lnTo>
                  <a:close/>
                </a:path>
                <a:path w="358140" h="236220">
                  <a:moveTo>
                    <a:pt x="350647" y="0"/>
                  </a:moveTo>
                  <a:lnTo>
                    <a:pt x="186563" y="0"/>
                  </a:lnTo>
                  <a:lnTo>
                    <a:pt x="179070" y="7493"/>
                  </a:lnTo>
                  <a:lnTo>
                    <a:pt x="179070" y="26162"/>
                  </a:lnTo>
                  <a:lnTo>
                    <a:pt x="186563" y="33782"/>
                  </a:lnTo>
                  <a:lnTo>
                    <a:pt x="350647" y="33782"/>
                  </a:lnTo>
                  <a:lnTo>
                    <a:pt x="358140" y="26162"/>
                  </a:lnTo>
                  <a:lnTo>
                    <a:pt x="358140" y="7493"/>
                  </a:lnTo>
                  <a:lnTo>
                    <a:pt x="350647" y="0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954768" y="4443984"/>
              <a:ext cx="1435735" cy="1035050"/>
            </a:xfrm>
            <a:custGeom>
              <a:avLst/>
              <a:gdLst/>
              <a:ahLst/>
              <a:cxnLst/>
              <a:rect l="l" t="t" r="r" b="b"/>
              <a:pathLst>
                <a:path w="1435734" h="1035050">
                  <a:moveTo>
                    <a:pt x="1339341" y="0"/>
                  </a:moveTo>
                  <a:lnTo>
                    <a:pt x="96265" y="0"/>
                  </a:lnTo>
                  <a:lnTo>
                    <a:pt x="58775" y="7558"/>
                  </a:lnTo>
                  <a:lnTo>
                    <a:pt x="28178" y="28178"/>
                  </a:lnTo>
                  <a:lnTo>
                    <a:pt x="7558" y="58775"/>
                  </a:lnTo>
                  <a:lnTo>
                    <a:pt x="0" y="96266"/>
                  </a:lnTo>
                  <a:lnTo>
                    <a:pt x="0" y="938530"/>
                  </a:lnTo>
                  <a:lnTo>
                    <a:pt x="7558" y="976020"/>
                  </a:lnTo>
                  <a:lnTo>
                    <a:pt x="28178" y="1006617"/>
                  </a:lnTo>
                  <a:lnTo>
                    <a:pt x="58775" y="1027237"/>
                  </a:lnTo>
                  <a:lnTo>
                    <a:pt x="96265" y="1034796"/>
                  </a:lnTo>
                  <a:lnTo>
                    <a:pt x="1339341" y="1034796"/>
                  </a:lnTo>
                  <a:lnTo>
                    <a:pt x="1376832" y="1027237"/>
                  </a:lnTo>
                  <a:lnTo>
                    <a:pt x="1407429" y="1006617"/>
                  </a:lnTo>
                  <a:lnTo>
                    <a:pt x="1428049" y="976020"/>
                  </a:lnTo>
                  <a:lnTo>
                    <a:pt x="1435607" y="938530"/>
                  </a:lnTo>
                  <a:lnTo>
                    <a:pt x="1435607" y="96266"/>
                  </a:lnTo>
                  <a:lnTo>
                    <a:pt x="1428049" y="58775"/>
                  </a:lnTo>
                  <a:lnTo>
                    <a:pt x="1407429" y="28178"/>
                  </a:lnTo>
                  <a:lnTo>
                    <a:pt x="1376832" y="7558"/>
                  </a:lnTo>
                  <a:lnTo>
                    <a:pt x="13393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954768" y="4443984"/>
              <a:ext cx="1435735" cy="1035050"/>
            </a:xfrm>
            <a:custGeom>
              <a:avLst/>
              <a:gdLst/>
              <a:ahLst/>
              <a:cxnLst/>
              <a:rect l="l" t="t" r="r" b="b"/>
              <a:pathLst>
                <a:path w="1435734" h="1035050">
                  <a:moveTo>
                    <a:pt x="0" y="96266"/>
                  </a:moveTo>
                  <a:lnTo>
                    <a:pt x="7558" y="58775"/>
                  </a:lnTo>
                  <a:lnTo>
                    <a:pt x="28178" y="28178"/>
                  </a:lnTo>
                  <a:lnTo>
                    <a:pt x="58775" y="7558"/>
                  </a:lnTo>
                  <a:lnTo>
                    <a:pt x="96265" y="0"/>
                  </a:lnTo>
                  <a:lnTo>
                    <a:pt x="1339341" y="0"/>
                  </a:lnTo>
                  <a:lnTo>
                    <a:pt x="1376832" y="7558"/>
                  </a:lnTo>
                  <a:lnTo>
                    <a:pt x="1407429" y="28178"/>
                  </a:lnTo>
                  <a:lnTo>
                    <a:pt x="1428049" y="58775"/>
                  </a:lnTo>
                  <a:lnTo>
                    <a:pt x="1435607" y="96266"/>
                  </a:lnTo>
                  <a:lnTo>
                    <a:pt x="1435607" y="938530"/>
                  </a:lnTo>
                  <a:lnTo>
                    <a:pt x="1428049" y="976020"/>
                  </a:lnTo>
                  <a:lnTo>
                    <a:pt x="1407429" y="1006617"/>
                  </a:lnTo>
                  <a:lnTo>
                    <a:pt x="1376832" y="1027237"/>
                  </a:lnTo>
                  <a:lnTo>
                    <a:pt x="1339341" y="1034796"/>
                  </a:lnTo>
                  <a:lnTo>
                    <a:pt x="96265" y="1034796"/>
                  </a:lnTo>
                  <a:lnTo>
                    <a:pt x="58775" y="1027237"/>
                  </a:lnTo>
                  <a:lnTo>
                    <a:pt x="28178" y="1006617"/>
                  </a:lnTo>
                  <a:lnTo>
                    <a:pt x="7558" y="976020"/>
                  </a:lnTo>
                  <a:lnTo>
                    <a:pt x="0" y="938530"/>
                  </a:lnTo>
                  <a:lnTo>
                    <a:pt x="0" y="96266"/>
                  </a:lnTo>
                  <a:close/>
                </a:path>
              </a:pathLst>
            </a:custGeom>
            <a:ln w="6350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0341102" y="5145151"/>
            <a:ext cx="6584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Segoe UI"/>
                <a:cs typeface="Segoe UI"/>
              </a:rPr>
              <a:t>Images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322832" y="3547871"/>
            <a:ext cx="9517380" cy="1503045"/>
          </a:xfrm>
          <a:custGeom>
            <a:avLst/>
            <a:gdLst/>
            <a:ahLst/>
            <a:cxnLst/>
            <a:rect l="l" t="t" r="r" b="b"/>
            <a:pathLst>
              <a:path w="9517380" h="1503045">
                <a:moveTo>
                  <a:pt x="2098548" y="104267"/>
                </a:moveTo>
                <a:lnTo>
                  <a:pt x="2090343" y="63715"/>
                </a:lnTo>
                <a:lnTo>
                  <a:pt x="2067979" y="30568"/>
                </a:lnTo>
                <a:lnTo>
                  <a:pt x="2034832" y="8204"/>
                </a:lnTo>
                <a:lnTo>
                  <a:pt x="1994281" y="0"/>
                </a:lnTo>
                <a:lnTo>
                  <a:pt x="104267" y="0"/>
                </a:lnTo>
                <a:lnTo>
                  <a:pt x="63703" y="8204"/>
                </a:lnTo>
                <a:lnTo>
                  <a:pt x="30556" y="30568"/>
                </a:lnTo>
                <a:lnTo>
                  <a:pt x="8191" y="63715"/>
                </a:lnTo>
                <a:lnTo>
                  <a:pt x="0" y="104267"/>
                </a:lnTo>
                <a:lnTo>
                  <a:pt x="0" y="660781"/>
                </a:lnTo>
                <a:lnTo>
                  <a:pt x="8191" y="701344"/>
                </a:lnTo>
                <a:lnTo>
                  <a:pt x="30556" y="734491"/>
                </a:lnTo>
                <a:lnTo>
                  <a:pt x="63703" y="756856"/>
                </a:lnTo>
                <a:lnTo>
                  <a:pt x="104267" y="765048"/>
                </a:lnTo>
                <a:lnTo>
                  <a:pt x="1994281" y="765048"/>
                </a:lnTo>
                <a:lnTo>
                  <a:pt x="2034832" y="756856"/>
                </a:lnTo>
                <a:lnTo>
                  <a:pt x="2067979" y="734491"/>
                </a:lnTo>
                <a:lnTo>
                  <a:pt x="2090343" y="701344"/>
                </a:lnTo>
                <a:lnTo>
                  <a:pt x="2098548" y="660781"/>
                </a:lnTo>
                <a:lnTo>
                  <a:pt x="2098548" y="104267"/>
                </a:lnTo>
                <a:close/>
              </a:path>
              <a:path w="9517380" h="1503045">
                <a:moveTo>
                  <a:pt x="4591431" y="374523"/>
                </a:moveTo>
                <a:lnTo>
                  <a:pt x="2227796" y="374523"/>
                </a:lnTo>
                <a:lnTo>
                  <a:pt x="2265934" y="341122"/>
                </a:lnTo>
                <a:lnTo>
                  <a:pt x="2266315" y="336169"/>
                </a:lnTo>
                <a:lnTo>
                  <a:pt x="2260473" y="329565"/>
                </a:lnTo>
                <a:lnTo>
                  <a:pt x="2255520" y="329184"/>
                </a:lnTo>
                <a:lnTo>
                  <a:pt x="2252218" y="332105"/>
                </a:lnTo>
                <a:lnTo>
                  <a:pt x="2194560" y="382524"/>
                </a:lnTo>
                <a:lnTo>
                  <a:pt x="2252218" y="432943"/>
                </a:lnTo>
                <a:lnTo>
                  <a:pt x="2255520" y="435864"/>
                </a:lnTo>
                <a:lnTo>
                  <a:pt x="2260473" y="435483"/>
                </a:lnTo>
                <a:lnTo>
                  <a:pt x="2266315" y="428879"/>
                </a:lnTo>
                <a:lnTo>
                  <a:pt x="2265934" y="423926"/>
                </a:lnTo>
                <a:lnTo>
                  <a:pt x="2227643" y="390398"/>
                </a:lnTo>
                <a:lnTo>
                  <a:pt x="4591431" y="390398"/>
                </a:lnTo>
                <a:lnTo>
                  <a:pt x="4591431" y="374523"/>
                </a:lnTo>
                <a:close/>
              </a:path>
              <a:path w="9517380" h="1503045">
                <a:moveTo>
                  <a:pt x="9404985" y="1257427"/>
                </a:moveTo>
                <a:lnTo>
                  <a:pt x="9392437" y="1213726"/>
                </a:lnTo>
                <a:lnTo>
                  <a:pt x="9365590" y="1178356"/>
                </a:lnTo>
                <a:lnTo>
                  <a:pt x="9327769" y="1154684"/>
                </a:lnTo>
                <a:lnTo>
                  <a:pt x="9282303" y="1146048"/>
                </a:lnTo>
                <a:lnTo>
                  <a:pt x="9234399" y="1155687"/>
                </a:lnTo>
                <a:lnTo>
                  <a:pt x="9195283" y="1181950"/>
                </a:lnTo>
                <a:lnTo>
                  <a:pt x="9168905" y="1220901"/>
                </a:lnTo>
                <a:lnTo>
                  <a:pt x="9159240" y="1268603"/>
                </a:lnTo>
                <a:lnTo>
                  <a:pt x="9167889" y="1313903"/>
                </a:lnTo>
                <a:lnTo>
                  <a:pt x="9191650" y="1351559"/>
                </a:lnTo>
                <a:lnTo>
                  <a:pt x="9227172" y="1378280"/>
                </a:lnTo>
                <a:lnTo>
                  <a:pt x="9271127" y="1390777"/>
                </a:lnTo>
                <a:lnTo>
                  <a:pt x="9271127" y="1335532"/>
                </a:lnTo>
                <a:lnTo>
                  <a:pt x="9277274" y="1305166"/>
                </a:lnTo>
                <a:lnTo>
                  <a:pt x="9294063" y="1280337"/>
                </a:lnTo>
                <a:lnTo>
                  <a:pt x="9318968" y="1263586"/>
                </a:lnTo>
                <a:lnTo>
                  <a:pt x="9349486" y="1257427"/>
                </a:lnTo>
                <a:lnTo>
                  <a:pt x="9404985" y="1257427"/>
                </a:lnTo>
                <a:close/>
              </a:path>
              <a:path w="9517380" h="1503045">
                <a:moveTo>
                  <a:pt x="9492234" y="1493393"/>
                </a:moveTo>
                <a:lnTo>
                  <a:pt x="9421241" y="1422781"/>
                </a:lnTo>
                <a:lnTo>
                  <a:pt x="9413888" y="1417853"/>
                </a:lnTo>
                <a:lnTo>
                  <a:pt x="9405468" y="1416215"/>
                </a:lnTo>
                <a:lnTo>
                  <a:pt x="9397035" y="1417853"/>
                </a:lnTo>
                <a:lnTo>
                  <a:pt x="9389618" y="1422781"/>
                </a:lnTo>
                <a:lnTo>
                  <a:pt x="9318625" y="1493393"/>
                </a:lnTo>
                <a:lnTo>
                  <a:pt x="9325585" y="1497317"/>
                </a:lnTo>
                <a:lnTo>
                  <a:pt x="9333103" y="1500225"/>
                </a:lnTo>
                <a:lnTo>
                  <a:pt x="9341091" y="1502041"/>
                </a:lnTo>
                <a:lnTo>
                  <a:pt x="9349486" y="1502664"/>
                </a:lnTo>
                <a:lnTo>
                  <a:pt x="9461373" y="1502664"/>
                </a:lnTo>
                <a:lnTo>
                  <a:pt x="9469780" y="1502041"/>
                </a:lnTo>
                <a:lnTo>
                  <a:pt x="9477794" y="1500225"/>
                </a:lnTo>
                <a:lnTo>
                  <a:pt x="9485312" y="1497317"/>
                </a:lnTo>
                <a:lnTo>
                  <a:pt x="9492234" y="1493393"/>
                </a:lnTo>
                <a:close/>
              </a:path>
              <a:path w="9517380" h="1503045">
                <a:moveTo>
                  <a:pt x="9517380" y="1335532"/>
                </a:moveTo>
                <a:lnTo>
                  <a:pt x="9500997" y="1296085"/>
                </a:lnTo>
                <a:lnTo>
                  <a:pt x="9472549" y="1282026"/>
                </a:lnTo>
                <a:lnTo>
                  <a:pt x="9472549" y="1346581"/>
                </a:lnTo>
                <a:lnTo>
                  <a:pt x="9470796" y="1355280"/>
                </a:lnTo>
                <a:lnTo>
                  <a:pt x="9466034" y="1362379"/>
                </a:lnTo>
                <a:lnTo>
                  <a:pt x="9458935" y="1367180"/>
                </a:lnTo>
                <a:lnTo>
                  <a:pt x="9450197" y="1368933"/>
                </a:lnTo>
                <a:lnTo>
                  <a:pt x="9441497" y="1367180"/>
                </a:lnTo>
                <a:lnTo>
                  <a:pt x="9434398" y="1362379"/>
                </a:lnTo>
                <a:lnTo>
                  <a:pt x="9429598" y="1355280"/>
                </a:lnTo>
                <a:lnTo>
                  <a:pt x="9427845" y="1346581"/>
                </a:lnTo>
                <a:lnTo>
                  <a:pt x="9429598" y="1337970"/>
                </a:lnTo>
                <a:lnTo>
                  <a:pt x="9434398" y="1330896"/>
                </a:lnTo>
                <a:lnTo>
                  <a:pt x="9441497" y="1326121"/>
                </a:lnTo>
                <a:lnTo>
                  <a:pt x="9450197" y="1324356"/>
                </a:lnTo>
                <a:lnTo>
                  <a:pt x="9458935" y="1326121"/>
                </a:lnTo>
                <a:lnTo>
                  <a:pt x="9466034" y="1330896"/>
                </a:lnTo>
                <a:lnTo>
                  <a:pt x="9470796" y="1337970"/>
                </a:lnTo>
                <a:lnTo>
                  <a:pt x="9472549" y="1346581"/>
                </a:lnTo>
                <a:lnTo>
                  <a:pt x="9472549" y="1282026"/>
                </a:lnTo>
                <a:lnTo>
                  <a:pt x="9461373" y="1279779"/>
                </a:lnTo>
                <a:lnTo>
                  <a:pt x="9349486" y="1279779"/>
                </a:lnTo>
                <a:lnTo>
                  <a:pt x="9309900" y="1296085"/>
                </a:lnTo>
                <a:lnTo>
                  <a:pt x="9293479" y="1335532"/>
                </a:lnTo>
                <a:lnTo>
                  <a:pt x="9293479" y="1446911"/>
                </a:lnTo>
                <a:lnTo>
                  <a:pt x="9294101" y="1455305"/>
                </a:lnTo>
                <a:lnTo>
                  <a:pt x="9295917" y="1463281"/>
                </a:lnTo>
                <a:lnTo>
                  <a:pt x="9298826" y="1470761"/>
                </a:lnTo>
                <a:lnTo>
                  <a:pt x="9302750" y="1477645"/>
                </a:lnTo>
                <a:lnTo>
                  <a:pt x="9373743" y="1407033"/>
                </a:lnTo>
                <a:lnTo>
                  <a:pt x="9388564" y="1397254"/>
                </a:lnTo>
                <a:lnTo>
                  <a:pt x="9405429" y="1393990"/>
                </a:lnTo>
                <a:lnTo>
                  <a:pt x="9422282" y="1397254"/>
                </a:lnTo>
                <a:lnTo>
                  <a:pt x="9437116" y="1407033"/>
                </a:lnTo>
                <a:lnTo>
                  <a:pt x="9508109" y="1477645"/>
                </a:lnTo>
                <a:lnTo>
                  <a:pt x="9512021" y="1470761"/>
                </a:lnTo>
                <a:lnTo>
                  <a:pt x="9514929" y="1463281"/>
                </a:lnTo>
                <a:lnTo>
                  <a:pt x="9516745" y="1455305"/>
                </a:lnTo>
                <a:lnTo>
                  <a:pt x="9517380" y="1446911"/>
                </a:lnTo>
                <a:lnTo>
                  <a:pt x="9517380" y="1393990"/>
                </a:lnTo>
                <a:lnTo>
                  <a:pt x="9517380" y="1368933"/>
                </a:lnTo>
                <a:lnTo>
                  <a:pt x="9517380" y="1335532"/>
                </a:lnTo>
                <a:close/>
              </a:path>
            </a:pathLst>
          </a:custGeom>
          <a:solidFill>
            <a:srgbClr val="8560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585722" y="3792423"/>
            <a:ext cx="1572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Segoe UI"/>
                <a:cs typeface="Segoe UI"/>
              </a:rPr>
              <a:t>Abuse</a:t>
            </a:r>
            <a:r>
              <a:rPr sz="1600" b="1" spc="-7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Segoe UI"/>
                <a:cs typeface="Segoe UI"/>
              </a:rPr>
              <a:t>Concern?</a:t>
            </a:r>
            <a:endParaRPr sz="1600">
              <a:latin typeface="Segoe UI"/>
              <a:cs typeface="Segoe U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12291" y="2781300"/>
            <a:ext cx="3178810" cy="1374775"/>
            <a:chOff x="812291" y="2781300"/>
            <a:chExt cx="3178810" cy="1374775"/>
          </a:xfrm>
        </p:grpSpPr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2280" y="2993136"/>
              <a:ext cx="988275" cy="98678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154680" y="3145536"/>
              <a:ext cx="622300" cy="620395"/>
            </a:xfrm>
            <a:custGeom>
              <a:avLst/>
              <a:gdLst/>
              <a:ahLst/>
              <a:cxnLst/>
              <a:rect l="l" t="t" r="r" b="b"/>
              <a:pathLst>
                <a:path w="622300" h="620395">
                  <a:moveTo>
                    <a:pt x="310895" y="0"/>
                  </a:moveTo>
                  <a:lnTo>
                    <a:pt x="264953" y="3361"/>
                  </a:lnTo>
                  <a:lnTo>
                    <a:pt x="221104" y="13127"/>
                  </a:lnTo>
                  <a:lnTo>
                    <a:pt x="179829" y="28818"/>
                  </a:lnTo>
                  <a:lnTo>
                    <a:pt x="141609" y="49954"/>
                  </a:lnTo>
                  <a:lnTo>
                    <a:pt x="106925" y="76056"/>
                  </a:lnTo>
                  <a:lnTo>
                    <a:pt x="76257" y="106646"/>
                  </a:lnTo>
                  <a:lnTo>
                    <a:pt x="50087" y="141244"/>
                  </a:lnTo>
                  <a:lnTo>
                    <a:pt x="28895" y="179371"/>
                  </a:lnTo>
                  <a:lnTo>
                    <a:pt x="13162" y="220548"/>
                  </a:lnTo>
                  <a:lnTo>
                    <a:pt x="3370" y="264295"/>
                  </a:lnTo>
                  <a:lnTo>
                    <a:pt x="0" y="310134"/>
                  </a:lnTo>
                  <a:lnTo>
                    <a:pt x="3370" y="355972"/>
                  </a:lnTo>
                  <a:lnTo>
                    <a:pt x="13162" y="399719"/>
                  </a:lnTo>
                  <a:lnTo>
                    <a:pt x="28895" y="440896"/>
                  </a:lnTo>
                  <a:lnTo>
                    <a:pt x="50087" y="479023"/>
                  </a:lnTo>
                  <a:lnTo>
                    <a:pt x="76257" y="513621"/>
                  </a:lnTo>
                  <a:lnTo>
                    <a:pt x="106925" y="544211"/>
                  </a:lnTo>
                  <a:lnTo>
                    <a:pt x="141609" y="570313"/>
                  </a:lnTo>
                  <a:lnTo>
                    <a:pt x="179829" y="591449"/>
                  </a:lnTo>
                  <a:lnTo>
                    <a:pt x="221104" y="607140"/>
                  </a:lnTo>
                  <a:lnTo>
                    <a:pt x="264953" y="616906"/>
                  </a:lnTo>
                  <a:lnTo>
                    <a:pt x="310895" y="620268"/>
                  </a:lnTo>
                  <a:lnTo>
                    <a:pt x="356838" y="616906"/>
                  </a:lnTo>
                  <a:lnTo>
                    <a:pt x="400687" y="607140"/>
                  </a:lnTo>
                  <a:lnTo>
                    <a:pt x="441962" y="591449"/>
                  </a:lnTo>
                  <a:lnTo>
                    <a:pt x="480182" y="570313"/>
                  </a:lnTo>
                  <a:lnTo>
                    <a:pt x="514866" y="544211"/>
                  </a:lnTo>
                  <a:lnTo>
                    <a:pt x="545534" y="513621"/>
                  </a:lnTo>
                  <a:lnTo>
                    <a:pt x="571704" y="479023"/>
                  </a:lnTo>
                  <a:lnTo>
                    <a:pt x="592896" y="440896"/>
                  </a:lnTo>
                  <a:lnTo>
                    <a:pt x="608629" y="399719"/>
                  </a:lnTo>
                  <a:lnTo>
                    <a:pt x="618421" y="355972"/>
                  </a:lnTo>
                  <a:lnTo>
                    <a:pt x="621792" y="310134"/>
                  </a:lnTo>
                  <a:lnTo>
                    <a:pt x="618421" y="264295"/>
                  </a:lnTo>
                  <a:lnTo>
                    <a:pt x="608629" y="220548"/>
                  </a:lnTo>
                  <a:lnTo>
                    <a:pt x="592896" y="179371"/>
                  </a:lnTo>
                  <a:lnTo>
                    <a:pt x="571704" y="141244"/>
                  </a:lnTo>
                  <a:lnTo>
                    <a:pt x="545534" y="106646"/>
                  </a:lnTo>
                  <a:lnTo>
                    <a:pt x="514866" y="76056"/>
                  </a:lnTo>
                  <a:lnTo>
                    <a:pt x="480182" y="49954"/>
                  </a:lnTo>
                  <a:lnTo>
                    <a:pt x="441962" y="28818"/>
                  </a:lnTo>
                  <a:lnTo>
                    <a:pt x="400687" y="13127"/>
                  </a:lnTo>
                  <a:lnTo>
                    <a:pt x="356838" y="3361"/>
                  </a:lnTo>
                  <a:lnTo>
                    <a:pt x="3108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154680" y="3145536"/>
              <a:ext cx="622300" cy="620395"/>
            </a:xfrm>
            <a:custGeom>
              <a:avLst/>
              <a:gdLst/>
              <a:ahLst/>
              <a:cxnLst/>
              <a:rect l="l" t="t" r="r" b="b"/>
              <a:pathLst>
                <a:path w="622300" h="620395">
                  <a:moveTo>
                    <a:pt x="0" y="310134"/>
                  </a:moveTo>
                  <a:lnTo>
                    <a:pt x="3370" y="264295"/>
                  </a:lnTo>
                  <a:lnTo>
                    <a:pt x="13162" y="220548"/>
                  </a:lnTo>
                  <a:lnTo>
                    <a:pt x="28895" y="179371"/>
                  </a:lnTo>
                  <a:lnTo>
                    <a:pt x="50087" y="141244"/>
                  </a:lnTo>
                  <a:lnTo>
                    <a:pt x="76257" y="106646"/>
                  </a:lnTo>
                  <a:lnTo>
                    <a:pt x="106925" y="76056"/>
                  </a:lnTo>
                  <a:lnTo>
                    <a:pt x="141609" y="49954"/>
                  </a:lnTo>
                  <a:lnTo>
                    <a:pt x="179829" y="28818"/>
                  </a:lnTo>
                  <a:lnTo>
                    <a:pt x="221104" y="13127"/>
                  </a:lnTo>
                  <a:lnTo>
                    <a:pt x="264953" y="3361"/>
                  </a:lnTo>
                  <a:lnTo>
                    <a:pt x="310895" y="0"/>
                  </a:lnTo>
                  <a:lnTo>
                    <a:pt x="356838" y="3361"/>
                  </a:lnTo>
                  <a:lnTo>
                    <a:pt x="400687" y="13127"/>
                  </a:lnTo>
                  <a:lnTo>
                    <a:pt x="441962" y="28818"/>
                  </a:lnTo>
                  <a:lnTo>
                    <a:pt x="480182" y="49954"/>
                  </a:lnTo>
                  <a:lnTo>
                    <a:pt x="514866" y="76056"/>
                  </a:lnTo>
                  <a:lnTo>
                    <a:pt x="545534" y="106646"/>
                  </a:lnTo>
                  <a:lnTo>
                    <a:pt x="571704" y="141244"/>
                  </a:lnTo>
                  <a:lnTo>
                    <a:pt x="592896" y="179371"/>
                  </a:lnTo>
                  <a:lnTo>
                    <a:pt x="608629" y="220548"/>
                  </a:lnTo>
                  <a:lnTo>
                    <a:pt x="618421" y="264295"/>
                  </a:lnTo>
                  <a:lnTo>
                    <a:pt x="621792" y="310134"/>
                  </a:lnTo>
                  <a:lnTo>
                    <a:pt x="618421" y="355972"/>
                  </a:lnTo>
                  <a:lnTo>
                    <a:pt x="608629" y="399719"/>
                  </a:lnTo>
                  <a:lnTo>
                    <a:pt x="592896" y="440896"/>
                  </a:lnTo>
                  <a:lnTo>
                    <a:pt x="571704" y="479023"/>
                  </a:lnTo>
                  <a:lnTo>
                    <a:pt x="545534" y="513621"/>
                  </a:lnTo>
                  <a:lnTo>
                    <a:pt x="514866" y="544211"/>
                  </a:lnTo>
                  <a:lnTo>
                    <a:pt x="480182" y="570313"/>
                  </a:lnTo>
                  <a:lnTo>
                    <a:pt x="441962" y="591449"/>
                  </a:lnTo>
                  <a:lnTo>
                    <a:pt x="400687" y="607140"/>
                  </a:lnTo>
                  <a:lnTo>
                    <a:pt x="356838" y="616906"/>
                  </a:lnTo>
                  <a:lnTo>
                    <a:pt x="310895" y="620268"/>
                  </a:lnTo>
                  <a:lnTo>
                    <a:pt x="264953" y="616906"/>
                  </a:lnTo>
                  <a:lnTo>
                    <a:pt x="221104" y="607140"/>
                  </a:lnTo>
                  <a:lnTo>
                    <a:pt x="179829" y="591449"/>
                  </a:lnTo>
                  <a:lnTo>
                    <a:pt x="141609" y="570313"/>
                  </a:lnTo>
                  <a:lnTo>
                    <a:pt x="106925" y="544211"/>
                  </a:lnTo>
                  <a:lnTo>
                    <a:pt x="76257" y="513621"/>
                  </a:lnTo>
                  <a:lnTo>
                    <a:pt x="50087" y="479023"/>
                  </a:lnTo>
                  <a:lnTo>
                    <a:pt x="28895" y="440896"/>
                  </a:lnTo>
                  <a:lnTo>
                    <a:pt x="13162" y="399719"/>
                  </a:lnTo>
                  <a:lnTo>
                    <a:pt x="3370" y="355972"/>
                  </a:lnTo>
                  <a:lnTo>
                    <a:pt x="0" y="310134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12292" y="2781299"/>
              <a:ext cx="2844165" cy="1374775"/>
            </a:xfrm>
            <a:custGeom>
              <a:avLst/>
              <a:gdLst/>
              <a:ahLst/>
              <a:cxnLst/>
              <a:rect l="l" t="t" r="r" b="b"/>
              <a:pathLst>
                <a:path w="2844165" h="1374775">
                  <a:moveTo>
                    <a:pt x="300888" y="1037209"/>
                  </a:moveTo>
                  <a:lnTo>
                    <a:pt x="300380" y="1035050"/>
                  </a:lnTo>
                  <a:lnTo>
                    <a:pt x="293827" y="1003554"/>
                  </a:lnTo>
                  <a:lnTo>
                    <a:pt x="291782" y="993711"/>
                  </a:lnTo>
                  <a:lnTo>
                    <a:pt x="275780" y="970661"/>
                  </a:lnTo>
                  <a:lnTo>
                    <a:pt x="266979" y="957986"/>
                  </a:lnTo>
                  <a:lnTo>
                    <a:pt x="230187" y="933907"/>
                  </a:lnTo>
                  <a:lnTo>
                    <a:pt x="185166" y="925068"/>
                  </a:lnTo>
                  <a:lnTo>
                    <a:pt x="158153" y="928166"/>
                  </a:lnTo>
                  <a:lnTo>
                    <a:pt x="132969" y="937107"/>
                  </a:lnTo>
                  <a:lnTo>
                    <a:pt x="110553" y="951433"/>
                  </a:lnTo>
                  <a:lnTo>
                    <a:pt x="91884" y="970661"/>
                  </a:lnTo>
                  <a:lnTo>
                    <a:pt x="90271" y="970280"/>
                  </a:lnTo>
                  <a:lnTo>
                    <a:pt x="88417" y="970026"/>
                  </a:lnTo>
                  <a:lnTo>
                    <a:pt x="69443" y="970026"/>
                  </a:lnTo>
                  <a:lnTo>
                    <a:pt x="69443" y="1003554"/>
                  </a:lnTo>
                  <a:lnTo>
                    <a:pt x="69443" y="1068451"/>
                  </a:lnTo>
                  <a:lnTo>
                    <a:pt x="66890" y="1070991"/>
                  </a:lnTo>
                  <a:lnTo>
                    <a:pt x="46291" y="1070991"/>
                  </a:lnTo>
                  <a:lnTo>
                    <a:pt x="46291" y="1003554"/>
                  </a:lnTo>
                  <a:lnTo>
                    <a:pt x="69443" y="1003554"/>
                  </a:lnTo>
                  <a:lnTo>
                    <a:pt x="69443" y="970026"/>
                  </a:lnTo>
                  <a:lnTo>
                    <a:pt x="19443" y="970026"/>
                  </a:lnTo>
                  <a:lnTo>
                    <a:pt x="11557" y="977646"/>
                  </a:lnTo>
                  <a:lnTo>
                    <a:pt x="11557" y="1110488"/>
                  </a:lnTo>
                  <a:lnTo>
                    <a:pt x="16446" y="1134008"/>
                  </a:lnTo>
                  <a:lnTo>
                    <a:pt x="16560" y="1134567"/>
                  </a:lnTo>
                  <a:lnTo>
                    <a:pt x="30200" y="1154226"/>
                  </a:lnTo>
                  <a:lnTo>
                    <a:pt x="50431" y="1167485"/>
                  </a:lnTo>
                  <a:lnTo>
                    <a:pt x="75222" y="1172337"/>
                  </a:lnTo>
                  <a:lnTo>
                    <a:pt x="81241" y="1172337"/>
                  </a:lnTo>
                  <a:lnTo>
                    <a:pt x="90220" y="1170559"/>
                  </a:lnTo>
                  <a:lnTo>
                    <a:pt x="97574" y="1165720"/>
                  </a:lnTo>
                  <a:lnTo>
                    <a:pt x="102552" y="1158570"/>
                  </a:lnTo>
                  <a:lnTo>
                    <a:pt x="104381" y="1149858"/>
                  </a:lnTo>
                  <a:lnTo>
                    <a:pt x="102552" y="1141158"/>
                  </a:lnTo>
                  <a:lnTo>
                    <a:pt x="98894" y="1135888"/>
                  </a:lnTo>
                  <a:lnTo>
                    <a:pt x="97574" y="1134008"/>
                  </a:lnTo>
                  <a:lnTo>
                    <a:pt x="90220" y="1129169"/>
                  </a:lnTo>
                  <a:lnTo>
                    <a:pt x="81241" y="1127379"/>
                  </a:lnTo>
                  <a:lnTo>
                    <a:pt x="74066" y="1127379"/>
                  </a:lnTo>
                  <a:lnTo>
                    <a:pt x="67348" y="1130554"/>
                  </a:lnTo>
                  <a:lnTo>
                    <a:pt x="62953" y="1135888"/>
                  </a:lnTo>
                  <a:lnTo>
                    <a:pt x="56045" y="1131455"/>
                  </a:lnTo>
                  <a:lnTo>
                    <a:pt x="50800" y="1125448"/>
                  </a:lnTo>
                  <a:lnTo>
                    <a:pt x="47459" y="1118247"/>
                  </a:lnTo>
                  <a:lnTo>
                    <a:pt x="46316" y="1110488"/>
                  </a:lnTo>
                  <a:lnTo>
                    <a:pt x="46291" y="1104646"/>
                  </a:lnTo>
                  <a:lnTo>
                    <a:pt x="72440" y="1104646"/>
                  </a:lnTo>
                  <a:lnTo>
                    <a:pt x="80543" y="1101979"/>
                  </a:lnTo>
                  <a:lnTo>
                    <a:pt x="87261" y="1097280"/>
                  </a:lnTo>
                  <a:lnTo>
                    <a:pt x="118948" y="1129588"/>
                  </a:lnTo>
                  <a:lnTo>
                    <a:pt x="159550" y="1146911"/>
                  </a:lnTo>
                  <a:lnTo>
                    <a:pt x="203936" y="1148181"/>
                  </a:lnTo>
                  <a:lnTo>
                    <a:pt x="246964" y="1132332"/>
                  </a:lnTo>
                  <a:lnTo>
                    <a:pt x="269544" y="1114183"/>
                  </a:lnTo>
                  <a:lnTo>
                    <a:pt x="282206" y="1097280"/>
                  </a:lnTo>
                  <a:lnTo>
                    <a:pt x="286512" y="1091539"/>
                  </a:lnTo>
                  <a:lnTo>
                    <a:pt x="294932" y="1070991"/>
                  </a:lnTo>
                  <a:lnTo>
                    <a:pt x="297180" y="1065504"/>
                  </a:lnTo>
                  <a:lnTo>
                    <a:pt x="300850" y="1037463"/>
                  </a:lnTo>
                  <a:lnTo>
                    <a:pt x="300888" y="1037209"/>
                  </a:lnTo>
                  <a:close/>
                </a:path>
                <a:path w="2844165" h="1374775">
                  <a:moveTo>
                    <a:pt x="370332" y="1245108"/>
                  </a:moveTo>
                  <a:lnTo>
                    <a:pt x="366229" y="1225524"/>
                  </a:lnTo>
                  <a:lnTo>
                    <a:pt x="355117" y="1209509"/>
                  </a:lnTo>
                  <a:lnTo>
                    <a:pt x="338658" y="1198664"/>
                  </a:lnTo>
                  <a:lnTo>
                    <a:pt x="339039" y="1198664"/>
                  </a:lnTo>
                  <a:lnTo>
                    <a:pt x="318249" y="1194562"/>
                  </a:lnTo>
                  <a:lnTo>
                    <a:pt x="52082" y="1194562"/>
                  </a:lnTo>
                  <a:lnTo>
                    <a:pt x="31826" y="1198664"/>
                  </a:lnTo>
                  <a:lnTo>
                    <a:pt x="15278" y="1209509"/>
                  </a:lnTo>
                  <a:lnTo>
                    <a:pt x="4089" y="1225524"/>
                  </a:lnTo>
                  <a:lnTo>
                    <a:pt x="0" y="1245108"/>
                  </a:lnTo>
                  <a:lnTo>
                    <a:pt x="0" y="1265809"/>
                  </a:lnTo>
                  <a:lnTo>
                    <a:pt x="42976" y="1333830"/>
                  </a:lnTo>
                  <a:lnTo>
                    <a:pt x="82321" y="1356550"/>
                  </a:lnTo>
                  <a:lnTo>
                    <a:pt x="82486" y="1356550"/>
                  </a:lnTo>
                  <a:lnTo>
                    <a:pt x="129819" y="1370139"/>
                  </a:lnTo>
                  <a:lnTo>
                    <a:pt x="130124" y="1370139"/>
                  </a:lnTo>
                  <a:lnTo>
                    <a:pt x="185166" y="1374648"/>
                  </a:lnTo>
                  <a:lnTo>
                    <a:pt x="240601" y="1370139"/>
                  </a:lnTo>
                  <a:lnTo>
                    <a:pt x="288074" y="1356550"/>
                  </a:lnTo>
                  <a:lnTo>
                    <a:pt x="327431" y="1333830"/>
                  </a:lnTo>
                  <a:lnTo>
                    <a:pt x="358533" y="1301877"/>
                  </a:lnTo>
                  <a:lnTo>
                    <a:pt x="370332" y="1265809"/>
                  </a:lnTo>
                  <a:lnTo>
                    <a:pt x="370332" y="1245108"/>
                  </a:lnTo>
                  <a:close/>
                </a:path>
                <a:path w="2844165" h="1374775">
                  <a:moveTo>
                    <a:pt x="1426464" y="60960"/>
                  </a:moveTo>
                  <a:lnTo>
                    <a:pt x="1423543" y="57658"/>
                  </a:lnTo>
                  <a:lnTo>
                    <a:pt x="1383665" y="12065"/>
                  </a:lnTo>
                  <a:lnTo>
                    <a:pt x="1373124" y="0"/>
                  </a:lnTo>
                  <a:lnTo>
                    <a:pt x="1322705" y="57658"/>
                  </a:lnTo>
                  <a:lnTo>
                    <a:pt x="1319784" y="60960"/>
                  </a:lnTo>
                  <a:lnTo>
                    <a:pt x="1320165" y="65913"/>
                  </a:lnTo>
                  <a:lnTo>
                    <a:pt x="1326769" y="71755"/>
                  </a:lnTo>
                  <a:lnTo>
                    <a:pt x="1331722" y="71374"/>
                  </a:lnTo>
                  <a:lnTo>
                    <a:pt x="1334643" y="68072"/>
                  </a:lnTo>
                  <a:lnTo>
                    <a:pt x="1365123" y="33235"/>
                  </a:lnTo>
                  <a:lnTo>
                    <a:pt x="1365250" y="12065"/>
                  </a:lnTo>
                  <a:lnTo>
                    <a:pt x="1365237" y="33108"/>
                  </a:lnTo>
                  <a:lnTo>
                    <a:pt x="1365123" y="719455"/>
                  </a:lnTo>
                  <a:lnTo>
                    <a:pt x="1380998" y="719455"/>
                  </a:lnTo>
                  <a:lnTo>
                    <a:pt x="1381112" y="33108"/>
                  </a:lnTo>
                  <a:lnTo>
                    <a:pt x="1380998" y="32981"/>
                  </a:lnTo>
                  <a:lnTo>
                    <a:pt x="1381112" y="17272"/>
                  </a:lnTo>
                  <a:lnTo>
                    <a:pt x="1381112" y="33108"/>
                  </a:lnTo>
                  <a:lnTo>
                    <a:pt x="1381112" y="33235"/>
                  </a:lnTo>
                  <a:lnTo>
                    <a:pt x="1411605" y="68072"/>
                  </a:lnTo>
                  <a:lnTo>
                    <a:pt x="1414526" y="71374"/>
                  </a:lnTo>
                  <a:lnTo>
                    <a:pt x="1419479" y="71755"/>
                  </a:lnTo>
                  <a:lnTo>
                    <a:pt x="1426083" y="65913"/>
                  </a:lnTo>
                  <a:lnTo>
                    <a:pt x="1426464" y="60960"/>
                  </a:lnTo>
                  <a:close/>
                </a:path>
                <a:path w="2844165" h="1374775">
                  <a:moveTo>
                    <a:pt x="2843784" y="674370"/>
                  </a:moveTo>
                  <a:lnTo>
                    <a:pt x="2836964" y="625157"/>
                  </a:lnTo>
                  <a:lnTo>
                    <a:pt x="2817761" y="580936"/>
                  </a:lnTo>
                  <a:lnTo>
                    <a:pt x="2787967" y="543458"/>
                  </a:lnTo>
                  <a:lnTo>
                    <a:pt x="2749397" y="514502"/>
                  </a:lnTo>
                  <a:lnTo>
                    <a:pt x="2703906" y="495820"/>
                  </a:lnTo>
                  <a:lnTo>
                    <a:pt x="2672334" y="491705"/>
                  </a:lnTo>
                  <a:lnTo>
                    <a:pt x="2672334" y="757694"/>
                  </a:lnTo>
                  <a:lnTo>
                    <a:pt x="2670835" y="764857"/>
                  </a:lnTo>
                  <a:lnTo>
                    <a:pt x="2666758" y="770699"/>
                  </a:lnTo>
                  <a:lnTo>
                    <a:pt x="2660700" y="774649"/>
                  </a:lnTo>
                  <a:lnTo>
                    <a:pt x="2653284" y="776097"/>
                  </a:lnTo>
                  <a:lnTo>
                    <a:pt x="2645854" y="774649"/>
                  </a:lnTo>
                  <a:lnTo>
                    <a:pt x="2639796" y="770699"/>
                  </a:lnTo>
                  <a:lnTo>
                    <a:pt x="2635720" y="764857"/>
                  </a:lnTo>
                  <a:lnTo>
                    <a:pt x="2634234" y="757694"/>
                  </a:lnTo>
                  <a:lnTo>
                    <a:pt x="2635720" y="750455"/>
                  </a:lnTo>
                  <a:lnTo>
                    <a:pt x="2639796" y="744562"/>
                  </a:lnTo>
                  <a:lnTo>
                    <a:pt x="2645854" y="740600"/>
                  </a:lnTo>
                  <a:lnTo>
                    <a:pt x="2653284" y="739140"/>
                  </a:lnTo>
                  <a:lnTo>
                    <a:pt x="2660700" y="740600"/>
                  </a:lnTo>
                  <a:lnTo>
                    <a:pt x="2666758" y="744562"/>
                  </a:lnTo>
                  <a:lnTo>
                    <a:pt x="2670835" y="750455"/>
                  </a:lnTo>
                  <a:lnTo>
                    <a:pt x="2672334" y="757694"/>
                  </a:lnTo>
                  <a:lnTo>
                    <a:pt x="2672334" y="491705"/>
                  </a:lnTo>
                  <a:lnTo>
                    <a:pt x="2667635" y="491083"/>
                  </a:lnTo>
                  <a:lnTo>
                    <a:pt x="2667635" y="578739"/>
                  </a:lnTo>
                  <a:lnTo>
                    <a:pt x="2667635" y="709803"/>
                  </a:lnTo>
                  <a:lnTo>
                    <a:pt x="2661158" y="716026"/>
                  </a:lnTo>
                  <a:lnTo>
                    <a:pt x="2645410" y="716026"/>
                  </a:lnTo>
                  <a:lnTo>
                    <a:pt x="2639060" y="709803"/>
                  </a:lnTo>
                  <a:lnTo>
                    <a:pt x="2639060" y="578739"/>
                  </a:lnTo>
                  <a:lnTo>
                    <a:pt x="2645410" y="572516"/>
                  </a:lnTo>
                  <a:lnTo>
                    <a:pt x="2661158" y="572516"/>
                  </a:lnTo>
                  <a:lnTo>
                    <a:pt x="2667635" y="578739"/>
                  </a:lnTo>
                  <a:lnTo>
                    <a:pt x="2667635" y="491083"/>
                  </a:lnTo>
                  <a:lnTo>
                    <a:pt x="2602649" y="495820"/>
                  </a:lnTo>
                  <a:lnTo>
                    <a:pt x="2557157" y="514502"/>
                  </a:lnTo>
                  <a:lnTo>
                    <a:pt x="2518600" y="543458"/>
                  </a:lnTo>
                  <a:lnTo>
                    <a:pt x="2488793" y="580936"/>
                  </a:lnTo>
                  <a:lnTo>
                    <a:pt x="2469591" y="625157"/>
                  </a:lnTo>
                  <a:lnTo>
                    <a:pt x="2462784" y="674370"/>
                  </a:lnTo>
                  <a:lnTo>
                    <a:pt x="2464193" y="696937"/>
                  </a:lnTo>
                  <a:lnTo>
                    <a:pt x="2468372" y="718947"/>
                  </a:lnTo>
                  <a:lnTo>
                    <a:pt x="2475204" y="740206"/>
                  </a:lnTo>
                  <a:lnTo>
                    <a:pt x="2484628" y="760476"/>
                  </a:lnTo>
                  <a:lnTo>
                    <a:pt x="2463292" y="839851"/>
                  </a:lnTo>
                  <a:lnTo>
                    <a:pt x="2462657" y="842391"/>
                  </a:lnTo>
                  <a:lnTo>
                    <a:pt x="2462657" y="845185"/>
                  </a:lnTo>
                  <a:lnTo>
                    <a:pt x="2463228" y="847483"/>
                  </a:lnTo>
                  <a:lnTo>
                    <a:pt x="2465578" y="856234"/>
                  </a:lnTo>
                  <a:lnTo>
                    <a:pt x="2474468" y="861187"/>
                  </a:lnTo>
                  <a:lnTo>
                    <a:pt x="2564765" y="838327"/>
                  </a:lnTo>
                  <a:lnTo>
                    <a:pt x="2585605" y="847483"/>
                  </a:lnTo>
                  <a:lnTo>
                    <a:pt x="2607449" y="854125"/>
                  </a:lnTo>
                  <a:lnTo>
                    <a:pt x="2630068" y="858177"/>
                  </a:lnTo>
                  <a:lnTo>
                    <a:pt x="2653284" y="859536"/>
                  </a:lnTo>
                  <a:lnTo>
                    <a:pt x="2703906" y="852932"/>
                  </a:lnTo>
                  <a:lnTo>
                    <a:pt x="2739466" y="838327"/>
                  </a:lnTo>
                  <a:lnTo>
                    <a:pt x="2749397" y="834250"/>
                  </a:lnTo>
                  <a:lnTo>
                    <a:pt x="2787967" y="805294"/>
                  </a:lnTo>
                  <a:lnTo>
                    <a:pt x="2811170" y="776097"/>
                  </a:lnTo>
                  <a:lnTo>
                    <a:pt x="2817761" y="767816"/>
                  </a:lnTo>
                  <a:lnTo>
                    <a:pt x="2830207" y="739140"/>
                  </a:lnTo>
                  <a:lnTo>
                    <a:pt x="2836964" y="723595"/>
                  </a:lnTo>
                  <a:lnTo>
                    <a:pt x="2838018" y="716026"/>
                  </a:lnTo>
                  <a:lnTo>
                    <a:pt x="2843784" y="674370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033006" y="6118352"/>
            <a:ext cx="3076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Segoe UI"/>
                <a:cs typeface="Segoe UI"/>
              </a:rPr>
              <a:t>Azure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AI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Content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Safety</a:t>
            </a:r>
            <a:r>
              <a:rPr sz="1200" spc="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–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Configurable</a:t>
            </a:r>
            <a:r>
              <a:rPr sz="1200" spc="-7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Filters</a:t>
            </a:r>
            <a:endParaRPr sz="1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2740"/>
            <a:ext cx="11816080" cy="5261610"/>
            <a:chOff x="0" y="1252740"/>
            <a:chExt cx="11816080" cy="5261610"/>
          </a:xfrm>
        </p:grpSpPr>
        <p:sp>
          <p:nvSpPr>
            <p:cNvPr id="3" name="object 3"/>
            <p:cNvSpPr/>
            <p:nvPr/>
          </p:nvSpPr>
          <p:spPr>
            <a:xfrm>
              <a:off x="0" y="1280159"/>
              <a:ext cx="3122930" cy="5146675"/>
            </a:xfrm>
            <a:custGeom>
              <a:avLst/>
              <a:gdLst/>
              <a:ahLst/>
              <a:cxnLst/>
              <a:rect l="l" t="t" r="r" b="b"/>
              <a:pathLst>
                <a:path w="3122930" h="5146675">
                  <a:moveTo>
                    <a:pt x="2985643" y="0"/>
                  </a:moveTo>
                  <a:lnTo>
                    <a:pt x="0" y="0"/>
                  </a:lnTo>
                  <a:lnTo>
                    <a:pt x="0" y="5146548"/>
                  </a:lnTo>
                  <a:lnTo>
                    <a:pt x="2985643" y="5146548"/>
                  </a:lnTo>
                  <a:lnTo>
                    <a:pt x="3028960" y="5139563"/>
                  </a:lnTo>
                  <a:lnTo>
                    <a:pt x="3066577" y="5120112"/>
                  </a:lnTo>
                  <a:lnTo>
                    <a:pt x="3096239" y="5090452"/>
                  </a:lnTo>
                  <a:lnTo>
                    <a:pt x="3115691" y="5052838"/>
                  </a:lnTo>
                  <a:lnTo>
                    <a:pt x="3122676" y="5009527"/>
                  </a:lnTo>
                  <a:lnTo>
                    <a:pt x="3122676" y="137032"/>
                  </a:lnTo>
                  <a:lnTo>
                    <a:pt x="3115691" y="93715"/>
                  </a:lnTo>
                  <a:lnTo>
                    <a:pt x="3096239" y="56098"/>
                  </a:lnTo>
                  <a:lnTo>
                    <a:pt x="3066577" y="26436"/>
                  </a:lnTo>
                  <a:lnTo>
                    <a:pt x="3028960" y="6985"/>
                  </a:lnTo>
                  <a:lnTo>
                    <a:pt x="2985643" y="0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6164" y="1252740"/>
              <a:ext cx="8979916" cy="52613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83992" y="1400555"/>
              <a:ext cx="8624570" cy="4906010"/>
            </a:xfrm>
            <a:custGeom>
              <a:avLst/>
              <a:gdLst/>
              <a:ahLst/>
              <a:cxnLst/>
              <a:rect l="l" t="t" r="r" b="b"/>
              <a:pathLst>
                <a:path w="8624570" h="4906010">
                  <a:moveTo>
                    <a:pt x="8497062" y="0"/>
                  </a:moveTo>
                  <a:lnTo>
                    <a:pt x="127253" y="0"/>
                  </a:lnTo>
                  <a:lnTo>
                    <a:pt x="77741" y="10007"/>
                  </a:lnTo>
                  <a:lnTo>
                    <a:pt x="37290" y="37290"/>
                  </a:lnTo>
                  <a:lnTo>
                    <a:pt x="10007" y="77741"/>
                  </a:lnTo>
                  <a:lnTo>
                    <a:pt x="0" y="127254"/>
                  </a:lnTo>
                  <a:lnTo>
                    <a:pt x="0" y="4778451"/>
                  </a:lnTo>
                  <a:lnTo>
                    <a:pt x="10007" y="4828003"/>
                  </a:lnTo>
                  <a:lnTo>
                    <a:pt x="37290" y="4868468"/>
                  </a:lnTo>
                  <a:lnTo>
                    <a:pt x="77741" y="4895751"/>
                  </a:lnTo>
                  <a:lnTo>
                    <a:pt x="127253" y="4905756"/>
                  </a:lnTo>
                  <a:lnTo>
                    <a:pt x="8497062" y="4905756"/>
                  </a:lnTo>
                  <a:lnTo>
                    <a:pt x="8546574" y="4895751"/>
                  </a:lnTo>
                  <a:lnTo>
                    <a:pt x="8587025" y="4868468"/>
                  </a:lnTo>
                  <a:lnTo>
                    <a:pt x="8614308" y="4828003"/>
                  </a:lnTo>
                  <a:lnTo>
                    <a:pt x="8624316" y="4778451"/>
                  </a:lnTo>
                  <a:lnTo>
                    <a:pt x="8624316" y="127254"/>
                  </a:lnTo>
                  <a:lnTo>
                    <a:pt x="8614308" y="77741"/>
                  </a:lnTo>
                  <a:lnTo>
                    <a:pt x="8587025" y="37290"/>
                  </a:lnTo>
                  <a:lnTo>
                    <a:pt x="8546574" y="10007"/>
                  </a:lnTo>
                  <a:lnTo>
                    <a:pt x="8497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19627" y="2382011"/>
              <a:ext cx="8352155" cy="2941320"/>
            </a:xfrm>
            <a:custGeom>
              <a:avLst/>
              <a:gdLst/>
              <a:ahLst/>
              <a:cxnLst/>
              <a:rect l="l" t="t" r="r" b="b"/>
              <a:pathLst>
                <a:path w="8352155" h="2941320">
                  <a:moveTo>
                    <a:pt x="0" y="0"/>
                  </a:moveTo>
                  <a:lnTo>
                    <a:pt x="8352028" y="0"/>
                  </a:lnTo>
                </a:path>
                <a:path w="8352155" h="2941320">
                  <a:moveTo>
                    <a:pt x="0" y="981455"/>
                  </a:moveTo>
                  <a:lnTo>
                    <a:pt x="8352028" y="981455"/>
                  </a:lnTo>
                </a:path>
                <a:path w="8352155" h="2941320">
                  <a:moveTo>
                    <a:pt x="0" y="1961388"/>
                  </a:moveTo>
                  <a:lnTo>
                    <a:pt x="8352028" y="1961388"/>
                  </a:lnTo>
                </a:path>
                <a:path w="8352155" h="2941320">
                  <a:moveTo>
                    <a:pt x="0" y="2941320"/>
                  </a:moveTo>
                  <a:lnTo>
                    <a:pt x="8352028" y="2941320"/>
                  </a:lnTo>
                </a:path>
              </a:pathLst>
            </a:custGeom>
            <a:ln w="6350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72917" y="2382773"/>
              <a:ext cx="212725" cy="2941320"/>
            </a:xfrm>
            <a:custGeom>
              <a:avLst/>
              <a:gdLst/>
              <a:ahLst/>
              <a:cxnLst/>
              <a:rect l="l" t="t" r="r" b="b"/>
              <a:pathLst>
                <a:path w="212725" h="2941320">
                  <a:moveTo>
                    <a:pt x="0" y="0"/>
                  </a:moveTo>
                  <a:lnTo>
                    <a:pt x="212217" y="0"/>
                  </a:lnTo>
                </a:path>
                <a:path w="212725" h="2941320">
                  <a:moveTo>
                    <a:pt x="0" y="981455"/>
                  </a:moveTo>
                  <a:lnTo>
                    <a:pt x="212217" y="981455"/>
                  </a:lnTo>
                </a:path>
                <a:path w="212725" h="2941320">
                  <a:moveTo>
                    <a:pt x="0" y="1961388"/>
                  </a:moveTo>
                  <a:lnTo>
                    <a:pt x="212217" y="1961388"/>
                  </a:lnTo>
                </a:path>
                <a:path w="212725" h="2941320">
                  <a:moveTo>
                    <a:pt x="0" y="2941320"/>
                  </a:moveTo>
                  <a:lnTo>
                    <a:pt x="212217" y="2941320"/>
                  </a:lnTo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39312" y="2357627"/>
              <a:ext cx="851509" cy="8470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91712" y="2510027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10" h="481964">
                  <a:moveTo>
                    <a:pt x="243077" y="0"/>
                  </a:moveTo>
                  <a:lnTo>
                    <a:pt x="194091" y="4892"/>
                  </a:lnTo>
                  <a:lnTo>
                    <a:pt x="148464" y="18924"/>
                  </a:lnTo>
                  <a:lnTo>
                    <a:pt x="107174" y="41127"/>
                  </a:lnTo>
                  <a:lnTo>
                    <a:pt x="71199" y="70532"/>
                  </a:lnTo>
                  <a:lnTo>
                    <a:pt x="41516" y="106170"/>
                  </a:lnTo>
                  <a:lnTo>
                    <a:pt x="19103" y="147071"/>
                  </a:lnTo>
                  <a:lnTo>
                    <a:pt x="4938" y="192268"/>
                  </a:lnTo>
                  <a:lnTo>
                    <a:pt x="0" y="240792"/>
                  </a:lnTo>
                  <a:lnTo>
                    <a:pt x="4938" y="289315"/>
                  </a:lnTo>
                  <a:lnTo>
                    <a:pt x="19103" y="334512"/>
                  </a:lnTo>
                  <a:lnTo>
                    <a:pt x="41516" y="375413"/>
                  </a:lnTo>
                  <a:lnTo>
                    <a:pt x="71199" y="411051"/>
                  </a:lnTo>
                  <a:lnTo>
                    <a:pt x="107174" y="440456"/>
                  </a:lnTo>
                  <a:lnTo>
                    <a:pt x="148464" y="462659"/>
                  </a:lnTo>
                  <a:lnTo>
                    <a:pt x="194091" y="476691"/>
                  </a:lnTo>
                  <a:lnTo>
                    <a:pt x="243077" y="481584"/>
                  </a:lnTo>
                  <a:lnTo>
                    <a:pt x="292064" y="476691"/>
                  </a:lnTo>
                  <a:lnTo>
                    <a:pt x="337691" y="462659"/>
                  </a:lnTo>
                  <a:lnTo>
                    <a:pt x="378981" y="440456"/>
                  </a:lnTo>
                  <a:lnTo>
                    <a:pt x="414956" y="411051"/>
                  </a:lnTo>
                  <a:lnTo>
                    <a:pt x="444639" y="375413"/>
                  </a:lnTo>
                  <a:lnTo>
                    <a:pt x="467052" y="334512"/>
                  </a:lnTo>
                  <a:lnTo>
                    <a:pt x="481217" y="289315"/>
                  </a:lnTo>
                  <a:lnTo>
                    <a:pt x="486155" y="240792"/>
                  </a:lnTo>
                  <a:lnTo>
                    <a:pt x="481217" y="192268"/>
                  </a:lnTo>
                  <a:lnTo>
                    <a:pt x="467052" y="147071"/>
                  </a:lnTo>
                  <a:lnTo>
                    <a:pt x="444639" y="106170"/>
                  </a:lnTo>
                  <a:lnTo>
                    <a:pt x="414956" y="70532"/>
                  </a:lnTo>
                  <a:lnTo>
                    <a:pt x="378981" y="41127"/>
                  </a:lnTo>
                  <a:lnTo>
                    <a:pt x="337691" y="18924"/>
                  </a:lnTo>
                  <a:lnTo>
                    <a:pt x="292064" y="489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1712" y="2510027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10" h="481964">
                  <a:moveTo>
                    <a:pt x="0" y="240792"/>
                  </a:moveTo>
                  <a:lnTo>
                    <a:pt x="4938" y="192268"/>
                  </a:lnTo>
                  <a:lnTo>
                    <a:pt x="19103" y="147071"/>
                  </a:lnTo>
                  <a:lnTo>
                    <a:pt x="41516" y="106170"/>
                  </a:lnTo>
                  <a:lnTo>
                    <a:pt x="71199" y="70532"/>
                  </a:lnTo>
                  <a:lnTo>
                    <a:pt x="107174" y="41127"/>
                  </a:lnTo>
                  <a:lnTo>
                    <a:pt x="148464" y="18924"/>
                  </a:lnTo>
                  <a:lnTo>
                    <a:pt x="194091" y="4892"/>
                  </a:lnTo>
                  <a:lnTo>
                    <a:pt x="243077" y="0"/>
                  </a:lnTo>
                  <a:lnTo>
                    <a:pt x="292064" y="4892"/>
                  </a:lnTo>
                  <a:lnTo>
                    <a:pt x="337691" y="18924"/>
                  </a:lnTo>
                  <a:lnTo>
                    <a:pt x="378981" y="41127"/>
                  </a:lnTo>
                  <a:lnTo>
                    <a:pt x="414956" y="70532"/>
                  </a:lnTo>
                  <a:lnTo>
                    <a:pt x="444639" y="106170"/>
                  </a:lnTo>
                  <a:lnTo>
                    <a:pt x="467052" y="147071"/>
                  </a:lnTo>
                  <a:lnTo>
                    <a:pt x="481217" y="192268"/>
                  </a:lnTo>
                  <a:lnTo>
                    <a:pt x="486155" y="240792"/>
                  </a:lnTo>
                  <a:lnTo>
                    <a:pt x="481217" y="289315"/>
                  </a:lnTo>
                  <a:lnTo>
                    <a:pt x="467052" y="334512"/>
                  </a:lnTo>
                  <a:lnTo>
                    <a:pt x="444639" y="375413"/>
                  </a:lnTo>
                  <a:lnTo>
                    <a:pt x="414956" y="411051"/>
                  </a:lnTo>
                  <a:lnTo>
                    <a:pt x="378981" y="440456"/>
                  </a:lnTo>
                  <a:lnTo>
                    <a:pt x="337691" y="462659"/>
                  </a:lnTo>
                  <a:lnTo>
                    <a:pt x="292064" y="476691"/>
                  </a:lnTo>
                  <a:lnTo>
                    <a:pt x="243077" y="481584"/>
                  </a:lnTo>
                  <a:lnTo>
                    <a:pt x="194091" y="476691"/>
                  </a:lnTo>
                  <a:lnTo>
                    <a:pt x="148464" y="462659"/>
                  </a:lnTo>
                  <a:lnTo>
                    <a:pt x="107174" y="440456"/>
                  </a:lnTo>
                  <a:lnTo>
                    <a:pt x="71199" y="411051"/>
                  </a:lnTo>
                  <a:lnTo>
                    <a:pt x="41516" y="375413"/>
                  </a:lnTo>
                  <a:lnTo>
                    <a:pt x="19103" y="334512"/>
                  </a:lnTo>
                  <a:lnTo>
                    <a:pt x="4938" y="289315"/>
                  </a:lnTo>
                  <a:lnTo>
                    <a:pt x="0" y="240792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9300" y="2357627"/>
              <a:ext cx="851509" cy="84708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81700" y="2510027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10" h="481964">
                  <a:moveTo>
                    <a:pt x="243077" y="0"/>
                  </a:moveTo>
                  <a:lnTo>
                    <a:pt x="194091" y="4892"/>
                  </a:lnTo>
                  <a:lnTo>
                    <a:pt x="148464" y="18924"/>
                  </a:lnTo>
                  <a:lnTo>
                    <a:pt x="107174" y="41127"/>
                  </a:lnTo>
                  <a:lnTo>
                    <a:pt x="71199" y="70532"/>
                  </a:lnTo>
                  <a:lnTo>
                    <a:pt x="41516" y="106170"/>
                  </a:lnTo>
                  <a:lnTo>
                    <a:pt x="19103" y="147071"/>
                  </a:lnTo>
                  <a:lnTo>
                    <a:pt x="4938" y="192268"/>
                  </a:lnTo>
                  <a:lnTo>
                    <a:pt x="0" y="240792"/>
                  </a:lnTo>
                  <a:lnTo>
                    <a:pt x="4938" y="289315"/>
                  </a:lnTo>
                  <a:lnTo>
                    <a:pt x="19103" y="334512"/>
                  </a:lnTo>
                  <a:lnTo>
                    <a:pt x="41516" y="375413"/>
                  </a:lnTo>
                  <a:lnTo>
                    <a:pt x="71199" y="411051"/>
                  </a:lnTo>
                  <a:lnTo>
                    <a:pt x="107174" y="440456"/>
                  </a:lnTo>
                  <a:lnTo>
                    <a:pt x="148464" y="462659"/>
                  </a:lnTo>
                  <a:lnTo>
                    <a:pt x="194091" y="476691"/>
                  </a:lnTo>
                  <a:lnTo>
                    <a:pt x="243077" y="481584"/>
                  </a:lnTo>
                  <a:lnTo>
                    <a:pt x="292064" y="476691"/>
                  </a:lnTo>
                  <a:lnTo>
                    <a:pt x="337691" y="462659"/>
                  </a:lnTo>
                  <a:lnTo>
                    <a:pt x="378981" y="440456"/>
                  </a:lnTo>
                  <a:lnTo>
                    <a:pt x="414956" y="411051"/>
                  </a:lnTo>
                  <a:lnTo>
                    <a:pt x="444639" y="375413"/>
                  </a:lnTo>
                  <a:lnTo>
                    <a:pt x="467052" y="334512"/>
                  </a:lnTo>
                  <a:lnTo>
                    <a:pt x="481217" y="289315"/>
                  </a:lnTo>
                  <a:lnTo>
                    <a:pt x="486155" y="240792"/>
                  </a:lnTo>
                  <a:lnTo>
                    <a:pt x="481217" y="192268"/>
                  </a:lnTo>
                  <a:lnTo>
                    <a:pt x="467052" y="147071"/>
                  </a:lnTo>
                  <a:lnTo>
                    <a:pt x="444639" y="106170"/>
                  </a:lnTo>
                  <a:lnTo>
                    <a:pt x="414956" y="70532"/>
                  </a:lnTo>
                  <a:lnTo>
                    <a:pt x="378981" y="41127"/>
                  </a:lnTo>
                  <a:lnTo>
                    <a:pt x="337691" y="18924"/>
                  </a:lnTo>
                  <a:lnTo>
                    <a:pt x="292064" y="489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81700" y="2510027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10" h="481964">
                  <a:moveTo>
                    <a:pt x="0" y="240792"/>
                  </a:moveTo>
                  <a:lnTo>
                    <a:pt x="4938" y="192268"/>
                  </a:lnTo>
                  <a:lnTo>
                    <a:pt x="19103" y="147071"/>
                  </a:lnTo>
                  <a:lnTo>
                    <a:pt x="41516" y="106170"/>
                  </a:lnTo>
                  <a:lnTo>
                    <a:pt x="71199" y="70532"/>
                  </a:lnTo>
                  <a:lnTo>
                    <a:pt x="107174" y="41127"/>
                  </a:lnTo>
                  <a:lnTo>
                    <a:pt x="148464" y="18924"/>
                  </a:lnTo>
                  <a:lnTo>
                    <a:pt x="194091" y="4892"/>
                  </a:lnTo>
                  <a:lnTo>
                    <a:pt x="243077" y="0"/>
                  </a:lnTo>
                  <a:lnTo>
                    <a:pt x="292064" y="4892"/>
                  </a:lnTo>
                  <a:lnTo>
                    <a:pt x="337691" y="18924"/>
                  </a:lnTo>
                  <a:lnTo>
                    <a:pt x="378981" y="41127"/>
                  </a:lnTo>
                  <a:lnTo>
                    <a:pt x="414956" y="70532"/>
                  </a:lnTo>
                  <a:lnTo>
                    <a:pt x="444639" y="106170"/>
                  </a:lnTo>
                  <a:lnTo>
                    <a:pt x="467052" y="147071"/>
                  </a:lnTo>
                  <a:lnTo>
                    <a:pt x="481217" y="192268"/>
                  </a:lnTo>
                  <a:lnTo>
                    <a:pt x="486155" y="240792"/>
                  </a:lnTo>
                  <a:lnTo>
                    <a:pt x="481217" y="289315"/>
                  </a:lnTo>
                  <a:lnTo>
                    <a:pt x="467052" y="334512"/>
                  </a:lnTo>
                  <a:lnTo>
                    <a:pt x="444639" y="375413"/>
                  </a:lnTo>
                  <a:lnTo>
                    <a:pt x="414956" y="411051"/>
                  </a:lnTo>
                  <a:lnTo>
                    <a:pt x="378981" y="440456"/>
                  </a:lnTo>
                  <a:lnTo>
                    <a:pt x="337691" y="462659"/>
                  </a:lnTo>
                  <a:lnTo>
                    <a:pt x="292064" y="476691"/>
                  </a:lnTo>
                  <a:lnTo>
                    <a:pt x="243077" y="481584"/>
                  </a:lnTo>
                  <a:lnTo>
                    <a:pt x="194091" y="476691"/>
                  </a:lnTo>
                  <a:lnTo>
                    <a:pt x="148464" y="462659"/>
                  </a:lnTo>
                  <a:lnTo>
                    <a:pt x="107174" y="440456"/>
                  </a:lnTo>
                  <a:lnTo>
                    <a:pt x="71199" y="411051"/>
                  </a:lnTo>
                  <a:lnTo>
                    <a:pt x="41516" y="375413"/>
                  </a:lnTo>
                  <a:lnTo>
                    <a:pt x="19103" y="334512"/>
                  </a:lnTo>
                  <a:lnTo>
                    <a:pt x="4938" y="289315"/>
                  </a:lnTo>
                  <a:lnTo>
                    <a:pt x="0" y="240792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9287" y="2357627"/>
              <a:ext cx="851509" cy="84708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171687" y="2510027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243077" y="0"/>
                  </a:moveTo>
                  <a:lnTo>
                    <a:pt x="194091" y="4892"/>
                  </a:lnTo>
                  <a:lnTo>
                    <a:pt x="148464" y="18924"/>
                  </a:lnTo>
                  <a:lnTo>
                    <a:pt x="107174" y="41127"/>
                  </a:lnTo>
                  <a:lnTo>
                    <a:pt x="71199" y="70532"/>
                  </a:lnTo>
                  <a:lnTo>
                    <a:pt x="41516" y="106170"/>
                  </a:lnTo>
                  <a:lnTo>
                    <a:pt x="19103" y="147071"/>
                  </a:lnTo>
                  <a:lnTo>
                    <a:pt x="4938" y="192268"/>
                  </a:lnTo>
                  <a:lnTo>
                    <a:pt x="0" y="240792"/>
                  </a:lnTo>
                  <a:lnTo>
                    <a:pt x="4938" y="289315"/>
                  </a:lnTo>
                  <a:lnTo>
                    <a:pt x="19103" y="334512"/>
                  </a:lnTo>
                  <a:lnTo>
                    <a:pt x="41516" y="375413"/>
                  </a:lnTo>
                  <a:lnTo>
                    <a:pt x="71199" y="411051"/>
                  </a:lnTo>
                  <a:lnTo>
                    <a:pt x="107174" y="440456"/>
                  </a:lnTo>
                  <a:lnTo>
                    <a:pt x="148464" y="462659"/>
                  </a:lnTo>
                  <a:lnTo>
                    <a:pt x="194091" y="476691"/>
                  </a:lnTo>
                  <a:lnTo>
                    <a:pt x="243077" y="481584"/>
                  </a:lnTo>
                  <a:lnTo>
                    <a:pt x="292064" y="476691"/>
                  </a:lnTo>
                  <a:lnTo>
                    <a:pt x="337691" y="462659"/>
                  </a:lnTo>
                  <a:lnTo>
                    <a:pt x="378981" y="440456"/>
                  </a:lnTo>
                  <a:lnTo>
                    <a:pt x="414956" y="411051"/>
                  </a:lnTo>
                  <a:lnTo>
                    <a:pt x="444639" y="375413"/>
                  </a:lnTo>
                  <a:lnTo>
                    <a:pt x="467052" y="334512"/>
                  </a:lnTo>
                  <a:lnTo>
                    <a:pt x="481217" y="289315"/>
                  </a:lnTo>
                  <a:lnTo>
                    <a:pt x="486155" y="240792"/>
                  </a:lnTo>
                  <a:lnTo>
                    <a:pt x="481217" y="192268"/>
                  </a:lnTo>
                  <a:lnTo>
                    <a:pt x="467052" y="147071"/>
                  </a:lnTo>
                  <a:lnTo>
                    <a:pt x="444639" y="106170"/>
                  </a:lnTo>
                  <a:lnTo>
                    <a:pt x="414956" y="70532"/>
                  </a:lnTo>
                  <a:lnTo>
                    <a:pt x="378981" y="41127"/>
                  </a:lnTo>
                  <a:lnTo>
                    <a:pt x="337691" y="18924"/>
                  </a:lnTo>
                  <a:lnTo>
                    <a:pt x="292064" y="489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71687" y="2510027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0" y="240792"/>
                  </a:moveTo>
                  <a:lnTo>
                    <a:pt x="4938" y="192268"/>
                  </a:lnTo>
                  <a:lnTo>
                    <a:pt x="19103" y="147071"/>
                  </a:lnTo>
                  <a:lnTo>
                    <a:pt x="41516" y="106170"/>
                  </a:lnTo>
                  <a:lnTo>
                    <a:pt x="71199" y="70532"/>
                  </a:lnTo>
                  <a:lnTo>
                    <a:pt x="107174" y="41127"/>
                  </a:lnTo>
                  <a:lnTo>
                    <a:pt x="148464" y="18924"/>
                  </a:lnTo>
                  <a:lnTo>
                    <a:pt x="194091" y="4892"/>
                  </a:lnTo>
                  <a:lnTo>
                    <a:pt x="243077" y="0"/>
                  </a:lnTo>
                  <a:lnTo>
                    <a:pt x="292064" y="4892"/>
                  </a:lnTo>
                  <a:lnTo>
                    <a:pt x="337691" y="18924"/>
                  </a:lnTo>
                  <a:lnTo>
                    <a:pt x="378981" y="41127"/>
                  </a:lnTo>
                  <a:lnTo>
                    <a:pt x="414956" y="70532"/>
                  </a:lnTo>
                  <a:lnTo>
                    <a:pt x="444639" y="106170"/>
                  </a:lnTo>
                  <a:lnTo>
                    <a:pt x="467052" y="147071"/>
                  </a:lnTo>
                  <a:lnTo>
                    <a:pt x="481217" y="192268"/>
                  </a:lnTo>
                  <a:lnTo>
                    <a:pt x="486155" y="240792"/>
                  </a:lnTo>
                  <a:lnTo>
                    <a:pt x="481217" y="289315"/>
                  </a:lnTo>
                  <a:lnTo>
                    <a:pt x="467052" y="334512"/>
                  </a:lnTo>
                  <a:lnTo>
                    <a:pt x="444639" y="375413"/>
                  </a:lnTo>
                  <a:lnTo>
                    <a:pt x="414956" y="411051"/>
                  </a:lnTo>
                  <a:lnTo>
                    <a:pt x="378981" y="440456"/>
                  </a:lnTo>
                  <a:lnTo>
                    <a:pt x="337691" y="462659"/>
                  </a:lnTo>
                  <a:lnTo>
                    <a:pt x="292064" y="476691"/>
                  </a:lnTo>
                  <a:lnTo>
                    <a:pt x="243077" y="481584"/>
                  </a:lnTo>
                  <a:lnTo>
                    <a:pt x="194091" y="476691"/>
                  </a:lnTo>
                  <a:lnTo>
                    <a:pt x="148464" y="462659"/>
                  </a:lnTo>
                  <a:lnTo>
                    <a:pt x="107174" y="440456"/>
                  </a:lnTo>
                  <a:lnTo>
                    <a:pt x="71199" y="411051"/>
                  </a:lnTo>
                  <a:lnTo>
                    <a:pt x="41516" y="375413"/>
                  </a:lnTo>
                  <a:lnTo>
                    <a:pt x="19103" y="334512"/>
                  </a:lnTo>
                  <a:lnTo>
                    <a:pt x="4938" y="289315"/>
                  </a:lnTo>
                  <a:lnTo>
                    <a:pt x="0" y="240792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46792" y="2357627"/>
              <a:ext cx="851509" cy="84708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299192" y="2510027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243077" y="0"/>
                  </a:moveTo>
                  <a:lnTo>
                    <a:pt x="194091" y="4892"/>
                  </a:lnTo>
                  <a:lnTo>
                    <a:pt x="148464" y="18924"/>
                  </a:lnTo>
                  <a:lnTo>
                    <a:pt x="107174" y="41127"/>
                  </a:lnTo>
                  <a:lnTo>
                    <a:pt x="71199" y="70532"/>
                  </a:lnTo>
                  <a:lnTo>
                    <a:pt x="41516" y="106170"/>
                  </a:lnTo>
                  <a:lnTo>
                    <a:pt x="19103" y="147071"/>
                  </a:lnTo>
                  <a:lnTo>
                    <a:pt x="4938" y="192268"/>
                  </a:lnTo>
                  <a:lnTo>
                    <a:pt x="0" y="240792"/>
                  </a:lnTo>
                  <a:lnTo>
                    <a:pt x="4938" y="289315"/>
                  </a:lnTo>
                  <a:lnTo>
                    <a:pt x="19103" y="334512"/>
                  </a:lnTo>
                  <a:lnTo>
                    <a:pt x="41516" y="375413"/>
                  </a:lnTo>
                  <a:lnTo>
                    <a:pt x="71199" y="411051"/>
                  </a:lnTo>
                  <a:lnTo>
                    <a:pt x="107174" y="440456"/>
                  </a:lnTo>
                  <a:lnTo>
                    <a:pt x="148464" y="462659"/>
                  </a:lnTo>
                  <a:lnTo>
                    <a:pt x="194091" y="476691"/>
                  </a:lnTo>
                  <a:lnTo>
                    <a:pt x="243077" y="481584"/>
                  </a:lnTo>
                  <a:lnTo>
                    <a:pt x="292064" y="476691"/>
                  </a:lnTo>
                  <a:lnTo>
                    <a:pt x="337691" y="462659"/>
                  </a:lnTo>
                  <a:lnTo>
                    <a:pt x="378981" y="440456"/>
                  </a:lnTo>
                  <a:lnTo>
                    <a:pt x="414956" y="411051"/>
                  </a:lnTo>
                  <a:lnTo>
                    <a:pt x="444639" y="375413"/>
                  </a:lnTo>
                  <a:lnTo>
                    <a:pt x="467052" y="334512"/>
                  </a:lnTo>
                  <a:lnTo>
                    <a:pt x="481217" y="289315"/>
                  </a:lnTo>
                  <a:lnTo>
                    <a:pt x="486155" y="240792"/>
                  </a:lnTo>
                  <a:lnTo>
                    <a:pt x="481217" y="192268"/>
                  </a:lnTo>
                  <a:lnTo>
                    <a:pt x="467052" y="147071"/>
                  </a:lnTo>
                  <a:lnTo>
                    <a:pt x="444639" y="106170"/>
                  </a:lnTo>
                  <a:lnTo>
                    <a:pt x="414956" y="70532"/>
                  </a:lnTo>
                  <a:lnTo>
                    <a:pt x="378981" y="41127"/>
                  </a:lnTo>
                  <a:lnTo>
                    <a:pt x="337691" y="18924"/>
                  </a:lnTo>
                  <a:lnTo>
                    <a:pt x="292064" y="489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299192" y="2510027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0" y="240792"/>
                  </a:moveTo>
                  <a:lnTo>
                    <a:pt x="4938" y="192268"/>
                  </a:lnTo>
                  <a:lnTo>
                    <a:pt x="19103" y="147071"/>
                  </a:lnTo>
                  <a:lnTo>
                    <a:pt x="41516" y="106170"/>
                  </a:lnTo>
                  <a:lnTo>
                    <a:pt x="71199" y="70532"/>
                  </a:lnTo>
                  <a:lnTo>
                    <a:pt x="107174" y="41127"/>
                  </a:lnTo>
                  <a:lnTo>
                    <a:pt x="148464" y="18924"/>
                  </a:lnTo>
                  <a:lnTo>
                    <a:pt x="194091" y="4892"/>
                  </a:lnTo>
                  <a:lnTo>
                    <a:pt x="243077" y="0"/>
                  </a:lnTo>
                  <a:lnTo>
                    <a:pt x="292064" y="4892"/>
                  </a:lnTo>
                  <a:lnTo>
                    <a:pt x="337691" y="18924"/>
                  </a:lnTo>
                  <a:lnTo>
                    <a:pt x="378981" y="41127"/>
                  </a:lnTo>
                  <a:lnTo>
                    <a:pt x="414956" y="70532"/>
                  </a:lnTo>
                  <a:lnTo>
                    <a:pt x="444639" y="106170"/>
                  </a:lnTo>
                  <a:lnTo>
                    <a:pt x="467052" y="147071"/>
                  </a:lnTo>
                  <a:lnTo>
                    <a:pt x="481217" y="192268"/>
                  </a:lnTo>
                  <a:lnTo>
                    <a:pt x="486155" y="240792"/>
                  </a:lnTo>
                  <a:lnTo>
                    <a:pt x="481217" y="289315"/>
                  </a:lnTo>
                  <a:lnTo>
                    <a:pt x="467052" y="334512"/>
                  </a:lnTo>
                  <a:lnTo>
                    <a:pt x="444639" y="375413"/>
                  </a:lnTo>
                  <a:lnTo>
                    <a:pt x="414956" y="411051"/>
                  </a:lnTo>
                  <a:lnTo>
                    <a:pt x="378981" y="440456"/>
                  </a:lnTo>
                  <a:lnTo>
                    <a:pt x="337691" y="462659"/>
                  </a:lnTo>
                  <a:lnTo>
                    <a:pt x="292064" y="476691"/>
                  </a:lnTo>
                  <a:lnTo>
                    <a:pt x="243077" y="481584"/>
                  </a:lnTo>
                  <a:lnTo>
                    <a:pt x="194091" y="476691"/>
                  </a:lnTo>
                  <a:lnTo>
                    <a:pt x="148464" y="462659"/>
                  </a:lnTo>
                  <a:lnTo>
                    <a:pt x="107174" y="440456"/>
                  </a:lnTo>
                  <a:lnTo>
                    <a:pt x="71199" y="411051"/>
                  </a:lnTo>
                  <a:lnTo>
                    <a:pt x="41516" y="375413"/>
                  </a:lnTo>
                  <a:lnTo>
                    <a:pt x="19103" y="334512"/>
                  </a:lnTo>
                  <a:lnTo>
                    <a:pt x="4938" y="289315"/>
                  </a:lnTo>
                  <a:lnTo>
                    <a:pt x="0" y="240792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75392" y="3316224"/>
              <a:ext cx="850036" cy="84708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30639" y="3316224"/>
              <a:ext cx="851509" cy="84708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083039" y="3468624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243077" y="0"/>
                  </a:moveTo>
                  <a:lnTo>
                    <a:pt x="194091" y="4892"/>
                  </a:lnTo>
                  <a:lnTo>
                    <a:pt x="148464" y="18924"/>
                  </a:lnTo>
                  <a:lnTo>
                    <a:pt x="107174" y="41127"/>
                  </a:lnTo>
                  <a:lnTo>
                    <a:pt x="71199" y="70532"/>
                  </a:lnTo>
                  <a:lnTo>
                    <a:pt x="41516" y="106170"/>
                  </a:lnTo>
                  <a:lnTo>
                    <a:pt x="19103" y="147071"/>
                  </a:lnTo>
                  <a:lnTo>
                    <a:pt x="4938" y="192268"/>
                  </a:lnTo>
                  <a:lnTo>
                    <a:pt x="0" y="240792"/>
                  </a:lnTo>
                  <a:lnTo>
                    <a:pt x="4938" y="289315"/>
                  </a:lnTo>
                  <a:lnTo>
                    <a:pt x="19103" y="334512"/>
                  </a:lnTo>
                  <a:lnTo>
                    <a:pt x="41516" y="375413"/>
                  </a:lnTo>
                  <a:lnTo>
                    <a:pt x="71199" y="411051"/>
                  </a:lnTo>
                  <a:lnTo>
                    <a:pt x="107174" y="440456"/>
                  </a:lnTo>
                  <a:lnTo>
                    <a:pt x="148464" y="462659"/>
                  </a:lnTo>
                  <a:lnTo>
                    <a:pt x="194091" y="476691"/>
                  </a:lnTo>
                  <a:lnTo>
                    <a:pt x="243077" y="481583"/>
                  </a:lnTo>
                  <a:lnTo>
                    <a:pt x="292064" y="476691"/>
                  </a:lnTo>
                  <a:lnTo>
                    <a:pt x="337691" y="462659"/>
                  </a:lnTo>
                  <a:lnTo>
                    <a:pt x="378981" y="440456"/>
                  </a:lnTo>
                  <a:lnTo>
                    <a:pt x="414956" y="411051"/>
                  </a:lnTo>
                  <a:lnTo>
                    <a:pt x="444639" y="375413"/>
                  </a:lnTo>
                  <a:lnTo>
                    <a:pt x="467052" y="334512"/>
                  </a:lnTo>
                  <a:lnTo>
                    <a:pt x="481217" y="289315"/>
                  </a:lnTo>
                  <a:lnTo>
                    <a:pt x="486155" y="240792"/>
                  </a:lnTo>
                  <a:lnTo>
                    <a:pt x="481217" y="192268"/>
                  </a:lnTo>
                  <a:lnTo>
                    <a:pt x="467052" y="147071"/>
                  </a:lnTo>
                  <a:lnTo>
                    <a:pt x="444639" y="106170"/>
                  </a:lnTo>
                  <a:lnTo>
                    <a:pt x="414956" y="70532"/>
                  </a:lnTo>
                  <a:lnTo>
                    <a:pt x="378981" y="41127"/>
                  </a:lnTo>
                  <a:lnTo>
                    <a:pt x="337691" y="18924"/>
                  </a:lnTo>
                  <a:lnTo>
                    <a:pt x="292064" y="489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83039" y="3468624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0" y="240792"/>
                  </a:moveTo>
                  <a:lnTo>
                    <a:pt x="4938" y="192268"/>
                  </a:lnTo>
                  <a:lnTo>
                    <a:pt x="19103" y="147071"/>
                  </a:lnTo>
                  <a:lnTo>
                    <a:pt x="41516" y="106170"/>
                  </a:lnTo>
                  <a:lnTo>
                    <a:pt x="71199" y="70532"/>
                  </a:lnTo>
                  <a:lnTo>
                    <a:pt x="107174" y="41127"/>
                  </a:lnTo>
                  <a:lnTo>
                    <a:pt x="148464" y="18924"/>
                  </a:lnTo>
                  <a:lnTo>
                    <a:pt x="194091" y="4892"/>
                  </a:lnTo>
                  <a:lnTo>
                    <a:pt x="243077" y="0"/>
                  </a:lnTo>
                  <a:lnTo>
                    <a:pt x="292064" y="4892"/>
                  </a:lnTo>
                  <a:lnTo>
                    <a:pt x="337691" y="18924"/>
                  </a:lnTo>
                  <a:lnTo>
                    <a:pt x="378981" y="41127"/>
                  </a:lnTo>
                  <a:lnTo>
                    <a:pt x="414956" y="70532"/>
                  </a:lnTo>
                  <a:lnTo>
                    <a:pt x="444639" y="106170"/>
                  </a:lnTo>
                  <a:lnTo>
                    <a:pt x="467052" y="147071"/>
                  </a:lnTo>
                  <a:lnTo>
                    <a:pt x="481217" y="192268"/>
                  </a:lnTo>
                  <a:lnTo>
                    <a:pt x="486155" y="240792"/>
                  </a:lnTo>
                  <a:lnTo>
                    <a:pt x="481217" y="289315"/>
                  </a:lnTo>
                  <a:lnTo>
                    <a:pt x="467052" y="334512"/>
                  </a:lnTo>
                  <a:lnTo>
                    <a:pt x="444639" y="375413"/>
                  </a:lnTo>
                  <a:lnTo>
                    <a:pt x="414956" y="411051"/>
                  </a:lnTo>
                  <a:lnTo>
                    <a:pt x="378981" y="440456"/>
                  </a:lnTo>
                  <a:lnTo>
                    <a:pt x="337691" y="462659"/>
                  </a:lnTo>
                  <a:lnTo>
                    <a:pt x="292064" y="476691"/>
                  </a:lnTo>
                  <a:lnTo>
                    <a:pt x="243077" y="481583"/>
                  </a:lnTo>
                  <a:lnTo>
                    <a:pt x="194091" y="476691"/>
                  </a:lnTo>
                  <a:lnTo>
                    <a:pt x="148464" y="462659"/>
                  </a:lnTo>
                  <a:lnTo>
                    <a:pt x="107174" y="440456"/>
                  </a:lnTo>
                  <a:lnTo>
                    <a:pt x="71199" y="411051"/>
                  </a:lnTo>
                  <a:lnTo>
                    <a:pt x="41516" y="375413"/>
                  </a:lnTo>
                  <a:lnTo>
                    <a:pt x="19103" y="334512"/>
                  </a:lnTo>
                  <a:lnTo>
                    <a:pt x="4938" y="289315"/>
                  </a:lnTo>
                  <a:lnTo>
                    <a:pt x="0" y="240792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7432" y="3316224"/>
              <a:ext cx="851509" cy="84708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799832" y="3468624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243077" y="0"/>
                  </a:moveTo>
                  <a:lnTo>
                    <a:pt x="194091" y="4892"/>
                  </a:lnTo>
                  <a:lnTo>
                    <a:pt x="148464" y="18924"/>
                  </a:lnTo>
                  <a:lnTo>
                    <a:pt x="107174" y="41127"/>
                  </a:lnTo>
                  <a:lnTo>
                    <a:pt x="71199" y="70532"/>
                  </a:lnTo>
                  <a:lnTo>
                    <a:pt x="41516" y="106170"/>
                  </a:lnTo>
                  <a:lnTo>
                    <a:pt x="19103" y="147071"/>
                  </a:lnTo>
                  <a:lnTo>
                    <a:pt x="4938" y="192268"/>
                  </a:lnTo>
                  <a:lnTo>
                    <a:pt x="0" y="240792"/>
                  </a:lnTo>
                  <a:lnTo>
                    <a:pt x="4938" y="289315"/>
                  </a:lnTo>
                  <a:lnTo>
                    <a:pt x="19103" y="334512"/>
                  </a:lnTo>
                  <a:lnTo>
                    <a:pt x="41516" y="375413"/>
                  </a:lnTo>
                  <a:lnTo>
                    <a:pt x="71199" y="411051"/>
                  </a:lnTo>
                  <a:lnTo>
                    <a:pt x="107174" y="440456"/>
                  </a:lnTo>
                  <a:lnTo>
                    <a:pt x="148464" y="462659"/>
                  </a:lnTo>
                  <a:lnTo>
                    <a:pt x="194091" y="476691"/>
                  </a:lnTo>
                  <a:lnTo>
                    <a:pt x="243077" y="481583"/>
                  </a:lnTo>
                  <a:lnTo>
                    <a:pt x="292064" y="476691"/>
                  </a:lnTo>
                  <a:lnTo>
                    <a:pt x="337691" y="462659"/>
                  </a:lnTo>
                  <a:lnTo>
                    <a:pt x="378981" y="440456"/>
                  </a:lnTo>
                  <a:lnTo>
                    <a:pt x="414956" y="411051"/>
                  </a:lnTo>
                  <a:lnTo>
                    <a:pt x="444639" y="375413"/>
                  </a:lnTo>
                  <a:lnTo>
                    <a:pt x="467052" y="334512"/>
                  </a:lnTo>
                  <a:lnTo>
                    <a:pt x="481217" y="289315"/>
                  </a:lnTo>
                  <a:lnTo>
                    <a:pt x="486156" y="240792"/>
                  </a:lnTo>
                  <a:lnTo>
                    <a:pt x="481217" y="192268"/>
                  </a:lnTo>
                  <a:lnTo>
                    <a:pt x="467052" y="147071"/>
                  </a:lnTo>
                  <a:lnTo>
                    <a:pt x="444639" y="106170"/>
                  </a:lnTo>
                  <a:lnTo>
                    <a:pt x="414956" y="70532"/>
                  </a:lnTo>
                  <a:lnTo>
                    <a:pt x="378981" y="41127"/>
                  </a:lnTo>
                  <a:lnTo>
                    <a:pt x="337691" y="18924"/>
                  </a:lnTo>
                  <a:lnTo>
                    <a:pt x="292064" y="489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99832" y="3468624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0" y="240792"/>
                  </a:moveTo>
                  <a:lnTo>
                    <a:pt x="4938" y="192268"/>
                  </a:lnTo>
                  <a:lnTo>
                    <a:pt x="19103" y="147071"/>
                  </a:lnTo>
                  <a:lnTo>
                    <a:pt x="41516" y="106170"/>
                  </a:lnTo>
                  <a:lnTo>
                    <a:pt x="71199" y="70532"/>
                  </a:lnTo>
                  <a:lnTo>
                    <a:pt x="107174" y="41127"/>
                  </a:lnTo>
                  <a:lnTo>
                    <a:pt x="148464" y="18924"/>
                  </a:lnTo>
                  <a:lnTo>
                    <a:pt x="194091" y="4892"/>
                  </a:lnTo>
                  <a:lnTo>
                    <a:pt x="243077" y="0"/>
                  </a:lnTo>
                  <a:lnTo>
                    <a:pt x="292064" y="4892"/>
                  </a:lnTo>
                  <a:lnTo>
                    <a:pt x="337691" y="18924"/>
                  </a:lnTo>
                  <a:lnTo>
                    <a:pt x="378981" y="41127"/>
                  </a:lnTo>
                  <a:lnTo>
                    <a:pt x="414956" y="70532"/>
                  </a:lnTo>
                  <a:lnTo>
                    <a:pt x="444639" y="106170"/>
                  </a:lnTo>
                  <a:lnTo>
                    <a:pt x="467052" y="147071"/>
                  </a:lnTo>
                  <a:lnTo>
                    <a:pt x="481217" y="192268"/>
                  </a:lnTo>
                  <a:lnTo>
                    <a:pt x="486156" y="240792"/>
                  </a:lnTo>
                  <a:lnTo>
                    <a:pt x="481217" y="289315"/>
                  </a:lnTo>
                  <a:lnTo>
                    <a:pt x="467052" y="334512"/>
                  </a:lnTo>
                  <a:lnTo>
                    <a:pt x="444639" y="375413"/>
                  </a:lnTo>
                  <a:lnTo>
                    <a:pt x="414956" y="411051"/>
                  </a:lnTo>
                  <a:lnTo>
                    <a:pt x="378981" y="440456"/>
                  </a:lnTo>
                  <a:lnTo>
                    <a:pt x="337691" y="462659"/>
                  </a:lnTo>
                  <a:lnTo>
                    <a:pt x="292064" y="476691"/>
                  </a:lnTo>
                  <a:lnTo>
                    <a:pt x="243077" y="481583"/>
                  </a:lnTo>
                  <a:lnTo>
                    <a:pt x="194091" y="476691"/>
                  </a:lnTo>
                  <a:lnTo>
                    <a:pt x="148464" y="462659"/>
                  </a:lnTo>
                  <a:lnTo>
                    <a:pt x="107174" y="440456"/>
                  </a:lnTo>
                  <a:lnTo>
                    <a:pt x="71199" y="411051"/>
                  </a:lnTo>
                  <a:lnTo>
                    <a:pt x="41516" y="375413"/>
                  </a:lnTo>
                  <a:lnTo>
                    <a:pt x="19103" y="334512"/>
                  </a:lnTo>
                  <a:lnTo>
                    <a:pt x="4938" y="289315"/>
                  </a:lnTo>
                  <a:lnTo>
                    <a:pt x="0" y="240792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2951" y="3316224"/>
              <a:ext cx="851509" cy="84708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245351" y="3468624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243077" y="0"/>
                  </a:moveTo>
                  <a:lnTo>
                    <a:pt x="194091" y="4892"/>
                  </a:lnTo>
                  <a:lnTo>
                    <a:pt x="148464" y="18924"/>
                  </a:lnTo>
                  <a:lnTo>
                    <a:pt x="107174" y="41127"/>
                  </a:lnTo>
                  <a:lnTo>
                    <a:pt x="71199" y="70532"/>
                  </a:lnTo>
                  <a:lnTo>
                    <a:pt x="41516" y="106170"/>
                  </a:lnTo>
                  <a:lnTo>
                    <a:pt x="19103" y="147071"/>
                  </a:lnTo>
                  <a:lnTo>
                    <a:pt x="4938" y="192268"/>
                  </a:lnTo>
                  <a:lnTo>
                    <a:pt x="0" y="240792"/>
                  </a:lnTo>
                  <a:lnTo>
                    <a:pt x="4938" y="289315"/>
                  </a:lnTo>
                  <a:lnTo>
                    <a:pt x="19103" y="334512"/>
                  </a:lnTo>
                  <a:lnTo>
                    <a:pt x="41516" y="375413"/>
                  </a:lnTo>
                  <a:lnTo>
                    <a:pt x="71199" y="411051"/>
                  </a:lnTo>
                  <a:lnTo>
                    <a:pt x="107174" y="440456"/>
                  </a:lnTo>
                  <a:lnTo>
                    <a:pt x="148464" y="462659"/>
                  </a:lnTo>
                  <a:lnTo>
                    <a:pt x="194091" y="476691"/>
                  </a:lnTo>
                  <a:lnTo>
                    <a:pt x="243077" y="481583"/>
                  </a:lnTo>
                  <a:lnTo>
                    <a:pt x="292064" y="476691"/>
                  </a:lnTo>
                  <a:lnTo>
                    <a:pt x="337691" y="462659"/>
                  </a:lnTo>
                  <a:lnTo>
                    <a:pt x="378981" y="440456"/>
                  </a:lnTo>
                  <a:lnTo>
                    <a:pt x="414956" y="411051"/>
                  </a:lnTo>
                  <a:lnTo>
                    <a:pt x="444639" y="375413"/>
                  </a:lnTo>
                  <a:lnTo>
                    <a:pt x="467052" y="334512"/>
                  </a:lnTo>
                  <a:lnTo>
                    <a:pt x="481217" y="289315"/>
                  </a:lnTo>
                  <a:lnTo>
                    <a:pt x="486155" y="240792"/>
                  </a:lnTo>
                  <a:lnTo>
                    <a:pt x="481217" y="192268"/>
                  </a:lnTo>
                  <a:lnTo>
                    <a:pt x="467052" y="147071"/>
                  </a:lnTo>
                  <a:lnTo>
                    <a:pt x="444639" y="106170"/>
                  </a:lnTo>
                  <a:lnTo>
                    <a:pt x="414956" y="70532"/>
                  </a:lnTo>
                  <a:lnTo>
                    <a:pt x="378981" y="41127"/>
                  </a:lnTo>
                  <a:lnTo>
                    <a:pt x="337691" y="18924"/>
                  </a:lnTo>
                  <a:lnTo>
                    <a:pt x="292064" y="489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45351" y="3468624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0" y="240792"/>
                  </a:moveTo>
                  <a:lnTo>
                    <a:pt x="4938" y="192268"/>
                  </a:lnTo>
                  <a:lnTo>
                    <a:pt x="19103" y="147071"/>
                  </a:lnTo>
                  <a:lnTo>
                    <a:pt x="41516" y="106170"/>
                  </a:lnTo>
                  <a:lnTo>
                    <a:pt x="71199" y="70532"/>
                  </a:lnTo>
                  <a:lnTo>
                    <a:pt x="107174" y="41127"/>
                  </a:lnTo>
                  <a:lnTo>
                    <a:pt x="148464" y="18924"/>
                  </a:lnTo>
                  <a:lnTo>
                    <a:pt x="194091" y="4892"/>
                  </a:lnTo>
                  <a:lnTo>
                    <a:pt x="243077" y="0"/>
                  </a:lnTo>
                  <a:lnTo>
                    <a:pt x="292064" y="4892"/>
                  </a:lnTo>
                  <a:lnTo>
                    <a:pt x="337691" y="18924"/>
                  </a:lnTo>
                  <a:lnTo>
                    <a:pt x="378981" y="41127"/>
                  </a:lnTo>
                  <a:lnTo>
                    <a:pt x="414956" y="70532"/>
                  </a:lnTo>
                  <a:lnTo>
                    <a:pt x="444639" y="106170"/>
                  </a:lnTo>
                  <a:lnTo>
                    <a:pt x="467052" y="147071"/>
                  </a:lnTo>
                  <a:lnTo>
                    <a:pt x="481217" y="192268"/>
                  </a:lnTo>
                  <a:lnTo>
                    <a:pt x="486155" y="240792"/>
                  </a:lnTo>
                  <a:lnTo>
                    <a:pt x="481217" y="289315"/>
                  </a:lnTo>
                  <a:lnTo>
                    <a:pt x="467052" y="334512"/>
                  </a:lnTo>
                  <a:lnTo>
                    <a:pt x="444639" y="375413"/>
                  </a:lnTo>
                  <a:lnTo>
                    <a:pt x="414956" y="411051"/>
                  </a:lnTo>
                  <a:lnTo>
                    <a:pt x="378981" y="440456"/>
                  </a:lnTo>
                  <a:lnTo>
                    <a:pt x="337691" y="462659"/>
                  </a:lnTo>
                  <a:lnTo>
                    <a:pt x="292064" y="476691"/>
                  </a:lnTo>
                  <a:lnTo>
                    <a:pt x="243077" y="481583"/>
                  </a:lnTo>
                  <a:lnTo>
                    <a:pt x="194091" y="476691"/>
                  </a:lnTo>
                  <a:lnTo>
                    <a:pt x="148464" y="462659"/>
                  </a:lnTo>
                  <a:lnTo>
                    <a:pt x="107174" y="440456"/>
                  </a:lnTo>
                  <a:lnTo>
                    <a:pt x="71199" y="411051"/>
                  </a:lnTo>
                  <a:lnTo>
                    <a:pt x="41516" y="375413"/>
                  </a:lnTo>
                  <a:lnTo>
                    <a:pt x="19103" y="334512"/>
                  </a:lnTo>
                  <a:lnTo>
                    <a:pt x="4938" y="289315"/>
                  </a:lnTo>
                  <a:lnTo>
                    <a:pt x="0" y="240792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83" y="3316224"/>
              <a:ext cx="851509" cy="84708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558283" y="3468624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10" h="481964">
                  <a:moveTo>
                    <a:pt x="243077" y="0"/>
                  </a:moveTo>
                  <a:lnTo>
                    <a:pt x="194091" y="4892"/>
                  </a:lnTo>
                  <a:lnTo>
                    <a:pt x="148464" y="18924"/>
                  </a:lnTo>
                  <a:lnTo>
                    <a:pt x="107174" y="41127"/>
                  </a:lnTo>
                  <a:lnTo>
                    <a:pt x="71199" y="70532"/>
                  </a:lnTo>
                  <a:lnTo>
                    <a:pt x="41516" y="106170"/>
                  </a:lnTo>
                  <a:lnTo>
                    <a:pt x="19103" y="147071"/>
                  </a:lnTo>
                  <a:lnTo>
                    <a:pt x="4938" y="192268"/>
                  </a:lnTo>
                  <a:lnTo>
                    <a:pt x="0" y="240792"/>
                  </a:lnTo>
                  <a:lnTo>
                    <a:pt x="4938" y="289315"/>
                  </a:lnTo>
                  <a:lnTo>
                    <a:pt x="19103" y="334512"/>
                  </a:lnTo>
                  <a:lnTo>
                    <a:pt x="41516" y="375413"/>
                  </a:lnTo>
                  <a:lnTo>
                    <a:pt x="71199" y="411051"/>
                  </a:lnTo>
                  <a:lnTo>
                    <a:pt x="107174" y="440456"/>
                  </a:lnTo>
                  <a:lnTo>
                    <a:pt x="148464" y="462659"/>
                  </a:lnTo>
                  <a:lnTo>
                    <a:pt x="194091" y="476691"/>
                  </a:lnTo>
                  <a:lnTo>
                    <a:pt x="243077" y="481583"/>
                  </a:lnTo>
                  <a:lnTo>
                    <a:pt x="292064" y="476691"/>
                  </a:lnTo>
                  <a:lnTo>
                    <a:pt x="337691" y="462659"/>
                  </a:lnTo>
                  <a:lnTo>
                    <a:pt x="378981" y="440456"/>
                  </a:lnTo>
                  <a:lnTo>
                    <a:pt x="414956" y="411051"/>
                  </a:lnTo>
                  <a:lnTo>
                    <a:pt x="444639" y="375413"/>
                  </a:lnTo>
                  <a:lnTo>
                    <a:pt x="467052" y="334512"/>
                  </a:lnTo>
                  <a:lnTo>
                    <a:pt x="481217" y="289315"/>
                  </a:lnTo>
                  <a:lnTo>
                    <a:pt x="486155" y="240792"/>
                  </a:lnTo>
                  <a:lnTo>
                    <a:pt x="481217" y="192268"/>
                  </a:lnTo>
                  <a:lnTo>
                    <a:pt x="467052" y="147071"/>
                  </a:lnTo>
                  <a:lnTo>
                    <a:pt x="444639" y="106170"/>
                  </a:lnTo>
                  <a:lnTo>
                    <a:pt x="414956" y="70532"/>
                  </a:lnTo>
                  <a:lnTo>
                    <a:pt x="378981" y="41127"/>
                  </a:lnTo>
                  <a:lnTo>
                    <a:pt x="337691" y="18924"/>
                  </a:lnTo>
                  <a:lnTo>
                    <a:pt x="292064" y="489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23029" y="3463861"/>
              <a:ext cx="494156" cy="49110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558283" y="3468624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10" h="481964">
                  <a:moveTo>
                    <a:pt x="0" y="240792"/>
                  </a:moveTo>
                  <a:lnTo>
                    <a:pt x="4938" y="192268"/>
                  </a:lnTo>
                  <a:lnTo>
                    <a:pt x="19103" y="147071"/>
                  </a:lnTo>
                  <a:lnTo>
                    <a:pt x="41516" y="106170"/>
                  </a:lnTo>
                  <a:lnTo>
                    <a:pt x="71199" y="70532"/>
                  </a:lnTo>
                  <a:lnTo>
                    <a:pt x="107174" y="41127"/>
                  </a:lnTo>
                  <a:lnTo>
                    <a:pt x="148464" y="18924"/>
                  </a:lnTo>
                  <a:lnTo>
                    <a:pt x="194091" y="4892"/>
                  </a:lnTo>
                  <a:lnTo>
                    <a:pt x="243077" y="0"/>
                  </a:lnTo>
                  <a:lnTo>
                    <a:pt x="292064" y="4892"/>
                  </a:lnTo>
                  <a:lnTo>
                    <a:pt x="337691" y="18924"/>
                  </a:lnTo>
                  <a:lnTo>
                    <a:pt x="378981" y="41127"/>
                  </a:lnTo>
                  <a:lnTo>
                    <a:pt x="414956" y="70532"/>
                  </a:lnTo>
                  <a:lnTo>
                    <a:pt x="444639" y="106170"/>
                  </a:lnTo>
                  <a:lnTo>
                    <a:pt x="467052" y="147071"/>
                  </a:lnTo>
                  <a:lnTo>
                    <a:pt x="481217" y="192268"/>
                  </a:lnTo>
                  <a:lnTo>
                    <a:pt x="486155" y="240792"/>
                  </a:lnTo>
                  <a:lnTo>
                    <a:pt x="481217" y="289315"/>
                  </a:lnTo>
                  <a:lnTo>
                    <a:pt x="467052" y="334512"/>
                  </a:lnTo>
                  <a:lnTo>
                    <a:pt x="444639" y="375413"/>
                  </a:lnTo>
                  <a:lnTo>
                    <a:pt x="414956" y="411051"/>
                  </a:lnTo>
                  <a:lnTo>
                    <a:pt x="378981" y="440456"/>
                  </a:lnTo>
                  <a:lnTo>
                    <a:pt x="337691" y="462659"/>
                  </a:lnTo>
                  <a:lnTo>
                    <a:pt x="292064" y="476691"/>
                  </a:lnTo>
                  <a:lnTo>
                    <a:pt x="243077" y="481583"/>
                  </a:lnTo>
                  <a:lnTo>
                    <a:pt x="194091" y="476691"/>
                  </a:lnTo>
                  <a:lnTo>
                    <a:pt x="148464" y="462659"/>
                  </a:lnTo>
                  <a:lnTo>
                    <a:pt x="107174" y="440456"/>
                  </a:lnTo>
                  <a:lnTo>
                    <a:pt x="71199" y="411051"/>
                  </a:lnTo>
                  <a:lnTo>
                    <a:pt x="41516" y="375413"/>
                  </a:lnTo>
                  <a:lnTo>
                    <a:pt x="19103" y="334512"/>
                  </a:lnTo>
                  <a:lnTo>
                    <a:pt x="4938" y="289315"/>
                  </a:lnTo>
                  <a:lnTo>
                    <a:pt x="0" y="240792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66872" y="3316224"/>
              <a:ext cx="851509" cy="84708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319272" y="3468624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10" h="481964">
                  <a:moveTo>
                    <a:pt x="243077" y="0"/>
                  </a:moveTo>
                  <a:lnTo>
                    <a:pt x="194091" y="4892"/>
                  </a:lnTo>
                  <a:lnTo>
                    <a:pt x="148464" y="18924"/>
                  </a:lnTo>
                  <a:lnTo>
                    <a:pt x="107174" y="41127"/>
                  </a:lnTo>
                  <a:lnTo>
                    <a:pt x="71199" y="70532"/>
                  </a:lnTo>
                  <a:lnTo>
                    <a:pt x="41516" y="106170"/>
                  </a:lnTo>
                  <a:lnTo>
                    <a:pt x="19103" y="147071"/>
                  </a:lnTo>
                  <a:lnTo>
                    <a:pt x="4938" y="192268"/>
                  </a:lnTo>
                  <a:lnTo>
                    <a:pt x="0" y="240792"/>
                  </a:lnTo>
                  <a:lnTo>
                    <a:pt x="4938" y="289315"/>
                  </a:lnTo>
                  <a:lnTo>
                    <a:pt x="19103" y="334512"/>
                  </a:lnTo>
                  <a:lnTo>
                    <a:pt x="41516" y="375413"/>
                  </a:lnTo>
                  <a:lnTo>
                    <a:pt x="71199" y="411051"/>
                  </a:lnTo>
                  <a:lnTo>
                    <a:pt x="107174" y="440456"/>
                  </a:lnTo>
                  <a:lnTo>
                    <a:pt x="148464" y="462659"/>
                  </a:lnTo>
                  <a:lnTo>
                    <a:pt x="194091" y="476691"/>
                  </a:lnTo>
                  <a:lnTo>
                    <a:pt x="243077" y="481583"/>
                  </a:lnTo>
                  <a:lnTo>
                    <a:pt x="292064" y="476691"/>
                  </a:lnTo>
                  <a:lnTo>
                    <a:pt x="337691" y="462659"/>
                  </a:lnTo>
                  <a:lnTo>
                    <a:pt x="378981" y="440456"/>
                  </a:lnTo>
                  <a:lnTo>
                    <a:pt x="414956" y="411051"/>
                  </a:lnTo>
                  <a:lnTo>
                    <a:pt x="444639" y="375413"/>
                  </a:lnTo>
                  <a:lnTo>
                    <a:pt x="467052" y="334512"/>
                  </a:lnTo>
                  <a:lnTo>
                    <a:pt x="481217" y="289315"/>
                  </a:lnTo>
                  <a:lnTo>
                    <a:pt x="486155" y="240792"/>
                  </a:lnTo>
                  <a:lnTo>
                    <a:pt x="481217" y="192268"/>
                  </a:lnTo>
                  <a:lnTo>
                    <a:pt x="467052" y="147071"/>
                  </a:lnTo>
                  <a:lnTo>
                    <a:pt x="444639" y="106170"/>
                  </a:lnTo>
                  <a:lnTo>
                    <a:pt x="414956" y="70532"/>
                  </a:lnTo>
                  <a:lnTo>
                    <a:pt x="378981" y="41127"/>
                  </a:lnTo>
                  <a:lnTo>
                    <a:pt x="337691" y="18924"/>
                  </a:lnTo>
                  <a:lnTo>
                    <a:pt x="292064" y="489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319272" y="3468624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10" h="481964">
                  <a:moveTo>
                    <a:pt x="0" y="240792"/>
                  </a:moveTo>
                  <a:lnTo>
                    <a:pt x="4938" y="192268"/>
                  </a:lnTo>
                  <a:lnTo>
                    <a:pt x="19103" y="147071"/>
                  </a:lnTo>
                  <a:lnTo>
                    <a:pt x="41516" y="106170"/>
                  </a:lnTo>
                  <a:lnTo>
                    <a:pt x="71199" y="70532"/>
                  </a:lnTo>
                  <a:lnTo>
                    <a:pt x="107174" y="41127"/>
                  </a:lnTo>
                  <a:lnTo>
                    <a:pt x="148464" y="18924"/>
                  </a:lnTo>
                  <a:lnTo>
                    <a:pt x="194091" y="4892"/>
                  </a:lnTo>
                  <a:lnTo>
                    <a:pt x="243077" y="0"/>
                  </a:lnTo>
                  <a:lnTo>
                    <a:pt x="292064" y="4892"/>
                  </a:lnTo>
                  <a:lnTo>
                    <a:pt x="337691" y="18924"/>
                  </a:lnTo>
                  <a:lnTo>
                    <a:pt x="378981" y="41127"/>
                  </a:lnTo>
                  <a:lnTo>
                    <a:pt x="414956" y="70532"/>
                  </a:lnTo>
                  <a:lnTo>
                    <a:pt x="444639" y="106170"/>
                  </a:lnTo>
                  <a:lnTo>
                    <a:pt x="467052" y="147071"/>
                  </a:lnTo>
                  <a:lnTo>
                    <a:pt x="481217" y="192268"/>
                  </a:lnTo>
                  <a:lnTo>
                    <a:pt x="486155" y="240792"/>
                  </a:lnTo>
                  <a:lnTo>
                    <a:pt x="481217" y="289315"/>
                  </a:lnTo>
                  <a:lnTo>
                    <a:pt x="467052" y="334512"/>
                  </a:lnTo>
                  <a:lnTo>
                    <a:pt x="444639" y="375413"/>
                  </a:lnTo>
                  <a:lnTo>
                    <a:pt x="414956" y="411051"/>
                  </a:lnTo>
                  <a:lnTo>
                    <a:pt x="378981" y="440456"/>
                  </a:lnTo>
                  <a:lnTo>
                    <a:pt x="337691" y="462659"/>
                  </a:lnTo>
                  <a:lnTo>
                    <a:pt x="292064" y="476691"/>
                  </a:lnTo>
                  <a:lnTo>
                    <a:pt x="243077" y="481583"/>
                  </a:lnTo>
                  <a:lnTo>
                    <a:pt x="194091" y="476691"/>
                  </a:lnTo>
                  <a:lnTo>
                    <a:pt x="148464" y="462659"/>
                  </a:lnTo>
                  <a:lnTo>
                    <a:pt x="107174" y="440456"/>
                  </a:lnTo>
                  <a:lnTo>
                    <a:pt x="71199" y="411051"/>
                  </a:lnTo>
                  <a:lnTo>
                    <a:pt x="41516" y="375413"/>
                  </a:lnTo>
                  <a:lnTo>
                    <a:pt x="19103" y="334512"/>
                  </a:lnTo>
                  <a:lnTo>
                    <a:pt x="4938" y="289315"/>
                  </a:lnTo>
                  <a:lnTo>
                    <a:pt x="0" y="240792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33572" y="4302252"/>
              <a:ext cx="850036" cy="84709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585972" y="4454652"/>
              <a:ext cx="485140" cy="481965"/>
            </a:xfrm>
            <a:custGeom>
              <a:avLst/>
              <a:gdLst/>
              <a:ahLst/>
              <a:cxnLst/>
              <a:rect l="l" t="t" r="r" b="b"/>
              <a:pathLst>
                <a:path w="485139" h="481964">
                  <a:moveTo>
                    <a:pt x="242315" y="0"/>
                  </a:moveTo>
                  <a:lnTo>
                    <a:pt x="193472" y="4892"/>
                  </a:lnTo>
                  <a:lnTo>
                    <a:pt x="147982" y="18924"/>
                  </a:lnTo>
                  <a:lnTo>
                    <a:pt x="106821" y="41127"/>
                  </a:lnTo>
                  <a:lnTo>
                    <a:pt x="70961" y="70532"/>
                  </a:lnTo>
                  <a:lnTo>
                    <a:pt x="41375" y="106170"/>
                  </a:lnTo>
                  <a:lnTo>
                    <a:pt x="19038" y="147071"/>
                  </a:lnTo>
                  <a:lnTo>
                    <a:pt x="4921" y="192268"/>
                  </a:lnTo>
                  <a:lnTo>
                    <a:pt x="0" y="240792"/>
                  </a:lnTo>
                  <a:lnTo>
                    <a:pt x="4921" y="289315"/>
                  </a:lnTo>
                  <a:lnTo>
                    <a:pt x="19038" y="334512"/>
                  </a:lnTo>
                  <a:lnTo>
                    <a:pt x="41375" y="375413"/>
                  </a:lnTo>
                  <a:lnTo>
                    <a:pt x="70961" y="411051"/>
                  </a:lnTo>
                  <a:lnTo>
                    <a:pt x="106821" y="440456"/>
                  </a:lnTo>
                  <a:lnTo>
                    <a:pt x="147982" y="462659"/>
                  </a:lnTo>
                  <a:lnTo>
                    <a:pt x="193472" y="476691"/>
                  </a:lnTo>
                  <a:lnTo>
                    <a:pt x="242315" y="481584"/>
                  </a:lnTo>
                  <a:lnTo>
                    <a:pt x="291159" y="476691"/>
                  </a:lnTo>
                  <a:lnTo>
                    <a:pt x="336649" y="462659"/>
                  </a:lnTo>
                  <a:lnTo>
                    <a:pt x="377810" y="440456"/>
                  </a:lnTo>
                  <a:lnTo>
                    <a:pt x="413670" y="411051"/>
                  </a:lnTo>
                  <a:lnTo>
                    <a:pt x="443256" y="375413"/>
                  </a:lnTo>
                  <a:lnTo>
                    <a:pt x="465593" y="334512"/>
                  </a:lnTo>
                  <a:lnTo>
                    <a:pt x="479710" y="289315"/>
                  </a:lnTo>
                  <a:lnTo>
                    <a:pt x="484631" y="240792"/>
                  </a:lnTo>
                  <a:lnTo>
                    <a:pt x="479710" y="192268"/>
                  </a:lnTo>
                  <a:lnTo>
                    <a:pt x="465593" y="147071"/>
                  </a:lnTo>
                  <a:lnTo>
                    <a:pt x="443256" y="106170"/>
                  </a:lnTo>
                  <a:lnTo>
                    <a:pt x="413670" y="70532"/>
                  </a:lnTo>
                  <a:lnTo>
                    <a:pt x="377810" y="41127"/>
                  </a:lnTo>
                  <a:lnTo>
                    <a:pt x="336649" y="18924"/>
                  </a:lnTo>
                  <a:lnTo>
                    <a:pt x="291159" y="4892"/>
                  </a:lnTo>
                  <a:lnTo>
                    <a:pt x="2423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85972" y="4454652"/>
              <a:ext cx="485140" cy="481965"/>
            </a:xfrm>
            <a:custGeom>
              <a:avLst/>
              <a:gdLst/>
              <a:ahLst/>
              <a:cxnLst/>
              <a:rect l="l" t="t" r="r" b="b"/>
              <a:pathLst>
                <a:path w="485139" h="481964">
                  <a:moveTo>
                    <a:pt x="0" y="240792"/>
                  </a:moveTo>
                  <a:lnTo>
                    <a:pt x="4921" y="192268"/>
                  </a:lnTo>
                  <a:lnTo>
                    <a:pt x="19038" y="147071"/>
                  </a:lnTo>
                  <a:lnTo>
                    <a:pt x="41375" y="106170"/>
                  </a:lnTo>
                  <a:lnTo>
                    <a:pt x="70961" y="70532"/>
                  </a:lnTo>
                  <a:lnTo>
                    <a:pt x="106821" y="41127"/>
                  </a:lnTo>
                  <a:lnTo>
                    <a:pt x="147982" y="18924"/>
                  </a:lnTo>
                  <a:lnTo>
                    <a:pt x="193472" y="4892"/>
                  </a:lnTo>
                  <a:lnTo>
                    <a:pt x="242315" y="0"/>
                  </a:lnTo>
                  <a:lnTo>
                    <a:pt x="291159" y="4892"/>
                  </a:lnTo>
                  <a:lnTo>
                    <a:pt x="336649" y="18924"/>
                  </a:lnTo>
                  <a:lnTo>
                    <a:pt x="377810" y="41127"/>
                  </a:lnTo>
                  <a:lnTo>
                    <a:pt x="413670" y="70532"/>
                  </a:lnTo>
                  <a:lnTo>
                    <a:pt x="443256" y="106170"/>
                  </a:lnTo>
                  <a:lnTo>
                    <a:pt x="465593" y="147071"/>
                  </a:lnTo>
                  <a:lnTo>
                    <a:pt x="479710" y="192268"/>
                  </a:lnTo>
                  <a:lnTo>
                    <a:pt x="484631" y="240792"/>
                  </a:lnTo>
                  <a:lnTo>
                    <a:pt x="479710" y="289315"/>
                  </a:lnTo>
                  <a:lnTo>
                    <a:pt x="465593" y="334512"/>
                  </a:lnTo>
                  <a:lnTo>
                    <a:pt x="443256" y="375413"/>
                  </a:lnTo>
                  <a:lnTo>
                    <a:pt x="413670" y="411051"/>
                  </a:lnTo>
                  <a:lnTo>
                    <a:pt x="377810" y="440456"/>
                  </a:lnTo>
                  <a:lnTo>
                    <a:pt x="336649" y="462659"/>
                  </a:lnTo>
                  <a:lnTo>
                    <a:pt x="291159" y="476691"/>
                  </a:lnTo>
                  <a:lnTo>
                    <a:pt x="242315" y="481584"/>
                  </a:lnTo>
                  <a:lnTo>
                    <a:pt x="193472" y="476691"/>
                  </a:lnTo>
                  <a:lnTo>
                    <a:pt x="147982" y="462659"/>
                  </a:lnTo>
                  <a:lnTo>
                    <a:pt x="106821" y="440456"/>
                  </a:lnTo>
                  <a:lnTo>
                    <a:pt x="70961" y="411051"/>
                  </a:lnTo>
                  <a:lnTo>
                    <a:pt x="41375" y="375413"/>
                  </a:lnTo>
                  <a:lnTo>
                    <a:pt x="19038" y="334512"/>
                  </a:lnTo>
                  <a:lnTo>
                    <a:pt x="4921" y="289315"/>
                  </a:lnTo>
                  <a:lnTo>
                    <a:pt x="0" y="240792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4919" y="4302252"/>
              <a:ext cx="851509" cy="84709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227319" y="4454652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10" h="481964">
                  <a:moveTo>
                    <a:pt x="243077" y="0"/>
                  </a:moveTo>
                  <a:lnTo>
                    <a:pt x="194091" y="4892"/>
                  </a:lnTo>
                  <a:lnTo>
                    <a:pt x="148464" y="18924"/>
                  </a:lnTo>
                  <a:lnTo>
                    <a:pt x="107174" y="41127"/>
                  </a:lnTo>
                  <a:lnTo>
                    <a:pt x="71199" y="70532"/>
                  </a:lnTo>
                  <a:lnTo>
                    <a:pt x="41516" y="106170"/>
                  </a:lnTo>
                  <a:lnTo>
                    <a:pt x="19103" y="147071"/>
                  </a:lnTo>
                  <a:lnTo>
                    <a:pt x="4938" y="192268"/>
                  </a:lnTo>
                  <a:lnTo>
                    <a:pt x="0" y="240792"/>
                  </a:lnTo>
                  <a:lnTo>
                    <a:pt x="4938" y="289315"/>
                  </a:lnTo>
                  <a:lnTo>
                    <a:pt x="19103" y="334512"/>
                  </a:lnTo>
                  <a:lnTo>
                    <a:pt x="41516" y="375413"/>
                  </a:lnTo>
                  <a:lnTo>
                    <a:pt x="71199" y="411051"/>
                  </a:lnTo>
                  <a:lnTo>
                    <a:pt x="107174" y="440456"/>
                  </a:lnTo>
                  <a:lnTo>
                    <a:pt x="148464" y="462659"/>
                  </a:lnTo>
                  <a:lnTo>
                    <a:pt x="194091" y="476691"/>
                  </a:lnTo>
                  <a:lnTo>
                    <a:pt x="243077" y="481584"/>
                  </a:lnTo>
                  <a:lnTo>
                    <a:pt x="292064" y="476691"/>
                  </a:lnTo>
                  <a:lnTo>
                    <a:pt x="337691" y="462659"/>
                  </a:lnTo>
                  <a:lnTo>
                    <a:pt x="378981" y="440456"/>
                  </a:lnTo>
                  <a:lnTo>
                    <a:pt x="414956" y="411051"/>
                  </a:lnTo>
                  <a:lnTo>
                    <a:pt x="444639" y="375413"/>
                  </a:lnTo>
                  <a:lnTo>
                    <a:pt x="467052" y="334512"/>
                  </a:lnTo>
                  <a:lnTo>
                    <a:pt x="481217" y="289315"/>
                  </a:lnTo>
                  <a:lnTo>
                    <a:pt x="486155" y="240792"/>
                  </a:lnTo>
                  <a:lnTo>
                    <a:pt x="481217" y="192268"/>
                  </a:lnTo>
                  <a:lnTo>
                    <a:pt x="467052" y="147071"/>
                  </a:lnTo>
                  <a:lnTo>
                    <a:pt x="444639" y="106170"/>
                  </a:lnTo>
                  <a:lnTo>
                    <a:pt x="414956" y="70532"/>
                  </a:lnTo>
                  <a:lnTo>
                    <a:pt x="378981" y="41127"/>
                  </a:lnTo>
                  <a:lnTo>
                    <a:pt x="337691" y="18924"/>
                  </a:lnTo>
                  <a:lnTo>
                    <a:pt x="292064" y="489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27319" y="4454652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10" h="481964">
                  <a:moveTo>
                    <a:pt x="0" y="240792"/>
                  </a:moveTo>
                  <a:lnTo>
                    <a:pt x="4938" y="192268"/>
                  </a:lnTo>
                  <a:lnTo>
                    <a:pt x="19103" y="147071"/>
                  </a:lnTo>
                  <a:lnTo>
                    <a:pt x="41516" y="106170"/>
                  </a:lnTo>
                  <a:lnTo>
                    <a:pt x="71199" y="70532"/>
                  </a:lnTo>
                  <a:lnTo>
                    <a:pt x="107174" y="41127"/>
                  </a:lnTo>
                  <a:lnTo>
                    <a:pt x="148464" y="18924"/>
                  </a:lnTo>
                  <a:lnTo>
                    <a:pt x="194091" y="4892"/>
                  </a:lnTo>
                  <a:lnTo>
                    <a:pt x="243077" y="0"/>
                  </a:lnTo>
                  <a:lnTo>
                    <a:pt x="292064" y="4892"/>
                  </a:lnTo>
                  <a:lnTo>
                    <a:pt x="337691" y="18924"/>
                  </a:lnTo>
                  <a:lnTo>
                    <a:pt x="378981" y="41127"/>
                  </a:lnTo>
                  <a:lnTo>
                    <a:pt x="414956" y="70532"/>
                  </a:lnTo>
                  <a:lnTo>
                    <a:pt x="444639" y="106170"/>
                  </a:lnTo>
                  <a:lnTo>
                    <a:pt x="467052" y="147071"/>
                  </a:lnTo>
                  <a:lnTo>
                    <a:pt x="481217" y="192268"/>
                  </a:lnTo>
                  <a:lnTo>
                    <a:pt x="486155" y="240792"/>
                  </a:lnTo>
                  <a:lnTo>
                    <a:pt x="481217" y="289315"/>
                  </a:lnTo>
                  <a:lnTo>
                    <a:pt x="467052" y="334512"/>
                  </a:lnTo>
                  <a:lnTo>
                    <a:pt x="444639" y="375413"/>
                  </a:lnTo>
                  <a:lnTo>
                    <a:pt x="414956" y="411051"/>
                  </a:lnTo>
                  <a:lnTo>
                    <a:pt x="378981" y="440456"/>
                  </a:lnTo>
                  <a:lnTo>
                    <a:pt x="337691" y="462659"/>
                  </a:lnTo>
                  <a:lnTo>
                    <a:pt x="292064" y="476691"/>
                  </a:lnTo>
                  <a:lnTo>
                    <a:pt x="243077" y="481584"/>
                  </a:lnTo>
                  <a:lnTo>
                    <a:pt x="194091" y="476691"/>
                  </a:lnTo>
                  <a:lnTo>
                    <a:pt x="148464" y="462659"/>
                  </a:lnTo>
                  <a:lnTo>
                    <a:pt x="107174" y="440456"/>
                  </a:lnTo>
                  <a:lnTo>
                    <a:pt x="71199" y="411051"/>
                  </a:lnTo>
                  <a:lnTo>
                    <a:pt x="41516" y="375413"/>
                  </a:lnTo>
                  <a:lnTo>
                    <a:pt x="19103" y="334512"/>
                  </a:lnTo>
                  <a:lnTo>
                    <a:pt x="4938" y="289315"/>
                  </a:lnTo>
                  <a:lnTo>
                    <a:pt x="0" y="240792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17792" y="4302252"/>
              <a:ext cx="851509" cy="84709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870192" y="4454652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243077" y="0"/>
                  </a:moveTo>
                  <a:lnTo>
                    <a:pt x="194091" y="4892"/>
                  </a:lnTo>
                  <a:lnTo>
                    <a:pt x="148464" y="18924"/>
                  </a:lnTo>
                  <a:lnTo>
                    <a:pt x="107174" y="41127"/>
                  </a:lnTo>
                  <a:lnTo>
                    <a:pt x="71199" y="70532"/>
                  </a:lnTo>
                  <a:lnTo>
                    <a:pt x="41516" y="106170"/>
                  </a:lnTo>
                  <a:lnTo>
                    <a:pt x="19103" y="147071"/>
                  </a:lnTo>
                  <a:lnTo>
                    <a:pt x="4938" y="192268"/>
                  </a:lnTo>
                  <a:lnTo>
                    <a:pt x="0" y="240792"/>
                  </a:lnTo>
                  <a:lnTo>
                    <a:pt x="4938" y="289315"/>
                  </a:lnTo>
                  <a:lnTo>
                    <a:pt x="19103" y="334512"/>
                  </a:lnTo>
                  <a:lnTo>
                    <a:pt x="41516" y="375413"/>
                  </a:lnTo>
                  <a:lnTo>
                    <a:pt x="71199" y="411051"/>
                  </a:lnTo>
                  <a:lnTo>
                    <a:pt x="107174" y="440456"/>
                  </a:lnTo>
                  <a:lnTo>
                    <a:pt x="148464" y="462659"/>
                  </a:lnTo>
                  <a:lnTo>
                    <a:pt x="194091" y="476691"/>
                  </a:lnTo>
                  <a:lnTo>
                    <a:pt x="243077" y="481584"/>
                  </a:lnTo>
                  <a:lnTo>
                    <a:pt x="292064" y="476691"/>
                  </a:lnTo>
                  <a:lnTo>
                    <a:pt x="337691" y="462659"/>
                  </a:lnTo>
                  <a:lnTo>
                    <a:pt x="378981" y="440456"/>
                  </a:lnTo>
                  <a:lnTo>
                    <a:pt x="414956" y="411051"/>
                  </a:lnTo>
                  <a:lnTo>
                    <a:pt x="444639" y="375413"/>
                  </a:lnTo>
                  <a:lnTo>
                    <a:pt x="467052" y="334512"/>
                  </a:lnTo>
                  <a:lnTo>
                    <a:pt x="481217" y="289315"/>
                  </a:lnTo>
                  <a:lnTo>
                    <a:pt x="486155" y="240792"/>
                  </a:lnTo>
                  <a:lnTo>
                    <a:pt x="481217" y="192268"/>
                  </a:lnTo>
                  <a:lnTo>
                    <a:pt x="467052" y="147071"/>
                  </a:lnTo>
                  <a:lnTo>
                    <a:pt x="444639" y="106170"/>
                  </a:lnTo>
                  <a:lnTo>
                    <a:pt x="414956" y="70532"/>
                  </a:lnTo>
                  <a:lnTo>
                    <a:pt x="378981" y="41127"/>
                  </a:lnTo>
                  <a:lnTo>
                    <a:pt x="337691" y="18924"/>
                  </a:lnTo>
                  <a:lnTo>
                    <a:pt x="292064" y="489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870192" y="4454652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0" y="240792"/>
                  </a:moveTo>
                  <a:lnTo>
                    <a:pt x="4938" y="192268"/>
                  </a:lnTo>
                  <a:lnTo>
                    <a:pt x="19103" y="147071"/>
                  </a:lnTo>
                  <a:lnTo>
                    <a:pt x="41516" y="106170"/>
                  </a:lnTo>
                  <a:lnTo>
                    <a:pt x="71199" y="70532"/>
                  </a:lnTo>
                  <a:lnTo>
                    <a:pt x="107174" y="41127"/>
                  </a:lnTo>
                  <a:lnTo>
                    <a:pt x="148464" y="18924"/>
                  </a:lnTo>
                  <a:lnTo>
                    <a:pt x="194091" y="4892"/>
                  </a:lnTo>
                  <a:lnTo>
                    <a:pt x="243077" y="0"/>
                  </a:lnTo>
                  <a:lnTo>
                    <a:pt x="292064" y="4892"/>
                  </a:lnTo>
                  <a:lnTo>
                    <a:pt x="337691" y="18924"/>
                  </a:lnTo>
                  <a:lnTo>
                    <a:pt x="378981" y="41127"/>
                  </a:lnTo>
                  <a:lnTo>
                    <a:pt x="414956" y="70532"/>
                  </a:lnTo>
                  <a:lnTo>
                    <a:pt x="444639" y="106170"/>
                  </a:lnTo>
                  <a:lnTo>
                    <a:pt x="467052" y="147071"/>
                  </a:lnTo>
                  <a:lnTo>
                    <a:pt x="481217" y="192268"/>
                  </a:lnTo>
                  <a:lnTo>
                    <a:pt x="486155" y="240792"/>
                  </a:lnTo>
                  <a:lnTo>
                    <a:pt x="481217" y="289315"/>
                  </a:lnTo>
                  <a:lnTo>
                    <a:pt x="467052" y="334512"/>
                  </a:lnTo>
                  <a:lnTo>
                    <a:pt x="444639" y="375413"/>
                  </a:lnTo>
                  <a:lnTo>
                    <a:pt x="414956" y="411051"/>
                  </a:lnTo>
                  <a:lnTo>
                    <a:pt x="378981" y="440456"/>
                  </a:lnTo>
                  <a:lnTo>
                    <a:pt x="337691" y="462659"/>
                  </a:lnTo>
                  <a:lnTo>
                    <a:pt x="292064" y="476691"/>
                  </a:lnTo>
                  <a:lnTo>
                    <a:pt x="243077" y="481584"/>
                  </a:lnTo>
                  <a:lnTo>
                    <a:pt x="194091" y="476691"/>
                  </a:lnTo>
                  <a:lnTo>
                    <a:pt x="148464" y="462659"/>
                  </a:lnTo>
                  <a:lnTo>
                    <a:pt x="107174" y="440456"/>
                  </a:lnTo>
                  <a:lnTo>
                    <a:pt x="71199" y="411051"/>
                  </a:lnTo>
                  <a:lnTo>
                    <a:pt x="41516" y="375413"/>
                  </a:lnTo>
                  <a:lnTo>
                    <a:pt x="19103" y="334512"/>
                  </a:lnTo>
                  <a:lnTo>
                    <a:pt x="4938" y="289315"/>
                  </a:lnTo>
                  <a:lnTo>
                    <a:pt x="0" y="240792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60663" y="4302252"/>
              <a:ext cx="851509" cy="84709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513063" y="4454652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243077" y="0"/>
                  </a:moveTo>
                  <a:lnTo>
                    <a:pt x="194091" y="4892"/>
                  </a:lnTo>
                  <a:lnTo>
                    <a:pt x="148464" y="18924"/>
                  </a:lnTo>
                  <a:lnTo>
                    <a:pt x="107174" y="41127"/>
                  </a:lnTo>
                  <a:lnTo>
                    <a:pt x="71199" y="70532"/>
                  </a:lnTo>
                  <a:lnTo>
                    <a:pt x="41516" y="106170"/>
                  </a:lnTo>
                  <a:lnTo>
                    <a:pt x="19103" y="147071"/>
                  </a:lnTo>
                  <a:lnTo>
                    <a:pt x="4938" y="192268"/>
                  </a:lnTo>
                  <a:lnTo>
                    <a:pt x="0" y="240792"/>
                  </a:lnTo>
                  <a:lnTo>
                    <a:pt x="4938" y="289315"/>
                  </a:lnTo>
                  <a:lnTo>
                    <a:pt x="19103" y="334512"/>
                  </a:lnTo>
                  <a:lnTo>
                    <a:pt x="41516" y="375413"/>
                  </a:lnTo>
                  <a:lnTo>
                    <a:pt x="71199" y="411051"/>
                  </a:lnTo>
                  <a:lnTo>
                    <a:pt x="107174" y="440456"/>
                  </a:lnTo>
                  <a:lnTo>
                    <a:pt x="148464" y="462659"/>
                  </a:lnTo>
                  <a:lnTo>
                    <a:pt x="194091" y="476691"/>
                  </a:lnTo>
                  <a:lnTo>
                    <a:pt x="243077" y="481584"/>
                  </a:lnTo>
                  <a:lnTo>
                    <a:pt x="292064" y="476691"/>
                  </a:lnTo>
                  <a:lnTo>
                    <a:pt x="337691" y="462659"/>
                  </a:lnTo>
                  <a:lnTo>
                    <a:pt x="378981" y="440456"/>
                  </a:lnTo>
                  <a:lnTo>
                    <a:pt x="414956" y="411051"/>
                  </a:lnTo>
                  <a:lnTo>
                    <a:pt x="444639" y="375413"/>
                  </a:lnTo>
                  <a:lnTo>
                    <a:pt x="467052" y="334512"/>
                  </a:lnTo>
                  <a:lnTo>
                    <a:pt x="481217" y="289315"/>
                  </a:lnTo>
                  <a:lnTo>
                    <a:pt x="486155" y="240792"/>
                  </a:lnTo>
                  <a:lnTo>
                    <a:pt x="481217" y="192268"/>
                  </a:lnTo>
                  <a:lnTo>
                    <a:pt x="467052" y="147071"/>
                  </a:lnTo>
                  <a:lnTo>
                    <a:pt x="444639" y="106170"/>
                  </a:lnTo>
                  <a:lnTo>
                    <a:pt x="414956" y="70532"/>
                  </a:lnTo>
                  <a:lnTo>
                    <a:pt x="378981" y="41127"/>
                  </a:lnTo>
                  <a:lnTo>
                    <a:pt x="337691" y="18924"/>
                  </a:lnTo>
                  <a:lnTo>
                    <a:pt x="292064" y="489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513063" y="4454652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09" h="481964">
                  <a:moveTo>
                    <a:pt x="0" y="240792"/>
                  </a:moveTo>
                  <a:lnTo>
                    <a:pt x="4938" y="192268"/>
                  </a:lnTo>
                  <a:lnTo>
                    <a:pt x="19103" y="147071"/>
                  </a:lnTo>
                  <a:lnTo>
                    <a:pt x="41516" y="106170"/>
                  </a:lnTo>
                  <a:lnTo>
                    <a:pt x="71199" y="70532"/>
                  </a:lnTo>
                  <a:lnTo>
                    <a:pt x="107174" y="41127"/>
                  </a:lnTo>
                  <a:lnTo>
                    <a:pt x="148464" y="18924"/>
                  </a:lnTo>
                  <a:lnTo>
                    <a:pt x="194091" y="4892"/>
                  </a:lnTo>
                  <a:lnTo>
                    <a:pt x="243077" y="0"/>
                  </a:lnTo>
                  <a:lnTo>
                    <a:pt x="292064" y="4892"/>
                  </a:lnTo>
                  <a:lnTo>
                    <a:pt x="337691" y="18924"/>
                  </a:lnTo>
                  <a:lnTo>
                    <a:pt x="378981" y="41127"/>
                  </a:lnTo>
                  <a:lnTo>
                    <a:pt x="414956" y="70532"/>
                  </a:lnTo>
                  <a:lnTo>
                    <a:pt x="444639" y="106170"/>
                  </a:lnTo>
                  <a:lnTo>
                    <a:pt x="467052" y="147071"/>
                  </a:lnTo>
                  <a:lnTo>
                    <a:pt x="481217" y="192268"/>
                  </a:lnTo>
                  <a:lnTo>
                    <a:pt x="486155" y="240792"/>
                  </a:lnTo>
                  <a:lnTo>
                    <a:pt x="481217" y="289315"/>
                  </a:lnTo>
                  <a:lnTo>
                    <a:pt x="467052" y="334512"/>
                  </a:lnTo>
                  <a:lnTo>
                    <a:pt x="444639" y="375413"/>
                  </a:lnTo>
                  <a:lnTo>
                    <a:pt x="414956" y="411051"/>
                  </a:lnTo>
                  <a:lnTo>
                    <a:pt x="378981" y="440456"/>
                  </a:lnTo>
                  <a:lnTo>
                    <a:pt x="337691" y="462659"/>
                  </a:lnTo>
                  <a:lnTo>
                    <a:pt x="292064" y="476691"/>
                  </a:lnTo>
                  <a:lnTo>
                    <a:pt x="243077" y="481584"/>
                  </a:lnTo>
                  <a:lnTo>
                    <a:pt x="194091" y="476691"/>
                  </a:lnTo>
                  <a:lnTo>
                    <a:pt x="148464" y="462659"/>
                  </a:lnTo>
                  <a:lnTo>
                    <a:pt x="107174" y="440456"/>
                  </a:lnTo>
                  <a:lnTo>
                    <a:pt x="71199" y="411051"/>
                  </a:lnTo>
                  <a:lnTo>
                    <a:pt x="41516" y="375413"/>
                  </a:lnTo>
                  <a:lnTo>
                    <a:pt x="19103" y="334512"/>
                  </a:lnTo>
                  <a:lnTo>
                    <a:pt x="4938" y="289315"/>
                  </a:lnTo>
                  <a:lnTo>
                    <a:pt x="0" y="240792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7107" y="5419344"/>
              <a:ext cx="851509" cy="84709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969507" y="5571744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10" h="481964">
                  <a:moveTo>
                    <a:pt x="243077" y="0"/>
                  </a:moveTo>
                  <a:lnTo>
                    <a:pt x="194091" y="4892"/>
                  </a:lnTo>
                  <a:lnTo>
                    <a:pt x="148464" y="18923"/>
                  </a:lnTo>
                  <a:lnTo>
                    <a:pt x="107174" y="41124"/>
                  </a:lnTo>
                  <a:lnTo>
                    <a:pt x="71199" y="70527"/>
                  </a:lnTo>
                  <a:lnTo>
                    <a:pt x="41516" y="106164"/>
                  </a:lnTo>
                  <a:lnTo>
                    <a:pt x="19103" y="147066"/>
                  </a:lnTo>
                  <a:lnTo>
                    <a:pt x="4938" y="192265"/>
                  </a:lnTo>
                  <a:lnTo>
                    <a:pt x="0" y="240791"/>
                  </a:lnTo>
                  <a:lnTo>
                    <a:pt x="4938" y="289318"/>
                  </a:lnTo>
                  <a:lnTo>
                    <a:pt x="19103" y="334517"/>
                  </a:lnTo>
                  <a:lnTo>
                    <a:pt x="41516" y="375419"/>
                  </a:lnTo>
                  <a:lnTo>
                    <a:pt x="71199" y="411056"/>
                  </a:lnTo>
                  <a:lnTo>
                    <a:pt x="107174" y="440459"/>
                  </a:lnTo>
                  <a:lnTo>
                    <a:pt x="148464" y="462660"/>
                  </a:lnTo>
                  <a:lnTo>
                    <a:pt x="194091" y="476691"/>
                  </a:lnTo>
                  <a:lnTo>
                    <a:pt x="243077" y="481583"/>
                  </a:lnTo>
                  <a:lnTo>
                    <a:pt x="292064" y="476691"/>
                  </a:lnTo>
                  <a:lnTo>
                    <a:pt x="337691" y="462660"/>
                  </a:lnTo>
                  <a:lnTo>
                    <a:pt x="378981" y="440459"/>
                  </a:lnTo>
                  <a:lnTo>
                    <a:pt x="414956" y="411056"/>
                  </a:lnTo>
                  <a:lnTo>
                    <a:pt x="444639" y="375419"/>
                  </a:lnTo>
                  <a:lnTo>
                    <a:pt x="467052" y="334517"/>
                  </a:lnTo>
                  <a:lnTo>
                    <a:pt x="481217" y="289318"/>
                  </a:lnTo>
                  <a:lnTo>
                    <a:pt x="486155" y="240791"/>
                  </a:lnTo>
                  <a:lnTo>
                    <a:pt x="481217" y="192265"/>
                  </a:lnTo>
                  <a:lnTo>
                    <a:pt x="467052" y="147066"/>
                  </a:lnTo>
                  <a:lnTo>
                    <a:pt x="444639" y="106164"/>
                  </a:lnTo>
                  <a:lnTo>
                    <a:pt x="414956" y="70527"/>
                  </a:lnTo>
                  <a:lnTo>
                    <a:pt x="378981" y="41124"/>
                  </a:lnTo>
                  <a:lnTo>
                    <a:pt x="337691" y="18923"/>
                  </a:lnTo>
                  <a:lnTo>
                    <a:pt x="292064" y="489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969507" y="5571744"/>
              <a:ext cx="486409" cy="481965"/>
            </a:xfrm>
            <a:custGeom>
              <a:avLst/>
              <a:gdLst/>
              <a:ahLst/>
              <a:cxnLst/>
              <a:rect l="l" t="t" r="r" b="b"/>
              <a:pathLst>
                <a:path w="486410" h="481964">
                  <a:moveTo>
                    <a:pt x="0" y="240791"/>
                  </a:moveTo>
                  <a:lnTo>
                    <a:pt x="4938" y="192265"/>
                  </a:lnTo>
                  <a:lnTo>
                    <a:pt x="19103" y="147066"/>
                  </a:lnTo>
                  <a:lnTo>
                    <a:pt x="41516" y="106164"/>
                  </a:lnTo>
                  <a:lnTo>
                    <a:pt x="71199" y="70527"/>
                  </a:lnTo>
                  <a:lnTo>
                    <a:pt x="107174" y="41124"/>
                  </a:lnTo>
                  <a:lnTo>
                    <a:pt x="148464" y="18923"/>
                  </a:lnTo>
                  <a:lnTo>
                    <a:pt x="194091" y="4892"/>
                  </a:lnTo>
                  <a:lnTo>
                    <a:pt x="243077" y="0"/>
                  </a:lnTo>
                  <a:lnTo>
                    <a:pt x="292064" y="4892"/>
                  </a:lnTo>
                  <a:lnTo>
                    <a:pt x="337691" y="18923"/>
                  </a:lnTo>
                  <a:lnTo>
                    <a:pt x="378981" y="41124"/>
                  </a:lnTo>
                  <a:lnTo>
                    <a:pt x="414956" y="70527"/>
                  </a:lnTo>
                  <a:lnTo>
                    <a:pt x="444639" y="106164"/>
                  </a:lnTo>
                  <a:lnTo>
                    <a:pt x="467052" y="147066"/>
                  </a:lnTo>
                  <a:lnTo>
                    <a:pt x="481217" y="192265"/>
                  </a:lnTo>
                  <a:lnTo>
                    <a:pt x="486155" y="240791"/>
                  </a:lnTo>
                  <a:lnTo>
                    <a:pt x="481217" y="289318"/>
                  </a:lnTo>
                  <a:lnTo>
                    <a:pt x="467052" y="334517"/>
                  </a:lnTo>
                  <a:lnTo>
                    <a:pt x="444639" y="375419"/>
                  </a:lnTo>
                  <a:lnTo>
                    <a:pt x="414956" y="411056"/>
                  </a:lnTo>
                  <a:lnTo>
                    <a:pt x="378981" y="440459"/>
                  </a:lnTo>
                  <a:lnTo>
                    <a:pt x="337691" y="462660"/>
                  </a:lnTo>
                  <a:lnTo>
                    <a:pt x="292064" y="476691"/>
                  </a:lnTo>
                  <a:lnTo>
                    <a:pt x="243077" y="481583"/>
                  </a:lnTo>
                  <a:lnTo>
                    <a:pt x="194091" y="476691"/>
                  </a:lnTo>
                  <a:lnTo>
                    <a:pt x="148464" y="462660"/>
                  </a:lnTo>
                  <a:lnTo>
                    <a:pt x="107174" y="440459"/>
                  </a:lnTo>
                  <a:lnTo>
                    <a:pt x="71199" y="411056"/>
                  </a:lnTo>
                  <a:lnTo>
                    <a:pt x="41516" y="375419"/>
                  </a:lnTo>
                  <a:lnTo>
                    <a:pt x="19103" y="334517"/>
                  </a:lnTo>
                  <a:lnTo>
                    <a:pt x="4938" y="289318"/>
                  </a:lnTo>
                  <a:lnTo>
                    <a:pt x="0" y="240791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59424" y="5660136"/>
              <a:ext cx="306324" cy="30632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89248" y="2604516"/>
              <a:ext cx="291084" cy="29260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73796" y="2609088"/>
              <a:ext cx="281940" cy="283463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79236" y="2606039"/>
              <a:ext cx="289560" cy="28956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99775" y="2609088"/>
              <a:ext cx="284988" cy="28498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00043" y="3547871"/>
              <a:ext cx="324612" cy="324611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36007" y="3528059"/>
              <a:ext cx="330708" cy="332231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48983" y="3570731"/>
              <a:ext cx="278891" cy="278891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01939" y="3569208"/>
              <a:ext cx="281940" cy="28193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77527" y="3561587"/>
              <a:ext cx="297179" cy="29718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671697" y="4568227"/>
              <a:ext cx="1936114" cy="240665"/>
            </a:xfrm>
            <a:custGeom>
              <a:avLst/>
              <a:gdLst/>
              <a:ahLst/>
              <a:cxnLst/>
              <a:rect l="l" t="t" r="r" b="b"/>
              <a:pathLst>
                <a:path w="1936114" h="240664">
                  <a:moveTo>
                    <a:pt x="220472" y="124040"/>
                  </a:moveTo>
                  <a:lnTo>
                    <a:pt x="215455" y="99072"/>
                  </a:lnTo>
                  <a:lnTo>
                    <a:pt x="201764" y="78689"/>
                  </a:lnTo>
                  <a:lnTo>
                    <a:pt x="181457" y="64947"/>
                  </a:lnTo>
                  <a:lnTo>
                    <a:pt x="156591" y="59905"/>
                  </a:lnTo>
                  <a:lnTo>
                    <a:pt x="131686" y="64947"/>
                  </a:lnTo>
                  <a:lnTo>
                    <a:pt x="111340" y="78689"/>
                  </a:lnTo>
                  <a:lnTo>
                    <a:pt x="97612" y="99072"/>
                  </a:lnTo>
                  <a:lnTo>
                    <a:pt x="92583" y="124040"/>
                  </a:lnTo>
                  <a:lnTo>
                    <a:pt x="97612" y="149021"/>
                  </a:lnTo>
                  <a:lnTo>
                    <a:pt x="111340" y="169405"/>
                  </a:lnTo>
                  <a:lnTo>
                    <a:pt x="131686" y="183146"/>
                  </a:lnTo>
                  <a:lnTo>
                    <a:pt x="156591" y="188175"/>
                  </a:lnTo>
                  <a:lnTo>
                    <a:pt x="181457" y="183146"/>
                  </a:lnTo>
                  <a:lnTo>
                    <a:pt x="201764" y="169405"/>
                  </a:lnTo>
                  <a:lnTo>
                    <a:pt x="215455" y="149021"/>
                  </a:lnTo>
                  <a:lnTo>
                    <a:pt x="220472" y="124040"/>
                  </a:lnTo>
                  <a:close/>
                </a:path>
                <a:path w="1936114" h="240664">
                  <a:moveTo>
                    <a:pt x="313309" y="131406"/>
                  </a:moveTo>
                  <a:lnTo>
                    <a:pt x="311658" y="125056"/>
                  </a:lnTo>
                  <a:lnTo>
                    <a:pt x="290347" y="76263"/>
                  </a:lnTo>
                  <a:lnTo>
                    <a:pt x="255168" y="37896"/>
                  </a:lnTo>
                  <a:lnTo>
                    <a:pt x="237490" y="28181"/>
                  </a:lnTo>
                  <a:lnTo>
                    <a:pt x="209461" y="12776"/>
                  </a:lnTo>
                  <a:lnTo>
                    <a:pt x="156591" y="3771"/>
                  </a:lnTo>
                  <a:lnTo>
                    <a:pt x="103466" y="12776"/>
                  </a:lnTo>
                  <a:lnTo>
                    <a:pt x="103759" y="12776"/>
                  </a:lnTo>
                  <a:lnTo>
                    <a:pt x="57823" y="37896"/>
                  </a:lnTo>
                  <a:lnTo>
                    <a:pt x="58000" y="37896"/>
                  </a:lnTo>
                  <a:lnTo>
                    <a:pt x="22872" y="76060"/>
                  </a:lnTo>
                  <a:lnTo>
                    <a:pt x="1397" y="125056"/>
                  </a:lnTo>
                  <a:lnTo>
                    <a:pt x="101" y="130898"/>
                  </a:lnTo>
                  <a:lnTo>
                    <a:pt x="0" y="131406"/>
                  </a:lnTo>
                  <a:lnTo>
                    <a:pt x="3810" y="137629"/>
                  </a:lnTo>
                  <a:lnTo>
                    <a:pt x="16370" y="141071"/>
                  </a:lnTo>
                  <a:lnTo>
                    <a:pt x="22987" y="137375"/>
                  </a:lnTo>
                  <a:lnTo>
                    <a:pt x="24638" y="130898"/>
                  </a:lnTo>
                  <a:lnTo>
                    <a:pt x="38430" y="96647"/>
                  </a:lnTo>
                  <a:lnTo>
                    <a:pt x="60413" y="67767"/>
                  </a:lnTo>
                  <a:lnTo>
                    <a:pt x="89217" y="45732"/>
                  </a:lnTo>
                  <a:lnTo>
                    <a:pt x="123444" y="31965"/>
                  </a:lnTo>
                  <a:lnTo>
                    <a:pt x="166789" y="28181"/>
                  </a:lnTo>
                  <a:lnTo>
                    <a:pt x="208038" y="37896"/>
                  </a:lnTo>
                  <a:lnTo>
                    <a:pt x="207822" y="37896"/>
                  </a:lnTo>
                  <a:lnTo>
                    <a:pt x="243395" y="59232"/>
                  </a:lnTo>
                  <a:lnTo>
                    <a:pt x="271221" y="90805"/>
                  </a:lnTo>
                  <a:lnTo>
                    <a:pt x="288417" y="130898"/>
                  </a:lnTo>
                  <a:lnTo>
                    <a:pt x="290068" y="137248"/>
                  </a:lnTo>
                  <a:lnTo>
                    <a:pt x="296545" y="141185"/>
                  </a:lnTo>
                  <a:lnTo>
                    <a:pt x="303022" y="139534"/>
                  </a:lnTo>
                  <a:lnTo>
                    <a:pt x="309372" y="138010"/>
                  </a:lnTo>
                  <a:lnTo>
                    <a:pt x="313309" y="131406"/>
                  </a:lnTo>
                  <a:close/>
                </a:path>
                <a:path w="1936114" h="240664">
                  <a:moveTo>
                    <a:pt x="1867890" y="102628"/>
                  </a:moveTo>
                  <a:lnTo>
                    <a:pt x="1861413" y="64757"/>
                  </a:lnTo>
                  <a:lnTo>
                    <a:pt x="1841246" y="32080"/>
                  </a:lnTo>
                  <a:lnTo>
                    <a:pt x="1809000" y="8864"/>
                  </a:lnTo>
                  <a:lnTo>
                    <a:pt x="1767954" y="0"/>
                  </a:lnTo>
                  <a:lnTo>
                    <a:pt x="1729028" y="7861"/>
                  </a:lnTo>
                  <a:lnTo>
                    <a:pt x="1697240" y="29337"/>
                  </a:lnTo>
                  <a:lnTo>
                    <a:pt x="1675790" y="61188"/>
                  </a:lnTo>
                  <a:lnTo>
                    <a:pt x="1667929" y="100190"/>
                  </a:lnTo>
                  <a:lnTo>
                    <a:pt x="1668526" y="111150"/>
                  </a:lnTo>
                  <a:lnTo>
                    <a:pt x="1670304" y="121945"/>
                  </a:lnTo>
                  <a:lnTo>
                    <a:pt x="1673237" y="132473"/>
                  </a:lnTo>
                  <a:lnTo>
                    <a:pt x="1677327" y="142659"/>
                  </a:lnTo>
                  <a:lnTo>
                    <a:pt x="1674876" y="153111"/>
                  </a:lnTo>
                  <a:lnTo>
                    <a:pt x="1666900" y="191592"/>
                  </a:lnTo>
                  <a:lnTo>
                    <a:pt x="1666849" y="191858"/>
                  </a:lnTo>
                  <a:lnTo>
                    <a:pt x="1671561" y="198843"/>
                  </a:lnTo>
                  <a:lnTo>
                    <a:pt x="1680425" y="200571"/>
                  </a:lnTo>
                  <a:lnTo>
                    <a:pt x="1682013" y="200571"/>
                  </a:lnTo>
                  <a:lnTo>
                    <a:pt x="1702015" y="196837"/>
                  </a:lnTo>
                  <a:lnTo>
                    <a:pt x="1714119" y="194386"/>
                  </a:lnTo>
                  <a:lnTo>
                    <a:pt x="1726768" y="191592"/>
                  </a:lnTo>
                  <a:lnTo>
                    <a:pt x="1765477" y="200456"/>
                  </a:lnTo>
                  <a:lnTo>
                    <a:pt x="1803273" y="193967"/>
                  </a:lnTo>
                  <a:lnTo>
                    <a:pt x="1807108" y="191592"/>
                  </a:lnTo>
                  <a:lnTo>
                    <a:pt x="1835873" y="173761"/>
                  </a:lnTo>
                  <a:lnTo>
                    <a:pt x="1859038" y="141427"/>
                  </a:lnTo>
                  <a:lnTo>
                    <a:pt x="1867890" y="102628"/>
                  </a:lnTo>
                  <a:close/>
                </a:path>
                <a:path w="1936114" h="240664">
                  <a:moveTo>
                    <a:pt x="1935594" y="222554"/>
                  </a:moveTo>
                  <a:lnTo>
                    <a:pt x="1935111" y="220497"/>
                  </a:lnTo>
                  <a:lnTo>
                    <a:pt x="1934984" y="219951"/>
                  </a:lnTo>
                  <a:lnTo>
                    <a:pt x="1934883" y="219506"/>
                  </a:lnTo>
                  <a:lnTo>
                    <a:pt x="1931022" y="202996"/>
                  </a:lnTo>
                  <a:lnTo>
                    <a:pt x="1928342" y="191858"/>
                  </a:lnTo>
                  <a:lnTo>
                    <a:pt x="1926094" y="182740"/>
                  </a:lnTo>
                  <a:lnTo>
                    <a:pt x="1935441" y="144043"/>
                  </a:lnTo>
                  <a:lnTo>
                    <a:pt x="1929460" y="106070"/>
                  </a:lnTo>
                  <a:lnTo>
                    <a:pt x="1909711" y="73113"/>
                  </a:lnTo>
                  <a:lnTo>
                    <a:pt x="1877758" y="49466"/>
                  </a:lnTo>
                  <a:lnTo>
                    <a:pt x="1868170" y="45567"/>
                  </a:lnTo>
                  <a:lnTo>
                    <a:pt x="1871497" y="52146"/>
                  </a:lnTo>
                  <a:lnTo>
                    <a:pt x="1874393" y="58902"/>
                  </a:lnTo>
                  <a:lnTo>
                    <a:pt x="1876844" y="65849"/>
                  </a:lnTo>
                  <a:lnTo>
                    <a:pt x="1878838" y="72948"/>
                  </a:lnTo>
                  <a:lnTo>
                    <a:pt x="1894192" y="85864"/>
                  </a:lnTo>
                  <a:lnTo>
                    <a:pt x="1905723" y="101955"/>
                  </a:lnTo>
                  <a:lnTo>
                    <a:pt x="1912962" y="120370"/>
                  </a:lnTo>
                  <a:lnTo>
                    <a:pt x="1915464" y="140322"/>
                  </a:lnTo>
                  <a:lnTo>
                    <a:pt x="1914880" y="150101"/>
                  </a:lnTo>
                  <a:lnTo>
                    <a:pt x="1913166" y="159524"/>
                  </a:lnTo>
                  <a:lnTo>
                    <a:pt x="1910372" y="168529"/>
                  </a:lnTo>
                  <a:lnTo>
                    <a:pt x="1906600" y="177025"/>
                  </a:lnTo>
                  <a:lnTo>
                    <a:pt x="1904873" y="180416"/>
                  </a:lnTo>
                  <a:lnTo>
                    <a:pt x="1908263" y="193967"/>
                  </a:lnTo>
                  <a:lnTo>
                    <a:pt x="1910346" y="202526"/>
                  </a:lnTo>
                  <a:lnTo>
                    <a:pt x="1914359" y="219506"/>
                  </a:lnTo>
                  <a:lnTo>
                    <a:pt x="1887728" y="213677"/>
                  </a:lnTo>
                  <a:lnTo>
                    <a:pt x="1874304" y="210527"/>
                  </a:lnTo>
                  <a:lnTo>
                    <a:pt x="1871446" y="211963"/>
                  </a:lnTo>
                  <a:lnTo>
                    <a:pt x="1835467" y="220497"/>
                  </a:lnTo>
                  <a:lnTo>
                    <a:pt x="1826577" y="219951"/>
                  </a:lnTo>
                  <a:lnTo>
                    <a:pt x="1825713" y="219951"/>
                  </a:lnTo>
                  <a:lnTo>
                    <a:pt x="1815350" y="217957"/>
                  </a:lnTo>
                  <a:lnTo>
                    <a:pt x="1805711" y="214782"/>
                  </a:lnTo>
                  <a:lnTo>
                    <a:pt x="1796529" y="210400"/>
                  </a:lnTo>
                  <a:lnTo>
                    <a:pt x="1789353" y="211963"/>
                  </a:lnTo>
                  <a:lnTo>
                    <a:pt x="1782102" y="213055"/>
                  </a:lnTo>
                  <a:lnTo>
                    <a:pt x="1774786" y="213677"/>
                  </a:lnTo>
                  <a:lnTo>
                    <a:pt x="1767459" y="213817"/>
                  </a:lnTo>
                  <a:lnTo>
                    <a:pt x="1782330" y="225259"/>
                  </a:lnTo>
                  <a:lnTo>
                    <a:pt x="1798929" y="233654"/>
                  </a:lnTo>
                  <a:lnTo>
                    <a:pt x="1816785" y="238810"/>
                  </a:lnTo>
                  <a:lnTo>
                    <a:pt x="1835467" y="240550"/>
                  </a:lnTo>
                  <a:lnTo>
                    <a:pt x="1846313" y="239966"/>
                  </a:lnTo>
                  <a:lnTo>
                    <a:pt x="1856841" y="238252"/>
                  </a:lnTo>
                  <a:lnTo>
                    <a:pt x="1866963" y="235470"/>
                  </a:lnTo>
                  <a:lnTo>
                    <a:pt x="1876628" y="231686"/>
                  </a:lnTo>
                  <a:lnTo>
                    <a:pt x="1887207" y="234111"/>
                  </a:lnTo>
                  <a:lnTo>
                    <a:pt x="1915718" y="240296"/>
                  </a:lnTo>
                  <a:lnTo>
                    <a:pt x="1922068" y="240296"/>
                  </a:lnTo>
                  <a:lnTo>
                    <a:pt x="1927961" y="237883"/>
                  </a:lnTo>
                  <a:lnTo>
                    <a:pt x="1932520" y="233451"/>
                  </a:lnTo>
                  <a:lnTo>
                    <a:pt x="1933270" y="231686"/>
                  </a:lnTo>
                  <a:lnTo>
                    <a:pt x="1935111" y="227380"/>
                  </a:lnTo>
                  <a:lnTo>
                    <a:pt x="1935556" y="225259"/>
                  </a:lnTo>
                  <a:lnTo>
                    <a:pt x="1935594" y="222554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996695" y="4562561"/>
              <a:ext cx="251862" cy="241111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8648568" y="4565160"/>
              <a:ext cx="215900" cy="254635"/>
            </a:xfrm>
            <a:custGeom>
              <a:avLst/>
              <a:gdLst/>
              <a:ahLst/>
              <a:cxnLst/>
              <a:rect l="l" t="t" r="r" b="b"/>
              <a:pathLst>
                <a:path w="215900" h="254635">
                  <a:moveTo>
                    <a:pt x="123464" y="0"/>
                  </a:moveTo>
                  <a:lnTo>
                    <a:pt x="117036" y="1182"/>
                  </a:lnTo>
                  <a:lnTo>
                    <a:pt x="112507" y="4903"/>
                  </a:lnTo>
                  <a:lnTo>
                    <a:pt x="109146" y="11425"/>
                  </a:lnTo>
                  <a:lnTo>
                    <a:pt x="106223" y="21007"/>
                  </a:lnTo>
                  <a:lnTo>
                    <a:pt x="106423" y="20225"/>
                  </a:lnTo>
                  <a:lnTo>
                    <a:pt x="62561" y="107644"/>
                  </a:lnTo>
                  <a:lnTo>
                    <a:pt x="28301" y="135628"/>
                  </a:lnTo>
                  <a:lnTo>
                    <a:pt x="13216" y="141411"/>
                  </a:lnTo>
                  <a:lnTo>
                    <a:pt x="6878" y="145242"/>
                  </a:lnTo>
                  <a:lnTo>
                    <a:pt x="2364" y="150857"/>
                  </a:lnTo>
                  <a:lnTo>
                    <a:pt x="0" y="157667"/>
                  </a:lnTo>
                  <a:lnTo>
                    <a:pt x="112" y="165085"/>
                  </a:lnTo>
                  <a:lnTo>
                    <a:pt x="8344" y="207634"/>
                  </a:lnTo>
                  <a:lnTo>
                    <a:pt x="127425" y="253086"/>
                  </a:lnTo>
                  <a:lnTo>
                    <a:pt x="149902" y="254038"/>
                  </a:lnTo>
                  <a:lnTo>
                    <a:pt x="170317" y="246584"/>
                  </a:lnTo>
                  <a:lnTo>
                    <a:pt x="186488" y="232037"/>
                  </a:lnTo>
                  <a:lnTo>
                    <a:pt x="196229" y="211712"/>
                  </a:lnTo>
                  <a:lnTo>
                    <a:pt x="215120" y="137472"/>
                  </a:lnTo>
                  <a:lnTo>
                    <a:pt x="215778" y="124350"/>
                  </a:lnTo>
                  <a:lnTo>
                    <a:pt x="211513" y="112411"/>
                  </a:lnTo>
                  <a:lnTo>
                    <a:pt x="203091" y="102947"/>
                  </a:lnTo>
                  <a:lnTo>
                    <a:pt x="191278" y="97251"/>
                  </a:lnTo>
                  <a:lnTo>
                    <a:pt x="185878" y="96228"/>
                  </a:lnTo>
                  <a:lnTo>
                    <a:pt x="145156" y="96228"/>
                  </a:lnTo>
                  <a:lnTo>
                    <a:pt x="148783" y="83754"/>
                  </a:lnTo>
                  <a:lnTo>
                    <a:pt x="151381" y="72078"/>
                  </a:lnTo>
                  <a:lnTo>
                    <a:pt x="152944" y="61192"/>
                  </a:lnTo>
                  <a:lnTo>
                    <a:pt x="153466" y="51086"/>
                  </a:lnTo>
                  <a:lnTo>
                    <a:pt x="151412" y="30930"/>
                  </a:lnTo>
                  <a:lnTo>
                    <a:pt x="145489" y="14722"/>
                  </a:lnTo>
                  <a:lnTo>
                    <a:pt x="136054" y="3924"/>
                  </a:lnTo>
                  <a:lnTo>
                    <a:pt x="123464" y="0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976" rIns="0" bIns="0" rtlCol="0">
            <a:spAutoFit/>
          </a:bodyPr>
          <a:lstStyle/>
          <a:p>
            <a:pPr marL="427355">
              <a:lnSpc>
                <a:spcPct val="100000"/>
              </a:lnSpc>
              <a:spcBef>
                <a:spcPts val="100"/>
              </a:spcBef>
            </a:pPr>
            <a:r>
              <a:rPr b="1" spc="-25" dirty="0">
                <a:solidFill>
                  <a:srgbClr val="000000"/>
                </a:solidFill>
                <a:latin typeface="Segoe UI"/>
                <a:cs typeface="Segoe UI"/>
              </a:rPr>
              <a:t>Microsoft</a:t>
            </a:r>
            <a:r>
              <a:rPr b="1" spc="-22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10" dirty="0">
                <a:solidFill>
                  <a:srgbClr val="000000"/>
                </a:solidFill>
                <a:latin typeface="Segoe UI"/>
                <a:cs typeface="Segoe UI"/>
              </a:rPr>
              <a:t>is</a:t>
            </a:r>
            <a:r>
              <a:rPr b="1" spc="-23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65" dirty="0">
                <a:solidFill>
                  <a:srgbClr val="000000"/>
                </a:solidFill>
                <a:latin typeface="Segoe UI"/>
                <a:cs typeface="Segoe UI"/>
              </a:rPr>
              <a:t>powered</a:t>
            </a:r>
            <a:r>
              <a:rPr b="1" spc="-18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10" dirty="0">
                <a:solidFill>
                  <a:srgbClr val="000000"/>
                </a:solidFill>
                <a:latin typeface="Segoe UI"/>
                <a:cs typeface="Segoe UI"/>
              </a:rPr>
              <a:t>by</a:t>
            </a:r>
            <a:r>
              <a:rPr b="1" spc="-80" dirty="0">
                <a:solidFill>
                  <a:srgbClr val="000000"/>
                </a:solidFill>
                <a:latin typeface="Segoe UI"/>
                <a:cs typeface="Segoe UI"/>
              </a:rPr>
              <a:t> Azure</a:t>
            </a:r>
            <a:r>
              <a:rPr b="1" spc="-204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25" dirty="0">
                <a:solidFill>
                  <a:srgbClr val="000000"/>
                </a:solidFill>
                <a:latin typeface="Segoe UI"/>
                <a:cs typeface="Segoe UI"/>
              </a:rPr>
              <a:t>AI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571601" y="1737105"/>
            <a:ext cx="1366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Segoe UI"/>
                <a:cs typeface="Segoe UI"/>
              </a:rPr>
              <a:t>Applications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435096" y="1787651"/>
            <a:ext cx="8174990" cy="3426460"/>
            <a:chOff x="3435096" y="1787651"/>
            <a:chExt cx="8174990" cy="3426460"/>
          </a:xfrm>
        </p:grpSpPr>
        <p:pic>
          <p:nvPicPr>
            <p:cNvPr id="68" name="object 6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435096" y="1787651"/>
              <a:ext cx="1281684" cy="21031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92012" y="1787651"/>
              <a:ext cx="2109216" cy="210312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9720072" y="4453127"/>
              <a:ext cx="1889760" cy="760730"/>
            </a:xfrm>
            <a:custGeom>
              <a:avLst/>
              <a:gdLst/>
              <a:ahLst/>
              <a:cxnLst/>
              <a:rect l="l" t="t" r="r" b="b"/>
              <a:pathLst>
                <a:path w="1889759" h="760729">
                  <a:moveTo>
                    <a:pt x="1889759" y="0"/>
                  </a:moveTo>
                  <a:lnTo>
                    <a:pt x="55245" y="0"/>
                  </a:lnTo>
                  <a:lnTo>
                    <a:pt x="33754" y="4345"/>
                  </a:lnTo>
                  <a:lnTo>
                    <a:pt x="16192" y="16192"/>
                  </a:lnTo>
                  <a:lnTo>
                    <a:pt x="4345" y="33754"/>
                  </a:lnTo>
                  <a:lnTo>
                    <a:pt x="0" y="55245"/>
                  </a:lnTo>
                  <a:lnTo>
                    <a:pt x="0" y="705231"/>
                  </a:lnTo>
                  <a:lnTo>
                    <a:pt x="4345" y="726721"/>
                  </a:lnTo>
                  <a:lnTo>
                    <a:pt x="16192" y="744283"/>
                  </a:lnTo>
                  <a:lnTo>
                    <a:pt x="33754" y="756130"/>
                  </a:lnTo>
                  <a:lnTo>
                    <a:pt x="55245" y="760476"/>
                  </a:lnTo>
                  <a:lnTo>
                    <a:pt x="1889759" y="760476"/>
                  </a:lnTo>
                  <a:lnTo>
                    <a:pt x="1889759" y="0"/>
                  </a:lnTo>
                  <a:close/>
                </a:path>
              </a:pathLst>
            </a:custGeom>
            <a:solidFill>
              <a:srgbClr val="E7D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9826497" y="1769110"/>
            <a:ext cx="14763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Segoe UI"/>
                <a:cs typeface="Segoe UI"/>
              </a:rPr>
              <a:t>Partner</a:t>
            </a:r>
            <a:r>
              <a:rPr sz="1400" b="1" spc="-50" dirty="0">
                <a:latin typeface="Segoe UI"/>
                <a:cs typeface="Segoe UI"/>
              </a:rPr>
              <a:t> </a:t>
            </a:r>
            <a:r>
              <a:rPr sz="1400" b="1" spc="-10" dirty="0">
                <a:latin typeface="Segoe UI"/>
                <a:cs typeface="Segoe UI"/>
              </a:rPr>
              <a:t>Solutions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71601" y="2512218"/>
            <a:ext cx="2256790" cy="65341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b="1" dirty="0">
                <a:solidFill>
                  <a:srgbClr val="FFFFFF"/>
                </a:solidFill>
                <a:latin typeface="Segoe UI"/>
                <a:cs typeface="Segoe UI"/>
              </a:rPr>
              <a:t>Application</a:t>
            </a:r>
            <a:r>
              <a:rPr sz="1800" b="1" spc="-7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Segoe UI"/>
                <a:cs typeface="Segoe UI"/>
              </a:rPr>
              <a:t>Platform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AI</a:t>
            </a:r>
            <a:r>
              <a:rPr sz="1600" spc="-9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"/>
                <a:cs typeface="Segoe UI"/>
              </a:rPr>
              <a:t>Builder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685159" y="3057906"/>
            <a:ext cx="7010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Segoe UI"/>
                <a:cs typeface="Segoe UI"/>
              </a:rPr>
              <a:t>Power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BI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745607" y="3057906"/>
            <a:ext cx="9556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Segoe UI"/>
                <a:cs typeface="Segoe UI"/>
              </a:rPr>
              <a:t>Power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Apps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749920" y="3057906"/>
            <a:ext cx="13296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Segoe UI"/>
                <a:cs typeface="Segoe UI"/>
              </a:rPr>
              <a:t>Power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Automate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714738" y="3057906"/>
            <a:ext cx="16573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Segoe UI"/>
                <a:cs typeface="Segoe UI"/>
              </a:rPr>
              <a:t>Power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Virtual</a:t>
            </a:r>
            <a:r>
              <a:rPr sz="1400" spc="-8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Agents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71601" y="3560826"/>
            <a:ext cx="1684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Segoe UI"/>
                <a:cs typeface="Segoe UI"/>
              </a:rPr>
              <a:t>Scenario-</a:t>
            </a:r>
            <a:r>
              <a:rPr sz="1800" b="1" spc="-20" dirty="0">
                <a:solidFill>
                  <a:srgbClr val="FFFFFF"/>
                </a:solidFill>
                <a:latin typeface="Segoe UI"/>
                <a:cs typeface="Segoe UI"/>
              </a:rPr>
              <a:t>Based </a:t>
            </a:r>
            <a:r>
              <a:rPr sz="1800" b="1" spc="-10" dirty="0">
                <a:solidFill>
                  <a:srgbClr val="FFFFFF"/>
                </a:solidFill>
                <a:latin typeface="Segoe UI"/>
                <a:cs typeface="Segoe UI"/>
              </a:rPr>
              <a:t>Services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111245" y="4033265"/>
            <a:ext cx="83680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3619" algn="l"/>
                <a:tab pos="2493010" algn="l"/>
                <a:tab pos="4395470" algn="l"/>
                <a:tab pos="5600065" algn="l"/>
                <a:tab pos="6962775" algn="l"/>
              </a:tabLst>
            </a:pPr>
            <a:r>
              <a:rPr sz="1400" dirty="0">
                <a:latin typeface="Segoe UI"/>
                <a:cs typeface="Segoe UI"/>
              </a:rPr>
              <a:t>Bot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Service</a:t>
            </a:r>
            <a:r>
              <a:rPr sz="1400" dirty="0">
                <a:latin typeface="Segoe UI"/>
                <a:cs typeface="Segoe UI"/>
              </a:rPr>
              <a:t>	Cognitive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Search</a:t>
            </a:r>
            <a:r>
              <a:rPr sz="1400" dirty="0">
                <a:latin typeface="Segoe UI"/>
                <a:cs typeface="Segoe UI"/>
              </a:rPr>
              <a:t>	</a:t>
            </a:r>
            <a:r>
              <a:rPr sz="1400" spc="-10" dirty="0">
                <a:latin typeface="Segoe UI"/>
                <a:cs typeface="Segoe UI"/>
              </a:rPr>
              <a:t>Document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Intelligence</a:t>
            </a:r>
            <a:r>
              <a:rPr sz="1400" dirty="0">
                <a:latin typeface="Segoe UI"/>
                <a:cs typeface="Segoe UI"/>
              </a:rPr>
              <a:t>	</a:t>
            </a:r>
            <a:r>
              <a:rPr sz="1400" spc="-10" dirty="0">
                <a:latin typeface="Segoe UI"/>
                <a:cs typeface="Segoe UI"/>
              </a:rPr>
              <a:t>Video</a:t>
            </a:r>
            <a:r>
              <a:rPr sz="1400" spc="-8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Indexer</a:t>
            </a:r>
            <a:r>
              <a:rPr sz="1400" dirty="0">
                <a:latin typeface="Segoe UI"/>
                <a:cs typeface="Segoe UI"/>
              </a:rPr>
              <a:t>	Metrics</a:t>
            </a:r>
            <a:r>
              <a:rPr sz="1400" spc="1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Advisor</a:t>
            </a:r>
            <a:r>
              <a:rPr sz="1400" dirty="0">
                <a:latin typeface="Segoe UI"/>
                <a:cs typeface="Segoe UI"/>
              </a:rPr>
              <a:t>	</a:t>
            </a:r>
            <a:r>
              <a:rPr sz="1400" spc="-10" dirty="0">
                <a:latin typeface="Segoe UI"/>
                <a:cs typeface="Segoe UI"/>
              </a:rPr>
              <a:t>Immersive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Reader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71601" y="4541011"/>
            <a:ext cx="1767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Segoe UI"/>
                <a:cs typeface="Segoe UI"/>
              </a:rPr>
              <a:t>Customizable</a:t>
            </a:r>
            <a:r>
              <a:rPr sz="1800" b="1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Segoe UI"/>
                <a:cs typeface="Segoe UI"/>
              </a:rPr>
              <a:t>AI </a:t>
            </a:r>
            <a:r>
              <a:rPr sz="1800" b="1" spc="-10" dirty="0">
                <a:solidFill>
                  <a:srgbClr val="FFFFFF"/>
                </a:solidFill>
                <a:latin typeface="Segoe UI"/>
                <a:cs typeface="Segoe UI"/>
              </a:rPr>
              <a:t>Models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577590" y="5016246"/>
            <a:ext cx="49910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Segoe UI"/>
                <a:cs typeface="Segoe UI"/>
              </a:rPr>
              <a:t>Vision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168265" y="5016246"/>
            <a:ext cx="6083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Segoe UI"/>
                <a:cs typeface="Segoe UI"/>
              </a:rPr>
              <a:t>Speech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720967" y="5016246"/>
            <a:ext cx="790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Segoe UI"/>
                <a:cs typeface="Segoe UI"/>
              </a:rPr>
              <a:t>Language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406510" y="5016246"/>
            <a:ext cx="6997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Segoe UI"/>
                <a:cs typeface="Segoe UI"/>
              </a:rPr>
              <a:t>Decision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0021061" y="4496815"/>
            <a:ext cx="64897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12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Segoe UI"/>
                <a:cs typeface="Segoe UI"/>
              </a:rPr>
              <a:t>Azure </a:t>
            </a:r>
            <a:r>
              <a:rPr sz="1400" b="1" spc="-25" dirty="0">
                <a:latin typeface="Segoe UI"/>
                <a:cs typeface="Segoe UI"/>
              </a:rPr>
              <a:t>OpenAI </a:t>
            </a:r>
            <a:r>
              <a:rPr sz="1400" b="1" spc="-10" dirty="0">
                <a:latin typeface="Segoe UI"/>
                <a:cs typeface="Segoe UI"/>
              </a:rPr>
              <a:t>Service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71601" y="5658103"/>
            <a:ext cx="13430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FFFFF"/>
                </a:solidFill>
                <a:latin typeface="Segoe UI"/>
                <a:cs typeface="Segoe UI"/>
              </a:rPr>
              <a:t>ML</a:t>
            </a:r>
            <a:r>
              <a:rPr sz="1800" b="1" spc="-1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Segoe UI"/>
                <a:cs typeface="Segoe UI"/>
              </a:rPr>
              <a:t>Platform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603238" y="5690108"/>
            <a:ext cx="18942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Segoe UI"/>
                <a:cs typeface="Segoe UI"/>
              </a:rPr>
              <a:t>Azure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Machine</a:t>
            </a:r>
            <a:r>
              <a:rPr sz="1400" spc="-8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Learning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87" name="object 8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838688" y="4599432"/>
            <a:ext cx="431292" cy="4312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601" y="4364863"/>
            <a:ext cx="28530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latin typeface="Segoe UI"/>
                <a:cs typeface="Segoe UI"/>
              </a:rPr>
              <a:t>Use</a:t>
            </a:r>
            <a:r>
              <a:rPr sz="4800" b="1" spc="-180" dirty="0">
                <a:latin typeface="Segoe UI"/>
                <a:cs typeface="Segoe UI"/>
              </a:rPr>
              <a:t> </a:t>
            </a:r>
            <a:r>
              <a:rPr sz="4800" b="1" spc="65" dirty="0">
                <a:latin typeface="Segoe UI"/>
                <a:cs typeface="Segoe UI"/>
              </a:rPr>
              <a:t>Cases</a:t>
            </a:r>
            <a:endParaRPr sz="4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78735" y="1255775"/>
            <a:ext cx="2298700" cy="640080"/>
          </a:xfrm>
          <a:custGeom>
            <a:avLst/>
            <a:gdLst/>
            <a:ahLst/>
            <a:cxnLst/>
            <a:rect l="l" t="t" r="r" b="b"/>
            <a:pathLst>
              <a:path w="2298700" h="640080">
                <a:moveTo>
                  <a:pt x="2238629" y="0"/>
                </a:moveTo>
                <a:lnTo>
                  <a:pt x="59562" y="0"/>
                </a:lnTo>
                <a:lnTo>
                  <a:pt x="36379" y="4681"/>
                </a:lnTo>
                <a:lnTo>
                  <a:pt x="17446" y="17446"/>
                </a:lnTo>
                <a:lnTo>
                  <a:pt x="4681" y="36379"/>
                </a:lnTo>
                <a:lnTo>
                  <a:pt x="0" y="59562"/>
                </a:lnTo>
                <a:lnTo>
                  <a:pt x="0" y="580516"/>
                </a:lnTo>
                <a:lnTo>
                  <a:pt x="4681" y="603700"/>
                </a:lnTo>
                <a:lnTo>
                  <a:pt x="17446" y="622633"/>
                </a:lnTo>
                <a:lnTo>
                  <a:pt x="36379" y="635398"/>
                </a:lnTo>
                <a:lnTo>
                  <a:pt x="59562" y="640079"/>
                </a:lnTo>
                <a:lnTo>
                  <a:pt x="2238629" y="640079"/>
                </a:lnTo>
                <a:lnTo>
                  <a:pt x="2261812" y="635398"/>
                </a:lnTo>
                <a:lnTo>
                  <a:pt x="2280745" y="622633"/>
                </a:lnTo>
                <a:lnTo>
                  <a:pt x="2293510" y="603700"/>
                </a:lnTo>
                <a:lnTo>
                  <a:pt x="2298191" y="580516"/>
                </a:lnTo>
                <a:lnTo>
                  <a:pt x="2298191" y="59562"/>
                </a:lnTo>
                <a:lnTo>
                  <a:pt x="2293510" y="36379"/>
                </a:lnTo>
                <a:lnTo>
                  <a:pt x="2280745" y="17446"/>
                </a:lnTo>
                <a:lnTo>
                  <a:pt x="2261812" y="4681"/>
                </a:lnTo>
                <a:lnTo>
                  <a:pt x="2238629" y="0"/>
                </a:lnTo>
                <a:close/>
              </a:path>
            </a:pathLst>
          </a:custGeom>
          <a:solidFill>
            <a:srgbClr val="E7D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494276" y="1255775"/>
            <a:ext cx="2298700" cy="640080"/>
          </a:xfrm>
          <a:custGeom>
            <a:avLst/>
            <a:gdLst/>
            <a:ahLst/>
            <a:cxnLst/>
            <a:rect l="l" t="t" r="r" b="b"/>
            <a:pathLst>
              <a:path w="2298700" h="640080">
                <a:moveTo>
                  <a:pt x="2238629" y="0"/>
                </a:moveTo>
                <a:lnTo>
                  <a:pt x="59562" y="0"/>
                </a:lnTo>
                <a:lnTo>
                  <a:pt x="36379" y="4681"/>
                </a:lnTo>
                <a:lnTo>
                  <a:pt x="17446" y="17446"/>
                </a:lnTo>
                <a:lnTo>
                  <a:pt x="4681" y="36379"/>
                </a:lnTo>
                <a:lnTo>
                  <a:pt x="0" y="59562"/>
                </a:lnTo>
                <a:lnTo>
                  <a:pt x="0" y="580516"/>
                </a:lnTo>
                <a:lnTo>
                  <a:pt x="4681" y="603700"/>
                </a:lnTo>
                <a:lnTo>
                  <a:pt x="17446" y="622633"/>
                </a:lnTo>
                <a:lnTo>
                  <a:pt x="36379" y="635398"/>
                </a:lnTo>
                <a:lnTo>
                  <a:pt x="59562" y="640079"/>
                </a:lnTo>
                <a:lnTo>
                  <a:pt x="2238629" y="640079"/>
                </a:lnTo>
                <a:lnTo>
                  <a:pt x="2261812" y="635398"/>
                </a:lnTo>
                <a:lnTo>
                  <a:pt x="2280745" y="622633"/>
                </a:lnTo>
                <a:lnTo>
                  <a:pt x="2293510" y="603700"/>
                </a:lnTo>
                <a:lnTo>
                  <a:pt x="2298192" y="580516"/>
                </a:lnTo>
                <a:lnTo>
                  <a:pt x="2298192" y="59562"/>
                </a:lnTo>
                <a:lnTo>
                  <a:pt x="2293510" y="36379"/>
                </a:lnTo>
                <a:lnTo>
                  <a:pt x="2280745" y="17446"/>
                </a:lnTo>
                <a:lnTo>
                  <a:pt x="2261812" y="4681"/>
                </a:lnTo>
                <a:lnTo>
                  <a:pt x="2238629" y="0"/>
                </a:lnTo>
                <a:close/>
              </a:path>
            </a:pathLst>
          </a:custGeom>
          <a:solidFill>
            <a:srgbClr val="E7D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909816" y="1255775"/>
            <a:ext cx="2298700" cy="640080"/>
          </a:xfrm>
          <a:custGeom>
            <a:avLst/>
            <a:gdLst/>
            <a:ahLst/>
            <a:cxnLst/>
            <a:rect l="l" t="t" r="r" b="b"/>
            <a:pathLst>
              <a:path w="2298700" h="640080">
                <a:moveTo>
                  <a:pt x="2238629" y="0"/>
                </a:moveTo>
                <a:lnTo>
                  <a:pt x="59562" y="0"/>
                </a:lnTo>
                <a:lnTo>
                  <a:pt x="36379" y="4681"/>
                </a:lnTo>
                <a:lnTo>
                  <a:pt x="17446" y="17446"/>
                </a:lnTo>
                <a:lnTo>
                  <a:pt x="4681" y="36379"/>
                </a:lnTo>
                <a:lnTo>
                  <a:pt x="0" y="59562"/>
                </a:lnTo>
                <a:lnTo>
                  <a:pt x="0" y="580516"/>
                </a:lnTo>
                <a:lnTo>
                  <a:pt x="4681" y="603700"/>
                </a:lnTo>
                <a:lnTo>
                  <a:pt x="17446" y="622633"/>
                </a:lnTo>
                <a:lnTo>
                  <a:pt x="36379" y="635398"/>
                </a:lnTo>
                <a:lnTo>
                  <a:pt x="59562" y="640079"/>
                </a:lnTo>
                <a:lnTo>
                  <a:pt x="2238629" y="640079"/>
                </a:lnTo>
                <a:lnTo>
                  <a:pt x="2261812" y="635398"/>
                </a:lnTo>
                <a:lnTo>
                  <a:pt x="2280745" y="622633"/>
                </a:lnTo>
                <a:lnTo>
                  <a:pt x="2293510" y="603700"/>
                </a:lnTo>
                <a:lnTo>
                  <a:pt x="2298191" y="580516"/>
                </a:lnTo>
                <a:lnTo>
                  <a:pt x="2298191" y="59562"/>
                </a:lnTo>
                <a:lnTo>
                  <a:pt x="2293510" y="36379"/>
                </a:lnTo>
                <a:lnTo>
                  <a:pt x="2280745" y="17446"/>
                </a:lnTo>
                <a:lnTo>
                  <a:pt x="2261812" y="4681"/>
                </a:lnTo>
                <a:lnTo>
                  <a:pt x="2238629" y="0"/>
                </a:lnTo>
                <a:close/>
              </a:path>
            </a:pathLst>
          </a:custGeom>
          <a:solidFill>
            <a:srgbClr val="E7D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25356" y="1255775"/>
            <a:ext cx="2298700" cy="640080"/>
          </a:xfrm>
          <a:custGeom>
            <a:avLst/>
            <a:gdLst/>
            <a:ahLst/>
            <a:cxnLst/>
            <a:rect l="l" t="t" r="r" b="b"/>
            <a:pathLst>
              <a:path w="2298700" h="640080">
                <a:moveTo>
                  <a:pt x="2238629" y="0"/>
                </a:moveTo>
                <a:lnTo>
                  <a:pt x="59563" y="0"/>
                </a:lnTo>
                <a:lnTo>
                  <a:pt x="36379" y="4681"/>
                </a:lnTo>
                <a:lnTo>
                  <a:pt x="17446" y="17446"/>
                </a:lnTo>
                <a:lnTo>
                  <a:pt x="4681" y="36379"/>
                </a:lnTo>
                <a:lnTo>
                  <a:pt x="0" y="59562"/>
                </a:lnTo>
                <a:lnTo>
                  <a:pt x="0" y="580516"/>
                </a:lnTo>
                <a:lnTo>
                  <a:pt x="4681" y="603700"/>
                </a:lnTo>
                <a:lnTo>
                  <a:pt x="17446" y="622633"/>
                </a:lnTo>
                <a:lnTo>
                  <a:pt x="36379" y="635398"/>
                </a:lnTo>
                <a:lnTo>
                  <a:pt x="59563" y="640079"/>
                </a:lnTo>
                <a:lnTo>
                  <a:pt x="2238629" y="640079"/>
                </a:lnTo>
                <a:lnTo>
                  <a:pt x="2261812" y="635398"/>
                </a:lnTo>
                <a:lnTo>
                  <a:pt x="2280745" y="622633"/>
                </a:lnTo>
                <a:lnTo>
                  <a:pt x="2293510" y="603700"/>
                </a:lnTo>
                <a:lnTo>
                  <a:pt x="2298192" y="580516"/>
                </a:lnTo>
                <a:lnTo>
                  <a:pt x="2298192" y="59562"/>
                </a:lnTo>
                <a:lnTo>
                  <a:pt x="2293510" y="36379"/>
                </a:lnTo>
                <a:lnTo>
                  <a:pt x="2280745" y="17446"/>
                </a:lnTo>
                <a:lnTo>
                  <a:pt x="2261812" y="4681"/>
                </a:lnTo>
                <a:lnTo>
                  <a:pt x="2238629" y="0"/>
                </a:lnTo>
                <a:close/>
              </a:path>
            </a:pathLst>
          </a:custGeom>
          <a:solidFill>
            <a:srgbClr val="E7D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78735" y="2907792"/>
            <a:ext cx="2298700" cy="2098675"/>
          </a:xfrm>
          <a:custGeom>
            <a:avLst/>
            <a:gdLst/>
            <a:ahLst/>
            <a:cxnLst/>
            <a:rect l="l" t="t" r="r" b="b"/>
            <a:pathLst>
              <a:path w="2298700" h="2098675">
                <a:moveTo>
                  <a:pt x="2235327" y="0"/>
                </a:moveTo>
                <a:lnTo>
                  <a:pt x="62864" y="0"/>
                </a:lnTo>
                <a:lnTo>
                  <a:pt x="38361" y="4929"/>
                </a:lnTo>
                <a:lnTo>
                  <a:pt x="18383" y="18383"/>
                </a:lnTo>
                <a:lnTo>
                  <a:pt x="4929" y="38361"/>
                </a:lnTo>
                <a:lnTo>
                  <a:pt x="0" y="62865"/>
                </a:lnTo>
                <a:lnTo>
                  <a:pt x="0" y="2035683"/>
                </a:lnTo>
                <a:lnTo>
                  <a:pt x="4929" y="2060132"/>
                </a:lnTo>
                <a:lnTo>
                  <a:pt x="18383" y="2080117"/>
                </a:lnTo>
                <a:lnTo>
                  <a:pt x="38361" y="2093600"/>
                </a:lnTo>
                <a:lnTo>
                  <a:pt x="62864" y="2098548"/>
                </a:lnTo>
                <a:lnTo>
                  <a:pt x="2235327" y="2098548"/>
                </a:lnTo>
                <a:lnTo>
                  <a:pt x="2259776" y="2093600"/>
                </a:lnTo>
                <a:lnTo>
                  <a:pt x="2279761" y="2080117"/>
                </a:lnTo>
                <a:lnTo>
                  <a:pt x="2293244" y="2060132"/>
                </a:lnTo>
                <a:lnTo>
                  <a:pt x="2298191" y="2035683"/>
                </a:lnTo>
                <a:lnTo>
                  <a:pt x="2298191" y="62865"/>
                </a:lnTo>
                <a:lnTo>
                  <a:pt x="2293244" y="38361"/>
                </a:lnTo>
                <a:lnTo>
                  <a:pt x="2279761" y="18383"/>
                </a:lnTo>
                <a:lnTo>
                  <a:pt x="2259776" y="4929"/>
                </a:lnTo>
                <a:lnTo>
                  <a:pt x="223532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94276" y="2907792"/>
            <a:ext cx="2298700" cy="2098675"/>
          </a:xfrm>
          <a:custGeom>
            <a:avLst/>
            <a:gdLst/>
            <a:ahLst/>
            <a:cxnLst/>
            <a:rect l="l" t="t" r="r" b="b"/>
            <a:pathLst>
              <a:path w="2298700" h="2098675">
                <a:moveTo>
                  <a:pt x="2235327" y="0"/>
                </a:moveTo>
                <a:lnTo>
                  <a:pt x="62864" y="0"/>
                </a:lnTo>
                <a:lnTo>
                  <a:pt x="38361" y="4929"/>
                </a:lnTo>
                <a:lnTo>
                  <a:pt x="18383" y="18383"/>
                </a:lnTo>
                <a:lnTo>
                  <a:pt x="4929" y="38361"/>
                </a:lnTo>
                <a:lnTo>
                  <a:pt x="0" y="62865"/>
                </a:lnTo>
                <a:lnTo>
                  <a:pt x="0" y="2035683"/>
                </a:lnTo>
                <a:lnTo>
                  <a:pt x="4929" y="2060132"/>
                </a:lnTo>
                <a:lnTo>
                  <a:pt x="18383" y="2080117"/>
                </a:lnTo>
                <a:lnTo>
                  <a:pt x="38361" y="2093600"/>
                </a:lnTo>
                <a:lnTo>
                  <a:pt x="62864" y="2098548"/>
                </a:lnTo>
                <a:lnTo>
                  <a:pt x="2235327" y="2098548"/>
                </a:lnTo>
                <a:lnTo>
                  <a:pt x="2259830" y="2093600"/>
                </a:lnTo>
                <a:lnTo>
                  <a:pt x="2279808" y="2080117"/>
                </a:lnTo>
                <a:lnTo>
                  <a:pt x="2293262" y="2060132"/>
                </a:lnTo>
                <a:lnTo>
                  <a:pt x="2298192" y="2035683"/>
                </a:lnTo>
                <a:lnTo>
                  <a:pt x="2298192" y="62865"/>
                </a:lnTo>
                <a:lnTo>
                  <a:pt x="2293262" y="38361"/>
                </a:lnTo>
                <a:lnTo>
                  <a:pt x="2279808" y="18383"/>
                </a:lnTo>
                <a:lnTo>
                  <a:pt x="2259830" y="4929"/>
                </a:lnTo>
                <a:lnTo>
                  <a:pt x="223532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09816" y="2907792"/>
            <a:ext cx="2298700" cy="2098675"/>
          </a:xfrm>
          <a:custGeom>
            <a:avLst/>
            <a:gdLst/>
            <a:ahLst/>
            <a:cxnLst/>
            <a:rect l="l" t="t" r="r" b="b"/>
            <a:pathLst>
              <a:path w="2298700" h="2098675">
                <a:moveTo>
                  <a:pt x="2235327" y="0"/>
                </a:moveTo>
                <a:lnTo>
                  <a:pt x="62864" y="0"/>
                </a:lnTo>
                <a:lnTo>
                  <a:pt x="38361" y="4929"/>
                </a:lnTo>
                <a:lnTo>
                  <a:pt x="18383" y="18383"/>
                </a:lnTo>
                <a:lnTo>
                  <a:pt x="4929" y="38361"/>
                </a:lnTo>
                <a:lnTo>
                  <a:pt x="0" y="62865"/>
                </a:lnTo>
                <a:lnTo>
                  <a:pt x="0" y="2035683"/>
                </a:lnTo>
                <a:lnTo>
                  <a:pt x="4929" y="2060132"/>
                </a:lnTo>
                <a:lnTo>
                  <a:pt x="18383" y="2080117"/>
                </a:lnTo>
                <a:lnTo>
                  <a:pt x="38361" y="2093600"/>
                </a:lnTo>
                <a:lnTo>
                  <a:pt x="62864" y="2098548"/>
                </a:lnTo>
                <a:lnTo>
                  <a:pt x="2235327" y="2098548"/>
                </a:lnTo>
                <a:lnTo>
                  <a:pt x="2259776" y="2093600"/>
                </a:lnTo>
                <a:lnTo>
                  <a:pt x="2279761" y="2080117"/>
                </a:lnTo>
                <a:lnTo>
                  <a:pt x="2293244" y="2060132"/>
                </a:lnTo>
                <a:lnTo>
                  <a:pt x="2298191" y="2035683"/>
                </a:lnTo>
                <a:lnTo>
                  <a:pt x="2298191" y="62865"/>
                </a:lnTo>
                <a:lnTo>
                  <a:pt x="2293244" y="38361"/>
                </a:lnTo>
                <a:lnTo>
                  <a:pt x="2279761" y="18383"/>
                </a:lnTo>
                <a:lnTo>
                  <a:pt x="2259776" y="4929"/>
                </a:lnTo>
                <a:lnTo>
                  <a:pt x="223532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325356" y="2907792"/>
            <a:ext cx="2298700" cy="2098675"/>
          </a:xfrm>
          <a:custGeom>
            <a:avLst/>
            <a:gdLst/>
            <a:ahLst/>
            <a:cxnLst/>
            <a:rect l="l" t="t" r="r" b="b"/>
            <a:pathLst>
              <a:path w="2298700" h="2098675">
                <a:moveTo>
                  <a:pt x="2235327" y="0"/>
                </a:moveTo>
                <a:lnTo>
                  <a:pt x="62865" y="0"/>
                </a:lnTo>
                <a:lnTo>
                  <a:pt x="38361" y="4929"/>
                </a:lnTo>
                <a:lnTo>
                  <a:pt x="18383" y="18383"/>
                </a:lnTo>
                <a:lnTo>
                  <a:pt x="4929" y="38361"/>
                </a:lnTo>
                <a:lnTo>
                  <a:pt x="0" y="62865"/>
                </a:lnTo>
                <a:lnTo>
                  <a:pt x="0" y="2035683"/>
                </a:lnTo>
                <a:lnTo>
                  <a:pt x="4929" y="2060132"/>
                </a:lnTo>
                <a:lnTo>
                  <a:pt x="18383" y="2080117"/>
                </a:lnTo>
                <a:lnTo>
                  <a:pt x="38361" y="2093600"/>
                </a:lnTo>
                <a:lnTo>
                  <a:pt x="62865" y="2098548"/>
                </a:lnTo>
                <a:lnTo>
                  <a:pt x="2235327" y="2098548"/>
                </a:lnTo>
                <a:lnTo>
                  <a:pt x="2259776" y="2093600"/>
                </a:lnTo>
                <a:lnTo>
                  <a:pt x="2279761" y="2080117"/>
                </a:lnTo>
                <a:lnTo>
                  <a:pt x="2293244" y="2060132"/>
                </a:lnTo>
                <a:lnTo>
                  <a:pt x="2298192" y="2035683"/>
                </a:lnTo>
                <a:lnTo>
                  <a:pt x="2298192" y="62865"/>
                </a:lnTo>
                <a:lnTo>
                  <a:pt x="2293244" y="38361"/>
                </a:lnTo>
                <a:lnTo>
                  <a:pt x="2279761" y="18383"/>
                </a:lnTo>
                <a:lnTo>
                  <a:pt x="2259776" y="4929"/>
                </a:lnTo>
                <a:lnTo>
                  <a:pt x="223532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936223" y="5276651"/>
            <a:ext cx="9820910" cy="1225550"/>
            <a:chOff x="1936223" y="5276651"/>
            <a:chExt cx="9820910" cy="122555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6223" y="5276651"/>
              <a:ext cx="9820311" cy="122533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78736" y="5333999"/>
              <a:ext cx="9545320" cy="1120140"/>
            </a:xfrm>
            <a:custGeom>
              <a:avLst/>
              <a:gdLst/>
              <a:ahLst/>
              <a:cxnLst/>
              <a:rect l="l" t="t" r="r" b="b"/>
              <a:pathLst>
                <a:path w="9545320" h="1120139">
                  <a:moveTo>
                    <a:pt x="9469246" y="0"/>
                  </a:moveTo>
                  <a:lnTo>
                    <a:pt x="75564" y="0"/>
                  </a:lnTo>
                  <a:lnTo>
                    <a:pt x="46130" y="5931"/>
                  </a:lnTo>
                  <a:lnTo>
                    <a:pt x="22113" y="22113"/>
                  </a:lnTo>
                  <a:lnTo>
                    <a:pt x="5931" y="46130"/>
                  </a:lnTo>
                  <a:lnTo>
                    <a:pt x="0" y="75565"/>
                  </a:lnTo>
                  <a:lnTo>
                    <a:pt x="0" y="1044600"/>
                  </a:lnTo>
                  <a:lnTo>
                    <a:pt x="5931" y="1074003"/>
                  </a:lnTo>
                  <a:lnTo>
                    <a:pt x="22113" y="1098015"/>
                  </a:lnTo>
                  <a:lnTo>
                    <a:pt x="46130" y="1114203"/>
                  </a:lnTo>
                  <a:lnTo>
                    <a:pt x="75564" y="1120140"/>
                  </a:lnTo>
                  <a:lnTo>
                    <a:pt x="9469246" y="1120140"/>
                  </a:lnTo>
                  <a:lnTo>
                    <a:pt x="9498681" y="1114203"/>
                  </a:lnTo>
                  <a:lnTo>
                    <a:pt x="9522698" y="1098015"/>
                  </a:lnTo>
                  <a:lnTo>
                    <a:pt x="9538880" y="1074003"/>
                  </a:lnTo>
                  <a:lnTo>
                    <a:pt x="9544812" y="1044600"/>
                  </a:lnTo>
                  <a:lnTo>
                    <a:pt x="9544812" y="75565"/>
                  </a:lnTo>
                  <a:lnTo>
                    <a:pt x="9538880" y="46130"/>
                  </a:lnTo>
                  <a:lnTo>
                    <a:pt x="9522698" y="22113"/>
                  </a:lnTo>
                  <a:lnTo>
                    <a:pt x="9498681" y="5931"/>
                  </a:lnTo>
                  <a:lnTo>
                    <a:pt x="94692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2078735" y="2068067"/>
            <a:ext cx="2298700" cy="640080"/>
          </a:xfrm>
          <a:custGeom>
            <a:avLst/>
            <a:gdLst/>
            <a:ahLst/>
            <a:cxnLst/>
            <a:rect l="l" t="t" r="r" b="b"/>
            <a:pathLst>
              <a:path w="2298700" h="640080">
                <a:moveTo>
                  <a:pt x="2238629" y="0"/>
                </a:moveTo>
                <a:lnTo>
                  <a:pt x="59562" y="0"/>
                </a:lnTo>
                <a:lnTo>
                  <a:pt x="36379" y="4681"/>
                </a:lnTo>
                <a:lnTo>
                  <a:pt x="17446" y="17446"/>
                </a:lnTo>
                <a:lnTo>
                  <a:pt x="4681" y="36379"/>
                </a:lnTo>
                <a:lnTo>
                  <a:pt x="0" y="59562"/>
                </a:lnTo>
                <a:lnTo>
                  <a:pt x="0" y="580517"/>
                </a:lnTo>
                <a:lnTo>
                  <a:pt x="4681" y="603700"/>
                </a:lnTo>
                <a:lnTo>
                  <a:pt x="17446" y="622633"/>
                </a:lnTo>
                <a:lnTo>
                  <a:pt x="36379" y="635398"/>
                </a:lnTo>
                <a:lnTo>
                  <a:pt x="59562" y="640080"/>
                </a:lnTo>
                <a:lnTo>
                  <a:pt x="2238629" y="640080"/>
                </a:lnTo>
                <a:lnTo>
                  <a:pt x="2261812" y="635398"/>
                </a:lnTo>
                <a:lnTo>
                  <a:pt x="2280745" y="622633"/>
                </a:lnTo>
                <a:lnTo>
                  <a:pt x="2293510" y="603700"/>
                </a:lnTo>
                <a:lnTo>
                  <a:pt x="2298191" y="580517"/>
                </a:lnTo>
                <a:lnTo>
                  <a:pt x="2298191" y="59562"/>
                </a:lnTo>
                <a:lnTo>
                  <a:pt x="2293510" y="36379"/>
                </a:lnTo>
                <a:lnTo>
                  <a:pt x="2280745" y="17446"/>
                </a:lnTo>
                <a:lnTo>
                  <a:pt x="2261812" y="4681"/>
                </a:lnTo>
                <a:lnTo>
                  <a:pt x="2238629" y="0"/>
                </a:lnTo>
                <a:close/>
              </a:path>
            </a:pathLst>
          </a:custGeom>
          <a:solidFill>
            <a:srgbClr val="CFC0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94276" y="2068067"/>
            <a:ext cx="2298700" cy="640080"/>
          </a:xfrm>
          <a:custGeom>
            <a:avLst/>
            <a:gdLst/>
            <a:ahLst/>
            <a:cxnLst/>
            <a:rect l="l" t="t" r="r" b="b"/>
            <a:pathLst>
              <a:path w="2298700" h="640080">
                <a:moveTo>
                  <a:pt x="2238629" y="0"/>
                </a:moveTo>
                <a:lnTo>
                  <a:pt x="59562" y="0"/>
                </a:lnTo>
                <a:lnTo>
                  <a:pt x="36379" y="4681"/>
                </a:lnTo>
                <a:lnTo>
                  <a:pt x="17446" y="17446"/>
                </a:lnTo>
                <a:lnTo>
                  <a:pt x="4681" y="36379"/>
                </a:lnTo>
                <a:lnTo>
                  <a:pt x="0" y="59562"/>
                </a:lnTo>
                <a:lnTo>
                  <a:pt x="0" y="580517"/>
                </a:lnTo>
                <a:lnTo>
                  <a:pt x="4681" y="603700"/>
                </a:lnTo>
                <a:lnTo>
                  <a:pt x="17446" y="622633"/>
                </a:lnTo>
                <a:lnTo>
                  <a:pt x="36379" y="635398"/>
                </a:lnTo>
                <a:lnTo>
                  <a:pt x="59562" y="640080"/>
                </a:lnTo>
                <a:lnTo>
                  <a:pt x="2238629" y="640080"/>
                </a:lnTo>
                <a:lnTo>
                  <a:pt x="2261812" y="635398"/>
                </a:lnTo>
                <a:lnTo>
                  <a:pt x="2280745" y="622633"/>
                </a:lnTo>
                <a:lnTo>
                  <a:pt x="2293510" y="603700"/>
                </a:lnTo>
                <a:lnTo>
                  <a:pt x="2298192" y="580517"/>
                </a:lnTo>
                <a:lnTo>
                  <a:pt x="2298192" y="59562"/>
                </a:lnTo>
                <a:lnTo>
                  <a:pt x="2293510" y="36379"/>
                </a:lnTo>
                <a:lnTo>
                  <a:pt x="2280745" y="17446"/>
                </a:lnTo>
                <a:lnTo>
                  <a:pt x="2261812" y="4681"/>
                </a:lnTo>
                <a:lnTo>
                  <a:pt x="2238629" y="0"/>
                </a:lnTo>
                <a:close/>
              </a:path>
            </a:pathLst>
          </a:custGeom>
          <a:solidFill>
            <a:srgbClr val="CFC0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09816" y="2068067"/>
            <a:ext cx="2298700" cy="640080"/>
          </a:xfrm>
          <a:custGeom>
            <a:avLst/>
            <a:gdLst/>
            <a:ahLst/>
            <a:cxnLst/>
            <a:rect l="l" t="t" r="r" b="b"/>
            <a:pathLst>
              <a:path w="2298700" h="640080">
                <a:moveTo>
                  <a:pt x="2238629" y="0"/>
                </a:moveTo>
                <a:lnTo>
                  <a:pt x="59562" y="0"/>
                </a:lnTo>
                <a:lnTo>
                  <a:pt x="36379" y="4681"/>
                </a:lnTo>
                <a:lnTo>
                  <a:pt x="17446" y="17446"/>
                </a:lnTo>
                <a:lnTo>
                  <a:pt x="4681" y="36379"/>
                </a:lnTo>
                <a:lnTo>
                  <a:pt x="0" y="59562"/>
                </a:lnTo>
                <a:lnTo>
                  <a:pt x="0" y="580517"/>
                </a:lnTo>
                <a:lnTo>
                  <a:pt x="4681" y="603700"/>
                </a:lnTo>
                <a:lnTo>
                  <a:pt x="17446" y="622633"/>
                </a:lnTo>
                <a:lnTo>
                  <a:pt x="36379" y="635398"/>
                </a:lnTo>
                <a:lnTo>
                  <a:pt x="59562" y="640080"/>
                </a:lnTo>
                <a:lnTo>
                  <a:pt x="2238629" y="640080"/>
                </a:lnTo>
                <a:lnTo>
                  <a:pt x="2261812" y="635398"/>
                </a:lnTo>
                <a:lnTo>
                  <a:pt x="2280745" y="622633"/>
                </a:lnTo>
                <a:lnTo>
                  <a:pt x="2293510" y="603700"/>
                </a:lnTo>
                <a:lnTo>
                  <a:pt x="2298191" y="580517"/>
                </a:lnTo>
                <a:lnTo>
                  <a:pt x="2298191" y="59562"/>
                </a:lnTo>
                <a:lnTo>
                  <a:pt x="2293510" y="36379"/>
                </a:lnTo>
                <a:lnTo>
                  <a:pt x="2280745" y="17446"/>
                </a:lnTo>
                <a:lnTo>
                  <a:pt x="2261812" y="4681"/>
                </a:lnTo>
                <a:lnTo>
                  <a:pt x="2238629" y="0"/>
                </a:lnTo>
                <a:close/>
              </a:path>
            </a:pathLst>
          </a:custGeom>
          <a:solidFill>
            <a:srgbClr val="CFC0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25356" y="2068067"/>
            <a:ext cx="2298700" cy="640080"/>
          </a:xfrm>
          <a:custGeom>
            <a:avLst/>
            <a:gdLst/>
            <a:ahLst/>
            <a:cxnLst/>
            <a:rect l="l" t="t" r="r" b="b"/>
            <a:pathLst>
              <a:path w="2298700" h="640080">
                <a:moveTo>
                  <a:pt x="2238629" y="0"/>
                </a:moveTo>
                <a:lnTo>
                  <a:pt x="59563" y="0"/>
                </a:lnTo>
                <a:lnTo>
                  <a:pt x="36379" y="4681"/>
                </a:lnTo>
                <a:lnTo>
                  <a:pt x="17446" y="17446"/>
                </a:lnTo>
                <a:lnTo>
                  <a:pt x="4681" y="36379"/>
                </a:lnTo>
                <a:lnTo>
                  <a:pt x="0" y="59562"/>
                </a:lnTo>
                <a:lnTo>
                  <a:pt x="0" y="580517"/>
                </a:lnTo>
                <a:lnTo>
                  <a:pt x="4681" y="603700"/>
                </a:lnTo>
                <a:lnTo>
                  <a:pt x="17446" y="622633"/>
                </a:lnTo>
                <a:lnTo>
                  <a:pt x="36379" y="635398"/>
                </a:lnTo>
                <a:lnTo>
                  <a:pt x="59563" y="640080"/>
                </a:lnTo>
                <a:lnTo>
                  <a:pt x="2238629" y="640080"/>
                </a:lnTo>
                <a:lnTo>
                  <a:pt x="2261812" y="635398"/>
                </a:lnTo>
                <a:lnTo>
                  <a:pt x="2280745" y="622633"/>
                </a:lnTo>
                <a:lnTo>
                  <a:pt x="2293510" y="603700"/>
                </a:lnTo>
                <a:lnTo>
                  <a:pt x="2298192" y="580517"/>
                </a:lnTo>
                <a:lnTo>
                  <a:pt x="2298192" y="59562"/>
                </a:lnTo>
                <a:lnTo>
                  <a:pt x="2293510" y="36379"/>
                </a:lnTo>
                <a:lnTo>
                  <a:pt x="2280745" y="17446"/>
                </a:lnTo>
                <a:lnTo>
                  <a:pt x="2261812" y="4681"/>
                </a:lnTo>
                <a:lnTo>
                  <a:pt x="2238629" y="0"/>
                </a:lnTo>
                <a:close/>
              </a:path>
            </a:pathLst>
          </a:custGeom>
          <a:solidFill>
            <a:srgbClr val="CFC0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5334000"/>
            <a:ext cx="12192000" cy="1524000"/>
          </a:xfrm>
          <a:custGeom>
            <a:avLst/>
            <a:gdLst/>
            <a:ahLst/>
            <a:cxnLst/>
            <a:rect l="l" t="t" r="r" b="b"/>
            <a:pathLst>
              <a:path w="12192000" h="1524000">
                <a:moveTo>
                  <a:pt x="1900808" y="0"/>
                </a:moveTo>
                <a:lnTo>
                  <a:pt x="0" y="0"/>
                </a:lnTo>
                <a:lnTo>
                  <a:pt x="0" y="1524000"/>
                </a:lnTo>
                <a:lnTo>
                  <a:pt x="12192000" y="1524000"/>
                </a:lnTo>
                <a:lnTo>
                  <a:pt x="12192000" y="1229804"/>
                </a:lnTo>
                <a:lnTo>
                  <a:pt x="2067941" y="1229804"/>
                </a:lnTo>
                <a:lnTo>
                  <a:pt x="2026765" y="1221494"/>
                </a:lnTo>
                <a:lnTo>
                  <a:pt x="1993138" y="1198832"/>
                </a:lnTo>
                <a:lnTo>
                  <a:pt x="1970464" y="1165221"/>
                </a:lnTo>
                <a:lnTo>
                  <a:pt x="1962150" y="1124064"/>
                </a:lnTo>
                <a:lnTo>
                  <a:pt x="1962150" y="61340"/>
                </a:lnTo>
                <a:lnTo>
                  <a:pt x="1957333" y="37451"/>
                </a:lnTo>
                <a:lnTo>
                  <a:pt x="1944195" y="17954"/>
                </a:lnTo>
                <a:lnTo>
                  <a:pt x="1924698" y="4816"/>
                </a:lnTo>
                <a:lnTo>
                  <a:pt x="1900808" y="0"/>
                </a:lnTo>
                <a:close/>
              </a:path>
            </a:pathLst>
          </a:custGeom>
          <a:solidFill>
            <a:srgbClr val="3A2D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1207008"/>
            <a:ext cx="1963420" cy="736600"/>
          </a:xfrm>
          <a:custGeom>
            <a:avLst/>
            <a:gdLst/>
            <a:ahLst/>
            <a:cxnLst/>
            <a:rect l="l" t="t" r="r" b="b"/>
            <a:pathLst>
              <a:path w="1963420" h="736600">
                <a:moveTo>
                  <a:pt x="1899412" y="0"/>
                </a:moveTo>
                <a:lnTo>
                  <a:pt x="0" y="0"/>
                </a:lnTo>
                <a:lnTo>
                  <a:pt x="0" y="736091"/>
                </a:lnTo>
                <a:lnTo>
                  <a:pt x="1899412" y="736091"/>
                </a:lnTo>
                <a:lnTo>
                  <a:pt x="1924121" y="731099"/>
                </a:lnTo>
                <a:lnTo>
                  <a:pt x="1944306" y="717486"/>
                </a:lnTo>
                <a:lnTo>
                  <a:pt x="1957919" y="697301"/>
                </a:lnTo>
                <a:lnTo>
                  <a:pt x="1962912" y="672591"/>
                </a:lnTo>
                <a:lnTo>
                  <a:pt x="1962912" y="63500"/>
                </a:lnTo>
                <a:lnTo>
                  <a:pt x="1957919" y="38790"/>
                </a:lnTo>
                <a:lnTo>
                  <a:pt x="1944306" y="18605"/>
                </a:lnTo>
                <a:lnTo>
                  <a:pt x="1924121" y="4992"/>
                </a:lnTo>
                <a:lnTo>
                  <a:pt x="1899412" y="0"/>
                </a:lnTo>
                <a:close/>
              </a:path>
            </a:pathLst>
          </a:custGeom>
          <a:solidFill>
            <a:srgbClr val="8560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2020823"/>
            <a:ext cx="1963420" cy="734695"/>
          </a:xfrm>
          <a:custGeom>
            <a:avLst/>
            <a:gdLst/>
            <a:ahLst/>
            <a:cxnLst/>
            <a:rect l="l" t="t" r="r" b="b"/>
            <a:pathLst>
              <a:path w="1963420" h="734694">
                <a:moveTo>
                  <a:pt x="1899539" y="0"/>
                </a:moveTo>
                <a:lnTo>
                  <a:pt x="0" y="0"/>
                </a:lnTo>
                <a:lnTo>
                  <a:pt x="0" y="734567"/>
                </a:lnTo>
                <a:lnTo>
                  <a:pt x="1899539" y="734567"/>
                </a:lnTo>
                <a:lnTo>
                  <a:pt x="1924175" y="729577"/>
                </a:lnTo>
                <a:lnTo>
                  <a:pt x="1944322" y="715978"/>
                </a:lnTo>
                <a:lnTo>
                  <a:pt x="1957921" y="695831"/>
                </a:lnTo>
                <a:lnTo>
                  <a:pt x="1962912" y="671195"/>
                </a:lnTo>
                <a:lnTo>
                  <a:pt x="1962912" y="63373"/>
                </a:lnTo>
                <a:lnTo>
                  <a:pt x="1957921" y="38736"/>
                </a:lnTo>
                <a:lnTo>
                  <a:pt x="1944322" y="18589"/>
                </a:lnTo>
                <a:lnTo>
                  <a:pt x="1924175" y="4990"/>
                </a:lnTo>
                <a:lnTo>
                  <a:pt x="1899539" y="0"/>
                </a:lnTo>
                <a:close/>
              </a:path>
            </a:pathLst>
          </a:custGeom>
          <a:solidFill>
            <a:srgbClr val="603A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2834639"/>
            <a:ext cx="1963420" cy="2246630"/>
          </a:xfrm>
          <a:custGeom>
            <a:avLst/>
            <a:gdLst/>
            <a:ahLst/>
            <a:cxnLst/>
            <a:rect l="l" t="t" r="r" b="b"/>
            <a:pathLst>
              <a:path w="1963420" h="2246629">
                <a:moveTo>
                  <a:pt x="1899412" y="0"/>
                </a:moveTo>
                <a:lnTo>
                  <a:pt x="0" y="0"/>
                </a:lnTo>
                <a:lnTo>
                  <a:pt x="0" y="2246376"/>
                </a:lnTo>
                <a:lnTo>
                  <a:pt x="1899412" y="2246376"/>
                </a:lnTo>
                <a:lnTo>
                  <a:pt x="1924121" y="2241383"/>
                </a:lnTo>
                <a:lnTo>
                  <a:pt x="1944306" y="2227770"/>
                </a:lnTo>
                <a:lnTo>
                  <a:pt x="1957919" y="2207585"/>
                </a:lnTo>
                <a:lnTo>
                  <a:pt x="1962912" y="2182876"/>
                </a:lnTo>
                <a:lnTo>
                  <a:pt x="1962912" y="63500"/>
                </a:lnTo>
                <a:lnTo>
                  <a:pt x="1957919" y="38790"/>
                </a:lnTo>
                <a:lnTo>
                  <a:pt x="1944306" y="18605"/>
                </a:lnTo>
                <a:lnTo>
                  <a:pt x="1924121" y="4992"/>
                </a:lnTo>
                <a:lnTo>
                  <a:pt x="1899412" y="0"/>
                </a:lnTo>
                <a:close/>
              </a:path>
            </a:pathLst>
          </a:custGeom>
          <a:solidFill>
            <a:srgbClr val="4127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576478" y="432561"/>
            <a:ext cx="6100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5" dirty="0">
                <a:solidFill>
                  <a:srgbClr val="000000"/>
                </a:solidFill>
                <a:latin typeface="Segoe UI"/>
                <a:cs typeface="Segoe UI"/>
              </a:rPr>
              <a:t>Introduction</a:t>
            </a:r>
            <a:r>
              <a:rPr b="1" spc="-204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10" dirty="0">
                <a:solidFill>
                  <a:srgbClr val="000000"/>
                </a:solidFill>
                <a:latin typeface="Segoe UI"/>
                <a:cs typeface="Segoe UI"/>
              </a:rPr>
              <a:t>to</a:t>
            </a:r>
            <a:r>
              <a:rPr b="1" spc="-21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45" dirty="0">
                <a:solidFill>
                  <a:srgbClr val="000000"/>
                </a:solidFill>
                <a:latin typeface="Segoe UI"/>
                <a:cs typeface="Segoe UI"/>
              </a:rPr>
              <a:t>top</a:t>
            </a:r>
            <a:r>
              <a:rPr b="1" spc="-17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40" dirty="0">
                <a:solidFill>
                  <a:srgbClr val="000000"/>
                </a:solidFill>
                <a:latin typeface="Segoe UI"/>
                <a:cs typeface="Segoe UI"/>
              </a:rPr>
              <a:t>use</a:t>
            </a:r>
            <a:r>
              <a:rPr b="1" spc="-204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10" dirty="0">
                <a:solidFill>
                  <a:srgbClr val="000000"/>
                </a:solidFill>
                <a:latin typeface="Segoe UI"/>
                <a:cs typeface="Segoe UI"/>
              </a:rPr>
              <a:t>cases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76478" y="1314449"/>
            <a:ext cx="8324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Segoe UI"/>
                <a:cs typeface="Segoe UI"/>
              </a:rPr>
              <a:t>Business Problem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39823" y="1451305"/>
            <a:ext cx="19164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Segoe UI"/>
                <a:cs typeface="Segoe UI"/>
              </a:rPr>
              <a:t>Productivity</a:t>
            </a:r>
            <a:r>
              <a:rPr sz="1400" b="1" spc="30" dirty="0">
                <a:latin typeface="Segoe UI"/>
                <a:cs typeface="Segoe UI"/>
              </a:rPr>
              <a:t> </a:t>
            </a:r>
            <a:r>
              <a:rPr sz="1400" b="1" dirty="0">
                <a:latin typeface="Segoe UI"/>
                <a:cs typeface="Segoe UI"/>
              </a:rPr>
              <a:t>is</a:t>
            </a:r>
            <a:r>
              <a:rPr sz="1400" b="1" spc="-30" dirty="0">
                <a:latin typeface="Segoe UI"/>
                <a:cs typeface="Segoe UI"/>
              </a:rPr>
              <a:t> </a:t>
            </a:r>
            <a:r>
              <a:rPr sz="1400" b="1" spc="-10" dirty="0">
                <a:latin typeface="Segoe UI"/>
                <a:cs typeface="Segoe UI"/>
              </a:rPr>
              <a:t>lagging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61713" y="1344930"/>
            <a:ext cx="145097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Segoe UI"/>
                <a:cs typeface="Segoe UI"/>
              </a:rPr>
              <a:t>Need</a:t>
            </a:r>
            <a:r>
              <a:rPr sz="1400" b="1" spc="-90" dirty="0">
                <a:latin typeface="Segoe UI"/>
                <a:cs typeface="Segoe UI"/>
              </a:rPr>
              <a:t> </a:t>
            </a:r>
            <a:r>
              <a:rPr sz="1400" b="1" dirty="0">
                <a:latin typeface="Segoe UI"/>
                <a:cs typeface="Segoe UI"/>
              </a:rPr>
              <a:t>for</a:t>
            </a:r>
            <a:r>
              <a:rPr sz="1400" b="1" spc="-50" dirty="0">
                <a:latin typeface="Segoe UI"/>
                <a:cs typeface="Segoe UI"/>
              </a:rPr>
              <a:t> </a:t>
            </a:r>
            <a:r>
              <a:rPr sz="1400" b="1" spc="-10" dirty="0">
                <a:latin typeface="Segoe UI"/>
                <a:cs typeface="Segoe UI"/>
              </a:rPr>
              <a:t>process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Segoe UI"/>
                <a:cs typeface="Segoe UI"/>
              </a:rPr>
              <a:t>Automation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77253" y="1344930"/>
            <a:ext cx="1707514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Segoe UI"/>
                <a:cs typeface="Segoe UI"/>
              </a:rPr>
              <a:t>Degraded</a:t>
            </a:r>
            <a:r>
              <a:rPr sz="1400" b="1" spc="-60" dirty="0">
                <a:latin typeface="Segoe UI"/>
                <a:cs typeface="Segoe UI"/>
              </a:rPr>
              <a:t> </a:t>
            </a:r>
            <a:r>
              <a:rPr sz="1400" b="1" spc="-10" dirty="0">
                <a:latin typeface="Segoe UI"/>
                <a:cs typeface="Segoe UI"/>
              </a:rPr>
              <a:t>Customer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Segoe UI"/>
                <a:cs typeface="Segoe UI"/>
              </a:rPr>
              <a:t>Experience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393173" y="1344930"/>
            <a:ext cx="210820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Segoe UI"/>
                <a:cs typeface="Segoe UI"/>
              </a:rPr>
              <a:t>Creating</a:t>
            </a:r>
            <a:r>
              <a:rPr sz="1400" b="1" spc="-30" dirty="0">
                <a:latin typeface="Segoe UI"/>
                <a:cs typeface="Segoe UI"/>
              </a:rPr>
              <a:t> </a:t>
            </a:r>
            <a:r>
              <a:rPr sz="1400" b="1" dirty="0">
                <a:latin typeface="Segoe UI"/>
                <a:cs typeface="Segoe UI"/>
              </a:rPr>
              <a:t>Content</a:t>
            </a:r>
            <a:r>
              <a:rPr sz="1400" b="1" spc="30" dirty="0">
                <a:latin typeface="Segoe UI"/>
                <a:cs typeface="Segoe UI"/>
              </a:rPr>
              <a:t> </a:t>
            </a:r>
            <a:r>
              <a:rPr sz="1400" b="1" dirty="0">
                <a:latin typeface="Segoe UI"/>
                <a:cs typeface="Segoe UI"/>
              </a:rPr>
              <a:t>is</a:t>
            </a:r>
            <a:r>
              <a:rPr sz="1400" b="1" spc="20" dirty="0">
                <a:latin typeface="Segoe UI"/>
                <a:cs typeface="Segoe UI"/>
              </a:rPr>
              <a:t> </a:t>
            </a:r>
            <a:r>
              <a:rPr sz="1400" b="1" spc="-20" dirty="0">
                <a:latin typeface="Segoe UI"/>
                <a:cs typeface="Segoe UI"/>
              </a:rPr>
              <a:t>Time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Segoe UI"/>
                <a:cs typeface="Segoe UI"/>
              </a:rPr>
              <a:t>Consuming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6478" y="2127885"/>
            <a:ext cx="8324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Segoe UI"/>
                <a:cs typeface="Segoe UI"/>
              </a:rPr>
              <a:t>Business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solidFill>
                  <a:srgbClr val="FFFFFF"/>
                </a:solidFill>
                <a:latin typeface="Segoe UI"/>
                <a:cs typeface="Segoe UI"/>
              </a:rPr>
              <a:t>Needs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39823" y="2264740"/>
            <a:ext cx="18021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Segoe UI"/>
                <a:cs typeface="Segoe UI"/>
              </a:rPr>
              <a:t>Increase </a:t>
            </a:r>
            <a:r>
              <a:rPr sz="1400" b="1" spc="-10" dirty="0">
                <a:latin typeface="Segoe UI"/>
                <a:cs typeface="Segoe UI"/>
              </a:rPr>
              <a:t>Productivity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55363" y="2264740"/>
            <a:ext cx="17291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Segoe UI"/>
                <a:cs typeface="Segoe UI"/>
              </a:rPr>
              <a:t>Automate</a:t>
            </a:r>
            <a:r>
              <a:rPr sz="1400" b="1" spc="-40" dirty="0">
                <a:latin typeface="Segoe UI"/>
                <a:cs typeface="Segoe UI"/>
              </a:rPr>
              <a:t> </a:t>
            </a:r>
            <a:r>
              <a:rPr sz="1400" b="1" spc="-10" dirty="0">
                <a:latin typeface="Segoe UI"/>
                <a:cs typeface="Segoe UI"/>
              </a:rPr>
              <a:t>Processes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77253" y="2158364"/>
            <a:ext cx="15919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Segoe UI"/>
                <a:cs typeface="Segoe UI"/>
              </a:rPr>
              <a:t>Improve</a:t>
            </a:r>
            <a:r>
              <a:rPr sz="1400" b="1" spc="-95" dirty="0">
                <a:latin typeface="Segoe UI"/>
                <a:cs typeface="Segoe UI"/>
              </a:rPr>
              <a:t> </a:t>
            </a:r>
            <a:r>
              <a:rPr sz="1400" b="1" spc="-10" dirty="0">
                <a:latin typeface="Segoe UI"/>
                <a:cs typeface="Segoe UI"/>
              </a:rPr>
              <a:t>Customer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 spc="-10" dirty="0">
                <a:latin typeface="Segoe UI"/>
                <a:cs typeface="Segoe UI"/>
              </a:rPr>
              <a:t>Experience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87078" y="2264740"/>
            <a:ext cx="1923414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latin typeface="Segoe UI"/>
                <a:cs typeface="Segoe UI"/>
              </a:rPr>
              <a:t>Build</a:t>
            </a:r>
            <a:r>
              <a:rPr sz="1400" b="1" spc="5" dirty="0">
                <a:latin typeface="Segoe UI"/>
                <a:cs typeface="Segoe UI"/>
              </a:rPr>
              <a:t> </a:t>
            </a:r>
            <a:r>
              <a:rPr sz="1400" b="1" dirty="0">
                <a:latin typeface="Segoe UI"/>
                <a:cs typeface="Segoe UI"/>
              </a:rPr>
              <a:t>Creative</a:t>
            </a:r>
            <a:r>
              <a:rPr sz="1400" b="1" spc="-20" dirty="0">
                <a:latin typeface="Segoe UI"/>
                <a:cs typeface="Segoe UI"/>
              </a:rPr>
              <a:t> </a:t>
            </a:r>
            <a:r>
              <a:rPr sz="1400" b="1" spc="-10" dirty="0">
                <a:latin typeface="Segoe UI"/>
                <a:cs typeface="Segoe UI"/>
              </a:rPr>
              <a:t>Content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6478" y="3819271"/>
            <a:ext cx="9144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Segoe UI"/>
                <a:cs typeface="Segoe UI"/>
              </a:rPr>
              <a:t>Solutions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30932" y="2908757"/>
            <a:ext cx="2125980" cy="1962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marR="444500" indent="-1758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9230" algn="l"/>
              </a:tabLst>
            </a:pPr>
            <a:r>
              <a:rPr sz="1400" spc="-10" dirty="0">
                <a:latin typeface="Segoe UI"/>
                <a:cs typeface="Segoe UI"/>
              </a:rPr>
              <a:t>Conversational 	Search/Knowledge 	Insights</a:t>
            </a:r>
            <a:endParaRPr sz="1400">
              <a:latin typeface="Segoe UI"/>
              <a:cs typeface="Segoe UI"/>
            </a:endParaRPr>
          </a:p>
          <a:p>
            <a:pPr marL="187960" marR="258445" indent="-17589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89230" algn="l"/>
              </a:tabLst>
            </a:pPr>
            <a:r>
              <a:rPr sz="1400" dirty="0">
                <a:latin typeface="Segoe UI"/>
                <a:cs typeface="Segoe UI"/>
              </a:rPr>
              <a:t>Code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Generation</a:t>
            </a:r>
            <a:r>
              <a:rPr sz="1400" spc="-75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and 	</a:t>
            </a:r>
            <a:r>
              <a:rPr sz="1400" spc="-10" dirty="0">
                <a:latin typeface="Segoe UI"/>
                <a:cs typeface="Segoe UI"/>
              </a:rPr>
              <a:t>Documentation</a:t>
            </a:r>
            <a:endParaRPr sz="1400">
              <a:latin typeface="Segoe UI"/>
              <a:cs typeface="Segoe UI"/>
            </a:endParaRPr>
          </a:p>
          <a:p>
            <a:pPr marL="188595" indent="-17589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8595" algn="l"/>
              </a:tabLst>
            </a:pPr>
            <a:r>
              <a:rPr sz="1400" dirty="0">
                <a:latin typeface="Segoe UI"/>
                <a:cs typeface="Segoe UI"/>
              </a:rPr>
              <a:t>Trend</a:t>
            </a:r>
            <a:r>
              <a:rPr sz="1400" spc="-9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Forecasting</a:t>
            </a:r>
            <a:endParaRPr sz="1400">
              <a:latin typeface="Segoe UI"/>
              <a:cs typeface="Segoe UI"/>
            </a:endParaRPr>
          </a:p>
          <a:p>
            <a:pPr marL="187960" marR="5080" indent="-17589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9230" algn="l"/>
              </a:tabLst>
            </a:pPr>
            <a:r>
              <a:rPr sz="1400" dirty="0">
                <a:latin typeface="Segoe UI"/>
                <a:cs typeface="Segoe UI"/>
              </a:rPr>
              <a:t>Report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Summarization</a:t>
            </a:r>
            <a:r>
              <a:rPr sz="1400" spc="-110" dirty="0">
                <a:latin typeface="Segoe UI"/>
                <a:cs typeface="Segoe UI"/>
              </a:rPr>
              <a:t> </a:t>
            </a:r>
            <a:r>
              <a:rPr sz="1400" spc="-50" dirty="0">
                <a:latin typeface="Segoe UI"/>
                <a:cs typeface="Segoe UI"/>
              </a:rPr>
              <a:t>&amp; 	</a:t>
            </a:r>
            <a:r>
              <a:rPr sz="1400" spc="-10" dirty="0">
                <a:latin typeface="Segoe UI"/>
                <a:cs typeface="Segoe UI"/>
              </a:rPr>
              <a:t>Generation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40758" y="2828010"/>
            <a:ext cx="2022475" cy="13976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188595" algn="l"/>
              </a:tabLst>
            </a:pPr>
            <a:r>
              <a:rPr sz="1400" spc="-10" dirty="0">
                <a:latin typeface="Segoe UI"/>
                <a:cs typeface="Segoe UI"/>
              </a:rPr>
              <a:t>Document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Processing</a:t>
            </a:r>
            <a:endParaRPr sz="1400">
              <a:latin typeface="Segoe UI"/>
              <a:cs typeface="Segoe UI"/>
            </a:endParaRPr>
          </a:p>
          <a:p>
            <a:pPr marL="188595" indent="-17589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8595" algn="l"/>
              </a:tabLst>
            </a:pPr>
            <a:r>
              <a:rPr sz="1400" spc="-10" dirty="0">
                <a:latin typeface="Segoe UI"/>
                <a:cs typeface="Segoe UI"/>
              </a:rPr>
              <a:t>Workflow</a:t>
            </a:r>
            <a:r>
              <a:rPr sz="1400" spc="-8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Management</a:t>
            </a:r>
            <a:endParaRPr sz="1400">
              <a:latin typeface="Segoe UI"/>
              <a:cs typeface="Segoe UI"/>
            </a:endParaRPr>
          </a:p>
          <a:p>
            <a:pPr marL="188595" indent="-17589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8595" algn="l"/>
              </a:tabLst>
            </a:pPr>
            <a:r>
              <a:rPr sz="1400" dirty="0">
                <a:latin typeface="Segoe UI"/>
                <a:cs typeface="Segoe UI"/>
              </a:rPr>
              <a:t>Fraud</a:t>
            </a:r>
            <a:r>
              <a:rPr sz="1400" spc="-8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Detection</a:t>
            </a:r>
            <a:endParaRPr sz="1400">
              <a:latin typeface="Segoe UI"/>
              <a:cs typeface="Segoe UI"/>
            </a:endParaRPr>
          </a:p>
          <a:p>
            <a:pPr marL="188595" indent="-17589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8595" algn="l"/>
              </a:tabLst>
            </a:pPr>
            <a:r>
              <a:rPr sz="1400" dirty="0">
                <a:latin typeface="Segoe UI"/>
                <a:cs typeface="Segoe UI"/>
              </a:rPr>
              <a:t>Supply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Chain</a:t>
            </a:r>
            <a:endParaRPr sz="1400">
              <a:latin typeface="Segoe UI"/>
              <a:cs typeface="Segoe UI"/>
            </a:endParaRPr>
          </a:p>
          <a:p>
            <a:pPr marL="189230">
              <a:lnSpc>
                <a:spcPct val="100000"/>
              </a:lnSpc>
            </a:pPr>
            <a:r>
              <a:rPr sz="1400" spc="-10" dirty="0">
                <a:latin typeface="Segoe UI"/>
                <a:cs typeface="Segoe UI"/>
              </a:rPr>
              <a:t>Optimization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61123" y="2907614"/>
            <a:ext cx="1710689" cy="1825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8595" algn="l"/>
              </a:tabLst>
            </a:pPr>
            <a:r>
              <a:rPr sz="1400" spc="-10" dirty="0">
                <a:latin typeface="Segoe UI"/>
                <a:cs typeface="Segoe UI"/>
              </a:rPr>
              <a:t>Intelligent</a:t>
            </a:r>
            <a:r>
              <a:rPr sz="1400" spc="-6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Contact</a:t>
            </a:r>
            <a:endParaRPr sz="1400">
              <a:latin typeface="Segoe UI"/>
              <a:cs typeface="Segoe UI"/>
            </a:endParaRPr>
          </a:p>
          <a:p>
            <a:pPr marL="189230">
              <a:lnSpc>
                <a:spcPct val="100000"/>
              </a:lnSpc>
            </a:pPr>
            <a:r>
              <a:rPr sz="1400" spc="-10" dirty="0">
                <a:latin typeface="Segoe UI"/>
                <a:cs typeface="Segoe UI"/>
              </a:rPr>
              <a:t>Center</a:t>
            </a:r>
            <a:endParaRPr sz="1400">
              <a:latin typeface="Segoe UI"/>
              <a:cs typeface="Segoe UI"/>
            </a:endParaRPr>
          </a:p>
          <a:p>
            <a:pPr marL="187960" marR="194945" indent="-17589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9230" algn="l"/>
              </a:tabLst>
            </a:pPr>
            <a:r>
              <a:rPr sz="1400" spc="-10" dirty="0">
                <a:latin typeface="Segoe UI"/>
                <a:cs typeface="Segoe UI"/>
              </a:rPr>
              <a:t>Agent/Employee 	Assistance</a:t>
            </a:r>
            <a:endParaRPr sz="1400">
              <a:latin typeface="Segoe UI"/>
              <a:cs typeface="Segoe UI"/>
            </a:endParaRPr>
          </a:p>
          <a:p>
            <a:pPr marL="188595" indent="-17589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8595" algn="l"/>
              </a:tabLst>
            </a:pPr>
            <a:r>
              <a:rPr sz="1400" spc="-10" dirty="0">
                <a:latin typeface="Segoe UI"/>
                <a:cs typeface="Segoe UI"/>
              </a:rPr>
              <a:t>Virtual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Assistance</a:t>
            </a:r>
            <a:endParaRPr sz="1400">
              <a:latin typeface="Segoe UI"/>
              <a:cs typeface="Segoe UI"/>
            </a:endParaRPr>
          </a:p>
          <a:p>
            <a:pPr marL="188595" indent="-17589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8595" algn="l"/>
              </a:tabLst>
            </a:pPr>
            <a:r>
              <a:rPr sz="1400" dirty="0">
                <a:latin typeface="Segoe UI"/>
                <a:cs typeface="Segoe UI"/>
              </a:rPr>
              <a:t>Call </a:t>
            </a:r>
            <a:r>
              <a:rPr sz="1400" spc="-10" dirty="0">
                <a:latin typeface="Segoe UI"/>
                <a:cs typeface="Segoe UI"/>
              </a:rPr>
              <a:t>Analytics</a:t>
            </a:r>
            <a:endParaRPr sz="1400">
              <a:latin typeface="Segoe UI"/>
              <a:cs typeface="Segoe UI"/>
            </a:endParaRPr>
          </a:p>
          <a:p>
            <a:pPr marL="188595" indent="-17589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88595" algn="l"/>
              </a:tabLst>
            </a:pPr>
            <a:r>
              <a:rPr sz="1400" dirty="0">
                <a:latin typeface="Segoe UI"/>
                <a:cs typeface="Segoe UI"/>
              </a:rPr>
              <a:t>Call </a:t>
            </a:r>
            <a:r>
              <a:rPr sz="1400" spc="-10" dirty="0">
                <a:latin typeface="Segoe UI"/>
                <a:cs typeface="Segoe UI"/>
              </a:rPr>
              <a:t>Summarization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376029" y="2907283"/>
            <a:ext cx="2160905" cy="17487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8595" algn="l"/>
              </a:tabLst>
            </a:pPr>
            <a:r>
              <a:rPr sz="1400" dirty="0">
                <a:latin typeface="Segoe UI"/>
                <a:cs typeface="Segoe UI"/>
              </a:rPr>
              <a:t>Marketing/Sales</a:t>
            </a:r>
            <a:r>
              <a:rPr sz="1400" spc="-8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Content</a:t>
            </a:r>
            <a:endParaRPr sz="1400">
              <a:latin typeface="Segoe UI"/>
              <a:cs typeface="Segoe UI"/>
            </a:endParaRPr>
          </a:p>
          <a:p>
            <a:pPr marL="189230">
              <a:lnSpc>
                <a:spcPct val="100000"/>
              </a:lnSpc>
            </a:pPr>
            <a:r>
              <a:rPr sz="1400" spc="-10" dirty="0">
                <a:latin typeface="Segoe UI"/>
                <a:cs typeface="Segoe UI"/>
              </a:rPr>
              <a:t>Generation</a:t>
            </a:r>
            <a:endParaRPr sz="1400">
              <a:latin typeface="Segoe UI"/>
              <a:cs typeface="Segoe UI"/>
            </a:endParaRPr>
          </a:p>
          <a:p>
            <a:pPr marL="187960" marR="302260" indent="-17589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9230" algn="l"/>
              </a:tabLst>
            </a:pPr>
            <a:r>
              <a:rPr sz="1400" spc="-20" dirty="0">
                <a:latin typeface="Segoe UI"/>
                <a:cs typeface="Segoe UI"/>
              </a:rPr>
              <a:t>Personalized</a:t>
            </a:r>
            <a:r>
              <a:rPr sz="1400" spc="1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Content 	Generation</a:t>
            </a:r>
            <a:endParaRPr sz="1400">
              <a:latin typeface="Segoe UI"/>
              <a:cs typeface="Segoe UI"/>
            </a:endParaRPr>
          </a:p>
          <a:p>
            <a:pPr marL="187960" marR="576580" indent="-17589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9230" algn="l"/>
              </a:tabLst>
            </a:pPr>
            <a:r>
              <a:rPr sz="1400" dirty="0">
                <a:latin typeface="Segoe UI"/>
                <a:cs typeface="Segoe UI"/>
              </a:rPr>
              <a:t>Product</a:t>
            </a:r>
            <a:r>
              <a:rPr sz="1400" spc="-10" dirty="0">
                <a:latin typeface="Segoe UI"/>
                <a:cs typeface="Segoe UI"/>
              </a:rPr>
              <a:t> Design</a:t>
            </a:r>
            <a:r>
              <a:rPr sz="1400" spc="-85" dirty="0">
                <a:latin typeface="Segoe UI"/>
                <a:cs typeface="Segoe UI"/>
              </a:rPr>
              <a:t> </a:t>
            </a:r>
            <a:r>
              <a:rPr sz="1400" spc="-50" dirty="0">
                <a:latin typeface="Segoe UI"/>
                <a:cs typeface="Segoe UI"/>
              </a:rPr>
              <a:t>&amp; 	</a:t>
            </a:r>
            <a:r>
              <a:rPr sz="1400" spc="-10" dirty="0">
                <a:latin typeface="Segoe UI"/>
                <a:cs typeface="Segoe UI"/>
              </a:rPr>
              <a:t>Development</a:t>
            </a:r>
            <a:endParaRPr sz="1400">
              <a:latin typeface="Segoe UI"/>
              <a:cs typeface="Segoe UI"/>
            </a:endParaRPr>
          </a:p>
          <a:p>
            <a:pPr marL="188595" indent="-17589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8595" algn="l"/>
              </a:tabLst>
            </a:pPr>
            <a:r>
              <a:rPr sz="1400" spc="-10" dirty="0">
                <a:latin typeface="Segoe UI"/>
                <a:cs typeface="Segoe UI"/>
              </a:rPr>
              <a:t>Digital</a:t>
            </a:r>
            <a:r>
              <a:rPr sz="1400" spc="-80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Art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76478" y="5569407"/>
            <a:ext cx="105473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Segoe UI"/>
                <a:cs typeface="Segoe UI"/>
              </a:rPr>
              <a:t>What</a:t>
            </a:r>
            <a:r>
              <a:rPr sz="1600" b="1" spc="-7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Segoe UI"/>
                <a:cs typeface="Segoe UI"/>
              </a:rPr>
              <a:t>can </a:t>
            </a:r>
            <a:r>
              <a:rPr sz="1600" b="1" spc="-10" dirty="0">
                <a:solidFill>
                  <a:srgbClr val="FFFFFF"/>
                </a:solidFill>
                <a:latin typeface="Segoe UI"/>
                <a:cs typeface="Segoe UI"/>
              </a:rPr>
              <a:t>Generative AI</a:t>
            </a:r>
            <a:r>
              <a:rPr sz="1600" b="1" spc="-9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600" b="1" spc="-25" dirty="0">
                <a:solidFill>
                  <a:srgbClr val="FFFFFF"/>
                </a:solidFill>
                <a:latin typeface="Segoe UI"/>
                <a:cs typeface="Segoe UI"/>
              </a:rPr>
              <a:t>Do?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74716" y="5406339"/>
            <a:ext cx="3751579" cy="8940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R="29845" algn="ctr">
              <a:lnSpc>
                <a:spcPct val="100000"/>
              </a:lnSpc>
              <a:spcBef>
                <a:spcPts val="700"/>
              </a:spcBef>
            </a:pPr>
            <a:r>
              <a:rPr sz="1400" b="1" spc="-10" dirty="0">
                <a:latin typeface="Segoe UI"/>
                <a:cs typeface="Segoe UI"/>
              </a:rPr>
              <a:t>Generate</a:t>
            </a:r>
            <a:r>
              <a:rPr sz="1400" b="1" spc="-90" dirty="0">
                <a:latin typeface="Segoe UI"/>
                <a:cs typeface="Segoe UI"/>
              </a:rPr>
              <a:t> </a:t>
            </a:r>
            <a:r>
              <a:rPr sz="1400" b="1" dirty="0">
                <a:latin typeface="Segoe UI"/>
                <a:cs typeface="Segoe UI"/>
              </a:rPr>
              <a:t>New </a:t>
            </a:r>
            <a:r>
              <a:rPr sz="1400" b="1" spc="-10" dirty="0">
                <a:latin typeface="Segoe UI"/>
                <a:cs typeface="Segoe UI"/>
              </a:rPr>
              <a:t>Revenue</a:t>
            </a:r>
            <a:r>
              <a:rPr sz="1400" b="1" spc="-70" dirty="0">
                <a:latin typeface="Segoe UI"/>
                <a:cs typeface="Segoe UI"/>
              </a:rPr>
              <a:t> </a:t>
            </a:r>
            <a:r>
              <a:rPr sz="1400" b="1" spc="-10" dirty="0">
                <a:latin typeface="Segoe UI"/>
                <a:cs typeface="Segoe UI"/>
              </a:rPr>
              <a:t>Streams</a:t>
            </a:r>
            <a:endParaRPr sz="1400">
              <a:latin typeface="Segoe UI"/>
              <a:cs typeface="Segoe UI"/>
            </a:endParaRPr>
          </a:p>
          <a:p>
            <a:pPr marL="12065" marR="5080" algn="ctr">
              <a:lnSpc>
                <a:spcPct val="135700"/>
              </a:lnSpc>
            </a:pPr>
            <a:r>
              <a:rPr sz="1400" b="1" spc="-10" dirty="0">
                <a:latin typeface="Segoe UI"/>
                <a:cs typeface="Segoe UI"/>
              </a:rPr>
              <a:t>Deliver</a:t>
            </a:r>
            <a:r>
              <a:rPr sz="1400" b="1" spc="45" dirty="0">
                <a:latin typeface="Segoe UI"/>
                <a:cs typeface="Segoe UI"/>
              </a:rPr>
              <a:t> </a:t>
            </a:r>
            <a:r>
              <a:rPr sz="1400" b="1" spc="-10" dirty="0">
                <a:latin typeface="Segoe UI"/>
                <a:cs typeface="Segoe UI"/>
              </a:rPr>
              <a:t>Differentiated</a:t>
            </a:r>
            <a:r>
              <a:rPr sz="1400" b="1" spc="-40" dirty="0">
                <a:latin typeface="Segoe UI"/>
                <a:cs typeface="Segoe UI"/>
              </a:rPr>
              <a:t> </a:t>
            </a:r>
            <a:r>
              <a:rPr sz="1400" b="1" dirty="0">
                <a:latin typeface="Segoe UI"/>
                <a:cs typeface="Segoe UI"/>
              </a:rPr>
              <a:t>Customer</a:t>
            </a:r>
            <a:r>
              <a:rPr sz="1400" b="1" spc="35" dirty="0">
                <a:latin typeface="Segoe UI"/>
                <a:cs typeface="Segoe UI"/>
              </a:rPr>
              <a:t> </a:t>
            </a:r>
            <a:r>
              <a:rPr sz="1400" b="1" spc="-10" dirty="0">
                <a:latin typeface="Segoe UI"/>
                <a:cs typeface="Segoe UI"/>
              </a:rPr>
              <a:t>Experiences Modernize</a:t>
            </a:r>
            <a:r>
              <a:rPr sz="1400" b="1" spc="-70" dirty="0">
                <a:latin typeface="Segoe UI"/>
                <a:cs typeface="Segoe UI"/>
              </a:rPr>
              <a:t> </a:t>
            </a:r>
            <a:r>
              <a:rPr sz="1400" b="1" spc="-10" dirty="0">
                <a:latin typeface="Segoe UI"/>
                <a:cs typeface="Segoe UI"/>
              </a:rPr>
              <a:t>Internal</a:t>
            </a:r>
            <a:r>
              <a:rPr sz="1400" b="1" spc="-40" dirty="0">
                <a:latin typeface="Segoe UI"/>
                <a:cs typeface="Segoe UI"/>
              </a:rPr>
              <a:t> </a:t>
            </a:r>
            <a:r>
              <a:rPr sz="1400" b="1" spc="-10" dirty="0">
                <a:latin typeface="Segoe UI"/>
                <a:cs typeface="Segoe UI"/>
              </a:rPr>
              <a:t>Processes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3148" y="1140543"/>
            <a:ext cx="11014710" cy="5634990"/>
            <a:chOff x="803148" y="1140543"/>
            <a:chExt cx="11014710" cy="56349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217" y="1140543"/>
              <a:ext cx="10900191" cy="38746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0976" y="1231391"/>
              <a:ext cx="10659110" cy="3633470"/>
            </a:xfrm>
            <a:custGeom>
              <a:avLst/>
              <a:gdLst/>
              <a:ahLst/>
              <a:cxnLst/>
              <a:rect l="l" t="t" r="r" b="b"/>
              <a:pathLst>
                <a:path w="10659110" h="3633470">
                  <a:moveTo>
                    <a:pt x="10544302" y="0"/>
                  </a:moveTo>
                  <a:lnTo>
                    <a:pt x="114515" y="0"/>
                  </a:lnTo>
                  <a:lnTo>
                    <a:pt x="69940" y="9005"/>
                  </a:lnTo>
                  <a:lnTo>
                    <a:pt x="33540" y="33559"/>
                  </a:lnTo>
                  <a:lnTo>
                    <a:pt x="8999" y="69973"/>
                  </a:lnTo>
                  <a:lnTo>
                    <a:pt x="0" y="114554"/>
                  </a:lnTo>
                  <a:lnTo>
                    <a:pt x="0" y="3518662"/>
                  </a:lnTo>
                  <a:lnTo>
                    <a:pt x="8999" y="3563242"/>
                  </a:lnTo>
                  <a:lnTo>
                    <a:pt x="33540" y="3599656"/>
                  </a:lnTo>
                  <a:lnTo>
                    <a:pt x="69940" y="3624210"/>
                  </a:lnTo>
                  <a:lnTo>
                    <a:pt x="114515" y="3633216"/>
                  </a:lnTo>
                  <a:lnTo>
                    <a:pt x="10544302" y="3633216"/>
                  </a:lnTo>
                  <a:lnTo>
                    <a:pt x="10588882" y="3624210"/>
                  </a:lnTo>
                  <a:lnTo>
                    <a:pt x="10625296" y="3599656"/>
                  </a:lnTo>
                  <a:lnTo>
                    <a:pt x="10649850" y="3563242"/>
                  </a:lnTo>
                  <a:lnTo>
                    <a:pt x="10658856" y="3518662"/>
                  </a:lnTo>
                  <a:lnTo>
                    <a:pt x="10658856" y="114554"/>
                  </a:lnTo>
                  <a:lnTo>
                    <a:pt x="10649850" y="69973"/>
                  </a:lnTo>
                  <a:lnTo>
                    <a:pt x="10625296" y="33559"/>
                  </a:lnTo>
                  <a:lnTo>
                    <a:pt x="10588882" y="9005"/>
                  </a:lnTo>
                  <a:lnTo>
                    <a:pt x="105443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57656" y="1344167"/>
              <a:ext cx="10445750" cy="1838325"/>
            </a:xfrm>
            <a:custGeom>
              <a:avLst/>
              <a:gdLst/>
              <a:ahLst/>
              <a:cxnLst/>
              <a:rect l="l" t="t" r="r" b="b"/>
              <a:pathLst>
                <a:path w="10445750" h="1838325">
                  <a:moveTo>
                    <a:pt x="2529840" y="60579"/>
                  </a:moveTo>
                  <a:lnTo>
                    <a:pt x="2525064" y="37033"/>
                  </a:lnTo>
                  <a:lnTo>
                    <a:pt x="2512072" y="17767"/>
                  </a:lnTo>
                  <a:lnTo>
                    <a:pt x="2492806" y="4775"/>
                  </a:lnTo>
                  <a:lnTo>
                    <a:pt x="2469261" y="0"/>
                  </a:lnTo>
                  <a:lnTo>
                    <a:pt x="60629" y="0"/>
                  </a:lnTo>
                  <a:lnTo>
                    <a:pt x="37020" y="4775"/>
                  </a:lnTo>
                  <a:lnTo>
                    <a:pt x="17754" y="17767"/>
                  </a:lnTo>
                  <a:lnTo>
                    <a:pt x="4762" y="37033"/>
                  </a:lnTo>
                  <a:lnTo>
                    <a:pt x="0" y="60579"/>
                  </a:lnTo>
                  <a:lnTo>
                    <a:pt x="0" y="1286637"/>
                  </a:lnTo>
                  <a:lnTo>
                    <a:pt x="4762" y="1310195"/>
                  </a:lnTo>
                  <a:lnTo>
                    <a:pt x="17754" y="1329461"/>
                  </a:lnTo>
                  <a:lnTo>
                    <a:pt x="37020" y="1342453"/>
                  </a:lnTo>
                  <a:lnTo>
                    <a:pt x="60629" y="1347216"/>
                  </a:lnTo>
                  <a:lnTo>
                    <a:pt x="2469261" y="1347216"/>
                  </a:lnTo>
                  <a:lnTo>
                    <a:pt x="2492806" y="1342453"/>
                  </a:lnTo>
                  <a:lnTo>
                    <a:pt x="2512072" y="1329461"/>
                  </a:lnTo>
                  <a:lnTo>
                    <a:pt x="2525064" y="1310195"/>
                  </a:lnTo>
                  <a:lnTo>
                    <a:pt x="2529840" y="1286637"/>
                  </a:lnTo>
                  <a:lnTo>
                    <a:pt x="2529840" y="60579"/>
                  </a:lnTo>
                  <a:close/>
                </a:path>
                <a:path w="10445750" h="1838325">
                  <a:moveTo>
                    <a:pt x="5167884" y="60579"/>
                  </a:moveTo>
                  <a:lnTo>
                    <a:pt x="5163109" y="37033"/>
                  </a:lnTo>
                  <a:lnTo>
                    <a:pt x="5150116" y="17767"/>
                  </a:lnTo>
                  <a:lnTo>
                    <a:pt x="5130851" y="4775"/>
                  </a:lnTo>
                  <a:lnTo>
                    <a:pt x="5107305" y="0"/>
                  </a:lnTo>
                  <a:lnTo>
                    <a:pt x="2698623" y="0"/>
                  </a:lnTo>
                  <a:lnTo>
                    <a:pt x="2675064" y="4775"/>
                  </a:lnTo>
                  <a:lnTo>
                    <a:pt x="2655798" y="17767"/>
                  </a:lnTo>
                  <a:lnTo>
                    <a:pt x="2642806" y="37033"/>
                  </a:lnTo>
                  <a:lnTo>
                    <a:pt x="2638044" y="60579"/>
                  </a:lnTo>
                  <a:lnTo>
                    <a:pt x="2638044" y="1286637"/>
                  </a:lnTo>
                  <a:lnTo>
                    <a:pt x="2642806" y="1310195"/>
                  </a:lnTo>
                  <a:lnTo>
                    <a:pt x="2655798" y="1329461"/>
                  </a:lnTo>
                  <a:lnTo>
                    <a:pt x="2675064" y="1342453"/>
                  </a:lnTo>
                  <a:lnTo>
                    <a:pt x="2698623" y="1347216"/>
                  </a:lnTo>
                  <a:lnTo>
                    <a:pt x="5107305" y="1347216"/>
                  </a:lnTo>
                  <a:lnTo>
                    <a:pt x="5130851" y="1342453"/>
                  </a:lnTo>
                  <a:lnTo>
                    <a:pt x="5150116" y="1329461"/>
                  </a:lnTo>
                  <a:lnTo>
                    <a:pt x="5163109" y="1310195"/>
                  </a:lnTo>
                  <a:lnTo>
                    <a:pt x="5167884" y="1286637"/>
                  </a:lnTo>
                  <a:lnTo>
                    <a:pt x="5167884" y="60579"/>
                  </a:lnTo>
                  <a:close/>
                </a:path>
                <a:path w="10445750" h="1838325">
                  <a:moveTo>
                    <a:pt x="7807452" y="60579"/>
                  </a:moveTo>
                  <a:lnTo>
                    <a:pt x="7802677" y="37033"/>
                  </a:lnTo>
                  <a:lnTo>
                    <a:pt x="7789685" y="17767"/>
                  </a:lnTo>
                  <a:lnTo>
                    <a:pt x="7770419" y="4775"/>
                  </a:lnTo>
                  <a:lnTo>
                    <a:pt x="7746873" y="0"/>
                  </a:lnTo>
                  <a:lnTo>
                    <a:pt x="5338191" y="0"/>
                  </a:lnTo>
                  <a:lnTo>
                    <a:pt x="5314632" y="4775"/>
                  </a:lnTo>
                  <a:lnTo>
                    <a:pt x="5295366" y="17767"/>
                  </a:lnTo>
                  <a:lnTo>
                    <a:pt x="5282374" y="37033"/>
                  </a:lnTo>
                  <a:lnTo>
                    <a:pt x="5277612" y="60579"/>
                  </a:lnTo>
                  <a:lnTo>
                    <a:pt x="5277612" y="1286637"/>
                  </a:lnTo>
                  <a:lnTo>
                    <a:pt x="5282374" y="1310195"/>
                  </a:lnTo>
                  <a:lnTo>
                    <a:pt x="5295366" y="1329461"/>
                  </a:lnTo>
                  <a:lnTo>
                    <a:pt x="5314632" y="1342453"/>
                  </a:lnTo>
                  <a:lnTo>
                    <a:pt x="5338191" y="1347216"/>
                  </a:lnTo>
                  <a:lnTo>
                    <a:pt x="7746873" y="1347216"/>
                  </a:lnTo>
                  <a:lnTo>
                    <a:pt x="7770419" y="1342453"/>
                  </a:lnTo>
                  <a:lnTo>
                    <a:pt x="7789685" y="1329461"/>
                  </a:lnTo>
                  <a:lnTo>
                    <a:pt x="7802677" y="1310195"/>
                  </a:lnTo>
                  <a:lnTo>
                    <a:pt x="7807452" y="1286637"/>
                  </a:lnTo>
                  <a:lnTo>
                    <a:pt x="7807452" y="60579"/>
                  </a:lnTo>
                  <a:close/>
                </a:path>
                <a:path w="10445750" h="1838325">
                  <a:moveTo>
                    <a:pt x="10445496" y="1529207"/>
                  </a:moveTo>
                  <a:lnTo>
                    <a:pt x="10440048" y="1502270"/>
                  </a:lnTo>
                  <a:lnTo>
                    <a:pt x="10425214" y="1480273"/>
                  </a:lnTo>
                  <a:lnTo>
                    <a:pt x="10403218" y="1465440"/>
                  </a:lnTo>
                  <a:lnTo>
                    <a:pt x="10376281" y="1459992"/>
                  </a:lnTo>
                  <a:lnTo>
                    <a:pt x="69164" y="1459992"/>
                  </a:lnTo>
                  <a:lnTo>
                    <a:pt x="42240" y="1465440"/>
                  </a:lnTo>
                  <a:lnTo>
                    <a:pt x="20256" y="1480273"/>
                  </a:lnTo>
                  <a:lnTo>
                    <a:pt x="5422" y="1502270"/>
                  </a:lnTo>
                  <a:lnTo>
                    <a:pt x="0" y="1529207"/>
                  </a:lnTo>
                  <a:lnTo>
                    <a:pt x="0" y="1768729"/>
                  </a:lnTo>
                  <a:lnTo>
                    <a:pt x="5422" y="1795678"/>
                  </a:lnTo>
                  <a:lnTo>
                    <a:pt x="20256" y="1817674"/>
                  </a:lnTo>
                  <a:lnTo>
                    <a:pt x="42240" y="1832508"/>
                  </a:lnTo>
                  <a:lnTo>
                    <a:pt x="69164" y="1837944"/>
                  </a:lnTo>
                  <a:lnTo>
                    <a:pt x="10376281" y="1837944"/>
                  </a:lnTo>
                  <a:lnTo>
                    <a:pt x="10403218" y="1832508"/>
                  </a:lnTo>
                  <a:lnTo>
                    <a:pt x="10425214" y="1817674"/>
                  </a:lnTo>
                  <a:lnTo>
                    <a:pt x="10440048" y="1795678"/>
                  </a:lnTo>
                  <a:lnTo>
                    <a:pt x="10445496" y="1768729"/>
                  </a:lnTo>
                  <a:lnTo>
                    <a:pt x="10445496" y="1529207"/>
                  </a:lnTo>
                  <a:close/>
                </a:path>
                <a:path w="10445750" h="1838325">
                  <a:moveTo>
                    <a:pt x="10445496" y="60579"/>
                  </a:moveTo>
                  <a:lnTo>
                    <a:pt x="10440721" y="37033"/>
                  </a:lnTo>
                  <a:lnTo>
                    <a:pt x="10427729" y="17767"/>
                  </a:lnTo>
                  <a:lnTo>
                    <a:pt x="10408463" y="4775"/>
                  </a:lnTo>
                  <a:lnTo>
                    <a:pt x="10384917" y="0"/>
                  </a:lnTo>
                  <a:lnTo>
                    <a:pt x="7976235" y="0"/>
                  </a:lnTo>
                  <a:lnTo>
                    <a:pt x="7952676" y="4775"/>
                  </a:lnTo>
                  <a:lnTo>
                    <a:pt x="7933410" y="17767"/>
                  </a:lnTo>
                  <a:lnTo>
                    <a:pt x="7920418" y="37033"/>
                  </a:lnTo>
                  <a:lnTo>
                    <a:pt x="7915656" y="60579"/>
                  </a:lnTo>
                  <a:lnTo>
                    <a:pt x="7915656" y="1286637"/>
                  </a:lnTo>
                  <a:lnTo>
                    <a:pt x="7920418" y="1310195"/>
                  </a:lnTo>
                  <a:lnTo>
                    <a:pt x="7933410" y="1329461"/>
                  </a:lnTo>
                  <a:lnTo>
                    <a:pt x="7952676" y="1342453"/>
                  </a:lnTo>
                  <a:lnTo>
                    <a:pt x="7976235" y="1347216"/>
                  </a:lnTo>
                  <a:lnTo>
                    <a:pt x="10384917" y="1347216"/>
                  </a:lnTo>
                  <a:lnTo>
                    <a:pt x="10408463" y="1342453"/>
                  </a:lnTo>
                  <a:lnTo>
                    <a:pt x="10427729" y="1329461"/>
                  </a:lnTo>
                  <a:lnTo>
                    <a:pt x="10440721" y="1310195"/>
                  </a:lnTo>
                  <a:lnTo>
                    <a:pt x="10445496" y="1286637"/>
                  </a:lnTo>
                  <a:lnTo>
                    <a:pt x="10445496" y="60579"/>
                  </a:lnTo>
                  <a:close/>
                </a:path>
              </a:pathLst>
            </a:custGeom>
            <a:solidFill>
              <a:srgbClr val="E7DFF3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17136" y="3250691"/>
              <a:ext cx="3517900" cy="1421765"/>
            </a:xfrm>
            <a:custGeom>
              <a:avLst/>
              <a:gdLst/>
              <a:ahLst/>
              <a:cxnLst/>
              <a:rect l="l" t="t" r="r" b="b"/>
              <a:pathLst>
                <a:path w="3517900" h="1421764">
                  <a:moveTo>
                    <a:pt x="0" y="1421765"/>
                  </a:moveTo>
                  <a:lnTo>
                    <a:pt x="0" y="0"/>
                  </a:lnTo>
                </a:path>
                <a:path w="3517900" h="1421764">
                  <a:moveTo>
                    <a:pt x="3517391" y="1421765"/>
                  </a:moveTo>
                  <a:lnTo>
                    <a:pt x="3517391" y="0"/>
                  </a:lnTo>
                </a:path>
              </a:pathLst>
            </a:custGeom>
            <a:ln w="12700">
              <a:solidFill>
                <a:srgbClr val="D9D9D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3148" y="4829555"/>
              <a:ext cx="11014329" cy="19453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50976" y="4977384"/>
              <a:ext cx="10659110" cy="1590040"/>
            </a:xfrm>
            <a:custGeom>
              <a:avLst/>
              <a:gdLst/>
              <a:ahLst/>
              <a:cxnLst/>
              <a:rect l="l" t="t" r="r" b="b"/>
              <a:pathLst>
                <a:path w="10659110" h="1590040">
                  <a:moveTo>
                    <a:pt x="10556367" y="0"/>
                  </a:moveTo>
                  <a:lnTo>
                    <a:pt x="102476" y="0"/>
                  </a:lnTo>
                  <a:lnTo>
                    <a:pt x="62589" y="8048"/>
                  </a:lnTo>
                  <a:lnTo>
                    <a:pt x="30016" y="30003"/>
                  </a:lnTo>
                  <a:lnTo>
                    <a:pt x="8053" y="62579"/>
                  </a:lnTo>
                  <a:lnTo>
                    <a:pt x="0" y="102489"/>
                  </a:lnTo>
                  <a:lnTo>
                    <a:pt x="0" y="1487055"/>
                  </a:lnTo>
                  <a:lnTo>
                    <a:pt x="8053" y="1526942"/>
                  </a:lnTo>
                  <a:lnTo>
                    <a:pt x="30016" y="1559515"/>
                  </a:lnTo>
                  <a:lnTo>
                    <a:pt x="62589" y="1581478"/>
                  </a:lnTo>
                  <a:lnTo>
                    <a:pt x="102476" y="1589532"/>
                  </a:lnTo>
                  <a:lnTo>
                    <a:pt x="10556367" y="1589532"/>
                  </a:lnTo>
                  <a:lnTo>
                    <a:pt x="10596276" y="1581478"/>
                  </a:lnTo>
                  <a:lnTo>
                    <a:pt x="10628852" y="1559515"/>
                  </a:lnTo>
                  <a:lnTo>
                    <a:pt x="10650807" y="1526942"/>
                  </a:lnTo>
                  <a:lnTo>
                    <a:pt x="10658856" y="1487055"/>
                  </a:lnTo>
                  <a:lnTo>
                    <a:pt x="10658856" y="102489"/>
                  </a:lnTo>
                  <a:lnTo>
                    <a:pt x="10650807" y="62579"/>
                  </a:lnTo>
                  <a:lnTo>
                    <a:pt x="10628852" y="30003"/>
                  </a:lnTo>
                  <a:lnTo>
                    <a:pt x="10596276" y="8048"/>
                  </a:lnTo>
                  <a:lnTo>
                    <a:pt x="105563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3184" y="1345730"/>
              <a:ext cx="998639" cy="10238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005584" y="1498091"/>
              <a:ext cx="632460" cy="658495"/>
            </a:xfrm>
            <a:custGeom>
              <a:avLst/>
              <a:gdLst/>
              <a:ahLst/>
              <a:cxnLst/>
              <a:rect l="l" t="t" r="r" b="b"/>
              <a:pathLst>
                <a:path w="632460" h="658494">
                  <a:moveTo>
                    <a:pt x="316230" y="0"/>
                  </a:moveTo>
                  <a:lnTo>
                    <a:pt x="269505" y="3567"/>
                  </a:lnTo>
                  <a:lnTo>
                    <a:pt x="224907" y="13932"/>
                  </a:lnTo>
                  <a:lnTo>
                    <a:pt x="182925" y="30585"/>
                  </a:lnTo>
                  <a:lnTo>
                    <a:pt x="144050" y="53018"/>
                  </a:lnTo>
                  <a:lnTo>
                    <a:pt x="108769" y="80722"/>
                  </a:lnTo>
                  <a:lnTo>
                    <a:pt x="77574" y="113190"/>
                  </a:lnTo>
                  <a:lnTo>
                    <a:pt x="50952" y="149913"/>
                  </a:lnTo>
                  <a:lnTo>
                    <a:pt x="29395" y="190382"/>
                  </a:lnTo>
                  <a:lnTo>
                    <a:pt x="13390" y="234089"/>
                  </a:lnTo>
                  <a:lnTo>
                    <a:pt x="3429" y="280525"/>
                  </a:lnTo>
                  <a:lnTo>
                    <a:pt x="0" y="329184"/>
                  </a:lnTo>
                  <a:lnTo>
                    <a:pt x="3429" y="377842"/>
                  </a:lnTo>
                  <a:lnTo>
                    <a:pt x="13390" y="424278"/>
                  </a:lnTo>
                  <a:lnTo>
                    <a:pt x="29395" y="467985"/>
                  </a:lnTo>
                  <a:lnTo>
                    <a:pt x="50952" y="508454"/>
                  </a:lnTo>
                  <a:lnTo>
                    <a:pt x="77574" y="545177"/>
                  </a:lnTo>
                  <a:lnTo>
                    <a:pt x="108769" y="577645"/>
                  </a:lnTo>
                  <a:lnTo>
                    <a:pt x="144050" y="605349"/>
                  </a:lnTo>
                  <a:lnTo>
                    <a:pt x="182925" y="627782"/>
                  </a:lnTo>
                  <a:lnTo>
                    <a:pt x="224907" y="644435"/>
                  </a:lnTo>
                  <a:lnTo>
                    <a:pt x="269505" y="654800"/>
                  </a:lnTo>
                  <a:lnTo>
                    <a:pt x="316230" y="658368"/>
                  </a:lnTo>
                  <a:lnTo>
                    <a:pt x="362954" y="654800"/>
                  </a:lnTo>
                  <a:lnTo>
                    <a:pt x="407552" y="644435"/>
                  </a:lnTo>
                  <a:lnTo>
                    <a:pt x="449534" y="627782"/>
                  </a:lnTo>
                  <a:lnTo>
                    <a:pt x="488409" y="605349"/>
                  </a:lnTo>
                  <a:lnTo>
                    <a:pt x="523690" y="577645"/>
                  </a:lnTo>
                  <a:lnTo>
                    <a:pt x="554885" y="545177"/>
                  </a:lnTo>
                  <a:lnTo>
                    <a:pt x="581507" y="508454"/>
                  </a:lnTo>
                  <a:lnTo>
                    <a:pt x="603064" y="467985"/>
                  </a:lnTo>
                  <a:lnTo>
                    <a:pt x="619069" y="424278"/>
                  </a:lnTo>
                  <a:lnTo>
                    <a:pt x="629030" y="377842"/>
                  </a:lnTo>
                  <a:lnTo>
                    <a:pt x="632460" y="329184"/>
                  </a:lnTo>
                  <a:lnTo>
                    <a:pt x="629030" y="280525"/>
                  </a:lnTo>
                  <a:lnTo>
                    <a:pt x="619069" y="234089"/>
                  </a:lnTo>
                  <a:lnTo>
                    <a:pt x="603064" y="190382"/>
                  </a:lnTo>
                  <a:lnTo>
                    <a:pt x="581507" y="149913"/>
                  </a:lnTo>
                  <a:lnTo>
                    <a:pt x="554885" y="113190"/>
                  </a:lnTo>
                  <a:lnTo>
                    <a:pt x="523690" y="80722"/>
                  </a:lnTo>
                  <a:lnTo>
                    <a:pt x="488409" y="53018"/>
                  </a:lnTo>
                  <a:lnTo>
                    <a:pt x="449534" y="30585"/>
                  </a:lnTo>
                  <a:lnTo>
                    <a:pt x="407552" y="13932"/>
                  </a:lnTo>
                  <a:lnTo>
                    <a:pt x="362954" y="3567"/>
                  </a:lnTo>
                  <a:lnTo>
                    <a:pt x="316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05584" y="1498091"/>
              <a:ext cx="632460" cy="658495"/>
            </a:xfrm>
            <a:custGeom>
              <a:avLst/>
              <a:gdLst/>
              <a:ahLst/>
              <a:cxnLst/>
              <a:rect l="l" t="t" r="r" b="b"/>
              <a:pathLst>
                <a:path w="632460" h="658494">
                  <a:moveTo>
                    <a:pt x="0" y="329184"/>
                  </a:moveTo>
                  <a:lnTo>
                    <a:pt x="3429" y="280525"/>
                  </a:lnTo>
                  <a:lnTo>
                    <a:pt x="13390" y="234089"/>
                  </a:lnTo>
                  <a:lnTo>
                    <a:pt x="29395" y="190382"/>
                  </a:lnTo>
                  <a:lnTo>
                    <a:pt x="50952" y="149913"/>
                  </a:lnTo>
                  <a:lnTo>
                    <a:pt x="77574" y="113190"/>
                  </a:lnTo>
                  <a:lnTo>
                    <a:pt x="108769" y="80722"/>
                  </a:lnTo>
                  <a:lnTo>
                    <a:pt x="144050" y="53018"/>
                  </a:lnTo>
                  <a:lnTo>
                    <a:pt x="182925" y="30585"/>
                  </a:lnTo>
                  <a:lnTo>
                    <a:pt x="224907" y="13932"/>
                  </a:lnTo>
                  <a:lnTo>
                    <a:pt x="269505" y="3567"/>
                  </a:lnTo>
                  <a:lnTo>
                    <a:pt x="316230" y="0"/>
                  </a:lnTo>
                  <a:lnTo>
                    <a:pt x="362954" y="3567"/>
                  </a:lnTo>
                  <a:lnTo>
                    <a:pt x="407552" y="13932"/>
                  </a:lnTo>
                  <a:lnTo>
                    <a:pt x="449534" y="30585"/>
                  </a:lnTo>
                  <a:lnTo>
                    <a:pt x="488409" y="53018"/>
                  </a:lnTo>
                  <a:lnTo>
                    <a:pt x="523690" y="80722"/>
                  </a:lnTo>
                  <a:lnTo>
                    <a:pt x="554885" y="113190"/>
                  </a:lnTo>
                  <a:lnTo>
                    <a:pt x="581507" y="149913"/>
                  </a:lnTo>
                  <a:lnTo>
                    <a:pt x="603064" y="190382"/>
                  </a:lnTo>
                  <a:lnTo>
                    <a:pt x="619069" y="234089"/>
                  </a:lnTo>
                  <a:lnTo>
                    <a:pt x="629030" y="280525"/>
                  </a:lnTo>
                  <a:lnTo>
                    <a:pt x="632460" y="329184"/>
                  </a:lnTo>
                  <a:lnTo>
                    <a:pt x="629030" y="377842"/>
                  </a:lnTo>
                  <a:lnTo>
                    <a:pt x="619069" y="424278"/>
                  </a:lnTo>
                  <a:lnTo>
                    <a:pt x="603064" y="467985"/>
                  </a:lnTo>
                  <a:lnTo>
                    <a:pt x="581507" y="508454"/>
                  </a:lnTo>
                  <a:lnTo>
                    <a:pt x="554885" y="545177"/>
                  </a:lnTo>
                  <a:lnTo>
                    <a:pt x="523690" y="577645"/>
                  </a:lnTo>
                  <a:lnTo>
                    <a:pt x="488409" y="605349"/>
                  </a:lnTo>
                  <a:lnTo>
                    <a:pt x="449534" y="627782"/>
                  </a:lnTo>
                  <a:lnTo>
                    <a:pt x="407552" y="644435"/>
                  </a:lnTo>
                  <a:lnTo>
                    <a:pt x="362954" y="654800"/>
                  </a:lnTo>
                  <a:lnTo>
                    <a:pt x="316230" y="658368"/>
                  </a:lnTo>
                  <a:lnTo>
                    <a:pt x="269505" y="654800"/>
                  </a:lnTo>
                  <a:lnTo>
                    <a:pt x="224907" y="644435"/>
                  </a:lnTo>
                  <a:lnTo>
                    <a:pt x="182925" y="627782"/>
                  </a:lnTo>
                  <a:lnTo>
                    <a:pt x="144050" y="605349"/>
                  </a:lnTo>
                  <a:lnTo>
                    <a:pt x="108769" y="577645"/>
                  </a:lnTo>
                  <a:lnTo>
                    <a:pt x="77574" y="545177"/>
                  </a:lnTo>
                  <a:lnTo>
                    <a:pt x="50952" y="508454"/>
                  </a:lnTo>
                  <a:lnTo>
                    <a:pt x="29395" y="467985"/>
                  </a:lnTo>
                  <a:lnTo>
                    <a:pt x="13390" y="424278"/>
                  </a:lnTo>
                  <a:lnTo>
                    <a:pt x="3429" y="377842"/>
                  </a:lnTo>
                  <a:lnTo>
                    <a:pt x="0" y="329184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2751" y="1345730"/>
              <a:ext cx="998639" cy="102383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45151" y="1498091"/>
              <a:ext cx="632460" cy="658495"/>
            </a:xfrm>
            <a:custGeom>
              <a:avLst/>
              <a:gdLst/>
              <a:ahLst/>
              <a:cxnLst/>
              <a:rect l="l" t="t" r="r" b="b"/>
              <a:pathLst>
                <a:path w="632460" h="658494">
                  <a:moveTo>
                    <a:pt x="316230" y="0"/>
                  </a:moveTo>
                  <a:lnTo>
                    <a:pt x="269505" y="3567"/>
                  </a:lnTo>
                  <a:lnTo>
                    <a:pt x="224907" y="13932"/>
                  </a:lnTo>
                  <a:lnTo>
                    <a:pt x="182925" y="30585"/>
                  </a:lnTo>
                  <a:lnTo>
                    <a:pt x="144050" y="53018"/>
                  </a:lnTo>
                  <a:lnTo>
                    <a:pt x="108769" y="80722"/>
                  </a:lnTo>
                  <a:lnTo>
                    <a:pt x="77574" y="113190"/>
                  </a:lnTo>
                  <a:lnTo>
                    <a:pt x="50952" y="149913"/>
                  </a:lnTo>
                  <a:lnTo>
                    <a:pt x="29395" y="190382"/>
                  </a:lnTo>
                  <a:lnTo>
                    <a:pt x="13390" y="234089"/>
                  </a:lnTo>
                  <a:lnTo>
                    <a:pt x="3429" y="280525"/>
                  </a:lnTo>
                  <a:lnTo>
                    <a:pt x="0" y="329184"/>
                  </a:lnTo>
                  <a:lnTo>
                    <a:pt x="3429" y="377842"/>
                  </a:lnTo>
                  <a:lnTo>
                    <a:pt x="13390" y="424278"/>
                  </a:lnTo>
                  <a:lnTo>
                    <a:pt x="29395" y="467985"/>
                  </a:lnTo>
                  <a:lnTo>
                    <a:pt x="50952" y="508454"/>
                  </a:lnTo>
                  <a:lnTo>
                    <a:pt x="77574" y="545177"/>
                  </a:lnTo>
                  <a:lnTo>
                    <a:pt x="108769" y="577645"/>
                  </a:lnTo>
                  <a:lnTo>
                    <a:pt x="144050" y="605349"/>
                  </a:lnTo>
                  <a:lnTo>
                    <a:pt x="182925" y="627782"/>
                  </a:lnTo>
                  <a:lnTo>
                    <a:pt x="224907" y="644435"/>
                  </a:lnTo>
                  <a:lnTo>
                    <a:pt x="269505" y="654800"/>
                  </a:lnTo>
                  <a:lnTo>
                    <a:pt x="316230" y="658368"/>
                  </a:lnTo>
                  <a:lnTo>
                    <a:pt x="362954" y="654800"/>
                  </a:lnTo>
                  <a:lnTo>
                    <a:pt x="407552" y="644435"/>
                  </a:lnTo>
                  <a:lnTo>
                    <a:pt x="449534" y="627782"/>
                  </a:lnTo>
                  <a:lnTo>
                    <a:pt x="488409" y="605349"/>
                  </a:lnTo>
                  <a:lnTo>
                    <a:pt x="523690" y="577645"/>
                  </a:lnTo>
                  <a:lnTo>
                    <a:pt x="554885" y="545177"/>
                  </a:lnTo>
                  <a:lnTo>
                    <a:pt x="581507" y="508454"/>
                  </a:lnTo>
                  <a:lnTo>
                    <a:pt x="603064" y="467985"/>
                  </a:lnTo>
                  <a:lnTo>
                    <a:pt x="619069" y="424278"/>
                  </a:lnTo>
                  <a:lnTo>
                    <a:pt x="629030" y="377842"/>
                  </a:lnTo>
                  <a:lnTo>
                    <a:pt x="632460" y="329184"/>
                  </a:lnTo>
                  <a:lnTo>
                    <a:pt x="629030" y="280525"/>
                  </a:lnTo>
                  <a:lnTo>
                    <a:pt x="619069" y="234089"/>
                  </a:lnTo>
                  <a:lnTo>
                    <a:pt x="603064" y="190382"/>
                  </a:lnTo>
                  <a:lnTo>
                    <a:pt x="581507" y="149913"/>
                  </a:lnTo>
                  <a:lnTo>
                    <a:pt x="554885" y="113190"/>
                  </a:lnTo>
                  <a:lnTo>
                    <a:pt x="523690" y="80722"/>
                  </a:lnTo>
                  <a:lnTo>
                    <a:pt x="488409" y="53018"/>
                  </a:lnTo>
                  <a:lnTo>
                    <a:pt x="449534" y="30585"/>
                  </a:lnTo>
                  <a:lnTo>
                    <a:pt x="407552" y="13932"/>
                  </a:lnTo>
                  <a:lnTo>
                    <a:pt x="362954" y="3567"/>
                  </a:lnTo>
                  <a:lnTo>
                    <a:pt x="316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45151" y="1498091"/>
              <a:ext cx="632460" cy="658495"/>
            </a:xfrm>
            <a:custGeom>
              <a:avLst/>
              <a:gdLst/>
              <a:ahLst/>
              <a:cxnLst/>
              <a:rect l="l" t="t" r="r" b="b"/>
              <a:pathLst>
                <a:path w="632460" h="658494">
                  <a:moveTo>
                    <a:pt x="0" y="329184"/>
                  </a:moveTo>
                  <a:lnTo>
                    <a:pt x="3429" y="280525"/>
                  </a:lnTo>
                  <a:lnTo>
                    <a:pt x="13390" y="234089"/>
                  </a:lnTo>
                  <a:lnTo>
                    <a:pt x="29395" y="190382"/>
                  </a:lnTo>
                  <a:lnTo>
                    <a:pt x="50952" y="149913"/>
                  </a:lnTo>
                  <a:lnTo>
                    <a:pt x="77574" y="113190"/>
                  </a:lnTo>
                  <a:lnTo>
                    <a:pt x="108769" y="80722"/>
                  </a:lnTo>
                  <a:lnTo>
                    <a:pt x="144050" y="53018"/>
                  </a:lnTo>
                  <a:lnTo>
                    <a:pt x="182925" y="30585"/>
                  </a:lnTo>
                  <a:lnTo>
                    <a:pt x="224907" y="13932"/>
                  </a:lnTo>
                  <a:lnTo>
                    <a:pt x="269505" y="3567"/>
                  </a:lnTo>
                  <a:lnTo>
                    <a:pt x="316230" y="0"/>
                  </a:lnTo>
                  <a:lnTo>
                    <a:pt x="362954" y="3567"/>
                  </a:lnTo>
                  <a:lnTo>
                    <a:pt x="407552" y="13932"/>
                  </a:lnTo>
                  <a:lnTo>
                    <a:pt x="449534" y="30585"/>
                  </a:lnTo>
                  <a:lnTo>
                    <a:pt x="488409" y="53018"/>
                  </a:lnTo>
                  <a:lnTo>
                    <a:pt x="523690" y="80722"/>
                  </a:lnTo>
                  <a:lnTo>
                    <a:pt x="554885" y="113190"/>
                  </a:lnTo>
                  <a:lnTo>
                    <a:pt x="581507" y="149913"/>
                  </a:lnTo>
                  <a:lnTo>
                    <a:pt x="603064" y="190382"/>
                  </a:lnTo>
                  <a:lnTo>
                    <a:pt x="619069" y="234089"/>
                  </a:lnTo>
                  <a:lnTo>
                    <a:pt x="629030" y="280525"/>
                  </a:lnTo>
                  <a:lnTo>
                    <a:pt x="632460" y="329184"/>
                  </a:lnTo>
                  <a:lnTo>
                    <a:pt x="629030" y="377842"/>
                  </a:lnTo>
                  <a:lnTo>
                    <a:pt x="619069" y="424278"/>
                  </a:lnTo>
                  <a:lnTo>
                    <a:pt x="603064" y="467985"/>
                  </a:lnTo>
                  <a:lnTo>
                    <a:pt x="581507" y="508454"/>
                  </a:lnTo>
                  <a:lnTo>
                    <a:pt x="554885" y="545177"/>
                  </a:lnTo>
                  <a:lnTo>
                    <a:pt x="523690" y="577645"/>
                  </a:lnTo>
                  <a:lnTo>
                    <a:pt x="488409" y="605349"/>
                  </a:lnTo>
                  <a:lnTo>
                    <a:pt x="449534" y="627782"/>
                  </a:lnTo>
                  <a:lnTo>
                    <a:pt x="407552" y="644435"/>
                  </a:lnTo>
                  <a:lnTo>
                    <a:pt x="362954" y="654800"/>
                  </a:lnTo>
                  <a:lnTo>
                    <a:pt x="316230" y="658368"/>
                  </a:lnTo>
                  <a:lnTo>
                    <a:pt x="269505" y="654800"/>
                  </a:lnTo>
                  <a:lnTo>
                    <a:pt x="224907" y="644435"/>
                  </a:lnTo>
                  <a:lnTo>
                    <a:pt x="182925" y="627782"/>
                  </a:lnTo>
                  <a:lnTo>
                    <a:pt x="144050" y="605349"/>
                  </a:lnTo>
                  <a:lnTo>
                    <a:pt x="108769" y="577645"/>
                  </a:lnTo>
                  <a:lnTo>
                    <a:pt x="77574" y="545177"/>
                  </a:lnTo>
                  <a:lnTo>
                    <a:pt x="50952" y="508454"/>
                  </a:lnTo>
                  <a:lnTo>
                    <a:pt x="29395" y="467985"/>
                  </a:lnTo>
                  <a:lnTo>
                    <a:pt x="13390" y="424278"/>
                  </a:lnTo>
                  <a:lnTo>
                    <a:pt x="3429" y="377842"/>
                  </a:lnTo>
                  <a:lnTo>
                    <a:pt x="0" y="329184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0795" y="1345730"/>
              <a:ext cx="998639" cy="102383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283195" y="1498091"/>
              <a:ext cx="632460" cy="658495"/>
            </a:xfrm>
            <a:custGeom>
              <a:avLst/>
              <a:gdLst/>
              <a:ahLst/>
              <a:cxnLst/>
              <a:rect l="l" t="t" r="r" b="b"/>
              <a:pathLst>
                <a:path w="632459" h="658494">
                  <a:moveTo>
                    <a:pt x="316229" y="0"/>
                  </a:moveTo>
                  <a:lnTo>
                    <a:pt x="269505" y="3567"/>
                  </a:lnTo>
                  <a:lnTo>
                    <a:pt x="224907" y="13932"/>
                  </a:lnTo>
                  <a:lnTo>
                    <a:pt x="182925" y="30585"/>
                  </a:lnTo>
                  <a:lnTo>
                    <a:pt x="144050" y="53018"/>
                  </a:lnTo>
                  <a:lnTo>
                    <a:pt x="108769" y="80722"/>
                  </a:lnTo>
                  <a:lnTo>
                    <a:pt x="77574" y="113190"/>
                  </a:lnTo>
                  <a:lnTo>
                    <a:pt x="50952" y="149913"/>
                  </a:lnTo>
                  <a:lnTo>
                    <a:pt x="29395" y="190382"/>
                  </a:lnTo>
                  <a:lnTo>
                    <a:pt x="13390" y="234089"/>
                  </a:lnTo>
                  <a:lnTo>
                    <a:pt x="3429" y="280525"/>
                  </a:lnTo>
                  <a:lnTo>
                    <a:pt x="0" y="329184"/>
                  </a:lnTo>
                  <a:lnTo>
                    <a:pt x="3429" y="377842"/>
                  </a:lnTo>
                  <a:lnTo>
                    <a:pt x="13390" y="424278"/>
                  </a:lnTo>
                  <a:lnTo>
                    <a:pt x="29395" y="467985"/>
                  </a:lnTo>
                  <a:lnTo>
                    <a:pt x="50952" y="508454"/>
                  </a:lnTo>
                  <a:lnTo>
                    <a:pt x="77574" y="545177"/>
                  </a:lnTo>
                  <a:lnTo>
                    <a:pt x="108769" y="577645"/>
                  </a:lnTo>
                  <a:lnTo>
                    <a:pt x="144050" y="605349"/>
                  </a:lnTo>
                  <a:lnTo>
                    <a:pt x="182925" y="627782"/>
                  </a:lnTo>
                  <a:lnTo>
                    <a:pt x="224907" y="644435"/>
                  </a:lnTo>
                  <a:lnTo>
                    <a:pt x="269505" y="654800"/>
                  </a:lnTo>
                  <a:lnTo>
                    <a:pt x="316229" y="658368"/>
                  </a:lnTo>
                  <a:lnTo>
                    <a:pt x="362954" y="654800"/>
                  </a:lnTo>
                  <a:lnTo>
                    <a:pt x="407552" y="644435"/>
                  </a:lnTo>
                  <a:lnTo>
                    <a:pt x="449534" y="627782"/>
                  </a:lnTo>
                  <a:lnTo>
                    <a:pt x="488409" y="605349"/>
                  </a:lnTo>
                  <a:lnTo>
                    <a:pt x="523690" y="577645"/>
                  </a:lnTo>
                  <a:lnTo>
                    <a:pt x="554885" y="545177"/>
                  </a:lnTo>
                  <a:lnTo>
                    <a:pt x="581507" y="508454"/>
                  </a:lnTo>
                  <a:lnTo>
                    <a:pt x="603064" y="467985"/>
                  </a:lnTo>
                  <a:lnTo>
                    <a:pt x="619069" y="424278"/>
                  </a:lnTo>
                  <a:lnTo>
                    <a:pt x="629030" y="377842"/>
                  </a:lnTo>
                  <a:lnTo>
                    <a:pt x="632459" y="329184"/>
                  </a:lnTo>
                  <a:lnTo>
                    <a:pt x="629030" y="280525"/>
                  </a:lnTo>
                  <a:lnTo>
                    <a:pt x="619069" y="234089"/>
                  </a:lnTo>
                  <a:lnTo>
                    <a:pt x="603064" y="190382"/>
                  </a:lnTo>
                  <a:lnTo>
                    <a:pt x="581507" y="149913"/>
                  </a:lnTo>
                  <a:lnTo>
                    <a:pt x="554885" y="113190"/>
                  </a:lnTo>
                  <a:lnTo>
                    <a:pt x="523690" y="80722"/>
                  </a:lnTo>
                  <a:lnTo>
                    <a:pt x="488409" y="53018"/>
                  </a:lnTo>
                  <a:lnTo>
                    <a:pt x="449534" y="30585"/>
                  </a:lnTo>
                  <a:lnTo>
                    <a:pt x="407552" y="13932"/>
                  </a:lnTo>
                  <a:lnTo>
                    <a:pt x="362954" y="3567"/>
                  </a:lnTo>
                  <a:lnTo>
                    <a:pt x="3162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83195" y="1498091"/>
              <a:ext cx="632460" cy="658495"/>
            </a:xfrm>
            <a:custGeom>
              <a:avLst/>
              <a:gdLst/>
              <a:ahLst/>
              <a:cxnLst/>
              <a:rect l="l" t="t" r="r" b="b"/>
              <a:pathLst>
                <a:path w="632459" h="658494">
                  <a:moveTo>
                    <a:pt x="0" y="329184"/>
                  </a:moveTo>
                  <a:lnTo>
                    <a:pt x="3429" y="280525"/>
                  </a:lnTo>
                  <a:lnTo>
                    <a:pt x="13390" y="234089"/>
                  </a:lnTo>
                  <a:lnTo>
                    <a:pt x="29395" y="190382"/>
                  </a:lnTo>
                  <a:lnTo>
                    <a:pt x="50952" y="149913"/>
                  </a:lnTo>
                  <a:lnTo>
                    <a:pt x="77574" y="113190"/>
                  </a:lnTo>
                  <a:lnTo>
                    <a:pt x="108769" y="80722"/>
                  </a:lnTo>
                  <a:lnTo>
                    <a:pt x="144050" y="53018"/>
                  </a:lnTo>
                  <a:lnTo>
                    <a:pt x="182925" y="30585"/>
                  </a:lnTo>
                  <a:lnTo>
                    <a:pt x="224907" y="13932"/>
                  </a:lnTo>
                  <a:lnTo>
                    <a:pt x="269505" y="3567"/>
                  </a:lnTo>
                  <a:lnTo>
                    <a:pt x="316229" y="0"/>
                  </a:lnTo>
                  <a:lnTo>
                    <a:pt x="362954" y="3567"/>
                  </a:lnTo>
                  <a:lnTo>
                    <a:pt x="407552" y="13932"/>
                  </a:lnTo>
                  <a:lnTo>
                    <a:pt x="449534" y="30585"/>
                  </a:lnTo>
                  <a:lnTo>
                    <a:pt x="488409" y="53018"/>
                  </a:lnTo>
                  <a:lnTo>
                    <a:pt x="523690" y="80722"/>
                  </a:lnTo>
                  <a:lnTo>
                    <a:pt x="554885" y="113190"/>
                  </a:lnTo>
                  <a:lnTo>
                    <a:pt x="581507" y="149913"/>
                  </a:lnTo>
                  <a:lnTo>
                    <a:pt x="603064" y="190382"/>
                  </a:lnTo>
                  <a:lnTo>
                    <a:pt x="619069" y="234089"/>
                  </a:lnTo>
                  <a:lnTo>
                    <a:pt x="629030" y="280525"/>
                  </a:lnTo>
                  <a:lnTo>
                    <a:pt x="632459" y="329184"/>
                  </a:lnTo>
                  <a:lnTo>
                    <a:pt x="629030" y="377842"/>
                  </a:lnTo>
                  <a:lnTo>
                    <a:pt x="619069" y="424278"/>
                  </a:lnTo>
                  <a:lnTo>
                    <a:pt x="603064" y="467985"/>
                  </a:lnTo>
                  <a:lnTo>
                    <a:pt x="581507" y="508454"/>
                  </a:lnTo>
                  <a:lnTo>
                    <a:pt x="554885" y="545177"/>
                  </a:lnTo>
                  <a:lnTo>
                    <a:pt x="523690" y="577645"/>
                  </a:lnTo>
                  <a:lnTo>
                    <a:pt x="488409" y="605349"/>
                  </a:lnTo>
                  <a:lnTo>
                    <a:pt x="449534" y="627782"/>
                  </a:lnTo>
                  <a:lnTo>
                    <a:pt x="407552" y="644435"/>
                  </a:lnTo>
                  <a:lnTo>
                    <a:pt x="362954" y="654800"/>
                  </a:lnTo>
                  <a:lnTo>
                    <a:pt x="316229" y="658368"/>
                  </a:lnTo>
                  <a:lnTo>
                    <a:pt x="269505" y="654800"/>
                  </a:lnTo>
                  <a:lnTo>
                    <a:pt x="224907" y="644435"/>
                  </a:lnTo>
                  <a:lnTo>
                    <a:pt x="182925" y="627782"/>
                  </a:lnTo>
                  <a:lnTo>
                    <a:pt x="144050" y="605349"/>
                  </a:lnTo>
                  <a:lnTo>
                    <a:pt x="108769" y="577645"/>
                  </a:lnTo>
                  <a:lnTo>
                    <a:pt x="77574" y="545177"/>
                  </a:lnTo>
                  <a:lnTo>
                    <a:pt x="50952" y="508454"/>
                  </a:lnTo>
                  <a:lnTo>
                    <a:pt x="29395" y="467985"/>
                  </a:lnTo>
                  <a:lnTo>
                    <a:pt x="13390" y="424278"/>
                  </a:lnTo>
                  <a:lnTo>
                    <a:pt x="3429" y="377842"/>
                  </a:lnTo>
                  <a:lnTo>
                    <a:pt x="0" y="329184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0364" y="1345730"/>
              <a:ext cx="998639" cy="102383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922764" y="1498091"/>
              <a:ext cx="632460" cy="658495"/>
            </a:xfrm>
            <a:custGeom>
              <a:avLst/>
              <a:gdLst/>
              <a:ahLst/>
              <a:cxnLst/>
              <a:rect l="l" t="t" r="r" b="b"/>
              <a:pathLst>
                <a:path w="632459" h="658494">
                  <a:moveTo>
                    <a:pt x="316229" y="0"/>
                  </a:moveTo>
                  <a:lnTo>
                    <a:pt x="269505" y="3567"/>
                  </a:lnTo>
                  <a:lnTo>
                    <a:pt x="224907" y="13932"/>
                  </a:lnTo>
                  <a:lnTo>
                    <a:pt x="182925" y="30585"/>
                  </a:lnTo>
                  <a:lnTo>
                    <a:pt x="144050" y="53018"/>
                  </a:lnTo>
                  <a:lnTo>
                    <a:pt x="108769" y="80722"/>
                  </a:lnTo>
                  <a:lnTo>
                    <a:pt x="77574" y="113190"/>
                  </a:lnTo>
                  <a:lnTo>
                    <a:pt x="50952" y="149913"/>
                  </a:lnTo>
                  <a:lnTo>
                    <a:pt x="29395" y="190382"/>
                  </a:lnTo>
                  <a:lnTo>
                    <a:pt x="13390" y="234089"/>
                  </a:lnTo>
                  <a:lnTo>
                    <a:pt x="3429" y="280525"/>
                  </a:lnTo>
                  <a:lnTo>
                    <a:pt x="0" y="329184"/>
                  </a:lnTo>
                  <a:lnTo>
                    <a:pt x="3429" y="377842"/>
                  </a:lnTo>
                  <a:lnTo>
                    <a:pt x="13390" y="424278"/>
                  </a:lnTo>
                  <a:lnTo>
                    <a:pt x="29395" y="467985"/>
                  </a:lnTo>
                  <a:lnTo>
                    <a:pt x="50952" y="508454"/>
                  </a:lnTo>
                  <a:lnTo>
                    <a:pt x="77574" y="545177"/>
                  </a:lnTo>
                  <a:lnTo>
                    <a:pt x="108769" y="577645"/>
                  </a:lnTo>
                  <a:lnTo>
                    <a:pt x="144050" y="605349"/>
                  </a:lnTo>
                  <a:lnTo>
                    <a:pt x="182925" y="627782"/>
                  </a:lnTo>
                  <a:lnTo>
                    <a:pt x="224907" y="644435"/>
                  </a:lnTo>
                  <a:lnTo>
                    <a:pt x="269505" y="654800"/>
                  </a:lnTo>
                  <a:lnTo>
                    <a:pt x="316229" y="658368"/>
                  </a:lnTo>
                  <a:lnTo>
                    <a:pt x="362954" y="654800"/>
                  </a:lnTo>
                  <a:lnTo>
                    <a:pt x="407552" y="644435"/>
                  </a:lnTo>
                  <a:lnTo>
                    <a:pt x="449534" y="627782"/>
                  </a:lnTo>
                  <a:lnTo>
                    <a:pt x="488409" y="605349"/>
                  </a:lnTo>
                  <a:lnTo>
                    <a:pt x="523690" y="577645"/>
                  </a:lnTo>
                  <a:lnTo>
                    <a:pt x="554885" y="545177"/>
                  </a:lnTo>
                  <a:lnTo>
                    <a:pt x="581507" y="508454"/>
                  </a:lnTo>
                  <a:lnTo>
                    <a:pt x="603064" y="467985"/>
                  </a:lnTo>
                  <a:lnTo>
                    <a:pt x="619069" y="424278"/>
                  </a:lnTo>
                  <a:lnTo>
                    <a:pt x="629030" y="377842"/>
                  </a:lnTo>
                  <a:lnTo>
                    <a:pt x="632459" y="329184"/>
                  </a:lnTo>
                  <a:lnTo>
                    <a:pt x="629030" y="280525"/>
                  </a:lnTo>
                  <a:lnTo>
                    <a:pt x="619069" y="234089"/>
                  </a:lnTo>
                  <a:lnTo>
                    <a:pt x="603064" y="190382"/>
                  </a:lnTo>
                  <a:lnTo>
                    <a:pt x="581507" y="149913"/>
                  </a:lnTo>
                  <a:lnTo>
                    <a:pt x="554885" y="113190"/>
                  </a:lnTo>
                  <a:lnTo>
                    <a:pt x="523690" y="80722"/>
                  </a:lnTo>
                  <a:lnTo>
                    <a:pt x="488409" y="53018"/>
                  </a:lnTo>
                  <a:lnTo>
                    <a:pt x="449534" y="30585"/>
                  </a:lnTo>
                  <a:lnTo>
                    <a:pt x="407552" y="13932"/>
                  </a:lnTo>
                  <a:lnTo>
                    <a:pt x="362954" y="3567"/>
                  </a:lnTo>
                  <a:lnTo>
                    <a:pt x="3162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22764" y="1498091"/>
              <a:ext cx="632460" cy="658495"/>
            </a:xfrm>
            <a:custGeom>
              <a:avLst/>
              <a:gdLst/>
              <a:ahLst/>
              <a:cxnLst/>
              <a:rect l="l" t="t" r="r" b="b"/>
              <a:pathLst>
                <a:path w="632459" h="658494">
                  <a:moveTo>
                    <a:pt x="0" y="329184"/>
                  </a:moveTo>
                  <a:lnTo>
                    <a:pt x="3429" y="280525"/>
                  </a:lnTo>
                  <a:lnTo>
                    <a:pt x="13390" y="234089"/>
                  </a:lnTo>
                  <a:lnTo>
                    <a:pt x="29395" y="190382"/>
                  </a:lnTo>
                  <a:lnTo>
                    <a:pt x="50952" y="149913"/>
                  </a:lnTo>
                  <a:lnTo>
                    <a:pt x="77574" y="113190"/>
                  </a:lnTo>
                  <a:lnTo>
                    <a:pt x="108769" y="80722"/>
                  </a:lnTo>
                  <a:lnTo>
                    <a:pt x="144050" y="53018"/>
                  </a:lnTo>
                  <a:lnTo>
                    <a:pt x="182925" y="30585"/>
                  </a:lnTo>
                  <a:lnTo>
                    <a:pt x="224907" y="13932"/>
                  </a:lnTo>
                  <a:lnTo>
                    <a:pt x="269505" y="3567"/>
                  </a:lnTo>
                  <a:lnTo>
                    <a:pt x="316229" y="0"/>
                  </a:lnTo>
                  <a:lnTo>
                    <a:pt x="362954" y="3567"/>
                  </a:lnTo>
                  <a:lnTo>
                    <a:pt x="407552" y="13932"/>
                  </a:lnTo>
                  <a:lnTo>
                    <a:pt x="449534" y="30585"/>
                  </a:lnTo>
                  <a:lnTo>
                    <a:pt x="488409" y="53018"/>
                  </a:lnTo>
                  <a:lnTo>
                    <a:pt x="523690" y="80722"/>
                  </a:lnTo>
                  <a:lnTo>
                    <a:pt x="554885" y="113190"/>
                  </a:lnTo>
                  <a:lnTo>
                    <a:pt x="581507" y="149913"/>
                  </a:lnTo>
                  <a:lnTo>
                    <a:pt x="603064" y="190382"/>
                  </a:lnTo>
                  <a:lnTo>
                    <a:pt x="619069" y="234089"/>
                  </a:lnTo>
                  <a:lnTo>
                    <a:pt x="629030" y="280525"/>
                  </a:lnTo>
                  <a:lnTo>
                    <a:pt x="632459" y="329184"/>
                  </a:lnTo>
                  <a:lnTo>
                    <a:pt x="629030" y="377842"/>
                  </a:lnTo>
                  <a:lnTo>
                    <a:pt x="619069" y="424278"/>
                  </a:lnTo>
                  <a:lnTo>
                    <a:pt x="603064" y="467985"/>
                  </a:lnTo>
                  <a:lnTo>
                    <a:pt x="581507" y="508454"/>
                  </a:lnTo>
                  <a:lnTo>
                    <a:pt x="554885" y="545177"/>
                  </a:lnTo>
                  <a:lnTo>
                    <a:pt x="523690" y="577645"/>
                  </a:lnTo>
                  <a:lnTo>
                    <a:pt x="488409" y="605349"/>
                  </a:lnTo>
                  <a:lnTo>
                    <a:pt x="449534" y="627782"/>
                  </a:lnTo>
                  <a:lnTo>
                    <a:pt x="407552" y="644435"/>
                  </a:lnTo>
                  <a:lnTo>
                    <a:pt x="362954" y="654800"/>
                  </a:lnTo>
                  <a:lnTo>
                    <a:pt x="316229" y="658368"/>
                  </a:lnTo>
                  <a:lnTo>
                    <a:pt x="269505" y="654800"/>
                  </a:lnTo>
                  <a:lnTo>
                    <a:pt x="224907" y="644435"/>
                  </a:lnTo>
                  <a:lnTo>
                    <a:pt x="182925" y="627782"/>
                  </a:lnTo>
                  <a:lnTo>
                    <a:pt x="144050" y="605349"/>
                  </a:lnTo>
                  <a:lnTo>
                    <a:pt x="108769" y="577645"/>
                  </a:lnTo>
                  <a:lnTo>
                    <a:pt x="77574" y="545177"/>
                  </a:lnTo>
                  <a:lnTo>
                    <a:pt x="50952" y="508454"/>
                  </a:lnTo>
                  <a:lnTo>
                    <a:pt x="29395" y="467985"/>
                  </a:lnTo>
                  <a:lnTo>
                    <a:pt x="13390" y="424278"/>
                  </a:lnTo>
                  <a:lnTo>
                    <a:pt x="3429" y="377842"/>
                  </a:lnTo>
                  <a:lnTo>
                    <a:pt x="0" y="329184"/>
                  </a:lnTo>
                  <a:close/>
                </a:path>
              </a:pathLst>
            </a:custGeom>
            <a:ln w="9525">
              <a:solidFill>
                <a:srgbClr val="8560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57656" y="5084063"/>
              <a:ext cx="10445750" cy="388620"/>
            </a:xfrm>
            <a:custGeom>
              <a:avLst/>
              <a:gdLst/>
              <a:ahLst/>
              <a:cxnLst/>
              <a:rect l="l" t="t" r="r" b="b"/>
              <a:pathLst>
                <a:path w="10445750" h="388620">
                  <a:moveTo>
                    <a:pt x="10358247" y="0"/>
                  </a:moveTo>
                  <a:lnTo>
                    <a:pt x="87210" y="0"/>
                  </a:lnTo>
                  <a:lnTo>
                    <a:pt x="53262" y="6846"/>
                  </a:lnTo>
                  <a:lnTo>
                    <a:pt x="25541" y="25526"/>
                  </a:lnTo>
                  <a:lnTo>
                    <a:pt x="6852" y="53256"/>
                  </a:lnTo>
                  <a:lnTo>
                    <a:pt x="0" y="87249"/>
                  </a:lnTo>
                  <a:lnTo>
                    <a:pt x="0" y="301371"/>
                  </a:lnTo>
                  <a:lnTo>
                    <a:pt x="6852" y="335363"/>
                  </a:lnTo>
                  <a:lnTo>
                    <a:pt x="25541" y="363093"/>
                  </a:lnTo>
                  <a:lnTo>
                    <a:pt x="53262" y="381773"/>
                  </a:lnTo>
                  <a:lnTo>
                    <a:pt x="87210" y="388620"/>
                  </a:lnTo>
                  <a:lnTo>
                    <a:pt x="10358247" y="388620"/>
                  </a:lnTo>
                  <a:lnTo>
                    <a:pt x="10392239" y="381773"/>
                  </a:lnTo>
                  <a:lnTo>
                    <a:pt x="10419969" y="363093"/>
                  </a:lnTo>
                  <a:lnTo>
                    <a:pt x="10438649" y="335363"/>
                  </a:lnTo>
                  <a:lnTo>
                    <a:pt x="10445496" y="301371"/>
                  </a:lnTo>
                  <a:lnTo>
                    <a:pt x="10445496" y="87249"/>
                  </a:lnTo>
                  <a:lnTo>
                    <a:pt x="10438649" y="53256"/>
                  </a:lnTo>
                  <a:lnTo>
                    <a:pt x="10419969" y="25526"/>
                  </a:lnTo>
                  <a:lnTo>
                    <a:pt x="10392239" y="6846"/>
                  </a:lnTo>
                  <a:lnTo>
                    <a:pt x="10358247" y="0"/>
                  </a:lnTo>
                  <a:close/>
                </a:path>
              </a:pathLst>
            </a:custGeom>
            <a:solidFill>
              <a:srgbClr val="E7DFF3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976" rIns="0" bIns="0" rtlCol="0">
            <a:spAutoFit/>
          </a:bodyPr>
          <a:lstStyle/>
          <a:p>
            <a:pPr marL="427355">
              <a:lnSpc>
                <a:spcPct val="100000"/>
              </a:lnSpc>
              <a:spcBef>
                <a:spcPts val="100"/>
              </a:spcBef>
            </a:pPr>
            <a:r>
              <a:rPr b="1" spc="-110" dirty="0">
                <a:solidFill>
                  <a:srgbClr val="000000"/>
                </a:solidFill>
                <a:latin typeface="Segoe UI"/>
                <a:cs typeface="Segoe UI"/>
              </a:rPr>
              <a:t>Top</a:t>
            </a:r>
            <a:r>
              <a:rPr b="1" spc="-15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50" dirty="0">
                <a:solidFill>
                  <a:srgbClr val="000000"/>
                </a:solidFill>
                <a:latin typeface="Segoe UI"/>
                <a:cs typeface="Segoe UI"/>
              </a:rPr>
              <a:t>capabilities</a:t>
            </a:r>
            <a:r>
              <a:rPr b="1" spc="-8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110" dirty="0">
                <a:solidFill>
                  <a:srgbClr val="000000"/>
                </a:solidFill>
                <a:latin typeface="Segoe UI"/>
                <a:cs typeface="Segoe UI"/>
              </a:rPr>
              <a:t>and</a:t>
            </a:r>
            <a:r>
              <a:rPr b="1" spc="-15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10" dirty="0">
                <a:solidFill>
                  <a:srgbClr val="000000"/>
                </a:solidFill>
                <a:latin typeface="Segoe UI"/>
                <a:cs typeface="Segoe UI"/>
              </a:rPr>
              <a:t>scenarios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84708" y="1877949"/>
            <a:ext cx="24955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60" dirty="0">
                <a:latin typeface="Segoe UI"/>
                <a:cs typeface="Segoe UI"/>
              </a:rPr>
              <a:t>1.0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57655" y="1636776"/>
            <a:ext cx="10445750" cy="4497705"/>
            <a:chOff x="1057655" y="1636776"/>
            <a:chExt cx="10445750" cy="4497705"/>
          </a:xfrm>
        </p:grpSpPr>
        <p:sp>
          <p:nvSpPr>
            <p:cNvPr id="25" name="object 25"/>
            <p:cNvSpPr/>
            <p:nvPr/>
          </p:nvSpPr>
          <p:spPr>
            <a:xfrm>
              <a:off x="2159508" y="1647443"/>
              <a:ext cx="2946400" cy="372110"/>
            </a:xfrm>
            <a:custGeom>
              <a:avLst/>
              <a:gdLst/>
              <a:ahLst/>
              <a:cxnLst/>
              <a:rect l="l" t="t" r="r" b="b"/>
              <a:pathLst>
                <a:path w="2946400" h="372110">
                  <a:moveTo>
                    <a:pt x="318770" y="56769"/>
                  </a:moveTo>
                  <a:lnTo>
                    <a:pt x="315645" y="41198"/>
                  </a:lnTo>
                  <a:lnTo>
                    <a:pt x="307111" y="28486"/>
                  </a:lnTo>
                  <a:lnTo>
                    <a:pt x="294436" y="19913"/>
                  </a:lnTo>
                  <a:lnTo>
                    <a:pt x="278892" y="16764"/>
                  </a:lnTo>
                  <a:lnTo>
                    <a:pt x="256794" y="16764"/>
                  </a:lnTo>
                  <a:lnTo>
                    <a:pt x="256794" y="102616"/>
                  </a:lnTo>
                  <a:lnTo>
                    <a:pt x="256794" y="117348"/>
                  </a:lnTo>
                  <a:lnTo>
                    <a:pt x="256794" y="169164"/>
                  </a:lnTo>
                  <a:lnTo>
                    <a:pt x="256794" y="183896"/>
                  </a:lnTo>
                  <a:lnTo>
                    <a:pt x="250825" y="189865"/>
                  </a:lnTo>
                  <a:lnTo>
                    <a:pt x="138811" y="189865"/>
                  </a:lnTo>
                  <a:lnTo>
                    <a:pt x="132842" y="183896"/>
                  </a:lnTo>
                  <a:lnTo>
                    <a:pt x="132842" y="169164"/>
                  </a:lnTo>
                  <a:lnTo>
                    <a:pt x="138811" y="163195"/>
                  </a:lnTo>
                  <a:lnTo>
                    <a:pt x="250825" y="163195"/>
                  </a:lnTo>
                  <a:lnTo>
                    <a:pt x="256794" y="169164"/>
                  </a:lnTo>
                  <a:lnTo>
                    <a:pt x="256794" y="117348"/>
                  </a:lnTo>
                  <a:lnTo>
                    <a:pt x="250825" y="123317"/>
                  </a:lnTo>
                  <a:lnTo>
                    <a:pt x="138811" y="123317"/>
                  </a:lnTo>
                  <a:lnTo>
                    <a:pt x="132842" y="117348"/>
                  </a:lnTo>
                  <a:lnTo>
                    <a:pt x="132842" y="102616"/>
                  </a:lnTo>
                  <a:lnTo>
                    <a:pt x="138811" y="96647"/>
                  </a:lnTo>
                  <a:lnTo>
                    <a:pt x="250825" y="96647"/>
                  </a:lnTo>
                  <a:lnTo>
                    <a:pt x="256794" y="102616"/>
                  </a:lnTo>
                  <a:lnTo>
                    <a:pt x="256794" y="16764"/>
                  </a:lnTo>
                  <a:lnTo>
                    <a:pt x="101854" y="16764"/>
                  </a:lnTo>
                  <a:lnTo>
                    <a:pt x="101854" y="100203"/>
                  </a:lnTo>
                  <a:lnTo>
                    <a:pt x="101854" y="119761"/>
                  </a:lnTo>
                  <a:lnTo>
                    <a:pt x="101854" y="166751"/>
                  </a:lnTo>
                  <a:lnTo>
                    <a:pt x="101854" y="186309"/>
                  </a:lnTo>
                  <a:lnTo>
                    <a:pt x="101854" y="233299"/>
                  </a:lnTo>
                  <a:lnTo>
                    <a:pt x="101854" y="252984"/>
                  </a:lnTo>
                  <a:lnTo>
                    <a:pt x="93853" y="260858"/>
                  </a:lnTo>
                  <a:lnTo>
                    <a:pt x="74295" y="260858"/>
                  </a:lnTo>
                  <a:lnTo>
                    <a:pt x="66421" y="252984"/>
                  </a:lnTo>
                  <a:lnTo>
                    <a:pt x="66421" y="233299"/>
                  </a:lnTo>
                  <a:lnTo>
                    <a:pt x="74295" y="225425"/>
                  </a:lnTo>
                  <a:lnTo>
                    <a:pt x="93853" y="225425"/>
                  </a:lnTo>
                  <a:lnTo>
                    <a:pt x="101854" y="233299"/>
                  </a:lnTo>
                  <a:lnTo>
                    <a:pt x="101854" y="186309"/>
                  </a:lnTo>
                  <a:lnTo>
                    <a:pt x="93853" y="194310"/>
                  </a:lnTo>
                  <a:lnTo>
                    <a:pt x="74295" y="194310"/>
                  </a:lnTo>
                  <a:lnTo>
                    <a:pt x="66421" y="186309"/>
                  </a:lnTo>
                  <a:lnTo>
                    <a:pt x="66421" y="166751"/>
                  </a:lnTo>
                  <a:lnTo>
                    <a:pt x="74295" y="158750"/>
                  </a:lnTo>
                  <a:lnTo>
                    <a:pt x="93853" y="158750"/>
                  </a:lnTo>
                  <a:lnTo>
                    <a:pt x="101854" y="166751"/>
                  </a:lnTo>
                  <a:lnTo>
                    <a:pt x="101854" y="119761"/>
                  </a:lnTo>
                  <a:lnTo>
                    <a:pt x="93853" y="127762"/>
                  </a:lnTo>
                  <a:lnTo>
                    <a:pt x="74295" y="127762"/>
                  </a:lnTo>
                  <a:lnTo>
                    <a:pt x="66421" y="119761"/>
                  </a:lnTo>
                  <a:lnTo>
                    <a:pt x="66421" y="100203"/>
                  </a:lnTo>
                  <a:lnTo>
                    <a:pt x="74295" y="92202"/>
                  </a:lnTo>
                  <a:lnTo>
                    <a:pt x="93853" y="92202"/>
                  </a:lnTo>
                  <a:lnTo>
                    <a:pt x="101854" y="100203"/>
                  </a:lnTo>
                  <a:lnTo>
                    <a:pt x="101854" y="16764"/>
                  </a:lnTo>
                  <a:lnTo>
                    <a:pt x="39878" y="16764"/>
                  </a:lnTo>
                  <a:lnTo>
                    <a:pt x="24320" y="19913"/>
                  </a:lnTo>
                  <a:lnTo>
                    <a:pt x="11645" y="28486"/>
                  </a:lnTo>
                  <a:lnTo>
                    <a:pt x="3111" y="41198"/>
                  </a:lnTo>
                  <a:lnTo>
                    <a:pt x="0" y="56769"/>
                  </a:lnTo>
                  <a:lnTo>
                    <a:pt x="0" y="296418"/>
                  </a:lnTo>
                  <a:lnTo>
                    <a:pt x="3111" y="311924"/>
                  </a:lnTo>
                  <a:lnTo>
                    <a:pt x="11645" y="324599"/>
                  </a:lnTo>
                  <a:lnTo>
                    <a:pt x="24320" y="333159"/>
                  </a:lnTo>
                  <a:lnTo>
                    <a:pt x="39878" y="336296"/>
                  </a:lnTo>
                  <a:lnTo>
                    <a:pt x="144653" y="336296"/>
                  </a:lnTo>
                  <a:lnTo>
                    <a:pt x="150876" y="311023"/>
                  </a:lnTo>
                  <a:lnTo>
                    <a:pt x="153606" y="302641"/>
                  </a:lnTo>
                  <a:lnTo>
                    <a:pt x="157391" y="294703"/>
                  </a:lnTo>
                  <a:lnTo>
                    <a:pt x="162204" y="287350"/>
                  </a:lnTo>
                  <a:lnTo>
                    <a:pt x="168021" y="280670"/>
                  </a:lnTo>
                  <a:lnTo>
                    <a:pt x="187833" y="260858"/>
                  </a:lnTo>
                  <a:lnTo>
                    <a:pt x="192278" y="256413"/>
                  </a:lnTo>
                  <a:lnTo>
                    <a:pt x="138811" y="256413"/>
                  </a:lnTo>
                  <a:lnTo>
                    <a:pt x="132842" y="250444"/>
                  </a:lnTo>
                  <a:lnTo>
                    <a:pt x="132842" y="235712"/>
                  </a:lnTo>
                  <a:lnTo>
                    <a:pt x="138811" y="229870"/>
                  </a:lnTo>
                  <a:lnTo>
                    <a:pt x="218821" y="229870"/>
                  </a:lnTo>
                  <a:lnTo>
                    <a:pt x="223253" y="225425"/>
                  </a:lnTo>
                  <a:lnTo>
                    <a:pt x="254292" y="194310"/>
                  </a:lnTo>
                  <a:lnTo>
                    <a:pt x="258724" y="189865"/>
                  </a:lnTo>
                  <a:lnTo>
                    <a:pt x="272669" y="175895"/>
                  </a:lnTo>
                  <a:lnTo>
                    <a:pt x="318770" y="159004"/>
                  </a:lnTo>
                  <a:lnTo>
                    <a:pt x="318770" y="158750"/>
                  </a:lnTo>
                  <a:lnTo>
                    <a:pt x="318770" y="127762"/>
                  </a:lnTo>
                  <a:lnTo>
                    <a:pt x="318770" y="123317"/>
                  </a:lnTo>
                  <a:lnTo>
                    <a:pt x="318770" y="96647"/>
                  </a:lnTo>
                  <a:lnTo>
                    <a:pt x="318770" y="92202"/>
                  </a:lnTo>
                  <a:lnTo>
                    <a:pt x="318770" y="56769"/>
                  </a:lnTo>
                  <a:close/>
                </a:path>
                <a:path w="2946400" h="372110">
                  <a:moveTo>
                    <a:pt x="353542" y="216890"/>
                  </a:moveTo>
                  <a:lnTo>
                    <a:pt x="350227" y="201688"/>
                  </a:lnTo>
                  <a:lnTo>
                    <a:pt x="340995" y="188468"/>
                  </a:lnTo>
                  <a:lnTo>
                    <a:pt x="327863" y="180047"/>
                  </a:lnTo>
                  <a:lnTo>
                    <a:pt x="313055" y="177228"/>
                  </a:lnTo>
                  <a:lnTo>
                    <a:pt x="298234" y="180047"/>
                  </a:lnTo>
                  <a:lnTo>
                    <a:pt x="285115" y="188468"/>
                  </a:lnTo>
                  <a:lnTo>
                    <a:pt x="174498" y="299339"/>
                  </a:lnTo>
                  <a:lnTo>
                    <a:pt x="170180" y="306959"/>
                  </a:lnTo>
                  <a:lnTo>
                    <a:pt x="168148" y="315341"/>
                  </a:lnTo>
                  <a:lnTo>
                    <a:pt x="160020" y="347853"/>
                  </a:lnTo>
                  <a:lnTo>
                    <a:pt x="159664" y="354888"/>
                  </a:lnTo>
                  <a:lnTo>
                    <a:pt x="159626" y="355549"/>
                  </a:lnTo>
                  <a:lnTo>
                    <a:pt x="162140" y="362496"/>
                  </a:lnTo>
                  <a:lnTo>
                    <a:pt x="167081" y="367969"/>
                  </a:lnTo>
                  <a:lnTo>
                    <a:pt x="173990" y="371221"/>
                  </a:lnTo>
                  <a:lnTo>
                    <a:pt x="177038" y="372110"/>
                  </a:lnTo>
                  <a:lnTo>
                    <a:pt x="180213" y="372110"/>
                  </a:lnTo>
                  <a:lnTo>
                    <a:pt x="183388" y="371221"/>
                  </a:lnTo>
                  <a:lnTo>
                    <a:pt x="215773" y="363220"/>
                  </a:lnTo>
                  <a:lnTo>
                    <a:pt x="342392" y="245872"/>
                  </a:lnTo>
                  <a:lnTo>
                    <a:pt x="350939" y="232232"/>
                  </a:lnTo>
                  <a:lnTo>
                    <a:pt x="353542" y="216890"/>
                  </a:lnTo>
                  <a:close/>
                </a:path>
                <a:path w="2946400" h="372110">
                  <a:moveTo>
                    <a:pt x="2945892" y="76454"/>
                  </a:moveTo>
                  <a:lnTo>
                    <a:pt x="2921127" y="39128"/>
                  </a:lnTo>
                  <a:lnTo>
                    <a:pt x="2905379" y="35941"/>
                  </a:lnTo>
                  <a:lnTo>
                    <a:pt x="2887345" y="35941"/>
                  </a:lnTo>
                  <a:lnTo>
                    <a:pt x="2887345" y="131953"/>
                  </a:lnTo>
                  <a:lnTo>
                    <a:pt x="2887345" y="146812"/>
                  </a:lnTo>
                  <a:lnTo>
                    <a:pt x="2881376" y="152908"/>
                  </a:lnTo>
                  <a:lnTo>
                    <a:pt x="2851404" y="152908"/>
                  </a:lnTo>
                  <a:lnTo>
                    <a:pt x="2851404" y="275844"/>
                  </a:lnTo>
                  <a:lnTo>
                    <a:pt x="2851404" y="290703"/>
                  </a:lnTo>
                  <a:lnTo>
                    <a:pt x="2845308" y="296672"/>
                  </a:lnTo>
                  <a:lnTo>
                    <a:pt x="2722372" y="296672"/>
                  </a:lnTo>
                  <a:lnTo>
                    <a:pt x="2716403" y="290703"/>
                  </a:lnTo>
                  <a:lnTo>
                    <a:pt x="2716403" y="275844"/>
                  </a:lnTo>
                  <a:lnTo>
                    <a:pt x="2722372" y="269748"/>
                  </a:lnTo>
                  <a:lnTo>
                    <a:pt x="2845308" y="269748"/>
                  </a:lnTo>
                  <a:lnTo>
                    <a:pt x="2851404" y="275844"/>
                  </a:lnTo>
                  <a:lnTo>
                    <a:pt x="2851404" y="152908"/>
                  </a:lnTo>
                  <a:lnTo>
                    <a:pt x="2815336" y="152908"/>
                  </a:lnTo>
                  <a:lnTo>
                    <a:pt x="2815336" y="203835"/>
                  </a:lnTo>
                  <a:lnTo>
                    <a:pt x="2815336" y="218694"/>
                  </a:lnTo>
                  <a:lnTo>
                    <a:pt x="2809367" y="224790"/>
                  </a:lnTo>
                  <a:lnTo>
                    <a:pt x="2722372" y="224790"/>
                  </a:lnTo>
                  <a:lnTo>
                    <a:pt x="2716403" y="218694"/>
                  </a:lnTo>
                  <a:lnTo>
                    <a:pt x="2716403" y="203835"/>
                  </a:lnTo>
                  <a:lnTo>
                    <a:pt x="2722372" y="197866"/>
                  </a:lnTo>
                  <a:lnTo>
                    <a:pt x="2809367" y="197866"/>
                  </a:lnTo>
                  <a:lnTo>
                    <a:pt x="2815336" y="203835"/>
                  </a:lnTo>
                  <a:lnTo>
                    <a:pt x="2815336" y="152908"/>
                  </a:lnTo>
                  <a:lnTo>
                    <a:pt x="2722372" y="152908"/>
                  </a:lnTo>
                  <a:lnTo>
                    <a:pt x="2716403" y="146812"/>
                  </a:lnTo>
                  <a:lnTo>
                    <a:pt x="2716403" y="131953"/>
                  </a:lnTo>
                  <a:lnTo>
                    <a:pt x="2722372" y="125857"/>
                  </a:lnTo>
                  <a:lnTo>
                    <a:pt x="2881376" y="125857"/>
                  </a:lnTo>
                  <a:lnTo>
                    <a:pt x="2887345" y="131953"/>
                  </a:lnTo>
                  <a:lnTo>
                    <a:pt x="2887345" y="35941"/>
                  </a:lnTo>
                  <a:lnTo>
                    <a:pt x="2873629" y="35941"/>
                  </a:lnTo>
                  <a:lnTo>
                    <a:pt x="2873756" y="37465"/>
                  </a:lnTo>
                  <a:lnTo>
                    <a:pt x="2873603" y="35941"/>
                  </a:lnTo>
                  <a:lnTo>
                    <a:pt x="2873502" y="34925"/>
                  </a:lnTo>
                  <a:lnTo>
                    <a:pt x="2870873" y="26924"/>
                  </a:lnTo>
                  <a:lnTo>
                    <a:pt x="2868993" y="21170"/>
                  </a:lnTo>
                  <a:lnTo>
                    <a:pt x="2860141" y="10083"/>
                  </a:lnTo>
                  <a:lnTo>
                    <a:pt x="2847937" y="2692"/>
                  </a:lnTo>
                  <a:lnTo>
                    <a:pt x="2846832" y="2489"/>
                  </a:lnTo>
                  <a:lnTo>
                    <a:pt x="2846832" y="33020"/>
                  </a:lnTo>
                  <a:lnTo>
                    <a:pt x="2846832" y="47879"/>
                  </a:lnTo>
                  <a:lnTo>
                    <a:pt x="2840863" y="53975"/>
                  </a:lnTo>
                  <a:lnTo>
                    <a:pt x="2762885" y="53975"/>
                  </a:lnTo>
                  <a:lnTo>
                    <a:pt x="2756916" y="47879"/>
                  </a:lnTo>
                  <a:lnTo>
                    <a:pt x="2756916" y="37465"/>
                  </a:lnTo>
                  <a:lnTo>
                    <a:pt x="2756916" y="33020"/>
                  </a:lnTo>
                  <a:lnTo>
                    <a:pt x="2762885" y="26924"/>
                  </a:lnTo>
                  <a:lnTo>
                    <a:pt x="2840863" y="26924"/>
                  </a:lnTo>
                  <a:lnTo>
                    <a:pt x="2846832" y="33020"/>
                  </a:lnTo>
                  <a:lnTo>
                    <a:pt x="2846832" y="2489"/>
                  </a:lnTo>
                  <a:lnTo>
                    <a:pt x="2833370" y="0"/>
                  </a:lnTo>
                  <a:lnTo>
                    <a:pt x="2770378" y="0"/>
                  </a:lnTo>
                  <a:lnTo>
                    <a:pt x="2755785" y="2692"/>
                  </a:lnTo>
                  <a:lnTo>
                    <a:pt x="2755912" y="2692"/>
                  </a:lnTo>
                  <a:lnTo>
                    <a:pt x="2743708" y="10083"/>
                  </a:lnTo>
                  <a:lnTo>
                    <a:pt x="2734818" y="21170"/>
                  </a:lnTo>
                  <a:lnTo>
                    <a:pt x="2730246" y="34925"/>
                  </a:lnTo>
                  <a:lnTo>
                    <a:pt x="2729992" y="37465"/>
                  </a:lnTo>
                  <a:lnTo>
                    <a:pt x="2730119" y="35941"/>
                  </a:lnTo>
                  <a:lnTo>
                    <a:pt x="2698369" y="35941"/>
                  </a:lnTo>
                  <a:lnTo>
                    <a:pt x="2682608" y="39128"/>
                  </a:lnTo>
                  <a:lnTo>
                    <a:pt x="2669679" y="47879"/>
                  </a:lnTo>
                  <a:lnTo>
                    <a:pt x="2661031" y="60706"/>
                  </a:lnTo>
                  <a:lnTo>
                    <a:pt x="2657856" y="76454"/>
                  </a:lnTo>
                  <a:lnTo>
                    <a:pt x="2657856" y="319151"/>
                  </a:lnTo>
                  <a:lnTo>
                    <a:pt x="2661031" y="334911"/>
                  </a:lnTo>
                  <a:lnTo>
                    <a:pt x="2669730" y="347789"/>
                  </a:lnTo>
                  <a:lnTo>
                    <a:pt x="2682608" y="356489"/>
                  </a:lnTo>
                  <a:lnTo>
                    <a:pt x="2698369" y="359664"/>
                  </a:lnTo>
                  <a:lnTo>
                    <a:pt x="2905379" y="359664"/>
                  </a:lnTo>
                  <a:lnTo>
                    <a:pt x="2921127" y="356489"/>
                  </a:lnTo>
                  <a:lnTo>
                    <a:pt x="2934017" y="347789"/>
                  </a:lnTo>
                  <a:lnTo>
                    <a:pt x="2942704" y="334911"/>
                  </a:lnTo>
                  <a:lnTo>
                    <a:pt x="2945892" y="319151"/>
                  </a:lnTo>
                  <a:lnTo>
                    <a:pt x="2945892" y="296672"/>
                  </a:lnTo>
                  <a:lnTo>
                    <a:pt x="2945892" y="269748"/>
                  </a:lnTo>
                  <a:lnTo>
                    <a:pt x="2945892" y="224790"/>
                  </a:lnTo>
                  <a:lnTo>
                    <a:pt x="2945892" y="197866"/>
                  </a:lnTo>
                  <a:lnTo>
                    <a:pt x="2945892" y="152908"/>
                  </a:lnTo>
                  <a:lnTo>
                    <a:pt x="2945892" y="125857"/>
                  </a:lnTo>
                  <a:lnTo>
                    <a:pt x="2945892" y="76454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78165" y="1710182"/>
              <a:ext cx="124205" cy="23418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98003" y="1710182"/>
              <a:ext cx="124205" cy="23418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549451" y="1636775"/>
              <a:ext cx="2856865" cy="393700"/>
            </a:xfrm>
            <a:custGeom>
              <a:avLst/>
              <a:gdLst/>
              <a:ahLst/>
              <a:cxnLst/>
              <a:rect l="l" t="t" r="r" b="b"/>
              <a:pathLst>
                <a:path w="2856865" h="393700">
                  <a:moveTo>
                    <a:pt x="100698" y="44094"/>
                  </a:moveTo>
                  <a:lnTo>
                    <a:pt x="99999" y="37007"/>
                  </a:lnTo>
                  <a:lnTo>
                    <a:pt x="97599" y="31724"/>
                  </a:lnTo>
                  <a:lnTo>
                    <a:pt x="93662" y="28956"/>
                  </a:lnTo>
                  <a:lnTo>
                    <a:pt x="88861" y="29387"/>
                  </a:lnTo>
                  <a:lnTo>
                    <a:pt x="1206" y="329057"/>
                  </a:lnTo>
                  <a:lnTo>
                    <a:pt x="0" y="337172"/>
                  </a:lnTo>
                  <a:lnTo>
                    <a:pt x="698" y="344258"/>
                  </a:lnTo>
                  <a:lnTo>
                    <a:pt x="3098" y="349542"/>
                  </a:lnTo>
                  <a:lnTo>
                    <a:pt x="7048" y="352298"/>
                  </a:lnTo>
                  <a:lnTo>
                    <a:pt x="11836" y="351891"/>
                  </a:lnTo>
                  <a:lnTo>
                    <a:pt x="99504" y="52197"/>
                  </a:lnTo>
                  <a:lnTo>
                    <a:pt x="100698" y="44094"/>
                  </a:lnTo>
                  <a:close/>
                </a:path>
                <a:path w="2856865" h="393700">
                  <a:moveTo>
                    <a:pt x="2770060" y="373761"/>
                  </a:moveTo>
                  <a:lnTo>
                    <a:pt x="2764472" y="367919"/>
                  </a:lnTo>
                  <a:lnTo>
                    <a:pt x="2764345" y="367665"/>
                  </a:lnTo>
                  <a:lnTo>
                    <a:pt x="2706560" y="309880"/>
                  </a:lnTo>
                  <a:lnTo>
                    <a:pt x="2694749" y="298069"/>
                  </a:lnTo>
                  <a:lnTo>
                    <a:pt x="2687510" y="290830"/>
                  </a:lnTo>
                  <a:lnTo>
                    <a:pt x="2696172" y="277774"/>
                  </a:lnTo>
                  <a:lnTo>
                    <a:pt x="2702509" y="263550"/>
                  </a:lnTo>
                  <a:lnTo>
                    <a:pt x="2706382" y="248488"/>
                  </a:lnTo>
                  <a:lnTo>
                    <a:pt x="2707703" y="232918"/>
                  </a:lnTo>
                  <a:lnTo>
                    <a:pt x="2705938" y="214833"/>
                  </a:lnTo>
                  <a:lnTo>
                    <a:pt x="2700794" y="197612"/>
                  </a:lnTo>
                  <a:lnTo>
                    <a:pt x="2692425" y="181737"/>
                  </a:lnTo>
                  <a:lnTo>
                    <a:pt x="2681033" y="167640"/>
                  </a:lnTo>
                  <a:lnTo>
                    <a:pt x="2679763" y="166585"/>
                  </a:lnTo>
                  <a:lnTo>
                    <a:pt x="2679763" y="232918"/>
                  </a:lnTo>
                  <a:lnTo>
                    <a:pt x="2674632" y="258267"/>
                  </a:lnTo>
                  <a:lnTo>
                    <a:pt x="2660662" y="278980"/>
                  </a:lnTo>
                  <a:lnTo>
                    <a:pt x="2639949" y="292950"/>
                  </a:lnTo>
                  <a:lnTo>
                    <a:pt x="2614612" y="298069"/>
                  </a:lnTo>
                  <a:lnTo>
                    <a:pt x="2589212" y="292950"/>
                  </a:lnTo>
                  <a:lnTo>
                    <a:pt x="2568511" y="278980"/>
                  </a:lnTo>
                  <a:lnTo>
                    <a:pt x="2554567" y="258267"/>
                  </a:lnTo>
                  <a:lnTo>
                    <a:pt x="2549461" y="232918"/>
                  </a:lnTo>
                  <a:lnTo>
                    <a:pt x="2554567" y="207505"/>
                  </a:lnTo>
                  <a:lnTo>
                    <a:pt x="2568511" y="186753"/>
                  </a:lnTo>
                  <a:lnTo>
                    <a:pt x="2589212" y="172770"/>
                  </a:lnTo>
                  <a:lnTo>
                    <a:pt x="2614612" y="167640"/>
                  </a:lnTo>
                  <a:lnTo>
                    <a:pt x="2639949" y="172770"/>
                  </a:lnTo>
                  <a:lnTo>
                    <a:pt x="2660662" y="186753"/>
                  </a:lnTo>
                  <a:lnTo>
                    <a:pt x="2674632" y="207505"/>
                  </a:lnTo>
                  <a:lnTo>
                    <a:pt x="2679763" y="232918"/>
                  </a:lnTo>
                  <a:lnTo>
                    <a:pt x="2679763" y="166585"/>
                  </a:lnTo>
                  <a:lnTo>
                    <a:pt x="2666771" y="155702"/>
                  </a:lnTo>
                  <a:lnTo>
                    <a:pt x="2650629" y="146913"/>
                  </a:lnTo>
                  <a:lnTo>
                    <a:pt x="2633078" y="141503"/>
                  </a:lnTo>
                  <a:lnTo>
                    <a:pt x="2614612" y="139700"/>
                  </a:lnTo>
                  <a:lnTo>
                    <a:pt x="2599626" y="140855"/>
                  </a:lnTo>
                  <a:lnTo>
                    <a:pt x="2558732" y="158242"/>
                  </a:lnTo>
                  <a:lnTo>
                    <a:pt x="2522131" y="219506"/>
                  </a:lnTo>
                  <a:lnTo>
                    <a:pt x="2523769" y="255206"/>
                  </a:lnTo>
                  <a:lnTo>
                    <a:pt x="2539555" y="288671"/>
                  </a:lnTo>
                  <a:lnTo>
                    <a:pt x="2566263" y="313029"/>
                  </a:lnTo>
                  <a:lnTo>
                    <a:pt x="2599017" y="325094"/>
                  </a:lnTo>
                  <a:lnTo>
                    <a:pt x="2633916" y="324256"/>
                  </a:lnTo>
                  <a:lnTo>
                    <a:pt x="2667063" y="309880"/>
                  </a:lnTo>
                  <a:lnTo>
                    <a:pt x="2744279" y="387223"/>
                  </a:lnTo>
                  <a:lnTo>
                    <a:pt x="2749613" y="392811"/>
                  </a:lnTo>
                  <a:lnTo>
                    <a:pt x="2758376" y="393192"/>
                  </a:lnTo>
                  <a:lnTo>
                    <a:pt x="2769679" y="382651"/>
                  </a:lnTo>
                  <a:lnTo>
                    <a:pt x="2770060" y="373761"/>
                  </a:lnTo>
                  <a:close/>
                </a:path>
                <a:path w="2856865" h="393700">
                  <a:moveTo>
                    <a:pt x="2847276" y="121031"/>
                  </a:moveTo>
                  <a:lnTo>
                    <a:pt x="2735516" y="9144"/>
                  </a:lnTo>
                  <a:lnTo>
                    <a:pt x="2735516" y="116840"/>
                  </a:lnTo>
                  <a:lnTo>
                    <a:pt x="2739707" y="121031"/>
                  </a:lnTo>
                  <a:lnTo>
                    <a:pt x="2847276" y="121031"/>
                  </a:lnTo>
                  <a:close/>
                </a:path>
                <a:path w="2856865" h="393700">
                  <a:moveTo>
                    <a:pt x="2856420" y="148717"/>
                  </a:moveTo>
                  <a:lnTo>
                    <a:pt x="2744914" y="148717"/>
                  </a:lnTo>
                  <a:lnTo>
                    <a:pt x="2730487" y="145796"/>
                  </a:lnTo>
                  <a:lnTo>
                    <a:pt x="2718701" y="137833"/>
                  </a:lnTo>
                  <a:lnTo>
                    <a:pt x="2710738" y="126009"/>
                  </a:lnTo>
                  <a:lnTo>
                    <a:pt x="2707830" y="111506"/>
                  </a:lnTo>
                  <a:lnTo>
                    <a:pt x="2707830" y="0"/>
                  </a:lnTo>
                  <a:lnTo>
                    <a:pt x="2596324" y="0"/>
                  </a:lnTo>
                  <a:lnTo>
                    <a:pt x="2581897" y="2921"/>
                  </a:lnTo>
                  <a:lnTo>
                    <a:pt x="2570111" y="10896"/>
                  </a:lnTo>
                  <a:lnTo>
                    <a:pt x="2562148" y="22720"/>
                  </a:lnTo>
                  <a:lnTo>
                    <a:pt x="2559240" y="37211"/>
                  </a:lnTo>
                  <a:lnTo>
                    <a:pt x="2559240" y="135763"/>
                  </a:lnTo>
                  <a:lnTo>
                    <a:pt x="2601188" y="121615"/>
                  </a:lnTo>
                  <a:lnTo>
                    <a:pt x="2643797" y="124574"/>
                  </a:lnTo>
                  <a:lnTo>
                    <a:pt x="2682202" y="143319"/>
                  </a:lnTo>
                  <a:lnTo>
                    <a:pt x="2711513" y="176530"/>
                  </a:lnTo>
                  <a:lnTo>
                    <a:pt x="2722676" y="203606"/>
                  </a:lnTo>
                  <a:lnTo>
                    <a:pt x="2726436" y="232181"/>
                  </a:lnTo>
                  <a:lnTo>
                    <a:pt x="2722753" y="260781"/>
                  </a:lnTo>
                  <a:lnTo>
                    <a:pt x="2711640" y="287909"/>
                  </a:lnTo>
                  <a:lnTo>
                    <a:pt x="2782379" y="358648"/>
                  </a:lnTo>
                  <a:lnTo>
                    <a:pt x="2785427" y="365125"/>
                  </a:lnTo>
                  <a:lnTo>
                    <a:pt x="2786443" y="371856"/>
                  </a:lnTo>
                  <a:lnTo>
                    <a:pt x="2819209" y="371856"/>
                  </a:lnTo>
                  <a:lnTo>
                    <a:pt x="2833700" y="368935"/>
                  </a:lnTo>
                  <a:lnTo>
                    <a:pt x="2845524" y="360972"/>
                  </a:lnTo>
                  <a:lnTo>
                    <a:pt x="2853499" y="349148"/>
                  </a:lnTo>
                  <a:lnTo>
                    <a:pt x="2856420" y="334645"/>
                  </a:lnTo>
                  <a:lnTo>
                    <a:pt x="2856420" y="148717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7655" y="5751576"/>
              <a:ext cx="1008888" cy="370332"/>
            </a:xfrm>
            <a:prstGeom prst="rect">
              <a:avLst/>
            </a:prstGeom>
          </p:spPr>
        </p:pic>
        <p:pic>
          <p:nvPicPr>
            <p:cNvPr id="30" name="object 30">
              <a:hlinkClick r:id="rId9"/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10027" y="5771388"/>
              <a:ext cx="976884" cy="330708"/>
            </a:xfrm>
            <a:prstGeom prst="rect">
              <a:avLst/>
            </a:prstGeom>
          </p:spPr>
        </p:pic>
        <p:pic>
          <p:nvPicPr>
            <p:cNvPr id="31" name="object 31">
              <a:hlinkClick r:id="rId11"/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30395" y="5756147"/>
              <a:ext cx="845820" cy="361188"/>
            </a:xfrm>
            <a:prstGeom prst="rect">
              <a:avLst/>
            </a:prstGeom>
          </p:spPr>
        </p:pic>
        <p:pic>
          <p:nvPicPr>
            <p:cNvPr id="32" name="object 32">
              <a:hlinkClick r:id="rId13"/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19700" y="5756147"/>
              <a:ext cx="1176527" cy="361188"/>
            </a:xfrm>
            <a:prstGeom prst="rect">
              <a:avLst/>
            </a:prstGeom>
          </p:spPr>
        </p:pic>
        <p:pic>
          <p:nvPicPr>
            <p:cNvPr id="33" name="object 33">
              <a:hlinkClick r:id="rId13"/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39711" y="5777484"/>
              <a:ext cx="1001268" cy="318516"/>
            </a:xfrm>
            <a:prstGeom prst="rect">
              <a:avLst/>
            </a:prstGeom>
          </p:spPr>
        </p:pic>
        <p:pic>
          <p:nvPicPr>
            <p:cNvPr id="34" name="object 34">
              <a:hlinkClick r:id="rId16"/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84463" y="5772911"/>
              <a:ext cx="1319783" cy="327659"/>
            </a:xfrm>
            <a:prstGeom prst="rect">
              <a:avLst/>
            </a:prstGeom>
          </p:spPr>
        </p:pic>
        <p:pic>
          <p:nvPicPr>
            <p:cNvPr id="35" name="object 35">
              <a:hlinkClick r:id="rId18"/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049255" y="5739384"/>
              <a:ext cx="1453896" cy="394716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371727" y="2252598"/>
            <a:ext cx="1899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Segoe UI"/>
                <a:cs typeface="Segoe UI"/>
              </a:rPr>
              <a:t>Content</a:t>
            </a:r>
            <a:r>
              <a:rPr sz="1600" b="1" spc="110" dirty="0">
                <a:latin typeface="Segoe UI"/>
                <a:cs typeface="Segoe UI"/>
              </a:rPr>
              <a:t> </a:t>
            </a:r>
            <a:r>
              <a:rPr sz="1600" b="1" spc="-10" dirty="0">
                <a:latin typeface="Segoe UI"/>
                <a:cs typeface="Segoe UI"/>
              </a:rPr>
              <a:t>generation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28591" y="2252598"/>
            <a:ext cx="41757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74925" algn="l"/>
              </a:tabLst>
            </a:pPr>
            <a:r>
              <a:rPr sz="1600" b="1" spc="-10" dirty="0">
                <a:latin typeface="Segoe UI"/>
                <a:cs typeface="Segoe UI"/>
              </a:rPr>
              <a:t>Summarization</a:t>
            </a:r>
            <a:r>
              <a:rPr sz="1600" b="1" dirty="0">
                <a:latin typeface="Segoe UI"/>
                <a:cs typeface="Segoe UI"/>
              </a:rPr>
              <a:t>	Code</a:t>
            </a:r>
            <a:r>
              <a:rPr sz="1600" b="1" spc="45" dirty="0">
                <a:latin typeface="Segoe UI"/>
                <a:cs typeface="Segoe UI"/>
              </a:rPr>
              <a:t> </a:t>
            </a:r>
            <a:r>
              <a:rPr sz="1600" b="1" spc="-10" dirty="0">
                <a:latin typeface="Segoe UI"/>
                <a:cs typeface="Segoe UI"/>
              </a:rPr>
              <a:t>generation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442831" y="2252598"/>
            <a:ext cx="1590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Segoe UI"/>
                <a:cs typeface="Segoe UI"/>
              </a:rPr>
              <a:t>Semantic</a:t>
            </a:r>
            <a:r>
              <a:rPr sz="1600" b="1" spc="45" dirty="0">
                <a:latin typeface="Segoe UI"/>
                <a:cs typeface="Segoe UI"/>
              </a:rPr>
              <a:t> </a:t>
            </a:r>
            <a:r>
              <a:rPr sz="1600" b="1" spc="-10" dirty="0">
                <a:latin typeface="Segoe UI"/>
                <a:cs typeface="Segoe UI"/>
              </a:rPr>
              <a:t>search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4708" y="3842384"/>
            <a:ext cx="2755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Segoe UI"/>
                <a:cs typeface="Segoe UI"/>
              </a:rPr>
              <a:t>2.0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19022" y="3145614"/>
            <a:ext cx="3112770" cy="131826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400" b="1" spc="-10" dirty="0">
                <a:solidFill>
                  <a:srgbClr val="8560C5"/>
                </a:solidFill>
                <a:latin typeface="Segoe UI"/>
                <a:cs typeface="Segoe UI"/>
              </a:rPr>
              <a:t>Telecommunications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200" spc="-20" dirty="0">
                <a:latin typeface="Segoe UI"/>
                <a:cs typeface="Segoe UI"/>
              </a:rPr>
              <a:t>Media </a:t>
            </a:r>
            <a:r>
              <a:rPr sz="1200" spc="-10" dirty="0">
                <a:latin typeface="Segoe UI"/>
                <a:cs typeface="Segoe UI"/>
              </a:rPr>
              <a:t>Workflows,</a:t>
            </a:r>
            <a:r>
              <a:rPr sz="1200" spc="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Cross</a:t>
            </a:r>
            <a:r>
              <a:rPr sz="1200" spc="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Content</a:t>
            </a:r>
            <a:r>
              <a:rPr sz="1200" spc="2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Linking,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latin typeface="Segoe UI"/>
                <a:cs typeface="Segoe UI"/>
              </a:rPr>
              <a:t>Content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Creation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for</a:t>
            </a:r>
            <a:r>
              <a:rPr sz="1200" spc="35" dirty="0">
                <a:latin typeface="Segoe UI"/>
                <a:cs typeface="Segoe UI"/>
              </a:rPr>
              <a:t> </a:t>
            </a:r>
            <a:r>
              <a:rPr sz="1200" spc="-20" dirty="0">
                <a:latin typeface="Segoe UI"/>
                <a:cs typeface="Segoe UI"/>
              </a:rPr>
              <a:t>Media,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Speech</a:t>
            </a:r>
            <a:r>
              <a:rPr sz="1200" spc="-10" dirty="0">
                <a:latin typeface="Segoe UI"/>
                <a:cs typeface="Segoe UI"/>
              </a:rPr>
              <a:t> Analytics, </a:t>
            </a:r>
            <a:r>
              <a:rPr sz="1200" dirty="0">
                <a:latin typeface="Segoe UI"/>
                <a:cs typeface="Segoe UI"/>
              </a:rPr>
              <a:t>Analytics for</a:t>
            </a:r>
            <a:r>
              <a:rPr sz="1200" spc="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B2C</a:t>
            </a:r>
            <a:r>
              <a:rPr sz="1200" spc="10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Contact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Center,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Cognitive</a:t>
            </a:r>
            <a:endParaRPr sz="1200">
              <a:latin typeface="Segoe UI"/>
              <a:cs typeface="Segoe UI"/>
            </a:endParaRPr>
          </a:p>
          <a:p>
            <a:pPr marL="12700" marR="38100">
              <a:lnSpc>
                <a:spcPct val="100000"/>
              </a:lnSpc>
            </a:pPr>
            <a:r>
              <a:rPr sz="1200" dirty="0">
                <a:latin typeface="Segoe UI"/>
                <a:cs typeface="Segoe UI"/>
              </a:rPr>
              <a:t>Contact</a:t>
            </a:r>
            <a:r>
              <a:rPr sz="1200" spc="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Center, </a:t>
            </a:r>
            <a:r>
              <a:rPr sz="1200" spc="-10" dirty="0">
                <a:latin typeface="Segoe UI"/>
                <a:cs typeface="Segoe UI"/>
              </a:rPr>
              <a:t>Skilling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Automation,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Realtime </a:t>
            </a:r>
            <a:r>
              <a:rPr sz="1200" dirty="0">
                <a:latin typeface="Segoe UI"/>
                <a:cs typeface="Segoe UI"/>
              </a:rPr>
              <a:t>Speech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Transcriptions</a:t>
            </a:r>
            <a:r>
              <a:rPr sz="1200" spc="1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&amp;</a:t>
            </a:r>
            <a:r>
              <a:rPr sz="1200" spc="-10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Summarization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637278" y="2836925"/>
            <a:ext cx="3226435" cy="1809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8560C5"/>
                </a:solidFill>
                <a:latin typeface="Segoe UI"/>
                <a:cs typeface="Segoe UI"/>
              </a:rPr>
              <a:t>Examples</a:t>
            </a:r>
            <a:r>
              <a:rPr sz="1600" b="1" spc="-30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1600" b="1" dirty="0">
                <a:solidFill>
                  <a:srgbClr val="8560C5"/>
                </a:solidFill>
                <a:latin typeface="Segoe UI"/>
                <a:cs typeface="Segoe UI"/>
              </a:rPr>
              <a:t>of</a:t>
            </a:r>
            <a:r>
              <a:rPr sz="1600" b="1" spc="-30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1600" b="1" dirty="0">
                <a:solidFill>
                  <a:srgbClr val="8560C5"/>
                </a:solidFill>
                <a:latin typeface="Segoe UI"/>
                <a:cs typeface="Segoe UI"/>
              </a:rPr>
              <a:t>advanced</a:t>
            </a:r>
            <a:r>
              <a:rPr sz="1600" b="1" spc="-55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1600" b="1" dirty="0">
                <a:solidFill>
                  <a:srgbClr val="8560C5"/>
                </a:solidFill>
                <a:latin typeface="Segoe UI"/>
                <a:cs typeface="Segoe UI"/>
              </a:rPr>
              <a:t>use</a:t>
            </a:r>
            <a:r>
              <a:rPr sz="1600" b="1" spc="-90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1600" b="1" spc="-20" dirty="0">
                <a:solidFill>
                  <a:srgbClr val="8560C5"/>
                </a:solidFill>
                <a:latin typeface="Segoe UI"/>
                <a:cs typeface="Segoe UI"/>
              </a:rPr>
              <a:t>cases</a:t>
            </a:r>
            <a:endParaRPr sz="16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400" b="1" spc="-10" dirty="0">
                <a:solidFill>
                  <a:srgbClr val="8560C5"/>
                </a:solidFill>
                <a:latin typeface="Segoe UI"/>
                <a:cs typeface="Segoe UI"/>
              </a:rPr>
              <a:t>Manufacturing</a:t>
            </a:r>
            <a:r>
              <a:rPr sz="1400" b="1" spc="-50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8560C5"/>
                </a:solidFill>
                <a:latin typeface="Segoe UI"/>
                <a:cs typeface="Segoe UI"/>
              </a:rPr>
              <a:t>&amp;</a:t>
            </a:r>
            <a:r>
              <a:rPr sz="1400" b="1" spc="-25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8560C5"/>
                </a:solidFill>
                <a:latin typeface="Segoe UI"/>
                <a:cs typeface="Segoe UI"/>
              </a:rPr>
              <a:t>Industrials</a:t>
            </a:r>
            <a:endParaRPr sz="1400">
              <a:latin typeface="Segoe UI"/>
              <a:cs typeface="Segoe UI"/>
            </a:endParaRPr>
          </a:p>
          <a:p>
            <a:pPr marL="12700" marR="67310">
              <a:lnSpc>
                <a:spcPct val="100000"/>
              </a:lnSpc>
              <a:spcBef>
                <a:spcPts val="595"/>
              </a:spcBef>
            </a:pPr>
            <a:r>
              <a:rPr sz="1200" dirty="0">
                <a:latin typeface="Segoe UI"/>
                <a:cs typeface="Segoe UI"/>
              </a:rPr>
              <a:t>ChatGPT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Enabled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Technical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Support,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Customer Sentiment</a:t>
            </a:r>
            <a:r>
              <a:rPr sz="1200" dirty="0">
                <a:latin typeface="Segoe UI"/>
                <a:cs typeface="Segoe UI"/>
              </a:rPr>
              <a:t> Analysis,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Customer </a:t>
            </a:r>
            <a:r>
              <a:rPr sz="1200" spc="-10" dirty="0">
                <a:latin typeface="Segoe UI"/>
                <a:cs typeface="Segoe UI"/>
              </a:rPr>
              <a:t>Service Knowledge</a:t>
            </a:r>
            <a:r>
              <a:rPr sz="1200" spc="-7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Mining,</a:t>
            </a:r>
            <a:r>
              <a:rPr sz="1200" spc="-8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Digital</a:t>
            </a:r>
            <a:r>
              <a:rPr sz="1200" spc="-7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Proposal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Assistant,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latin typeface="Segoe UI"/>
                <a:cs typeface="Segoe UI"/>
              </a:rPr>
              <a:t>Customer</a:t>
            </a:r>
            <a:r>
              <a:rPr sz="1200" spc="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Journey</a:t>
            </a:r>
            <a:r>
              <a:rPr sz="1200" spc="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Analytics,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Consumer</a:t>
            </a:r>
            <a:r>
              <a:rPr sz="1200" spc="1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Insights Advanced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Analytics,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Records</a:t>
            </a:r>
            <a:r>
              <a:rPr sz="1200" spc="6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Summarization, Anomaly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Detection,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Virtual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Agents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with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Copilot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55685" y="3234055"/>
            <a:ext cx="2964815" cy="1259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966469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8560C5"/>
                </a:solidFill>
                <a:latin typeface="Segoe UI"/>
                <a:cs typeface="Segoe UI"/>
              </a:rPr>
              <a:t>Automotive,</a:t>
            </a:r>
            <a:r>
              <a:rPr sz="1400" b="1" spc="-90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8560C5"/>
                </a:solidFill>
                <a:latin typeface="Segoe UI"/>
                <a:cs typeface="Segoe UI"/>
              </a:rPr>
              <a:t>Mobility</a:t>
            </a:r>
            <a:r>
              <a:rPr sz="1400" b="1" spc="-30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1400" b="1" spc="-50" dirty="0">
                <a:solidFill>
                  <a:srgbClr val="8560C5"/>
                </a:solidFill>
                <a:latin typeface="Segoe UI"/>
                <a:cs typeface="Segoe UI"/>
              </a:rPr>
              <a:t>&amp; </a:t>
            </a:r>
            <a:r>
              <a:rPr sz="1400" b="1" spc="-10" dirty="0">
                <a:solidFill>
                  <a:srgbClr val="8560C5"/>
                </a:solidFill>
                <a:latin typeface="Segoe UI"/>
                <a:cs typeface="Segoe UI"/>
              </a:rPr>
              <a:t>Transportation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595"/>
              </a:spcBef>
            </a:pPr>
            <a:r>
              <a:rPr sz="1200" spc="-10" dirty="0">
                <a:latin typeface="Segoe UI"/>
                <a:cs typeface="Segoe UI"/>
              </a:rPr>
              <a:t>Marketing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Content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Generation,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Contextual </a:t>
            </a:r>
            <a:r>
              <a:rPr sz="1200" dirty="0">
                <a:latin typeface="Segoe UI"/>
                <a:cs typeface="Segoe UI"/>
              </a:rPr>
              <a:t>Contact</a:t>
            </a:r>
            <a:r>
              <a:rPr sz="1200" spc="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Center,</a:t>
            </a:r>
            <a:r>
              <a:rPr sz="1200" spc="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Customer</a:t>
            </a:r>
            <a:r>
              <a:rPr sz="1200" spc="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Feedback</a:t>
            </a:r>
            <a:r>
              <a:rPr sz="1200" spc="5" dirty="0">
                <a:latin typeface="Segoe UI"/>
                <a:cs typeface="Segoe UI"/>
              </a:rPr>
              <a:t> </a:t>
            </a:r>
            <a:r>
              <a:rPr sz="1200" spc="-20" dirty="0">
                <a:latin typeface="Segoe UI"/>
                <a:cs typeface="Segoe UI"/>
              </a:rPr>
              <a:t>Loop, </a:t>
            </a:r>
            <a:r>
              <a:rPr sz="1200" dirty="0">
                <a:latin typeface="Segoe UI"/>
                <a:cs typeface="Segoe UI"/>
              </a:rPr>
              <a:t>Smart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Incident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Manager,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Customer</a:t>
            </a:r>
            <a:r>
              <a:rPr sz="1200" spc="-10" dirty="0">
                <a:latin typeface="Segoe UI"/>
                <a:cs typeface="Segoe UI"/>
              </a:rPr>
              <a:t> Comms, Text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Summarization</a:t>
            </a:r>
            <a:r>
              <a:rPr sz="1200" spc="-7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&amp;</a:t>
            </a:r>
            <a:r>
              <a:rPr sz="1200" spc="-13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Analytics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96992" y="5140197"/>
            <a:ext cx="27641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8560C5"/>
                </a:solidFill>
                <a:latin typeface="Segoe UI"/>
                <a:cs typeface="Segoe UI"/>
              </a:rPr>
              <a:t>Customers</a:t>
            </a:r>
            <a:r>
              <a:rPr sz="1600" b="1" spc="15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1600" b="1" spc="-10" dirty="0">
                <a:solidFill>
                  <a:srgbClr val="8560C5"/>
                </a:solidFill>
                <a:latin typeface="Segoe UI"/>
                <a:cs typeface="Segoe UI"/>
              </a:rPr>
              <a:t>Bringing</a:t>
            </a:r>
            <a:r>
              <a:rPr sz="1600" b="1" spc="-30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1600" b="1" dirty="0">
                <a:solidFill>
                  <a:srgbClr val="8560C5"/>
                </a:solidFill>
                <a:latin typeface="Segoe UI"/>
                <a:cs typeface="Segoe UI"/>
              </a:rPr>
              <a:t>it</a:t>
            </a:r>
            <a:r>
              <a:rPr sz="1600" b="1" spc="30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1600" b="1" dirty="0">
                <a:solidFill>
                  <a:srgbClr val="8560C5"/>
                </a:solidFill>
                <a:latin typeface="Segoe UI"/>
                <a:cs typeface="Segoe UI"/>
              </a:rPr>
              <a:t>to</a:t>
            </a:r>
            <a:r>
              <a:rPr sz="1600" b="1" spc="-40" dirty="0">
                <a:solidFill>
                  <a:srgbClr val="8560C5"/>
                </a:solidFill>
                <a:latin typeface="Segoe UI"/>
                <a:cs typeface="Segoe UI"/>
              </a:rPr>
              <a:t> </a:t>
            </a:r>
            <a:r>
              <a:rPr sz="1600" b="1" spc="-20" dirty="0">
                <a:solidFill>
                  <a:srgbClr val="8560C5"/>
                </a:solidFill>
                <a:latin typeface="Segoe UI"/>
                <a:cs typeface="Segoe UI"/>
              </a:rPr>
              <a:t>Life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601" y="4614798"/>
            <a:ext cx="41871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Segoe UI"/>
                <a:cs typeface="Segoe UI"/>
              </a:rPr>
              <a:t>Models</a:t>
            </a:r>
            <a:r>
              <a:rPr sz="3200" b="1" spc="-204" dirty="0">
                <a:latin typeface="Segoe UI"/>
                <a:cs typeface="Segoe UI"/>
              </a:rPr>
              <a:t> </a:t>
            </a:r>
            <a:r>
              <a:rPr sz="3200" b="1" dirty="0">
                <a:latin typeface="Segoe UI"/>
                <a:cs typeface="Segoe UI"/>
              </a:rPr>
              <a:t>&amp;</a:t>
            </a:r>
            <a:r>
              <a:rPr sz="3200" b="1" spc="-220" dirty="0">
                <a:latin typeface="Segoe UI"/>
                <a:cs typeface="Segoe UI"/>
              </a:rPr>
              <a:t> </a:t>
            </a:r>
            <a:r>
              <a:rPr sz="3200" b="1" spc="-10" dirty="0">
                <a:latin typeface="Segoe UI"/>
                <a:cs typeface="Segoe UI"/>
              </a:rPr>
              <a:t>Capabilities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75588" y="3768852"/>
              <a:ext cx="9642475" cy="2063750"/>
            </a:xfrm>
            <a:custGeom>
              <a:avLst/>
              <a:gdLst/>
              <a:ahLst/>
              <a:cxnLst/>
              <a:rect l="l" t="t" r="r" b="b"/>
              <a:pathLst>
                <a:path w="9642475" h="2063750">
                  <a:moveTo>
                    <a:pt x="9642348" y="0"/>
                  </a:moveTo>
                  <a:lnTo>
                    <a:pt x="0" y="0"/>
                  </a:lnTo>
                  <a:lnTo>
                    <a:pt x="0" y="1851545"/>
                  </a:lnTo>
                  <a:lnTo>
                    <a:pt x="5596" y="1900143"/>
                  </a:lnTo>
                  <a:lnTo>
                    <a:pt x="21538" y="1944755"/>
                  </a:lnTo>
                  <a:lnTo>
                    <a:pt x="46556" y="1984109"/>
                  </a:lnTo>
                  <a:lnTo>
                    <a:pt x="79378" y="2016932"/>
                  </a:lnTo>
                  <a:lnTo>
                    <a:pt x="118733" y="2041952"/>
                  </a:lnTo>
                  <a:lnTo>
                    <a:pt x="163352" y="2057898"/>
                  </a:lnTo>
                  <a:lnTo>
                    <a:pt x="211962" y="2063496"/>
                  </a:lnTo>
                  <a:lnTo>
                    <a:pt x="9430385" y="2063496"/>
                  </a:lnTo>
                  <a:lnTo>
                    <a:pt x="9478995" y="2057898"/>
                  </a:lnTo>
                  <a:lnTo>
                    <a:pt x="9523614" y="2041952"/>
                  </a:lnTo>
                  <a:lnTo>
                    <a:pt x="9562969" y="2016932"/>
                  </a:lnTo>
                  <a:lnTo>
                    <a:pt x="9595791" y="1984109"/>
                  </a:lnTo>
                  <a:lnTo>
                    <a:pt x="9620809" y="1944755"/>
                  </a:lnTo>
                  <a:lnTo>
                    <a:pt x="9636751" y="1900143"/>
                  </a:lnTo>
                  <a:lnTo>
                    <a:pt x="9642348" y="1851545"/>
                  </a:lnTo>
                  <a:lnTo>
                    <a:pt x="9642348" y="0"/>
                  </a:lnTo>
                  <a:close/>
                </a:path>
              </a:pathLst>
            </a:custGeom>
            <a:solidFill>
              <a:srgbClr val="FFFFFF">
                <a:alpha val="4313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75588" y="3768852"/>
              <a:ext cx="9642475" cy="2063750"/>
            </a:xfrm>
            <a:custGeom>
              <a:avLst/>
              <a:gdLst/>
              <a:ahLst/>
              <a:cxnLst/>
              <a:rect l="l" t="t" r="r" b="b"/>
              <a:pathLst>
                <a:path w="9642475" h="2063750">
                  <a:moveTo>
                    <a:pt x="0" y="0"/>
                  </a:moveTo>
                  <a:lnTo>
                    <a:pt x="9642348" y="0"/>
                  </a:lnTo>
                  <a:lnTo>
                    <a:pt x="9642348" y="1851545"/>
                  </a:lnTo>
                  <a:lnTo>
                    <a:pt x="9636751" y="1900143"/>
                  </a:lnTo>
                  <a:lnTo>
                    <a:pt x="9620809" y="1944755"/>
                  </a:lnTo>
                  <a:lnTo>
                    <a:pt x="9595791" y="1984109"/>
                  </a:lnTo>
                  <a:lnTo>
                    <a:pt x="9562969" y="2016932"/>
                  </a:lnTo>
                  <a:lnTo>
                    <a:pt x="9523614" y="2041952"/>
                  </a:lnTo>
                  <a:lnTo>
                    <a:pt x="9478995" y="2057898"/>
                  </a:lnTo>
                  <a:lnTo>
                    <a:pt x="9430385" y="2063496"/>
                  </a:lnTo>
                  <a:lnTo>
                    <a:pt x="211962" y="2063496"/>
                  </a:lnTo>
                  <a:lnTo>
                    <a:pt x="163352" y="2057898"/>
                  </a:lnTo>
                  <a:lnTo>
                    <a:pt x="118733" y="2041952"/>
                  </a:lnTo>
                  <a:lnTo>
                    <a:pt x="79378" y="2016932"/>
                  </a:lnTo>
                  <a:lnTo>
                    <a:pt x="46556" y="1984109"/>
                  </a:lnTo>
                  <a:lnTo>
                    <a:pt x="21538" y="1944755"/>
                  </a:lnTo>
                  <a:lnTo>
                    <a:pt x="5596" y="1900143"/>
                  </a:lnTo>
                  <a:lnTo>
                    <a:pt x="0" y="185154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880" y="1363980"/>
              <a:ext cx="11132439" cy="24532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8929" y="1417192"/>
              <a:ext cx="11035601" cy="235635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3083" y="1603184"/>
              <a:ext cx="2003298" cy="7355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15400" y="1621485"/>
              <a:ext cx="1518538" cy="74592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61476" y="1691639"/>
              <a:ext cx="1790700" cy="52273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144381" y="1767332"/>
            <a:ext cx="102679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Segoe UI Semibold"/>
                <a:cs typeface="Segoe UI Semibold"/>
              </a:rPr>
              <a:t>DALL·E</a:t>
            </a:r>
            <a:r>
              <a:rPr sz="2000" spc="-80" dirty="0">
                <a:latin typeface="Segoe UI Semibold"/>
                <a:cs typeface="Segoe UI Semibold"/>
              </a:rPr>
              <a:t> </a:t>
            </a:r>
            <a:r>
              <a:rPr sz="2000" spc="-50" dirty="0">
                <a:latin typeface="Segoe UI Semibold"/>
                <a:cs typeface="Segoe UI Semibold"/>
              </a:rPr>
              <a:t>3</a:t>
            </a:r>
            <a:endParaRPr sz="2000">
              <a:latin typeface="Segoe UI Semibold"/>
              <a:cs typeface="Segoe UI Semibold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45920" y="1597088"/>
            <a:ext cx="5746240" cy="764222"/>
            <a:chOff x="1645920" y="1597088"/>
            <a:chExt cx="5746240" cy="764222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96484" y="1606232"/>
              <a:ext cx="1992757" cy="7355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1911" y="1647507"/>
              <a:ext cx="2000249" cy="6929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5920" y="1597088"/>
              <a:ext cx="2003298" cy="73552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31492" y="1615389"/>
              <a:ext cx="1232242" cy="74592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34312" y="1685543"/>
              <a:ext cx="1790700" cy="52273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259838" y="1761236"/>
            <a:ext cx="7410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Segoe UI Semibold"/>
                <a:cs typeface="Segoe UI Semibold"/>
              </a:rPr>
              <a:t>GPT-</a:t>
            </a:r>
            <a:r>
              <a:rPr sz="2000" spc="-50" dirty="0">
                <a:latin typeface="Segoe UI Semibold"/>
                <a:cs typeface="Segoe UI Semibold"/>
              </a:rPr>
              <a:t>4</a:t>
            </a:r>
            <a:endParaRPr sz="2000">
              <a:latin typeface="Segoe UI Semibold"/>
              <a:cs typeface="Segoe UI Semibold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26463" y="2766110"/>
            <a:ext cx="6355080" cy="967740"/>
            <a:chOff x="1426463" y="2766110"/>
            <a:chExt cx="6355080" cy="967740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26463" y="2766110"/>
              <a:ext cx="6354699" cy="96730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552955" y="2839212"/>
              <a:ext cx="6111240" cy="830580"/>
            </a:xfrm>
            <a:custGeom>
              <a:avLst/>
              <a:gdLst/>
              <a:ahLst/>
              <a:cxnLst/>
              <a:rect l="l" t="t" r="r" b="b"/>
              <a:pathLst>
                <a:path w="6111240" h="830579">
                  <a:moveTo>
                    <a:pt x="5972810" y="0"/>
                  </a:moveTo>
                  <a:lnTo>
                    <a:pt x="138430" y="0"/>
                  </a:lnTo>
                  <a:lnTo>
                    <a:pt x="94674" y="7057"/>
                  </a:lnTo>
                  <a:lnTo>
                    <a:pt x="56674" y="26708"/>
                  </a:lnTo>
                  <a:lnTo>
                    <a:pt x="26708" y="56674"/>
                  </a:lnTo>
                  <a:lnTo>
                    <a:pt x="7057" y="94674"/>
                  </a:lnTo>
                  <a:lnTo>
                    <a:pt x="0" y="138429"/>
                  </a:lnTo>
                  <a:lnTo>
                    <a:pt x="0" y="692150"/>
                  </a:lnTo>
                  <a:lnTo>
                    <a:pt x="7057" y="735905"/>
                  </a:lnTo>
                  <a:lnTo>
                    <a:pt x="26708" y="773905"/>
                  </a:lnTo>
                  <a:lnTo>
                    <a:pt x="56674" y="803871"/>
                  </a:lnTo>
                  <a:lnTo>
                    <a:pt x="94674" y="823522"/>
                  </a:lnTo>
                  <a:lnTo>
                    <a:pt x="138430" y="830580"/>
                  </a:lnTo>
                  <a:lnTo>
                    <a:pt x="5972810" y="830580"/>
                  </a:lnTo>
                  <a:lnTo>
                    <a:pt x="6016565" y="823522"/>
                  </a:lnTo>
                  <a:lnTo>
                    <a:pt x="6054565" y="803871"/>
                  </a:lnTo>
                  <a:lnTo>
                    <a:pt x="6084531" y="773905"/>
                  </a:lnTo>
                  <a:lnTo>
                    <a:pt x="6104182" y="735905"/>
                  </a:lnTo>
                  <a:lnTo>
                    <a:pt x="6111240" y="692150"/>
                  </a:lnTo>
                  <a:lnTo>
                    <a:pt x="6111240" y="138429"/>
                  </a:lnTo>
                  <a:lnTo>
                    <a:pt x="6104182" y="94674"/>
                  </a:lnTo>
                  <a:lnTo>
                    <a:pt x="6084531" y="56674"/>
                  </a:lnTo>
                  <a:lnTo>
                    <a:pt x="6054565" y="26708"/>
                  </a:lnTo>
                  <a:lnTo>
                    <a:pt x="6016565" y="7057"/>
                  </a:lnTo>
                  <a:lnTo>
                    <a:pt x="5972810" y="0"/>
                  </a:lnTo>
                  <a:close/>
                </a:path>
              </a:pathLst>
            </a:custGeom>
            <a:solidFill>
              <a:srgbClr val="FFFFFF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371725" y="3131312"/>
            <a:ext cx="44691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i="1" dirty="0">
                <a:latin typeface="Segoe UI"/>
                <a:cs typeface="Segoe UI"/>
              </a:rPr>
              <a:t>Generative</a:t>
            </a:r>
            <a:r>
              <a:rPr sz="1400" i="1" spc="-45" dirty="0">
                <a:latin typeface="Segoe UI"/>
                <a:cs typeface="Segoe UI"/>
              </a:rPr>
              <a:t> </a:t>
            </a:r>
            <a:r>
              <a:rPr sz="1400" i="1" spc="-20" dirty="0">
                <a:latin typeface="Segoe UI"/>
                <a:cs typeface="Segoe UI"/>
              </a:rPr>
              <a:t>Text</a:t>
            </a:r>
            <a:r>
              <a:rPr sz="1400" i="1" spc="-55" dirty="0">
                <a:latin typeface="Segoe UI"/>
                <a:cs typeface="Segoe UI"/>
              </a:rPr>
              <a:t> </a:t>
            </a:r>
            <a:r>
              <a:rPr sz="1400" i="1" dirty="0">
                <a:latin typeface="Segoe UI"/>
                <a:cs typeface="Segoe UI"/>
              </a:rPr>
              <a:t>Models,</a:t>
            </a:r>
            <a:r>
              <a:rPr sz="1400" i="1" spc="-45" dirty="0">
                <a:latin typeface="Segoe UI"/>
                <a:cs typeface="Segoe UI"/>
              </a:rPr>
              <a:t> </a:t>
            </a:r>
            <a:r>
              <a:rPr sz="1400" i="1" dirty="0">
                <a:latin typeface="Segoe UI"/>
                <a:cs typeface="Segoe UI"/>
              </a:rPr>
              <a:t>with</a:t>
            </a:r>
            <a:r>
              <a:rPr sz="1400" i="1" spc="-45" dirty="0">
                <a:latin typeface="Segoe UI"/>
                <a:cs typeface="Segoe UI"/>
              </a:rPr>
              <a:t> </a:t>
            </a:r>
            <a:r>
              <a:rPr sz="1400" i="1" dirty="0">
                <a:latin typeface="Segoe UI"/>
                <a:cs typeface="Segoe UI"/>
              </a:rPr>
              <a:t>varying</a:t>
            </a:r>
            <a:r>
              <a:rPr sz="1400" i="1" spc="-45" dirty="0">
                <a:latin typeface="Segoe UI"/>
                <a:cs typeface="Segoe UI"/>
              </a:rPr>
              <a:t> </a:t>
            </a:r>
            <a:r>
              <a:rPr sz="1400" i="1" dirty="0">
                <a:latin typeface="Segoe UI"/>
                <a:cs typeface="Segoe UI"/>
              </a:rPr>
              <a:t>capabilities</a:t>
            </a:r>
            <a:r>
              <a:rPr sz="1400" i="1" spc="-35" dirty="0">
                <a:latin typeface="Segoe UI"/>
                <a:cs typeface="Segoe UI"/>
              </a:rPr>
              <a:t> </a:t>
            </a:r>
            <a:r>
              <a:rPr sz="1400" i="1" dirty="0">
                <a:latin typeface="Segoe UI"/>
                <a:cs typeface="Segoe UI"/>
              </a:rPr>
              <a:t>and</a:t>
            </a:r>
            <a:r>
              <a:rPr sz="1400" i="1" spc="-40" dirty="0">
                <a:latin typeface="Segoe UI"/>
                <a:cs typeface="Segoe UI"/>
              </a:rPr>
              <a:t> </a:t>
            </a:r>
            <a:r>
              <a:rPr sz="1400" i="1" spc="-20" dirty="0">
                <a:latin typeface="Segoe UI"/>
                <a:cs typeface="Segoe UI"/>
              </a:rPr>
              <a:t>uses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677656" y="2766110"/>
            <a:ext cx="1948814" cy="967740"/>
            <a:chOff x="8677656" y="2766110"/>
            <a:chExt cx="1948814" cy="967740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77656" y="2766110"/>
              <a:ext cx="1948815" cy="96730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761476" y="2839212"/>
              <a:ext cx="1790700" cy="830580"/>
            </a:xfrm>
            <a:custGeom>
              <a:avLst/>
              <a:gdLst/>
              <a:ahLst/>
              <a:cxnLst/>
              <a:rect l="l" t="t" r="r" b="b"/>
              <a:pathLst>
                <a:path w="1790700" h="830579">
                  <a:moveTo>
                    <a:pt x="1652270" y="0"/>
                  </a:moveTo>
                  <a:lnTo>
                    <a:pt x="138429" y="0"/>
                  </a:lnTo>
                  <a:lnTo>
                    <a:pt x="94674" y="7057"/>
                  </a:lnTo>
                  <a:lnTo>
                    <a:pt x="56674" y="26708"/>
                  </a:lnTo>
                  <a:lnTo>
                    <a:pt x="26708" y="56674"/>
                  </a:lnTo>
                  <a:lnTo>
                    <a:pt x="7057" y="94674"/>
                  </a:lnTo>
                  <a:lnTo>
                    <a:pt x="0" y="138429"/>
                  </a:lnTo>
                  <a:lnTo>
                    <a:pt x="0" y="692150"/>
                  </a:lnTo>
                  <a:lnTo>
                    <a:pt x="7057" y="735905"/>
                  </a:lnTo>
                  <a:lnTo>
                    <a:pt x="26708" y="773905"/>
                  </a:lnTo>
                  <a:lnTo>
                    <a:pt x="56674" y="803871"/>
                  </a:lnTo>
                  <a:lnTo>
                    <a:pt x="94674" y="823522"/>
                  </a:lnTo>
                  <a:lnTo>
                    <a:pt x="138429" y="830580"/>
                  </a:lnTo>
                  <a:lnTo>
                    <a:pt x="1652270" y="830580"/>
                  </a:lnTo>
                  <a:lnTo>
                    <a:pt x="1696025" y="823522"/>
                  </a:lnTo>
                  <a:lnTo>
                    <a:pt x="1734025" y="803871"/>
                  </a:lnTo>
                  <a:lnTo>
                    <a:pt x="1763991" y="773905"/>
                  </a:lnTo>
                  <a:lnTo>
                    <a:pt x="1783642" y="735905"/>
                  </a:lnTo>
                  <a:lnTo>
                    <a:pt x="1790700" y="692150"/>
                  </a:lnTo>
                  <a:lnTo>
                    <a:pt x="1790700" y="138429"/>
                  </a:lnTo>
                  <a:lnTo>
                    <a:pt x="1783642" y="94674"/>
                  </a:lnTo>
                  <a:lnTo>
                    <a:pt x="1763991" y="56674"/>
                  </a:lnTo>
                  <a:lnTo>
                    <a:pt x="1734025" y="26708"/>
                  </a:lnTo>
                  <a:lnTo>
                    <a:pt x="1696025" y="7057"/>
                  </a:lnTo>
                  <a:lnTo>
                    <a:pt x="1652270" y="0"/>
                  </a:lnTo>
                  <a:close/>
                </a:path>
              </a:pathLst>
            </a:custGeom>
            <a:solidFill>
              <a:srgbClr val="FFFFFF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143745" y="3024632"/>
            <a:ext cx="1026794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5"/>
              </a:spcBef>
            </a:pPr>
            <a:r>
              <a:rPr sz="1400" i="1" spc="-10" dirty="0">
                <a:latin typeface="Segoe UI"/>
                <a:cs typeface="Segoe UI"/>
              </a:rPr>
              <a:t>Generative </a:t>
            </a:r>
            <a:r>
              <a:rPr sz="1400" i="1" dirty="0">
                <a:latin typeface="Segoe UI"/>
                <a:cs typeface="Segoe UI"/>
              </a:rPr>
              <a:t>Image</a:t>
            </a:r>
            <a:r>
              <a:rPr sz="1400" i="1" spc="-35" dirty="0">
                <a:latin typeface="Segoe UI"/>
                <a:cs typeface="Segoe UI"/>
              </a:rPr>
              <a:t> </a:t>
            </a:r>
            <a:r>
              <a:rPr sz="1400" i="1" spc="-10" dirty="0">
                <a:latin typeface="Segoe UI"/>
                <a:cs typeface="Segoe UI"/>
              </a:rPr>
              <a:t>Model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70" rIns="0" bIns="0" rtlCol="0">
            <a:spAutoFit/>
          </a:bodyPr>
          <a:lstStyle/>
          <a:p>
            <a:pPr marL="355219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solidFill>
                  <a:srgbClr val="000000"/>
                </a:solidFill>
              </a:rPr>
              <a:t>Azure</a:t>
            </a:r>
            <a:r>
              <a:rPr sz="4000" spc="-240" dirty="0">
                <a:solidFill>
                  <a:srgbClr val="000000"/>
                </a:solidFill>
              </a:rPr>
              <a:t> </a:t>
            </a:r>
            <a:r>
              <a:rPr sz="4000" spc="-35" dirty="0">
                <a:solidFill>
                  <a:srgbClr val="000000"/>
                </a:solidFill>
              </a:rPr>
              <a:t>OpenAI</a:t>
            </a:r>
            <a:r>
              <a:rPr sz="4000" spc="-229" dirty="0">
                <a:solidFill>
                  <a:srgbClr val="000000"/>
                </a:solidFill>
              </a:rPr>
              <a:t> </a:t>
            </a:r>
            <a:r>
              <a:rPr sz="4000" spc="35" dirty="0">
                <a:solidFill>
                  <a:srgbClr val="000000"/>
                </a:solidFill>
              </a:rPr>
              <a:t>Service</a:t>
            </a:r>
            <a:endParaRPr sz="4000"/>
          </a:p>
        </p:txBody>
      </p:sp>
      <p:sp>
        <p:nvSpPr>
          <p:cNvPr id="29" name="object 29"/>
          <p:cNvSpPr txBox="1"/>
          <p:nvPr/>
        </p:nvSpPr>
        <p:spPr>
          <a:xfrm>
            <a:off x="5090921" y="4867147"/>
            <a:ext cx="17919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egoe UI Semibold"/>
                <a:cs typeface="Segoe UI Semibold"/>
              </a:rPr>
              <a:t>Provisioned </a:t>
            </a:r>
            <a:r>
              <a:rPr sz="1800" dirty="0">
                <a:latin typeface="Segoe UI Semibold"/>
                <a:cs typeface="Segoe UI Semibold"/>
              </a:rPr>
              <a:t>throughput</a:t>
            </a:r>
            <a:r>
              <a:rPr sz="1800" spc="-114" dirty="0">
                <a:latin typeface="Segoe UI Semibold"/>
                <a:cs typeface="Segoe UI Semibold"/>
              </a:rPr>
              <a:t> </a:t>
            </a:r>
            <a:r>
              <a:rPr sz="1800" spc="-10" dirty="0">
                <a:latin typeface="Segoe UI Semibold"/>
                <a:cs typeface="Segoe UI Semibold"/>
              </a:rPr>
              <a:t>units (PTUs)</a:t>
            </a:r>
            <a:endParaRPr sz="1800">
              <a:latin typeface="Segoe UI Semibold"/>
              <a:cs typeface="Segoe UI Semibold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255889" y="4972304"/>
            <a:ext cx="2171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0059" marR="5080" indent="-46799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emibold"/>
                <a:cs typeface="Segoe UI Semibold"/>
              </a:rPr>
              <a:t>Assistants,</a:t>
            </a:r>
            <a:r>
              <a:rPr sz="1800" spc="-90" dirty="0">
                <a:latin typeface="Segoe UI Semibold"/>
                <a:cs typeface="Segoe UI Semibold"/>
              </a:rPr>
              <a:t> </a:t>
            </a:r>
            <a:r>
              <a:rPr sz="1800" spc="-10" dirty="0">
                <a:latin typeface="Segoe UI Semibold"/>
                <a:cs typeface="Segoe UI Semibold"/>
              </a:rPr>
              <a:t>Functions </a:t>
            </a:r>
            <a:r>
              <a:rPr sz="1800" dirty="0">
                <a:latin typeface="Segoe UI Semibold"/>
                <a:cs typeface="Segoe UI Semibold"/>
              </a:rPr>
              <a:t>and</a:t>
            </a:r>
            <a:r>
              <a:rPr sz="1800" spc="-30" dirty="0">
                <a:latin typeface="Segoe UI Semibold"/>
                <a:cs typeface="Segoe UI Semibold"/>
              </a:rPr>
              <a:t> </a:t>
            </a:r>
            <a:r>
              <a:rPr sz="1800" spc="-10" dirty="0">
                <a:latin typeface="Segoe UI Semibold"/>
                <a:cs typeface="Segoe UI Semibold"/>
              </a:rPr>
              <a:t>Plugins</a:t>
            </a:r>
            <a:endParaRPr sz="1800">
              <a:latin typeface="Segoe UI Semibold"/>
              <a:cs typeface="Segoe UI Semibold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34667" y="4972304"/>
            <a:ext cx="1630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marR="5080" indent="-32194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emibold"/>
                <a:cs typeface="Segoe UI Semibold"/>
              </a:rPr>
              <a:t>Deploy</a:t>
            </a:r>
            <a:r>
              <a:rPr sz="1800" spc="-30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on</a:t>
            </a:r>
            <a:r>
              <a:rPr sz="1800" spc="-35" dirty="0">
                <a:latin typeface="Segoe UI Semibold"/>
                <a:cs typeface="Segoe UI Semibold"/>
              </a:rPr>
              <a:t> </a:t>
            </a:r>
            <a:r>
              <a:rPr sz="1800" spc="-20" dirty="0">
                <a:latin typeface="Segoe UI Semibold"/>
                <a:cs typeface="Segoe UI Semibold"/>
              </a:rPr>
              <a:t>your </a:t>
            </a:r>
            <a:r>
              <a:rPr sz="1800" dirty="0">
                <a:latin typeface="Segoe UI Semibold"/>
                <a:cs typeface="Segoe UI Semibold"/>
              </a:rPr>
              <a:t>own</a:t>
            </a:r>
            <a:r>
              <a:rPr sz="1800" spc="-35" dirty="0">
                <a:latin typeface="Segoe UI Semibold"/>
                <a:cs typeface="Segoe UI Semibold"/>
              </a:rPr>
              <a:t> </a:t>
            </a:r>
            <a:r>
              <a:rPr sz="1800" spc="-20" dirty="0">
                <a:latin typeface="Segoe UI Semibold"/>
                <a:cs typeface="Segoe UI Semibold"/>
              </a:rPr>
              <a:t>data</a:t>
            </a:r>
            <a:endParaRPr sz="1800">
              <a:latin typeface="Segoe UI Semibold"/>
              <a:cs typeface="Segoe UI Semibold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479801" y="1606232"/>
            <a:ext cx="7233920" cy="3938270"/>
            <a:chOff x="2479801" y="1606232"/>
            <a:chExt cx="7233920" cy="3938270"/>
          </a:xfrm>
        </p:grpSpPr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79801" y="4045458"/>
              <a:ext cx="743204" cy="7366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16194" y="4045458"/>
              <a:ext cx="741679" cy="7366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70517" y="4045458"/>
              <a:ext cx="743203" cy="7366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308347" y="4056887"/>
              <a:ext cx="3355975" cy="1487170"/>
            </a:xfrm>
            <a:custGeom>
              <a:avLst/>
              <a:gdLst/>
              <a:ahLst/>
              <a:cxnLst/>
              <a:rect l="l" t="t" r="r" b="b"/>
              <a:pathLst>
                <a:path w="3355975" h="1487170">
                  <a:moveTo>
                    <a:pt x="0" y="0"/>
                  </a:moveTo>
                  <a:lnTo>
                    <a:pt x="0" y="1487170"/>
                  </a:lnTo>
                </a:path>
                <a:path w="3355975" h="1487170">
                  <a:moveTo>
                    <a:pt x="3355848" y="0"/>
                  </a:moveTo>
                  <a:lnTo>
                    <a:pt x="3355848" y="1487170"/>
                  </a:lnTo>
                </a:path>
              </a:pathLst>
            </a:custGeom>
            <a:ln w="6350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143110" y="4223512"/>
              <a:ext cx="396494" cy="37718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58998" y="4247006"/>
              <a:ext cx="381634" cy="33146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66435" y="4165346"/>
              <a:ext cx="439547" cy="49479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26535" y="1606232"/>
              <a:ext cx="1992757" cy="73552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10355" y="1647507"/>
              <a:ext cx="1823339" cy="6929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14927" y="1694687"/>
              <a:ext cx="1780032" cy="5227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057143" y="2176208"/>
              <a:ext cx="2951226" cy="73552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99231" y="2194509"/>
              <a:ext cx="3065525" cy="74592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145535" y="2264663"/>
              <a:ext cx="2738628" cy="522732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3228213" y="1786890"/>
            <a:ext cx="3916679" cy="884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265" algn="ctr">
              <a:lnSpc>
                <a:spcPct val="100000"/>
              </a:lnSpc>
              <a:spcBef>
                <a:spcPts val="100"/>
              </a:spcBef>
              <a:tabLst>
                <a:tab pos="2377440" algn="l"/>
              </a:tabLst>
            </a:pPr>
            <a:r>
              <a:rPr sz="1800" spc="-10" dirty="0">
                <a:latin typeface="Segoe UI Semibold"/>
                <a:cs typeface="Segoe UI Semibold"/>
              </a:rPr>
              <a:t>GPT-</a:t>
            </a:r>
            <a:r>
              <a:rPr sz="1800" spc="-25" dirty="0">
                <a:latin typeface="Segoe UI Semibold"/>
                <a:cs typeface="Segoe UI Semibold"/>
              </a:rPr>
              <a:t>4-</a:t>
            </a:r>
            <a:r>
              <a:rPr sz="1800" spc="-20" dirty="0">
                <a:latin typeface="Segoe UI Semibold"/>
                <a:cs typeface="Segoe UI Semibold"/>
              </a:rPr>
              <a:t>Turbo</a:t>
            </a:r>
            <a:r>
              <a:rPr sz="1800" dirty="0">
                <a:latin typeface="Segoe UI Semibold"/>
                <a:cs typeface="Segoe UI Semibold"/>
              </a:rPr>
              <a:t>	</a:t>
            </a:r>
            <a:r>
              <a:rPr sz="1800" spc="-10" dirty="0">
                <a:latin typeface="Segoe UI Semibold"/>
                <a:cs typeface="Segoe UI Semibold"/>
              </a:rPr>
              <a:t>GPT-</a:t>
            </a:r>
            <a:r>
              <a:rPr sz="1800" spc="-20" dirty="0">
                <a:latin typeface="Segoe UI Semibold"/>
                <a:cs typeface="Segoe UI Semibold"/>
              </a:rPr>
              <a:t>3.5-</a:t>
            </a:r>
            <a:r>
              <a:rPr sz="1800" spc="-10" dirty="0">
                <a:latin typeface="Segoe UI Semibold"/>
                <a:cs typeface="Segoe UI Semibold"/>
              </a:rPr>
              <a:t>Turbo</a:t>
            </a:r>
            <a:endParaRPr sz="180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sz="2000" dirty="0">
                <a:latin typeface="Segoe UI Semibold"/>
                <a:cs typeface="Segoe UI Semibold"/>
              </a:rPr>
              <a:t>New:</a:t>
            </a:r>
            <a:r>
              <a:rPr sz="2000" spc="-20" dirty="0">
                <a:latin typeface="Segoe UI Semibold"/>
                <a:cs typeface="Segoe UI Semibold"/>
              </a:rPr>
              <a:t> </a:t>
            </a:r>
            <a:r>
              <a:rPr sz="2000" spc="-10" dirty="0">
                <a:latin typeface="Segoe UI Semibold"/>
                <a:cs typeface="Segoe UI Semibold"/>
              </a:rPr>
              <a:t>GPT-</a:t>
            </a:r>
            <a:r>
              <a:rPr sz="2000" dirty="0">
                <a:latin typeface="Segoe UI Semibold"/>
                <a:cs typeface="Segoe UI Semibold"/>
              </a:rPr>
              <a:t>4</a:t>
            </a:r>
            <a:r>
              <a:rPr sz="2000" spc="-5" dirty="0">
                <a:latin typeface="Segoe UI Semibold"/>
                <a:cs typeface="Segoe UI Semibold"/>
              </a:rPr>
              <a:t> </a:t>
            </a:r>
            <a:r>
              <a:rPr sz="2000" dirty="0">
                <a:latin typeface="Segoe UI Semibold"/>
                <a:cs typeface="Segoe UI Semibold"/>
              </a:rPr>
              <a:t>for</a:t>
            </a:r>
            <a:r>
              <a:rPr sz="2000" spc="-25" dirty="0">
                <a:latin typeface="Segoe UI Semibold"/>
                <a:cs typeface="Segoe UI Semibold"/>
              </a:rPr>
              <a:t> </a:t>
            </a:r>
            <a:r>
              <a:rPr sz="2000" spc="-10" dirty="0">
                <a:latin typeface="Segoe UI Semibold"/>
                <a:cs typeface="Segoe UI Semibold"/>
              </a:rPr>
              <a:t>Vision</a:t>
            </a:r>
            <a:endParaRPr sz="2000" dirty="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15758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838188" y="145917"/>
            <a:ext cx="11067262" cy="1407591"/>
          </a:xfrm>
          <a:prstGeom prst="rect">
            <a:avLst/>
          </a:prstGeom>
        </p:spPr>
        <p:txBody>
          <a:bodyPr vert="horz" wrap="square" lIns="0" tIns="266573" rIns="0" bIns="0" rtlCol="0">
            <a:spAutoFit/>
          </a:bodyPr>
          <a:lstStyle/>
          <a:p>
            <a:pPr marL="1302385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Trebuchet MS"/>
                <a:cs typeface="Trebuchet MS"/>
              </a:rPr>
              <a:t>Use</a:t>
            </a:r>
            <a:r>
              <a:rPr sz="4000" spc="-415" dirty="0">
                <a:latin typeface="Trebuchet MS"/>
                <a:cs typeface="Trebuchet MS"/>
              </a:rPr>
              <a:t> </a:t>
            </a:r>
            <a:r>
              <a:rPr sz="4000" spc="55" dirty="0">
                <a:latin typeface="Trebuchet MS"/>
                <a:cs typeface="Trebuchet MS"/>
              </a:rPr>
              <a:t>Cases</a:t>
            </a:r>
            <a:r>
              <a:rPr sz="4000" spc="-409" dirty="0">
                <a:latin typeface="Trebuchet MS"/>
                <a:cs typeface="Trebuchet MS"/>
              </a:rPr>
              <a:t> </a:t>
            </a:r>
            <a:r>
              <a:rPr sz="4000" spc="-290" dirty="0">
                <a:latin typeface="Trebuchet MS"/>
                <a:cs typeface="Trebuchet MS"/>
              </a:rPr>
              <a:t>for</a:t>
            </a:r>
            <a:r>
              <a:rPr sz="4000" spc="-400" dirty="0">
                <a:latin typeface="Trebuchet MS"/>
                <a:cs typeface="Trebuchet MS"/>
              </a:rPr>
              <a:t> </a:t>
            </a:r>
            <a:r>
              <a:rPr sz="4000" spc="-114" dirty="0">
                <a:latin typeface="Trebuchet MS"/>
                <a:cs typeface="Trebuchet MS"/>
              </a:rPr>
              <a:t>DALL·E</a:t>
            </a:r>
            <a:r>
              <a:rPr sz="4000" spc="-390" dirty="0">
                <a:latin typeface="Trebuchet MS"/>
                <a:cs typeface="Trebuchet MS"/>
              </a:rPr>
              <a:t> </a:t>
            </a:r>
            <a:r>
              <a:rPr sz="4000" spc="-50" dirty="0">
                <a:latin typeface="Trebuchet MS"/>
                <a:cs typeface="Trebuchet MS"/>
              </a:rPr>
              <a:t>3</a:t>
            </a:r>
            <a:endParaRPr sz="40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0268" y="1703832"/>
            <a:ext cx="1609725" cy="1607820"/>
            <a:chOff x="620268" y="1703832"/>
            <a:chExt cx="1609725" cy="1607820"/>
          </a:xfrm>
        </p:grpSpPr>
        <p:sp>
          <p:nvSpPr>
            <p:cNvPr id="5" name="object 5"/>
            <p:cNvSpPr/>
            <p:nvPr/>
          </p:nvSpPr>
          <p:spPr>
            <a:xfrm>
              <a:off x="978408" y="2112264"/>
              <a:ext cx="965200" cy="966469"/>
            </a:xfrm>
            <a:custGeom>
              <a:avLst/>
              <a:gdLst/>
              <a:ahLst/>
              <a:cxnLst/>
              <a:rect l="l" t="t" r="r" b="b"/>
              <a:pathLst>
                <a:path w="965200" h="966469">
                  <a:moveTo>
                    <a:pt x="482345" y="0"/>
                  </a:moveTo>
                  <a:lnTo>
                    <a:pt x="435892" y="2211"/>
                  </a:lnTo>
                  <a:lnTo>
                    <a:pt x="390688" y="8710"/>
                  </a:lnTo>
                  <a:lnTo>
                    <a:pt x="346935" y="19295"/>
                  </a:lnTo>
                  <a:lnTo>
                    <a:pt x="304836" y="33763"/>
                  </a:lnTo>
                  <a:lnTo>
                    <a:pt x="264593" y="51911"/>
                  </a:lnTo>
                  <a:lnTo>
                    <a:pt x="226408" y="73538"/>
                  </a:lnTo>
                  <a:lnTo>
                    <a:pt x="190482" y="98440"/>
                  </a:lnTo>
                  <a:lnTo>
                    <a:pt x="157019" y="126416"/>
                  </a:lnTo>
                  <a:lnTo>
                    <a:pt x="126221" y="157263"/>
                  </a:lnTo>
                  <a:lnTo>
                    <a:pt x="98288" y="190779"/>
                  </a:lnTo>
                  <a:lnTo>
                    <a:pt x="73424" y="226760"/>
                  </a:lnTo>
                  <a:lnTo>
                    <a:pt x="51831" y="265006"/>
                  </a:lnTo>
                  <a:lnTo>
                    <a:pt x="33711" y="305313"/>
                  </a:lnTo>
                  <a:lnTo>
                    <a:pt x="19265" y="347479"/>
                  </a:lnTo>
                  <a:lnTo>
                    <a:pt x="8697" y="391302"/>
                  </a:lnTo>
                  <a:lnTo>
                    <a:pt x="2208" y="436579"/>
                  </a:lnTo>
                  <a:lnTo>
                    <a:pt x="0" y="483108"/>
                  </a:lnTo>
                  <a:lnTo>
                    <a:pt x="2208" y="529636"/>
                  </a:lnTo>
                  <a:lnTo>
                    <a:pt x="8697" y="574913"/>
                  </a:lnTo>
                  <a:lnTo>
                    <a:pt x="19265" y="618736"/>
                  </a:lnTo>
                  <a:lnTo>
                    <a:pt x="33711" y="660902"/>
                  </a:lnTo>
                  <a:lnTo>
                    <a:pt x="51831" y="701209"/>
                  </a:lnTo>
                  <a:lnTo>
                    <a:pt x="73424" y="739455"/>
                  </a:lnTo>
                  <a:lnTo>
                    <a:pt x="98288" y="775436"/>
                  </a:lnTo>
                  <a:lnTo>
                    <a:pt x="126221" y="808952"/>
                  </a:lnTo>
                  <a:lnTo>
                    <a:pt x="157019" y="839799"/>
                  </a:lnTo>
                  <a:lnTo>
                    <a:pt x="190482" y="867775"/>
                  </a:lnTo>
                  <a:lnTo>
                    <a:pt x="226408" y="892677"/>
                  </a:lnTo>
                  <a:lnTo>
                    <a:pt x="264593" y="914304"/>
                  </a:lnTo>
                  <a:lnTo>
                    <a:pt x="304836" y="932452"/>
                  </a:lnTo>
                  <a:lnTo>
                    <a:pt x="346935" y="946920"/>
                  </a:lnTo>
                  <a:lnTo>
                    <a:pt x="390688" y="957505"/>
                  </a:lnTo>
                  <a:lnTo>
                    <a:pt x="435892" y="964004"/>
                  </a:lnTo>
                  <a:lnTo>
                    <a:pt x="482345" y="966215"/>
                  </a:lnTo>
                  <a:lnTo>
                    <a:pt x="528807" y="964004"/>
                  </a:lnTo>
                  <a:lnTo>
                    <a:pt x="574017" y="957505"/>
                  </a:lnTo>
                  <a:lnTo>
                    <a:pt x="617774" y="946920"/>
                  </a:lnTo>
                  <a:lnTo>
                    <a:pt x="659876" y="932452"/>
                  </a:lnTo>
                  <a:lnTo>
                    <a:pt x="700120" y="914304"/>
                  </a:lnTo>
                  <a:lnTo>
                    <a:pt x="738306" y="892677"/>
                  </a:lnTo>
                  <a:lnTo>
                    <a:pt x="774230" y="867775"/>
                  </a:lnTo>
                  <a:lnTo>
                    <a:pt x="807692" y="839799"/>
                  </a:lnTo>
                  <a:lnTo>
                    <a:pt x="838488" y="808952"/>
                  </a:lnTo>
                  <a:lnTo>
                    <a:pt x="866418" y="775436"/>
                  </a:lnTo>
                  <a:lnTo>
                    <a:pt x="891279" y="739455"/>
                  </a:lnTo>
                  <a:lnTo>
                    <a:pt x="912869" y="701209"/>
                  </a:lnTo>
                  <a:lnTo>
                    <a:pt x="930987" y="660902"/>
                  </a:lnTo>
                  <a:lnTo>
                    <a:pt x="945430" y="618736"/>
                  </a:lnTo>
                  <a:lnTo>
                    <a:pt x="955996" y="574913"/>
                  </a:lnTo>
                  <a:lnTo>
                    <a:pt x="962484" y="529636"/>
                  </a:lnTo>
                  <a:lnTo>
                    <a:pt x="964691" y="483108"/>
                  </a:lnTo>
                  <a:lnTo>
                    <a:pt x="962484" y="436579"/>
                  </a:lnTo>
                  <a:lnTo>
                    <a:pt x="955996" y="391302"/>
                  </a:lnTo>
                  <a:lnTo>
                    <a:pt x="945430" y="347479"/>
                  </a:lnTo>
                  <a:lnTo>
                    <a:pt x="930987" y="305313"/>
                  </a:lnTo>
                  <a:lnTo>
                    <a:pt x="912869" y="265006"/>
                  </a:lnTo>
                  <a:lnTo>
                    <a:pt x="891279" y="226760"/>
                  </a:lnTo>
                  <a:lnTo>
                    <a:pt x="866418" y="190779"/>
                  </a:lnTo>
                  <a:lnTo>
                    <a:pt x="838488" y="157263"/>
                  </a:lnTo>
                  <a:lnTo>
                    <a:pt x="807692" y="126416"/>
                  </a:lnTo>
                  <a:lnTo>
                    <a:pt x="774230" y="98440"/>
                  </a:lnTo>
                  <a:lnTo>
                    <a:pt x="738306" y="73538"/>
                  </a:lnTo>
                  <a:lnTo>
                    <a:pt x="700120" y="51911"/>
                  </a:lnTo>
                  <a:lnTo>
                    <a:pt x="659876" y="33763"/>
                  </a:lnTo>
                  <a:lnTo>
                    <a:pt x="617774" y="19295"/>
                  </a:lnTo>
                  <a:lnTo>
                    <a:pt x="574017" y="8710"/>
                  </a:lnTo>
                  <a:lnTo>
                    <a:pt x="528807" y="2211"/>
                  </a:lnTo>
                  <a:lnTo>
                    <a:pt x="48234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22679" y="2466708"/>
              <a:ext cx="488950" cy="259079"/>
            </a:xfrm>
            <a:custGeom>
              <a:avLst/>
              <a:gdLst/>
              <a:ahLst/>
              <a:cxnLst/>
              <a:rect l="l" t="t" r="r" b="b"/>
              <a:pathLst>
                <a:path w="488950" h="259080">
                  <a:moveTo>
                    <a:pt x="359168" y="153454"/>
                  </a:moveTo>
                  <a:lnTo>
                    <a:pt x="343319" y="107924"/>
                  </a:lnTo>
                  <a:lnTo>
                    <a:pt x="318262" y="69811"/>
                  </a:lnTo>
                  <a:lnTo>
                    <a:pt x="285140" y="40259"/>
                  </a:lnTo>
                  <a:lnTo>
                    <a:pt x="252412" y="24003"/>
                  </a:lnTo>
                  <a:lnTo>
                    <a:pt x="252412" y="175971"/>
                  </a:lnTo>
                  <a:lnTo>
                    <a:pt x="243065" y="179222"/>
                  </a:lnTo>
                  <a:lnTo>
                    <a:pt x="241528" y="179730"/>
                  </a:lnTo>
                  <a:lnTo>
                    <a:pt x="236093" y="157594"/>
                  </a:lnTo>
                  <a:lnTo>
                    <a:pt x="228930" y="135991"/>
                  </a:lnTo>
                  <a:lnTo>
                    <a:pt x="209626" y="94792"/>
                  </a:lnTo>
                  <a:lnTo>
                    <a:pt x="172402" y="48742"/>
                  </a:lnTo>
                  <a:lnTo>
                    <a:pt x="128943" y="21793"/>
                  </a:lnTo>
                  <a:lnTo>
                    <a:pt x="126390" y="20548"/>
                  </a:lnTo>
                  <a:lnTo>
                    <a:pt x="144106" y="15976"/>
                  </a:lnTo>
                  <a:lnTo>
                    <a:pt x="187121" y="46913"/>
                  </a:lnTo>
                  <a:lnTo>
                    <a:pt x="219417" y="88976"/>
                  </a:lnTo>
                  <a:lnTo>
                    <a:pt x="239306" y="131178"/>
                  </a:lnTo>
                  <a:lnTo>
                    <a:pt x="252412" y="175971"/>
                  </a:lnTo>
                  <a:lnTo>
                    <a:pt x="252412" y="24003"/>
                  </a:lnTo>
                  <a:lnTo>
                    <a:pt x="245033" y="20332"/>
                  </a:lnTo>
                  <a:lnTo>
                    <a:pt x="223215" y="15976"/>
                  </a:lnTo>
                  <a:lnTo>
                    <a:pt x="212356" y="13804"/>
                  </a:lnTo>
                  <a:lnTo>
                    <a:pt x="199072" y="11150"/>
                  </a:lnTo>
                  <a:lnTo>
                    <a:pt x="148374" y="13804"/>
                  </a:lnTo>
                  <a:lnTo>
                    <a:pt x="144741" y="7073"/>
                  </a:lnTo>
                  <a:lnTo>
                    <a:pt x="139065" y="2349"/>
                  </a:lnTo>
                  <a:lnTo>
                    <a:pt x="132067" y="0"/>
                  </a:lnTo>
                  <a:lnTo>
                    <a:pt x="124447" y="431"/>
                  </a:lnTo>
                  <a:lnTo>
                    <a:pt x="121894" y="1104"/>
                  </a:lnTo>
                  <a:lnTo>
                    <a:pt x="121894" y="21793"/>
                  </a:lnTo>
                  <a:lnTo>
                    <a:pt x="114414" y="33743"/>
                  </a:lnTo>
                  <a:lnTo>
                    <a:pt x="97624" y="72402"/>
                  </a:lnTo>
                  <a:lnTo>
                    <a:pt x="86258" y="140589"/>
                  </a:lnTo>
                  <a:lnTo>
                    <a:pt x="86182" y="141287"/>
                  </a:lnTo>
                  <a:lnTo>
                    <a:pt x="86829" y="174790"/>
                  </a:lnTo>
                  <a:lnTo>
                    <a:pt x="86931" y="179222"/>
                  </a:lnTo>
                  <a:lnTo>
                    <a:pt x="91922" y="218516"/>
                  </a:lnTo>
                  <a:lnTo>
                    <a:pt x="80924" y="220916"/>
                  </a:lnTo>
                  <a:lnTo>
                    <a:pt x="75641" y="179984"/>
                  </a:lnTo>
                  <a:lnTo>
                    <a:pt x="74841" y="141287"/>
                  </a:lnTo>
                  <a:lnTo>
                    <a:pt x="74828" y="140589"/>
                  </a:lnTo>
                  <a:lnTo>
                    <a:pt x="78486" y="103301"/>
                  </a:lnTo>
                  <a:lnTo>
                    <a:pt x="90487" y="57632"/>
                  </a:lnTo>
                  <a:lnTo>
                    <a:pt x="121894" y="21793"/>
                  </a:lnTo>
                  <a:lnTo>
                    <a:pt x="121894" y="1104"/>
                  </a:lnTo>
                  <a:lnTo>
                    <a:pt x="114769" y="2946"/>
                  </a:lnTo>
                  <a:lnTo>
                    <a:pt x="107810" y="6350"/>
                  </a:lnTo>
                  <a:lnTo>
                    <a:pt x="102806" y="11925"/>
                  </a:lnTo>
                  <a:lnTo>
                    <a:pt x="100190" y="18948"/>
                  </a:lnTo>
                  <a:lnTo>
                    <a:pt x="100266" y="21793"/>
                  </a:lnTo>
                  <a:lnTo>
                    <a:pt x="100393" y="26022"/>
                  </a:lnTo>
                  <a:lnTo>
                    <a:pt x="100406" y="26708"/>
                  </a:lnTo>
                  <a:lnTo>
                    <a:pt x="56464" y="50863"/>
                  </a:lnTo>
                  <a:lnTo>
                    <a:pt x="25260" y="83070"/>
                  </a:lnTo>
                  <a:lnTo>
                    <a:pt x="6540" y="122047"/>
                  </a:lnTo>
                  <a:lnTo>
                    <a:pt x="0" y="166509"/>
                  </a:lnTo>
                  <a:lnTo>
                    <a:pt x="5384" y="215201"/>
                  </a:lnTo>
                  <a:lnTo>
                    <a:pt x="14211" y="254762"/>
                  </a:lnTo>
                  <a:lnTo>
                    <a:pt x="20269" y="258648"/>
                  </a:lnTo>
                  <a:lnTo>
                    <a:pt x="97167" y="240969"/>
                  </a:lnTo>
                  <a:lnTo>
                    <a:pt x="96304" y="240969"/>
                  </a:lnTo>
                  <a:lnTo>
                    <a:pt x="178650" y="220916"/>
                  </a:lnTo>
                  <a:lnTo>
                    <a:pt x="217030" y="210845"/>
                  </a:lnTo>
                  <a:lnTo>
                    <a:pt x="256679" y="198704"/>
                  </a:lnTo>
                  <a:lnTo>
                    <a:pt x="303822" y="179730"/>
                  </a:lnTo>
                  <a:lnTo>
                    <a:pt x="315239" y="174790"/>
                  </a:lnTo>
                  <a:lnTo>
                    <a:pt x="338035" y="164071"/>
                  </a:lnTo>
                  <a:lnTo>
                    <a:pt x="353479" y="156400"/>
                  </a:lnTo>
                  <a:lnTo>
                    <a:pt x="359168" y="153454"/>
                  </a:lnTo>
                  <a:close/>
                </a:path>
                <a:path w="488950" h="259080">
                  <a:moveTo>
                    <a:pt x="488480" y="191744"/>
                  </a:moveTo>
                  <a:lnTo>
                    <a:pt x="487438" y="184594"/>
                  </a:lnTo>
                  <a:lnTo>
                    <a:pt x="480885" y="179717"/>
                  </a:lnTo>
                  <a:lnTo>
                    <a:pt x="477278" y="178701"/>
                  </a:lnTo>
                  <a:lnTo>
                    <a:pt x="372211" y="158940"/>
                  </a:lnTo>
                  <a:lnTo>
                    <a:pt x="372211" y="159512"/>
                  </a:lnTo>
                  <a:lnTo>
                    <a:pt x="364642" y="163804"/>
                  </a:lnTo>
                  <a:lnTo>
                    <a:pt x="308724" y="190449"/>
                  </a:lnTo>
                  <a:lnTo>
                    <a:pt x="245338" y="214807"/>
                  </a:lnTo>
                  <a:lnTo>
                    <a:pt x="230416" y="219202"/>
                  </a:lnTo>
                  <a:lnTo>
                    <a:pt x="259232" y="228981"/>
                  </a:lnTo>
                  <a:lnTo>
                    <a:pt x="308406" y="243128"/>
                  </a:lnTo>
                  <a:lnTo>
                    <a:pt x="363639" y="253885"/>
                  </a:lnTo>
                  <a:lnTo>
                    <a:pt x="410667" y="253479"/>
                  </a:lnTo>
                  <a:lnTo>
                    <a:pt x="434746" y="244005"/>
                  </a:lnTo>
                  <a:lnTo>
                    <a:pt x="455422" y="229235"/>
                  </a:lnTo>
                  <a:lnTo>
                    <a:pt x="472236" y="212420"/>
                  </a:lnTo>
                  <a:lnTo>
                    <a:pt x="488480" y="191744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268" y="1703832"/>
              <a:ext cx="1609344" cy="160782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11174" y="3342258"/>
            <a:ext cx="1298575" cy="500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065" marR="5080" algn="ctr">
              <a:lnSpc>
                <a:spcPct val="91400"/>
              </a:lnSpc>
              <a:spcBef>
                <a:spcPts val="215"/>
              </a:spcBef>
            </a:pPr>
            <a:r>
              <a:rPr sz="1100" b="1" dirty="0">
                <a:latin typeface="Trebuchet MS"/>
                <a:cs typeface="Trebuchet MS"/>
              </a:rPr>
              <a:t>LOGO</a:t>
            </a:r>
            <a:r>
              <a:rPr sz="1100" b="1" spc="-110" dirty="0">
                <a:latin typeface="Trebuchet MS"/>
                <a:cs typeface="Trebuchet MS"/>
              </a:rPr>
              <a:t> </a:t>
            </a:r>
            <a:r>
              <a:rPr sz="1100" b="1" spc="270" dirty="0">
                <a:latin typeface="Trebuchet MS"/>
                <a:cs typeface="Trebuchet MS"/>
              </a:rPr>
              <a:t>s</a:t>
            </a:r>
            <a:r>
              <a:rPr sz="1100" b="1" spc="-90" dirty="0">
                <a:latin typeface="Trebuchet MS"/>
                <a:cs typeface="Trebuchet MS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BRANDING</a:t>
            </a:r>
            <a:r>
              <a:rPr sz="1100" spc="-10" dirty="0">
                <a:latin typeface="Trebuchet MS"/>
                <a:cs typeface="Trebuchet MS"/>
              </a:rPr>
              <a:t>: </a:t>
            </a:r>
            <a:r>
              <a:rPr sz="1100" dirty="0">
                <a:latin typeface="Trebuchet MS"/>
                <a:cs typeface="Trebuchet MS"/>
              </a:rPr>
              <a:t>QUICK</a:t>
            </a:r>
            <a:r>
              <a:rPr sz="1100" spc="4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CONCEPT GENERATION.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51176" y="1703832"/>
            <a:ext cx="1560830" cy="1559560"/>
            <a:chOff x="2551176" y="1703832"/>
            <a:chExt cx="1560830" cy="1559560"/>
          </a:xfrm>
        </p:grpSpPr>
        <p:sp>
          <p:nvSpPr>
            <p:cNvPr id="10" name="object 10"/>
            <p:cNvSpPr/>
            <p:nvPr/>
          </p:nvSpPr>
          <p:spPr>
            <a:xfrm>
              <a:off x="2837688" y="2112264"/>
              <a:ext cx="965200" cy="966469"/>
            </a:xfrm>
            <a:custGeom>
              <a:avLst/>
              <a:gdLst/>
              <a:ahLst/>
              <a:cxnLst/>
              <a:rect l="l" t="t" r="r" b="b"/>
              <a:pathLst>
                <a:path w="965200" h="966469">
                  <a:moveTo>
                    <a:pt x="482346" y="0"/>
                  </a:moveTo>
                  <a:lnTo>
                    <a:pt x="435884" y="2211"/>
                  </a:lnTo>
                  <a:lnTo>
                    <a:pt x="390674" y="8710"/>
                  </a:lnTo>
                  <a:lnTo>
                    <a:pt x="346917" y="19295"/>
                  </a:lnTo>
                  <a:lnTo>
                    <a:pt x="304815" y="33763"/>
                  </a:lnTo>
                  <a:lnTo>
                    <a:pt x="264571" y="51911"/>
                  </a:lnTo>
                  <a:lnTo>
                    <a:pt x="226385" y="73538"/>
                  </a:lnTo>
                  <a:lnTo>
                    <a:pt x="190461" y="98440"/>
                  </a:lnTo>
                  <a:lnTo>
                    <a:pt x="156999" y="126416"/>
                  </a:lnTo>
                  <a:lnTo>
                    <a:pt x="126203" y="157263"/>
                  </a:lnTo>
                  <a:lnTo>
                    <a:pt x="98273" y="190779"/>
                  </a:lnTo>
                  <a:lnTo>
                    <a:pt x="73412" y="226760"/>
                  </a:lnTo>
                  <a:lnTo>
                    <a:pt x="51822" y="265006"/>
                  </a:lnTo>
                  <a:lnTo>
                    <a:pt x="33704" y="305313"/>
                  </a:lnTo>
                  <a:lnTo>
                    <a:pt x="19261" y="347479"/>
                  </a:lnTo>
                  <a:lnTo>
                    <a:pt x="8695" y="391302"/>
                  </a:lnTo>
                  <a:lnTo>
                    <a:pt x="2207" y="436579"/>
                  </a:lnTo>
                  <a:lnTo>
                    <a:pt x="0" y="483108"/>
                  </a:lnTo>
                  <a:lnTo>
                    <a:pt x="2207" y="529636"/>
                  </a:lnTo>
                  <a:lnTo>
                    <a:pt x="8695" y="574913"/>
                  </a:lnTo>
                  <a:lnTo>
                    <a:pt x="19261" y="618736"/>
                  </a:lnTo>
                  <a:lnTo>
                    <a:pt x="33704" y="660902"/>
                  </a:lnTo>
                  <a:lnTo>
                    <a:pt x="51822" y="701209"/>
                  </a:lnTo>
                  <a:lnTo>
                    <a:pt x="73412" y="739455"/>
                  </a:lnTo>
                  <a:lnTo>
                    <a:pt x="98273" y="775436"/>
                  </a:lnTo>
                  <a:lnTo>
                    <a:pt x="126203" y="808952"/>
                  </a:lnTo>
                  <a:lnTo>
                    <a:pt x="156999" y="839799"/>
                  </a:lnTo>
                  <a:lnTo>
                    <a:pt x="190461" y="867775"/>
                  </a:lnTo>
                  <a:lnTo>
                    <a:pt x="226385" y="892677"/>
                  </a:lnTo>
                  <a:lnTo>
                    <a:pt x="264571" y="914304"/>
                  </a:lnTo>
                  <a:lnTo>
                    <a:pt x="304815" y="932452"/>
                  </a:lnTo>
                  <a:lnTo>
                    <a:pt x="346917" y="946920"/>
                  </a:lnTo>
                  <a:lnTo>
                    <a:pt x="390674" y="957505"/>
                  </a:lnTo>
                  <a:lnTo>
                    <a:pt x="435884" y="964004"/>
                  </a:lnTo>
                  <a:lnTo>
                    <a:pt x="482346" y="966215"/>
                  </a:lnTo>
                  <a:lnTo>
                    <a:pt x="528807" y="964004"/>
                  </a:lnTo>
                  <a:lnTo>
                    <a:pt x="574017" y="957505"/>
                  </a:lnTo>
                  <a:lnTo>
                    <a:pt x="617774" y="946920"/>
                  </a:lnTo>
                  <a:lnTo>
                    <a:pt x="659876" y="932452"/>
                  </a:lnTo>
                  <a:lnTo>
                    <a:pt x="700120" y="914304"/>
                  </a:lnTo>
                  <a:lnTo>
                    <a:pt x="738306" y="892677"/>
                  </a:lnTo>
                  <a:lnTo>
                    <a:pt x="774230" y="867775"/>
                  </a:lnTo>
                  <a:lnTo>
                    <a:pt x="807692" y="839799"/>
                  </a:lnTo>
                  <a:lnTo>
                    <a:pt x="838488" y="808952"/>
                  </a:lnTo>
                  <a:lnTo>
                    <a:pt x="866418" y="775436"/>
                  </a:lnTo>
                  <a:lnTo>
                    <a:pt x="891279" y="739455"/>
                  </a:lnTo>
                  <a:lnTo>
                    <a:pt x="912869" y="701209"/>
                  </a:lnTo>
                  <a:lnTo>
                    <a:pt x="930987" y="660902"/>
                  </a:lnTo>
                  <a:lnTo>
                    <a:pt x="945430" y="618736"/>
                  </a:lnTo>
                  <a:lnTo>
                    <a:pt x="955996" y="574913"/>
                  </a:lnTo>
                  <a:lnTo>
                    <a:pt x="962484" y="529636"/>
                  </a:lnTo>
                  <a:lnTo>
                    <a:pt x="964691" y="483108"/>
                  </a:lnTo>
                  <a:lnTo>
                    <a:pt x="962484" y="436579"/>
                  </a:lnTo>
                  <a:lnTo>
                    <a:pt x="955996" y="391302"/>
                  </a:lnTo>
                  <a:lnTo>
                    <a:pt x="945430" y="347479"/>
                  </a:lnTo>
                  <a:lnTo>
                    <a:pt x="930987" y="305313"/>
                  </a:lnTo>
                  <a:lnTo>
                    <a:pt x="912869" y="265006"/>
                  </a:lnTo>
                  <a:lnTo>
                    <a:pt x="891279" y="226760"/>
                  </a:lnTo>
                  <a:lnTo>
                    <a:pt x="866418" y="190779"/>
                  </a:lnTo>
                  <a:lnTo>
                    <a:pt x="838488" y="157263"/>
                  </a:lnTo>
                  <a:lnTo>
                    <a:pt x="807692" y="126416"/>
                  </a:lnTo>
                  <a:lnTo>
                    <a:pt x="774230" y="98440"/>
                  </a:lnTo>
                  <a:lnTo>
                    <a:pt x="738306" y="73538"/>
                  </a:lnTo>
                  <a:lnTo>
                    <a:pt x="700120" y="51911"/>
                  </a:lnTo>
                  <a:lnTo>
                    <a:pt x="659876" y="33763"/>
                  </a:lnTo>
                  <a:lnTo>
                    <a:pt x="617774" y="19295"/>
                  </a:lnTo>
                  <a:lnTo>
                    <a:pt x="574017" y="8710"/>
                  </a:lnTo>
                  <a:lnTo>
                    <a:pt x="528807" y="221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72803" y="2356332"/>
              <a:ext cx="296545" cy="480059"/>
            </a:xfrm>
            <a:custGeom>
              <a:avLst/>
              <a:gdLst/>
              <a:ahLst/>
              <a:cxnLst/>
              <a:rect l="l" t="t" r="r" b="b"/>
              <a:pathLst>
                <a:path w="296545" h="480060">
                  <a:moveTo>
                    <a:pt x="185153" y="445528"/>
                  </a:moveTo>
                  <a:lnTo>
                    <a:pt x="111086" y="445528"/>
                  </a:lnTo>
                  <a:lnTo>
                    <a:pt x="114871" y="459079"/>
                  </a:lnTo>
                  <a:lnTo>
                    <a:pt x="122986" y="469950"/>
                  </a:lnTo>
                  <a:lnTo>
                    <a:pt x="134404" y="477177"/>
                  </a:lnTo>
                  <a:lnTo>
                    <a:pt x="148120" y="479806"/>
                  </a:lnTo>
                  <a:lnTo>
                    <a:pt x="161836" y="477177"/>
                  </a:lnTo>
                  <a:lnTo>
                    <a:pt x="173253" y="469950"/>
                  </a:lnTo>
                  <a:lnTo>
                    <a:pt x="181368" y="459079"/>
                  </a:lnTo>
                  <a:lnTo>
                    <a:pt x="185153" y="445528"/>
                  </a:lnTo>
                  <a:close/>
                </a:path>
                <a:path w="296545" h="480060">
                  <a:moveTo>
                    <a:pt x="222173" y="395833"/>
                  </a:moveTo>
                  <a:lnTo>
                    <a:pt x="214769" y="388416"/>
                  </a:lnTo>
                  <a:lnTo>
                    <a:pt x="91147" y="388416"/>
                  </a:lnTo>
                  <a:lnTo>
                    <a:pt x="81457" y="388416"/>
                  </a:lnTo>
                  <a:lnTo>
                    <a:pt x="74053" y="395833"/>
                  </a:lnTo>
                  <a:lnTo>
                    <a:pt x="74053" y="415264"/>
                  </a:lnTo>
                  <a:lnTo>
                    <a:pt x="81457" y="422681"/>
                  </a:lnTo>
                  <a:lnTo>
                    <a:pt x="214769" y="422681"/>
                  </a:lnTo>
                  <a:lnTo>
                    <a:pt x="222173" y="415264"/>
                  </a:lnTo>
                  <a:lnTo>
                    <a:pt x="222173" y="395833"/>
                  </a:lnTo>
                  <a:close/>
                </a:path>
                <a:path w="296545" h="480060">
                  <a:moveTo>
                    <a:pt x="222173" y="338721"/>
                  </a:moveTo>
                  <a:lnTo>
                    <a:pt x="214769" y="331292"/>
                  </a:lnTo>
                  <a:lnTo>
                    <a:pt x="91147" y="331292"/>
                  </a:lnTo>
                  <a:lnTo>
                    <a:pt x="81457" y="331292"/>
                  </a:lnTo>
                  <a:lnTo>
                    <a:pt x="74053" y="338721"/>
                  </a:lnTo>
                  <a:lnTo>
                    <a:pt x="74053" y="358140"/>
                  </a:lnTo>
                  <a:lnTo>
                    <a:pt x="81457" y="365569"/>
                  </a:lnTo>
                  <a:lnTo>
                    <a:pt x="214769" y="365569"/>
                  </a:lnTo>
                  <a:lnTo>
                    <a:pt x="222173" y="358140"/>
                  </a:lnTo>
                  <a:lnTo>
                    <a:pt x="222173" y="338721"/>
                  </a:lnTo>
                  <a:close/>
                </a:path>
                <a:path w="296545" h="480060">
                  <a:moveTo>
                    <a:pt x="296240" y="146799"/>
                  </a:moveTo>
                  <a:lnTo>
                    <a:pt x="287947" y="100444"/>
                  </a:lnTo>
                  <a:lnTo>
                    <a:pt x="266661" y="60248"/>
                  </a:lnTo>
                  <a:lnTo>
                    <a:pt x="262623" y="56248"/>
                  </a:lnTo>
                  <a:lnTo>
                    <a:pt x="262623" y="146799"/>
                  </a:lnTo>
                  <a:lnTo>
                    <a:pt x="262623" y="151371"/>
                  </a:lnTo>
                  <a:lnTo>
                    <a:pt x="262051" y="151371"/>
                  </a:lnTo>
                  <a:lnTo>
                    <a:pt x="261213" y="161632"/>
                  </a:lnTo>
                  <a:lnTo>
                    <a:pt x="259562" y="171792"/>
                  </a:lnTo>
                  <a:lnTo>
                    <a:pt x="245897" y="207911"/>
                  </a:lnTo>
                  <a:lnTo>
                    <a:pt x="234708" y="222770"/>
                  </a:lnTo>
                  <a:lnTo>
                    <a:pt x="225221" y="234975"/>
                  </a:lnTo>
                  <a:lnTo>
                    <a:pt x="216484" y="247611"/>
                  </a:lnTo>
                  <a:lnTo>
                    <a:pt x="208597" y="260680"/>
                  </a:lnTo>
                  <a:lnTo>
                    <a:pt x="201676" y="274180"/>
                  </a:lnTo>
                  <a:lnTo>
                    <a:pt x="95135" y="274180"/>
                  </a:lnTo>
                  <a:lnTo>
                    <a:pt x="71259" y="234975"/>
                  </a:lnTo>
                  <a:lnTo>
                    <a:pt x="56349" y="215607"/>
                  </a:lnTo>
                  <a:lnTo>
                    <a:pt x="51130" y="207911"/>
                  </a:lnTo>
                  <a:lnTo>
                    <a:pt x="37033" y="171792"/>
                  </a:lnTo>
                  <a:lnTo>
                    <a:pt x="34747" y="146799"/>
                  </a:lnTo>
                  <a:lnTo>
                    <a:pt x="44297" y="102946"/>
                  </a:lnTo>
                  <a:lnTo>
                    <a:pt x="68859" y="67119"/>
                  </a:lnTo>
                  <a:lnTo>
                    <a:pt x="104851" y="42862"/>
                  </a:lnTo>
                  <a:lnTo>
                    <a:pt x="148691" y="33705"/>
                  </a:lnTo>
                  <a:lnTo>
                    <a:pt x="192913" y="42862"/>
                  </a:lnTo>
                  <a:lnTo>
                    <a:pt x="192646" y="42862"/>
                  </a:lnTo>
                  <a:lnTo>
                    <a:pt x="228511" y="66903"/>
                  </a:lnTo>
                  <a:lnTo>
                    <a:pt x="253072" y="102704"/>
                  </a:lnTo>
                  <a:lnTo>
                    <a:pt x="262623" y="146799"/>
                  </a:lnTo>
                  <a:lnTo>
                    <a:pt x="262623" y="56248"/>
                  </a:lnTo>
                  <a:lnTo>
                    <a:pt x="239903" y="33705"/>
                  </a:lnTo>
                  <a:lnTo>
                    <a:pt x="234708" y="28562"/>
                  </a:lnTo>
                  <a:lnTo>
                    <a:pt x="194424" y="7708"/>
                  </a:lnTo>
                  <a:lnTo>
                    <a:pt x="148120" y="0"/>
                  </a:lnTo>
                  <a:lnTo>
                    <a:pt x="101815" y="7708"/>
                  </a:lnTo>
                  <a:lnTo>
                    <a:pt x="61518" y="28562"/>
                  </a:lnTo>
                  <a:lnTo>
                    <a:pt x="29578" y="60248"/>
                  </a:lnTo>
                  <a:lnTo>
                    <a:pt x="8293" y="100444"/>
                  </a:lnTo>
                  <a:lnTo>
                    <a:pt x="0" y="146799"/>
                  </a:lnTo>
                  <a:lnTo>
                    <a:pt x="0" y="151942"/>
                  </a:lnTo>
                  <a:lnTo>
                    <a:pt x="6083" y="190817"/>
                  </a:lnTo>
                  <a:lnTo>
                    <a:pt x="28194" y="235877"/>
                  </a:lnTo>
                  <a:lnTo>
                    <a:pt x="35890" y="245618"/>
                  </a:lnTo>
                  <a:lnTo>
                    <a:pt x="46202" y="258953"/>
                  </a:lnTo>
                  <a:lnTo>
                    <a:pt x="56045" y="274751"/>
                  </a:lnTo>
                  <a:lnTo>
                    <a:pt x="64490" y="290118"/>
                  </a:lnTo>
                  <a:lnTo>
                    <a:pt x="70637" y="302158"/>
                  </a:lnTo>
                  <a:lnTo>
                    <a:pt x="72351" y="306158"/>
                  </a:lnTo>
                  <a:lnTo>
                    <a:pt x="76339" y="308444"/>
                  </a:lnTo>
                  <a:lnTo>
                    <a:pt x="219900" y="308444"/>
                  </a:lnTo>
                  <a:lnTo>
                    <a:pt x="223888" y="306158"/>
                  </a:lnTo>
                  <a:lnTo>
                    <a:pt x="225602" y="302158"/>
                  </a:lnTo>
                  <a:lnTo>
                    <a:pt x="231749" y="290118"/>
                  </a:lnTo>
                  <a:lnTo>
                    <a:pt x="260350" y="245618"/>
                  </a:lnTo>
                  <a:lnTo>
                    <a:pt x="268122" y="235877"/>
                  </a:lnTo>
                  <a:lnTo>
                    <a:pt x="275094" y="225552"/>
                  </a:lnTo>
                  <a:lnTo>
                    <a:pt x="293243" y="178066"/>
                  </a:lnTo>
                  <a:lnTo>
                    <a:pt x="296240" y="151942"/>
                  </a:lnTo>
                  <a:lnTo>
                    <a:pt x="296240" y="146799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1176" y="1703832"/>
              <a:ext cx="1560576" cy="155905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536063" y="3342258"/>
            <a:ext cx="1568450" cy="500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algn="ctr">
              <a:lnSpc>
                <a:spcPct val="91400"/>
              </a:lnSpc>
              <a:spcBef>
                <a:spcPts val="215"/>
              </a:spcBef>
            </a:pPr>
            <a:r>
              <a:rPr sz="1100" b="1" spc="-10" dirty="0">
                <a:latin typeface="Trebuchet MS"/>
                <a:cs typeface="Trebuchet MS"/>
              </a:rPr>
              <a:t>CREATIVE</a:t>
            </a:r>
            <a:r>
              <a:rPr sz="1100" b="1" spc="-70" dirty="0">
                <a:latin typeface="Trebuchet MS"/>
                <a:cs typeface="Trebuchet MS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INSPIRATION</a:t>
            </a:r>
            <a:r>
              <a:rPr sz="1100" spc="-10" dirty="0">
                <a:latin typeface="Trebuchet MS"/>
                <a:cs typeface="Trebuchet MS"/>
              </a:rPr>
              <a:t>: </a:t>
            </a:r>
            <a:r>
              <a:rPr sz="1100" spc="45" dirty="0">
                <a:latin typeface="Trebuchet MS"/>
                <a:cs typeface="Trebuchet MS"/>
              </a:rPr>
              <a:t>OVERCOME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DESIGN BLOCKS.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68367" y="1703832"/>
            <a:ext cx="1560830" cy="1559560"/>
            <a:chOff x="4468367" y="1703832"/>
            <a:chExt cx="1560830" cy="1559560"/>
          </a:xfrm>
        </p:grpSpPr>
        <p:sp>
          <p:nvSpPr>
            <p:cNvPr id="15" name="object 15"/>
            <p:cNvSpPr/>
            <p:nvPr/>
          </p:nvSpPr>
          <p:spPr>
            <a:xfrm>
              <a:off x="4695443" y="2112264"/>
              <a:ext cx="966469" cy="966469"/>
            </a:xfrm>
            <a:custGeom>
              <a:avLst/>
              <a:gdLst/>
              <a:ahLst/>
              <a:cxnLst/>
              <a:rect l="l" t="t" r="r" b="b"/>
              <a:pathLst>
                <a:path w="966470" h="966469">
                  <a:moveTo>
                    <a:pt x="483107" y="0"/>
                  </a:moveTo>
                  <a:lnTo>
                    <a:pt x="436579" y="2211"/>
                  </a:lnTo>
                  <a:lnTo>
                    <a:pt x="391302" y="8710"/>
                  </a:lnTo>
                  <a:lnTo>
                    <a:pt x="347479" y="19295"/>
                  </a:lnTo>
                  <a:lnTo>
                    <a:pt x="305313" y="33763"/>
                  </a:lnTo>
                  <a:lnTo>
                    <a:pt x="265006" y="51911"/>
                  </a:lnTo>
                  <a:lnTo>
                    <a:pt x="226760" y="73538"/>
                  </a:lnTo>
                  <a:lnTo>
                    <a:pt x="190779" y="98440"/>
                  </a:lnTo>
                  <a:lnTo>
                    <a:pt x="157263" y="126416"/>
                  </a:lnTo>
                  <a:lnTo>
                    <a:pt x="126416" y="157263"/>
                  </a:lnTo>
                  <a:lnTo>
                    <a:pt x="98440" y="190779"/>
                  </a:lnTo>
                  <a:lnTo>
                    <a:pt x="73538" y="226760"/>
                  </a:lnTo>
                  <a:lnTo>
                    <a:pt x="51911" y="265006"/>
                  </a:lnTo>
                  <a:lnTo>
                    <a:pt x="33763" y="305313"/>
                  </a:lnTo>
                  <a:lnTo>
                    <a:pt x="19295" y="347479"/>
                  </a:lnTo>
                  <a:lnTo>
                    <a:pt x="8710" y="391302"/>
                  </a:lnTo>
                  <a:lnTo>
                    <a:pt x="2211" y="436579"/>
                  </a:lnTo>
                  <a:lnTo>
                    <a:pt x="0" y="483108"/>
                  </a:lnTo>
                  <a:lnTo>
                    <a:pt x="2211" y="529636"/>
                  </a:lnTo>
                  <a:lnTo>
                    <a:pt x="8710" y="574913"/>
                  </a:lnTo>
                  <a:lnTo>
                    <a:pt x="19295" y="618736"/>
                  </a:lnTo>
                  <a:lnTo>
                    <a:pt x="33763" y="660902"/>
                  </a:lnTo>
                  <a:lnTo>
                    <a:pt x="51911" y="701209"/>
                  </a:lnTo>
                  <a:lnTo>
                    <a:pt x="73538" y="739455"/>
                  </a:lnTo>
                  <a:lnTo>
                    <a:pt x="98440" y="775436"/>
                  </a:lnTo>
                  <a:lnTo>
                    <a:pt x="126416" y="808952"/>
                  </a:lnTo>
                  <a:lnTo>
                    <a:pt x="157263" y="839799"/>
                  </a:lnTo>
                  <a:lnTo>
                    <a:pt x="190779" y="867775"/>
                  </a:lnTo>
                  <a:lnTo>
                    <a:pt x="226760" y="892677"/>
                  </a:lnTo>
                  <a:lnTo>
                    <a:pt x="265006" y="914304"/>
                  </a:lnTo>
                  <a:lnTo>
                    <a:pt x="305313" y="932452"/>
                  </a:lnTo>
                  <a:lnTo>
                    <a:pt x="347479" y="946920"/>
                  </a:lnTo>
                  <a:lnTo>
                    <a:pt x="391302" y="957505"/>
                  </a:lnTo>
                  <a:lnTo>
                    <a:pt x="436579" y="964004"/>
                  </a:lnTo>
                  <a:lnTo>
                    <a:pt x="483107" y="966215"/>
                  </a:lnTo>
                  <a:lnTo>
                    <a:pt x="529636" y="964004"/>
                  </a:lnTo>
                  <a:lnTo>
                    <a:pt x="574913" y="957505"/>
                  </a:lnTo>
                  <a:lnTo>
                    <a:pt x="618736" y="946920"/>
                  </a:lnTo>
                  <a:lnTo>
                    <a:pt x="660902" y="932452"/>
                  </a:lnTo>
                  <a:lnTo>
                    <a:pt x="701209" y="914304"/>
                  </a:lnTo>
                  <a:lnTo>
                    <a:pt x="739455" y="892677"/>
                  </a:lnTo>
                  <a:lnTo>
                    <a:pt x="775436" y="867775"/>
                  </a:lnTo>
                  <a:lnTo>
                    <a:pt x="808952" y="839799"/>
                  </a:lnTo>
                  <a:lnTo>
                    <a:pt x="839799" y="808952"/>
                  </a:lnTo>
                  <a:lnTo>
                    <a:pt x="867775" y="775436"/>
                  </a:lnTo>
                  <a:lnTo>
                    <a:pt x="892677" y="739455"/>
                  </a:lnTo>
                  <a:lnTo>
                    <a:pt x="914304" y="701209"/>
                  </a:lnTo>
                  <a:lnTo>
                    <a:pt x="932452" y="660902"/>
                  </a:lnTo>
                  <a:lnTo>
                    <a:pt x="946920" y="618736"/>
                  </a:lnTo>
                  <a:lnTo>
                    <a:pt x="957505" y="574913"/>
                  </a:lnTo>
                  <a:lnTo>
                    <a:pt x="964004" y="529636"/>
                  </a:lnTo>
                  <a:lnTo>
                    <a:pt x="966215" y="483108"/>
                  </a:lnTo>
                  <a:lnTo>
                    <a:pt x="964004" y="436579"/>
                  </a:lnTo>
                  <a:lnTo>
                    <a:pt x="957505" y="391302"/>
                  </a:lnTo>
                  <a:lnTo>
                    <a:pt x="946920" y="347479"/>
                  </a:lnTo>
                  <a:lnTo>
                    <a:pt x="932452" y="305313"/>
                  </a:lnTo>
                  <a:lnTo>
                    <a:pt x="914304" y="265006"/>
                  </a:lnTo>
                  <a:lnTo>
                    <a:pt x="892677" y="226760"/>
                  </a:lnTo>
                  <a:lnTo>
                    <a:pt x="867775" y="190779"/>
                  </a:lnTo>
                  <a:lnTo>
                    <a:pt x="839799" y="157263"/>
                  </a:lnTo>
                  <a:lnTo>
                    <a:pt x="808952" y="126416"/>
                  </a:lnTo>
                  <a:lnTo>
                    <a:pt x="775436" y="98440"/>
                  </a:lnTo>
                  <a:lnTo>
                    <a:pt x="739455" y="73538"/>
                  </a:lnTo>
                  <a:lnTo>
                    <a:pt x="701209" y="51911"/>
                  </a:lnTo>
                  <a:lnTo>
                    <a:pt x="660902" y="33763"/>
                  </a:lnTo>
                  <a:lnTo>
                    <a:pt x="618736" y="19295"/>
                  </a:lnTo>
                  <a:lnTo>
                    <a:pt x="574913" y="8710"/>
                  </a:lnTo>
                  <a:lnTo>
                    <a:pt x="529636" y="2211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85217" y="2419157"/>
              <a:ext cx="388620" cy="354330"/>
            </a:xfrm>
            <a:custGeom>
              <a:avLst/>
              <a:gdLst/>
              <a:ahLst/>
              <a:cxnLst/>
              <a:rect l="l" t="t" r="r" b="b"/>
              <a:pathLst>
                <a:path w="388620" h="354330">
                  <a:moveTo>
                    <a:pt x="308486" y="274193"/>
                  </a:moveTo>
                  <a:lnTo>
                    <a:pt x="233096" y="274193"/>
                  </a:lnTo>
                  <a:lnTo>
                    <a:pt x="308486" y="354141"/>
                  </a:lnTo>
                  <a:lnTo>
                    <a:pt x="308486" y="274193"/>
                  </a:lnTo>
                  <a:close/>
                </a:path>
                <a:path w="388620" h="354330">
                  <a:moveTo>
                    <a:pt x="369040" y="0"/>
                  </a:moveTo>
                  <a:lnTo>
                    <a:pt x="19423" y="0"/>
                  </a:lnTo>
                  <a:lnTo>
                    <a:pt x="0" y="19649"/>
                  </a:lnTo>
                  <a:lnTo>
                    <a:pt x="0" y="255781"/>
                  </a:lnTo>
                  <a:lnTo>
                    <a:pt x="368914" y="274193"/>
                  </a:lnTo>
                  <a:lnTo>
                    <a:pt x="376308" y="273077"/>
                  </a:lnTo>
                  <a:lnTo>
                    <a:pt x="382380" y="269405"/>
                  </a:lnTo>
                  <a:lnTo>
                    <a:pt x="386632" y="263724"/>
                  </a:lnTo>
                  <a:lnTo>
                    <a:pt x="388440" y="256600"/>
                  </a:lnTo>
                  <a:lnTo>
                    <a:pt x="388444" y="217054"/>
                  </a:lnTo>
                  <a:lnTo>
                    <a:pt x="39989" y="217054"/>
                  </a:lnTo>
                  <a:lnTo>
                    <a:pt x="39989" y="194206"/>
                  </a:lnTo>
                  <a:lnTo>
                    <a:pt x="388446" y="194206"/>
                  </a:lnTo>
                  <a:lnTo>
                    <a:pt x="388448" y="171359"/>
                  </a:lnTo>
                  <a:lnTo>
                    <a:pt x="39989" y="171358"/>
                  </a:lnTo>
                  <a:lnTo>
                    <a:pt x="39988" y="148511"/>
                  </a:lnTo>
                  <a:lnTo>
                    <a:pt x="388450" y="148511"/>
                  </a:lnTo>
                  <a:lnTo>
                    <a:pt x="388463" y="19649"/>
                  </a:lnTo>
                  <a:lnTo>
                    <a:pt x="386972" y="12035"/>
                  </a:lnTo>
                  <a:lnTo>
                    <a:pt x="382822" y="5801"/>
                  </a:lnTo>
                  <a:lnTo>
                    <a:pt x="376637" y="1579"/>
                  </a:lnTo>
                  <a:lnTo>
                    <a:pt x="369040" y="0"/>
                  </a:lnTo>
                  <a:close/>
                </a:path>
                <a:path w="388620" h="354330">
                  <a:moveTo>
                    <a:pt x="171381" y="194206"/>
                  </a:moveTo>
                  <a:lnTo>
                    <a:pt x="148530" y="194206"/>
                  </a:lnTo>
                  <a:lnTo>
                    <a:pt x="148530" y="217054"/>
                  </a:lnTo>
                  <a:lnTo>
                    <a:pt x="171381" y="217054"/>
                  </a:lnTo>
                  <a:lnTo>
                    <a:pt x="171381" y="194206"/>
                  </a:lnTo>
                  <a:close/>
                </a:path>
                <a:path w="388620" h="354330">
                  <a:moveTo>
                    <a:pt x="257071" y="194206"/>
                  </a:moveTo>
                  <a:lnTo>
                    <a:pt x="234220" y="194206"/>
                  </a:lnTo>
                  <a:lnTo>
                    <a:pt x="234220" y="217054"/>
                  </a:lnTo>
                  <a:lnTo>
                    <a:pt x="257071" y="217054"/>
                  </a:lnTo>
                  <a:lnTo>
                    <a:pt x="257071" y="194206"/>
                  </a:lnTo>
                  <a:close/>
                </a:path>
                <a:path w="388620" h="354330">
                  <a:moveTo>
                    <a:pt x="388446" y="194206"/>
                  </a:moveTo>
                  <a:lnTo>
                    <a:pt x="319911" y="194206"/>
                  </a:lnTo>
                  <a:lnTo>
                    <a:pt x="319911" y="217054"/>
                  </a:lnTo>
                  <a:lnTo>
                    <a:pt x="388444" y="217054"/>
                  </a:lnTo>
                  <a:lnTo>
                    <a:pt x="388446" y="194206"/>
                  </a:lnTo>
                  <a:close/>
                </a:path>
                <a:path w="388620" h="354330">
                  <a:moveTo>
                    <a:pt x="137104" y="148511"/>
                  </a:moveTo>
                  <a:lnTo>
                    <a:pt x="108541" y="148511"/>
                  </a:lnTo>
                  <a:lnTo>
                    <a:pt x="108541" y="171358"/>
                  </a:lnTo>
                  <a:lnTo>
                    <a:pt x="137104" y="171358"/>
                  </a:lnTo>
                  <a:lnTo>
                    <a:pt x="137104" y="148511"/>
                  </a:lnTo>
                  <a:close/>
                </a:path>
                <a:path w="388620" h="354330">
                  <a:moveTo>
                    <a:pt x="274209" y="148511"/>
                  </a:moveTo>
                  <a:lnTo>
                    <a:pt x="251358" y="148511"/>
                  </a:lnTo>
                  <a:lnTo>
                    <a:pt x="251359" y="171359"/>
                  </a:lnTo>
                  <a:lnTo>
                    <a:pt x="274209" y="171359"/>
                  </a:lnTo>
                  <a:lnTo>
                    <a:pt x="274209" y="148511"/>
                  </a:lnTo>
                  <a:close/>
                </a:path>
                <a:path w="388620" h="354330">
                  <a:moveTo>
                    <a:pt x="388450" y="148511"/>
                  </a:moveTo>
                  <a:lnTo>
                    <a:pt x="348474" y="148511"/>
                  </a:lnTo>
                  <a:lnTo>
                    <a:pt x="348474" y="171359"/>
                  </a:lnTo>
                  <a:lnTo>
                    <a:pt x="388448" y="171359"/>
                  </a:lnTo>
                  <a:lnTo>
                    <a:pt x="388450" y="148511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68367" y="1703832"/>
              <a:ext cx="1560576" cy="1559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512690" y="3342258"/>
            <a:ext cx="1332865" cy="6540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635" algn="ctr">
              <a:lnSpc>
                <a:spcPct val="91500"/>
              </a:lnSpc>
              <a:spcBef>
                <a:spcPts val="215"/>
              </a:spcBef>
            </a:pPr>
            <a:r>
              <a:rPr sz="1100" b="1" spc="-10" dirty="0">
                <a:latin typeface="Trebuchet MS"/>
                <a:cs typeface="Trebuchet MS"/>
              </a:rPr>
              <a:t>CONTENT ILLUSTRATIONS</a:t>
            </a:r>
            <a:r>
              <a:rPr sz="1100" spc="-10" dirty="0">
                <a:latin typeface="Trebuchet MS"/>
                <a:cs typeface="Trebuchet MS"/>
              </a:rPr>
              <a:t>: </a:t>
            </a:r>
            <a:r>
              <a:rPr sz="1100" dirty="0">
                <a:latin typeface="Trebuchet MS"/>
                <a:cs typeface="Trebuchet MS"/>
              </a:rPr>
              <a:t>UNIQUE</a:t>
            </a:r>
            <a:r>
              <a:rPr sz="1100" spc="7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IMAGES</a:t>
            </a:r>
            <a:r>
              <a:rPr sz="1100" spc="90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FOR </a:t>
            </a:r>
            <a:r>
              <a:rPr sz="1100" spc="-10" dirty="0">
                <a:latin typeface="Trebuchet MS"/>
                <a:cs typeface="Trebuchet MS"/>
              </a:rPr>
              <a:t>BLOGS/ARTICLES.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98691" y="1703832"/>
            <a:ext cx="1560830" cy="1559560"/>
            <a:chOff x="6298691" y="1703832"/>
            <a:chExt cx="1560830" cy="1559560"/>
          </a:xfrm>
        </p:grpSpPr>
        <p:sp>
          <p:nvSpPr>
            <p:cNvPr id="20" name="object 20"/>
            <p:cNvSpPr/>
            <p:nvPr/>
          </p:nvSpPr>
          <p:spPr>
            <a:xfrm>
              <a:off x="6554723" y="2112264"/>
              <a:ext cx="965200" cy="966469"/>
            </a:xfrm>
            <a:custGeom>
              <a:avLst/>
              <a:gdLst/>
              <a:ahLst/>
              <a:cxnLst/>
              <a:rect l="l" t="t" r="r" b="b"/>
              <a:pathLst>
                <a:path w="965200" h="966469">
                  <a:moveTo>
                    <a:pt x="482346" y="0"/>
                  </a:moveTo>
                  <a:lnTo>
                    <a:pt x="435884" y="2211"/>
                  </a:lnTo>
                  <a:lnTo>
                    <a:pt x="390674" y="8710"/>
                  </a:lnTo>
                  <a:lnTo>
                    <a:pt x="346917" y="19295"/>
                  </a:lnTo>
                  <a:lnTo>
                    <a:pt x="304815" y="33763"/>
                  </a:lnTo>
                  <a:lnTo>
                    <a:pt x="264571" y="51911"/>
                  </a:lnTo>
                  <a:lnTo>
                    <a:pt x="226385" y="73538"/>
                  </a:lnTo>
                  <a:lnTo>
                    <a:pt x="190461" y="98440"/>
                  </a:lnTo>
                  <a:lnTo>
                    <a:pt x="156999" y="126416"/>
                  </a:lnTo>
                  <a:lnTo>
                    <a:pt x="126203" y="157263"/>
                  </a:lnTo>
                  <a:lnTo>
                    <a:pt x="98273" y="190779"/>
                  </a:lnTo>
                  <a:lnTo>
                    <a:pt x="73412" y="226760"/>
                  </a:lnTo>
                  <a:lnTo>
                    <a:pt x="51822" y="265006"/>
                  </a:lnTo>
                  <a:lnTo>
                    <a:pt x="33704" y="305313"/>
                  </a:lnTo>
                  <a:lnTo>
                    <a:pt x="19261" y="347479"/>
                  </a:lnTo>
                  <a:lnTo>
                    <a:pt x="8695" y="391302"/>
                  </a:lnTo>
                  <a:lnTo>
                    <a:pt x="2207" y="436579"/>
                  </a:lnTo>
                  <a:lnTo>
                    <a:pt x="0" y="483108"/>
                  </a:lnTo>
                  <a:lnTo>
                    <a:pt x="2207" y="529636"/>
                  </a:lnTo>
                  <a:lnTo>
                    <a:pt x="8695" y="574913"/>
                  </a:lnTo>
                  <a:lnTo>
                    <a:pt x="19261" y="618736"/>
                  </a:lnTo>
                  <a:lnTo>
                    <a:pt x="33704" y="660902"/>
                  </a:lnTo>
                  <a:lnTo>
                    <a:pt x="51822" y="701209"/>
                  </a:lnTo>
                  <a:lnTo>
                    <a:pt x="73412" y="739455"/>
                  </a:lnTo>
                  <a:lnTo>
                    <a:pt x="98273" y="775436"/>
                  </a:lnTo>
                  <a:lnTo>
                    <a:pt x="126203" y="808952"/>
                  </a:lnTo>
                  <a:lnTo>
                    <a:pt x="156999" y="839799"/>
                  </a:lnTo>
                  <a:lnTo>
                    <a:pt x="190461" y="867775"/>
                  </a:lnTo>
                  <a:lnTo>
                    <a:pt x="226385" y="892677"/>
                  </a:lnTo>
                  <a:lnTo>
                    <a:pt x="264571" y="914304"/>
                  </a:lnTo>
                  <a:lnTo>
                    <a:pt x="304815" y="932452"/>
                  </a:lnTo>
                  <a:lnTo>
                    <a:pt x="346917" y="946920"/>
                  </a:lnTo>
                  <a:lnTo>
                    <a:pt x="390674" y="957505"/>
                  </a:lnTo>
                  <a:lnTo>
                    <a:pt x="435884" y="964004"/>
                  </a:lnTo>
                  <a:lnTo>
                    <a:pt x="482346" y="966215"/>
                  </a:lnTo>
                  <a:lnTo>
                    <a:pt x="528807" y="964004"/>
                  </a:lnTo>
                  <a:lnTo>
                    <a:pt x="574017" y="957505"/>
                  </a:lnTo>
                  <a:lnTo>
                    <a:pt x="617774" y="946920"/>
                  </a:lnTo>
                  <a:lnTo>
                    <a:pt x="659876" y="932452"/>
                  </a:lnTo>
                  <a:lnTo>
                    <a:pt x="700120" y="914304"/>
                  </a:lnTo>
                  <a:lnTo>
                    <a:pt x="738306" y="892677"/>
                  </a:lnTo>
                  <a:lnTo>
                    <a:pt x="774230" y="867775"/>
                  </a:lnTo>
                  <a:lnTo>
                    <a:pt x="807692" y="839799"/>
                  </a:lnTo>
                  <a:lnTo>
                    <a:pt x="838488" y="808952"/>
                  </a:lnTo>
                  <a:lnTo>
                    <a:pt x="866418" y="775436"/>
                  </a:lnTo>
                  <a:lnTo>
                    <a:pt x="891279" y="739455"/>
                  </a:lnTo>
                  <a:lnTo>
                    <a:pt x="912869" y="701209"/>
                  </a:lnTo>
                  <a:lnTo>
                    <a:pt x="930987" y="660902"/>
                  </a:lnTo>
                  <a:lnTo>
                    <a:pt x="945430" y="618736"/>
                  </a:lnTo>
                  <a:lnTo>
                    <a:pt x="955996" y="574913"/>
                  </a:lnTo>
                  <a:lnTo>
                    <a:pt x="962484" y="529636"/>
                  </a:lnTo>
                  <a:lnTo>
                    <a:pt x="964692" y="483108"/>
                  </a:lnTo>
                  <a:lnTo>
                    <a:pt x="962484" y="436579"/>
                  </a:lnTo>
                  <a:lnTo>
                    <a:pt x="955996" y="391302"/>
                  </a:lnTo>
                  <a:lnTo>
                    <a:pt x="945430" y="347479"/>
                  </a:lnTo>
                  <a:lnTo>
                    <a:pt x="930987" y="305313"/>
                  </a:lnTo>
                  <a:lnTo>
                    <a:pt x="912869" y="265006"/>
                  </a:lnTo>
                  <a:lnTo>
                    <a:pt x="891279" y="226760"/>
                  </a:lnTo>
                  <a:lnTo>
                    <a:pt x="866418" y="190779"/>
                  </a:lnTo>
                  <a:lnTo>
                    <a:pt x="838488" y="157263"/>
                  </a:lnTo>
                  <a:lnTo>
                    <a:pt x="807692" y="126416"/>
                  </a:lnTo>
                  <a:lnTo>
                    <a:pt x="774230" y="98440"/>
                  </a:lnTo>
                  <a:lnTo>
                    <a:pt x="738306" y="73538"/>
                  </a:lnTo>
                  <a:lnTo>
                    <a:pt x="700120" y="51911"/>
                  </a:lnTo>
                  <a:lnTo>
                    <a:pt x="659876" y="33763"/>
                  </a:lnTo>
                  <a:lnTo>
                    <a:pt x="617774" y="19295"/>
                  </a:lnTo>
                  <a:lnTo>
                    <a:pt x="574017" y="8710"/>
                  </a:lnTo>
                  <a:lnTo>
                    <a:pt x="528807" y="221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10083" y="2367754"/>
              <a:ext cx="455930" cy="457200"/>
            </a:xfrm>
            <a:custGeom>
              <a:avLst/>
              <a:gdLst/>
              <a:ahLst/>
              <a:cxnLst/>
              <a:rect l="l" t="t" r="r" b="b"/>
              <a:pathLst>
                <a:path w="455929" h="457200">
                  <a:moveTo>
                    <a:pt x="108242" y="337001"/>
                  </a:moveTo>
                  <a:lnTo>
                    <a:pt x="74061" y="337001"/>
                  </a:lnTo>
                  <a:lnTo>
                    <a:pt x="74061" y="456952"/>
                  </a:lnTo>
                  <a:lnTo>
                    <a:pt x="108243" y="456952"/>
                  </a:lnTo>
                  <a:lnTo>
                    <a:pt x="108242" y="337001"/>
                  </a:lnTo>
                  <a:close/>
                </a:path>
                <a:path w="455929" h="457200">
                  <a:moveTo>
                    <a:pt x="381697" y="337001"/>
                  </a:moveTo>
                  <a:lnTo>
                    <a:pt x="347515" y="337001"/>
                  </a:lnTo>
                  <a:lnTo>
                    <a:pt x="347516" y="456952"/>
                  </a:lnTo>
                  <a:lnTo>
                    <a:pt x="381697" y="456952"/>
                  </a:lnTo>
                  <a:lnTo>
                    <a:pt x="381697" y="337001"/>
                  </a:lnTo>
                  <a:close/>
                </a:path>
                <a:path w="455929" h="457200">
                  <a:moveTo>
                    <a:pt x="450669" y="314153"/>
                  </a:moveTo>
                  <a:lnTo>
                    <a:pt x="5103" y="314153"/>
                  </a:lnTo>
                  <a:lnTo>
                    <a:pt x="0" y="319265"/>
                  </a:lnTo>
                  <a:lnTo>
                    <a:pt x="0" y="331884"/>
                  </a:lnTo>
                  <a:lnTo>
                    <a:pt x="5103" y="337001"/>
                  </a:lnTo>
                  <a:lnTo>
                    <a:pt x="450669" y="337001"/>
                  </a:lnTo>
                  <a:lnTo>
                    <a:pt x="455749" y="331884"/>
                  </a:lnTo>
                  <a:lnTo>
                    <a:pt x="455749" y="319265"/>
                  </a:lnTo>
                  <a:lnTo>
                    <a:pt x="450669" y="314153"/>
                  </a:lnTo>
                  <a:close/>
                </a:path>
                <a:path w="455929" h="457200">
                  <a:moveTo>
                    <a:pt x="31333" y="291305"/>
                  </a:moveTo>
                  <a:lnTo>
                    <a:pt x="14242" y="291305"/>
                  </a:lnTo>
                  <a:lnTo>
                    <a:pt x="14242" y="314153"/>
                  </a:lnTo>
                  <a:lnTo>
                    <a:pt x="31333" y="314153"/>
                  </a:lnTo>
                  <a:lnTo>
                    <a:pt x="31333" y="291305"/>
                  </a:lnTo>
                  <a:close/>
                </a:path>
                <a:path w="455929" h="457200">
                  <a:moveTo>
                    <a:pt x="80441" y="291305"/>
                  </a:moveTo>
                  <a:lnTo>
                    <a:pt x="56286" y="291305"/>
                  </a:lnTo>
                  <a:lnTo>
                    <a:pt x="33498" y="314153"/>
                  </a:lnTo>
                  <a:lnTo>
                    <a:pt x="57653" y="314153"/>
                  </a:lnTo>
                  <a:lnTo>
                    <a:pt x="80441" y="291305"/>
                  </a:lnTo>
                  <a:close/>
                </a:path>
                <a:path w="455929" h="457200">
                  <a:moveTo>
                    <a:pt x="99697" y="291305"/>
                  </a:moveTo>
                  <a:lnTo>
                    <a:pt x="82606" y="291305"/>
                  </a:lnTo>
                  <a:lnTo>
                    <a:pt x="82606" y="314153"/>
                  </a:lnTo>
                  <a:lnTo>
                    <a:pt x="99697" y="314153"/>
                  </a:lnTo>
                  <a:lnTo>
                    <a:pt x="99697" y="291305"/>
                  </a:lnTo>
                  <a:close/>
                </a:path>
                <a:path w="455929" h="457200">
                  <a:moveTo>
                    <a:pt x="148805" y="291305"/>
                  </a:moveTo>
                  <a:lnTo>
                    <a:pt x="124650" y="291305"/>
                  </a:lnTo>
                  <a:lnTo>
                    <a:pt x="101862" y="314153"/>
                  </a:lnTo>
                  <a:lnTo>
                    <a:pt x="126017" y="314153"/>
                  </a:lnTo>
                  <a:lnTo>
                    <a:pt x="148805" y="291305"/>
                  </a:lnTo>
                  <a:close/>
                </a:path>
                <a:path w="455929" h="457200">
                  <a:moveTo>
                    <a:pt x="168061" y="291305"/>
                  </a:moveTo>
                  <a:lnTo>
                    <a:pt x="150970" y="291305"/>
                  </a:lnTo>
                  <a:lnTo>
                    <a:pt x="150970" y="314153"/>
                  </a:lnTo>
                  <a:lnTo>
                    <a:pt x="168061" y="314153"/>
                  </a:lnTo>
                  <a:lnTo>
                    <a:pt x="168061" y="291305"/>
                  </a:lnTo>
                  <a:close/>
                </a:path>
                <a:path w="455929" h="457200">
                  <a:moveTo>
                    <a:pt x="217169" y="291305"/>
                  </a:moveTo>
                  <a:lnTo>
                    <a:pt x="193013" y="291305"/>
                  </a:lnTo>
                  <a:lnTo>
                    <a:pt x="170226" y="314153"/>
                  </a:lnTo>
                  <a:lnTo>
                    <a:pt x="194381" y="314153"/>
                  </a:lnTo>
                  <a:lnTo>
                    <a:pt x="217169" y="291305"/>
                  </a:lnTo>
                  <a:close/>
                </a:path>
                <a:path w="455929" h="457200">
                  <a:moveTo>
                    <a:pt x="236424" y="291305"/>
                  </a:moveTo>
                  <a:lnTo>
                    <a:pt x="219333" y="291305"/>
                  </a:lnTo>
                  <a:lnTo>
                    <a:pt x="219333" y="314153"/>
                  </a:lnTo>
                  <a:lnTo>
                    <a:pt x="236424" y="314153"/>
                  </a:lnTo>
                  <a:lnTo>
                    <a:pt x="236424" y="291305"/>
                  </a:lnTo>
                  <a:close/>
                </a:path>
                <a:path w="455929" h="457200">
                  <a:moveTo>
                    <a:pt x="285532" y="291305"/>
                  </a:moveTo>
                  <a:lnTo>
                    <a:pt x="261377" y="291305"/>
                  </a:lnTo>
                  <a:lnTo>
                    <a:pt x="238589" y="314153"/>
                  </a:lnTo>
                  <a:lnTo>
                    <a:pt x="262744" y="314153"/>
                  </a:lnTo>
                  <a:lnTo>
                    <a:pt x="285532" y="291305"/>
                  </a:lnTo>
                  <a:close/>
                </a:path>
                <a:path w="455929" h="457200">
                  <a:moveTo>
                    <a:pt x="304788" y="291305"/>
                  </a:moveTo>
                  <a:lnTo>
                    <a:pt x="287697" y="291305"/>
                  </a:lnTo>
                  <a:lnTo>
                    <a:pt x="287697" y="314153"/>
                  </a:lnTo>
                  <a:lnTo>
                    <a:pt x="304788" y="314153"/>
                  </a:lnTo>
                  <a:lnTo>
                    <a:pt x="304788" y="291305"/>
                  </a:lnTo>
                  <a:close/>
                </a:path>
                <a:path w="455929" h="457200">
                  <a:moveTo>
                    <a:pt x="353896" y="291305"/>
                  </a:moveTo>
                  <a:lnTo>
                    <a:pt x="329741" y="291305"/>
                  </a:lnTo>
                  <a:lnTo>
                    <a:pt x="306953" y="314153"/>
                  </a:lnTo>
                  <a:lnTo>
                    <a:pt x="331108" y="314153"/>
                  </a:lnTo>
                  <a:lnTo>
                    <a:pt x="353896" y="291305"/>
                  </a:lnTo>
                  <a:close/>
                </a:path>
                <a:path w="455929" h="457200">
                  <a:moveTo>
                    <a:pt x="373152" y="291305"/>
                  </a:moveTo>
                  <a:lnTo>
                    <a:pt x="356061" y="291305"/>
                  </a:lnTo>
                  <a:lnTo>
                    <a:pt x="356061" y="314153"/>
                  </a:lnTo>
                  <a:lnTo>
                    <a:pt x="373152" y="314153"/>
                  </a:lnTo>
                  <a:lnTo>
                    <a:pt x="373152" y="291305"/>
                  </a:lnTo>
                  <a:close/>
                </a:path>
                <a:path w="455929" h="457200">
                  <a:moveTo>
                    <a:pt x="422260" y="291305"/>
                  </a:moveTo>
                  <a:lnTo>
                    <a:pt x="398105" y="291305"/>
                  </a:lnTo>
                  <a:lnTo>
                    <a:pt x="375317" y="314153"/>
                  </a:lnTo>
                  <a:lnTo>
                    <a:pt x="399472" y="314153"/>
                  </a:lnTo>
                  <a:lnTo>
                    <a:pt x="422260" y="291305"/>
                  </a:lnTo>
                  <a:close/>
                </a:path>
                <a:path w="455929" h="457200">
                  <a:moveTo>
                    <a:pt x="441506" y="291305"/>
                  </a:moveTo>
                  <a:lnTo>
                    <a:pt x="424425" y="291305"/>
                  </a:lnTo>
                  <a:lnTo>
                    <a:pt x="424425" y="314153"/>
                  </a:lnTo>
                  <a:lnTo>
                    <a:pt x="441506" y="314153"/>
                  </a:lnTo>
                  <a:lnTo>
                    <a:pt x="441506" y="291305"/>
                  </a:lnTo>
                  <a:close/>
                </a:path>
                <a:path w="455929" h="457200">
                  <a:moveTo>
                    <a:pt x="455748" y="39979"/>
                  </a:moveTo>
                  <a:lnTo>
                    <a:pt x="0" y="39978"/>
                  </a:lnTo>
                  <a:lnTo>
                    <a:pt x="0" y="291305"/>
                  </a:lnTo>
                  <a:lnTo>
                    <a:pt x="455748" y="291305"/>
                  </a:lnTo>
                  <a:lnTo>
                    <a:pt x="455748" y="268457"/>
                  </a:lnTo>
                  <a:lnTo>
                    <a:pt x="22788" y="268457"/>
                  </a:lnTo>
                  <a:lnTo>
                    <a:pt x="22787" y="62826"/>
                  </a:lnTo>
                  <a:lnTo>
                    <a:pt x="455748" y="62827"/>
                  </a:lnTo>
                  <a:lnTo>
                    <a:pt x="455748" y="39979"/>
                  </a:lnTo>
                  <a:close/>
                </a:path>
                <a:path w="455929" h="457200">
                  <a:moveTo>
                    <a:pt x="455748" y="62827"/>
                  </a:moveTo>
                  <a:lnTo>
                    <a:pt x="432960" y="62827"/>
                  </a:lnTo>
                  <a:lnTo>
                    <a:pt x="432961" y="268457"/>
                  </a:lnTo>
                  <a:lnTo>
                    <a:pt x="455748" y="268457"/>
                  </a:lnTo>
                  <a:lnTo>
                    <a:pt x="455748" y="62827"/>
                  </a:lnTo>
                  <a:close/>
                </a:path>
                <a:path w="455929" h="457200">
                  <a:moveTo>
                    <a:pt x="102545" y="22847"/>
                  </a:moveTo>
                  <a:lnTo>
                    <a:pt x="79757" y="22847"/>
                  </a:lnTo>
                  <a:lnTo>
                    <a:pt x="79757" y="39978"/>
                  </a:lnTo>
                  <a:lnTo>
                    <a:pt x="102545" y="39979"/>
                  </a:lnTo>
                  <a:lnTo>
                    <a:pt x="102545" y="22847"/>
                  </a:lnTo>
                  <a:close/>
                </a:path>
                <a:path w="455929" h="457200">
                  <a:moveTo>
                    <a:pt x="239273" y="22847"/>
                  </a:moveTo>
                  <a:lnTo>
                    <a:pt x="216485" y="22847"/>
                  </a:lnTo>
                  <a:lnTo>
                    <a:pt x="216485" y="39979"/>
                  </a:lnTo>
                  <a:lnTo>
                    <a:pt x="239273" y="39979"/>
                  </a:lnTo>
                  <a:lnTo>
                    <a:pt x="239273" y="22847"/>
                  </a:lnTo>
                  <a:close/>
                </a:path>
                <a:path w="455929" h="457200">
                  <a:moveTo>
                    <a:pt x="376000" y="22848"/>
                  </a:moveTo>
                  <a:lnTo>
                    <a:pt x="353212" y="22848"/>
                  </a:lnTo>
                  <a:lnTo>
                    <a:pt x="353212" y="39979"/>
                  </a:lnTo>
                  <a:lnTo>
                    <a:pt x="376000" y="39979"/>
                  </a:lnTo>
                  <a:lnTo>
                    <a:pt x="376000" y="22848"/>
                  </a:lnTo>
                  <a:close/>
                </a:path>
                <a:path w="455929" h="457200">
                  <a:moveTo>
                    <a:pt x="108840" y="0"/>
                  </a:moveTo>
                  <a:lnTo>
                    <a:pt x="73467" y="0"/>
                  </a:lnTo>
                  <a:lnTo>
                    <a:pt x="68363" y="5093"/>
                  </a:lnTo>
                  <a:lnTo>
                    <a:pt x="68363" y="17707"/>
                  </a:lnTo>
                  <a:lnTo>
                    <a:pt x="73467" y="22847"/>
                  </a:lnTo>
                  <a:lnTo>
                    <a:pt x="108840" y="22847"/>
                  </a:lnTo>
                  <a:lnTo>
                    <a:pt x="113939" y="17707"/>
                  </a:lnTo>
                  <a:lnTo>
                    <a:pt x="113939" y="5093"/>
                  </a:lnTo>
                  <a:lnTo>
                    <a:pt x="108840" y="0"/>
                  </a:lnTo>
                  <a:close/>
                </a:path>
                <a:path w="455929" h="457200">
                  <a:moveTo>
                    <a:pt x="245568" y="0"/>
                  </a:moveTo>
                  <a:lnTo>
                    <a:pt x="210194" y="0"/>
                  </a:lnTo>
                  <a:lnTo>
                    <a:pt x="205091" y="5093"/>
                  </a:lnTo>
                  <a:lnTo>
                    <a:pt x="205091" y="17707"/>
                  </a:lnTo>
                  <a:lnTo>
                    <a:pt x="210194" y="22847"/>
                  </a:lnTo>
                  <a:lnTo>
                    <a:pt x="245568" y="22847"/>
                  </a:lnTo>
                  <a:lnTo>
                    <a:pt x="250666" y="17707"/>
                  </a:lnTo>
                  <a:lnTo>
                    <a:pt x="250666" y="5093"/>
                  </a:lnTo>
                  <a:lnTo>
                    <a:pt x="245568" y="0"/>
                  </a:lnTo>
                  <a:close/>
                </a:path>
                <a:path w="455929" h="457200">
                  <a:moveTo>
                    <a:pt x="382295" y="0"/>
                  </a:moveTo>
                  <a:lnTo>
                    <a:pt x="346922" y="0"/>
                  </a:lnTo>
                  <a:lnTo>
                    <a:pt x="341818" y="5093"/>
                  </a:lnTo>
                  <a:lnTo>
                    <a:pt x="341818" y="17707"/>
                  </a:lnTo>
                  <a:lnTo>
                    <a:pt x="346922" y="22848"/>
                  </a:lnTo>
                  <a:lnTo>
                    <a:pt x="382295" y="22848"/>
                  </a:lnTo>
                  <a:lnTo>
                    <a:pt x="387394" y="17707"/>
                  </a:lnTo>
                  <a:lnTo>
                    <a:pt x="387394" y="5093"/>
                  </a:lnTo>
                  <a:lnTo>
                    <a:pt x="38229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98691" y="1703832"/>
              <a:ext cx="1560575" cy="155905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327394" y="3342258"/>
            <a:ext cx="1421765" cy="500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-1270" algn="ctr">
              <a:lnSpc>
                <a:spcPct val="91400"/>
              </a:lnSpc>
              <a:spcBef>
                <a:spcPts val="215"/>
              </a:spcBef>
            </a:pPr>
            <a:r>
              <a:rPr sz="1100" b="1" dirty="0">
                <a:latin typeface="Trebuchet MS"/>
                <a:cs typeface="Trebuchet MS"/>
              </a:rPr>
              <a:t>AD</a:t>
            </a:r>
            <a:r>
              <a:rPr sz="1100" b="1" spc="-80" dirty="0">
                <a:latin typeface="Trebuchet MS"/>
                <a:cs typeface="Trebuchet MS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CAMPAIGNS</a:t>
            </a:r>
            <a:r>
              <a:rPr sz="1100" spc="-10" dirty="0">
                <a:latin typeface="Trebuchet MS"/>
                <a:cs typeface="Trebuchet MS"/>
              </a:rPr>
              <a:t>: </a:t>
            </a:r>
            <a:r>
              <a:rPr sz="1100" dirty="0">
                <a:latin typeface="Trebuchet MS"/>
                <a:cs typeface="Trebuchet MS"/>
              </a:rPr>
              <a:t>VISUALIZE</a:t>
            </a:r>
            <a:r>
              <a:rPr sz="1100" spc="-8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MARKETING CONCEPTS.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180831" y="1703832"/>
            <a:ext cx="1560830" cy="1559560"/>
            <a:chOff x="8180831" y="1703832"/>
            <a:chExt cx="1560830" cy="1559560"/>
          </a:xfrm>
        </p:grpSpPr>
        <p:sp>
          <p:nvSpPr>
            <p:cNvPr id="25" name="object 25"/>
            <p:cNvSpPr/>
            <p:nvPr/>
          </p:nvSpPr>
          <p:spPr>
            <a:xfrm>
              <a:off x="8414003" y="2112264"/>
              <a:ext cx="965200" cy="966469"/>
            </a:xfrm>
            <a:custGeom>
              <a:avLst/>
              <a:gdLst/>
              <a:ahLst/>
              <a:cxnLst/>
              <a:rect l="l" t="t" r="r" b="b"/>
              <a:pathLst>
                <a:path w="965200" h="966469">
                  <a:moveTo>
                    <a:pt x="482346" y="0"/>
                  </a:moveTo>
                  <a:lnTo>
                    <a:pt x="435884" y="2211"/>
                  </a:lnTo>
                  <a:lnTo>
                    <a:pt x="390674" y="8710"/>
                  </a:lnTo>
                  <a:lnTo>
                    <a:pt x="346917" y="19295"/>
                  </a:lnTo>
                  <a:lnTo>
                    <a:pt x="304815" y="33763"/>
                  </a:lnTo>
                  <a:lnTo>
                    <a:pt x="264571" y="51911"/>
                  </a:lnTo>
                  <a:lnTo>
                    <a:pt x="226385" y="73538"/>
                  </a:lnTo>
                  <a:lnTo>
                    <a:pt x="190461" y="98440"/>
                  </a:lnTo>
                  <a:lnTo>
                    <a:pt x="156999" y="126416"/>
                  </a:lnTo>
                  <a:lnTo>
                    <a:pt x="126203" y="157263"/>
                  </a:lnTo>
                  <a:lnTo>
                    <a:pt x="98273" y="190779"/>
                  </a:lnTo>
                  <a:lnTo>
                    <a:pt x="73412" y="226760"/>
                  </a:lnTo>
                  <a:lnTo>
                    <a:pt x="51822" y="265006"/>
                  </a:lnTo>
                  <a:lnTo>
                    <a:pt x="33704" y="305313"/>
                  </a:lnTo>
                  <a:lnTo>
                    <a:pt x="19261" y="347479"/>
                  </a:lnTo>
                  <a:lnTo>
                    <a:pt x="8695" y="391302"/>
                  </a:lnTo>
                  <a:lnTo>
                    <a:pt x="2207" y="436579"/>
                  </a:lnTo>
                  <a:lnTo>
                    <a:pt x="0" y="483108"/>
                  </a:lnTo>
                  <a:lnTo>
                    <a:pt x="2207" y="529636"/>
                  </a:lnTo>
                  <a:lnTo>
                    <a:pt x="8695" y="574913"/>
                  </a:lnTo>
                  <a:lnTo>
                    <a:pt x="19261" y="618736"/>
                  </a:lnTo>
                  <a:lnTo>
                    <a:pt x="33704" y="660902"/>
                  </a:lnTo>
                  <a:lnTo>
                    <a:pt x="51822" y="701209"/>
                  </a:lnTo>
                  <a:lnTo>
                    <a:pt x="73412" y="739455"/>
                  </a:lnTo>
                  <a:lnTo>
                    <a:pt x="98273" y="775436"/>
                  </a:lnTo>
                  <a:lnTo>
                    <a:pt x="126203" y="808952"/>
                  </a:lnTo>
                  <a:lnTo>
                    <a:pt x="156999" y="839799"/>
                  </a:lnTo>
                  <a:lnTo>
                    <a:pt x="190461" y="867775"/>
                  </a:lnTo>
                  <a:lnTo>
                    <a:pt x="226385" y="892677"/>
                  </a:lnTo>
                  <a:lnTo>
                    <a:pt x="264571" y="914304"/>
                  </a:lnTo>
                  <a:lnTo>
                    <a:pt x="304815" y="932452"/>
                  </a:lnTo>
                  <a:lnTo>
                    <a:pt x="346917" y="946920"/>
                  </a:lnTo>
                  <a:lnTo>
                    <a:pt x="390674" y="957505"/>
                  </a:lnTo>
                  <a:lnTo>
                    <a:pt x="435884" y="964004"/>
                  </a:lnTo>
                  <a:lnTo>
                    <a:pt x="482346" y="966215"/>
                  </a:lnTo>
                  <a:lnTo>
                    <a:pt x="528807" y="964004"/>
                  </a:lnTo>
                  <a:lnTo>
                    <a:pt x="574017" y="957505"/>
                  </a:lnTo>
                  <a:lnTo>
                    <a:pt x="617774" y="946920"/>
                  </a:lnTo>
                  <a:lnTo>
                    <a:pt x="659876" y="932452"/>
                  </a:lnTo>
                  <a:lnTo>
                    <a:pt x="700120" y="914304"/>
                  </a:lnTo>
                  <a:lnTo>
                    <a:pt x="738306" y="892677"/>
                  </a:lnTo>
                  <a:lnTo>
                    <a:pt x="774230" y="867775"/>
                  </a:lnTo>
                  <a:lnTo>
                    <a:pt x="807692" y="839799"/>
                  </a:lnTo>
                  <a:lnTo>
                    <a:pt x="838488" y="808952"/>
                  </a:lnTo>
                  <a:lnTo>
                    <a:pt x="866418" y="775436"/>
                  </a:lnTo>
                  <a:lnTo>
                    <a:pt x="891279" y="739455"/>
                  </a:lnTo>
                  <a:lnTo>
                    <a:pt x="912869" y="701209"/>
                  </a:lnTo>
                  <a:lnTo>
                    <a:pt x="930987" y="660902"/>
                  </a:lnTo>
                  <a:lnTo>
                    <a:pt x="945430" y="618736"/>
                  </a:lnTo>
                  <a:lnTo>
                    <a:pt x="955996" y="574913"/>
                  </a:lnTo>
                  <a:lnTo>
                    <a:pt x="962484" y="529636"/>
                  </a:lnTo>
                  <a:lnTo>
                    <a:pt x="964692" y="483108"/>
                  </a:lnTo>
                  <a:lnTo>
                    <a:pt x="962484" y="436579"/>
                  </a:lnTo>
                  <a:lnTo>
                    <a:pt x="955996" y="391302"/>
                  </a:lnTo>
                  <a:lnTo>
                    <a:pt x="945430" y="347479"/>
                  </a:lnTo>
                  <a:lnTo>
                    <a:pt x="930987" y="305313"/>
                  </a:lnTo>
                  <a:lnTo>
                    <a:pt x="912869" y="265006"/>
                  </a:lnTo>
                  <a:lnTo>
                    <a:pt x="891279" y="226760"/>
                  </a:lnTo>
                  <a:lnTo>
                    <a:pt x="866418" y="190779"/>
                  </a:lnTo>
                  <a:lnTo>
                    <a:pt x="838488" y="157263"/>
                  </a:lnTo>
                  <a:lnTo>
                    <a:pt x="807692" y="126416"/>
                  </a:lnTo>
                  <a:lnTo>
                    <a:pt x="774230" y="98440"/>
                  </a:lnTo>
                  <a:lnTo>
                    <a:pt x="738306" y="73538"/>
                  </a:lnTo>
                  <a:lnTo>
                    <a:pt x="700120" y="51911"/>
                  </a:lnTo>
                  <a:lnTo>
                    <a:pt x="659876" y="33763"/>
                  </a:lnTo>
                  <a:lnTo>
                    <a:pt x="617774" y="19295"/>
                  </a:lnTo>
                  <a:lnTo>
                    <a:pt x="574017" y="8710"/>
                  </a:lnTo>
                  <a:lnTo>
                    <a:pt x="528807" y="221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661389" y="2390603"/>
              <a:ext cx="471805" cy="411480"/>
            </a:xfrm>
            <a:custGeom>
              <a:avLst/>
              <a:gdLst/>
              <a:ahLst/>
              <a:cxnLst/>
              <a:rect l="l" t="t" r="r" b="b"/>
              <a:pathLst>
                <a:path w="471804" h="411480">
                  <a:moveTo>
                    <a:pt x="448341" y="0"/>
                  </a:moveTo>
                  <a:lnTo>
                    <a:pt x="0" y="79962"/>
                  </a:lnTo>
                  <a:lnTo>
                    <a:pt x="14811" y="163928"/>
                  </a:lnTo>
                  <a:lnTo>
                    <a:pt x="15950" y="388408"/>
                  </a:lnTo>
                  <a:lnTo>
                    <a:pt x="448911" y="411256"/>
                  </a:lnTo>
                  <a:lnTo>
                    <a:pt x="457759" y="409453"/>
                  </a:lnTo>
                  <a:lnTo>
                    <a:pt x="465005" y="404545"/>
                  </a:lnTo>
                  <a:lnTo>
                    <a:pt x="469901" y="397280"/>
                  </a:lnTo>
                  <a:lnTo>
                    <a:pt x="471699" y="388408"/>
                  </a:lnTo>
                  <a:lnTo>
                    <a:pt x="471699" y="291305"/>
                  </a:lnTo>
                  <a:lnTo>
                    <a:pt x="107102" y="291305"/>
                  </a:lnTo>
                  <a:lnTo>
                    <a:pt x="107102" y="222761"/>
                  </a:lnTo>
                  <a:lnTo>
                    <a:pt x="471699" y="222761"/>
                  </a:lnTo>
                  <a:lnTo>
                    <a:pt x="471699" y="148506"/>
                  </a:lnTo>
                  <a:lnTo>
                    <a:pt x="136156" y="148506"/>
                  </a:lnTo>
                  <a:lnTo>
                    <a:pt x="190846" y="138795"/>
                  </a:lnTo>
                  <a:lnTo>
                    <a:pt x="33611" y="138795"/>
                  </a:lnTo>
                  <a:lnTo>
                    <a:pt x="26205" y="98240"/>
                  </a:lnTo>
                  <a:lnTo>
                    <a:pt x="66653" y="91386"/>
                  </a:lnTo>
                  <a:lnTo>
                    <a:pt x="108535" y="91386"/>
                  </a:lnTo>
                  <a:lnTo>
                    <a:pt x="114508" y="82818"/>
                  </a:lnTo>
                  <a:lnTo>
                    <a:pt x="159514" y="74821"/>
                  </a:lnTo>
                  <a:lnTo>
                    <a:pt x="200826" y="74821"/>
                  </a:lnTo>
                  <a:lnTo>
                    <a:pt x="206799" y="66253"/>
                  </a:lnTo>
                  <a:lnTo>
                    <a:pt x="251805" y="58257"/>
                  </a:lnTo>
                  <a:lnTo>
                    <a:pt x="293687" y="58257"/>
                  </a:lnTo>
                  <a:lnTo>
                    <a:pt x="299660" y="49689"/>
                  </a:lnTo>
                  <a:lnTo>
                    <a:pt x="344666" y="41692"/>
                  </a:lnTo>
                  <a:lnTo>
                    <a:pt x="386070" y="41692"/>
                  </a:lnTo>
                  <a:lnTo>
                    <a:pt x="391951" y="33124"/>
                  </a:lnTo>
                  <a:lnTo>
                    <a:pt x="430120" y="26270"/>
                  </a:lnTo>
                  <a:lnTo>
                    <a:pt x="452985" y="26270"/>
                  </a:lnTo>
                  <a:lnTo>
                    <a:pt x="448341" y="0"/>
                  </a:lnTo>
                  <a:close/>
                </a:path>
                <a:path w="471804" h="411480">
                  <a:moveTo>
                    <a:pt x="471699" y="222761"/>
                  </a:moveTo>
                  <a:lnTo>
                    <a:pt x="380557" y="222761"/>
                  </a:lnTo>
                  <a:lnTo>
                    <a:pt x="380557" y="291305"/>
                  </a:lnTo>
                  <a:lnTo>
                    <a:pt x="471699" y="291305"/>
                  </a:lnTo>
                  <a:lnTo>
                    <a:pt x="471699" y="222761"/>
                  </a:lnTo>
                  <a:close/>
                </a:path>
                <a:path w="471804" h="411480">
                  <a:moveTo>
                    <a:pt x="108535" y="91386"/>
                  </a:moveTo>
                  <a:lnTo>
                    <a:pt x="66653" y="91386"/>
                  </a:lnTo>
                  <a:lnTo>
                    <a:pt x="33611" y="138795"/>
                  </a:lnTo>
                  <a:lnTo>
                    <a:pt x="190846" y="138795"/>
                  </a:lnTo>
                  <a:lnTo>
                    <a:pt x="206931" y="135939"/>
                  </a:lnTo>
                  <a:lnTo>
                    <a:pt x="77478" y="135939"/>
                  </a:lnTo>
                  <a:lnTo>
                    <a:pt x="108535" y="91386"/>
                  </a:lnTo>
                  <a:close/>
                </a:path>
                <a:path w="471804" h="411480">
                  <a:moveTo>
                    <a:pt x="200826" y="74821"/>
                  </a:moveTo>
                  <a:lnTo>
                    <a:pt x="159514" y="74821"/>
                  </a:lnTo>
                  <a:lnTo>
                    <a:pt x="122484" y="127943"/>
                  </a:lnTo>
                  <a:lnTo>
                    <a:pt x="77478" y="135939"/>
                  </a:lnTo>
                  <a:lnTo>
                    <a:pt x="206931" y="135939"/>
                  </a:lnTo>
                  <a:lnTo>
                    <a:pt x="300225" y="119375"/>
                  </a:lnTo>
                  <a:lnTo>
                    <a:pt x="169769" y="119375"/>
                  </a:lnTo>
                  <a:lnTo>
                    <a:pt x="200826" y="74821"/>
                  </a:lnTo>
                  <a:close/>
                </a:path>
                <a:path w="471804" h="411480">
                  <a:moveTo>
                    <a:pt x="293687" y="58257"/>
                  </a:moveTo>
                  <a:lnTo>
                    <a:pt x="251805" y="58257"/>
                  </a:lnTo>
                  <a:lnTo>
                    <a:pt x="214775" y="111378"/>
                  </a:lnTo>
                  <a:lnTo>
                    <a:pt x="169769" y="119375"/>
                  </a:lnTo>
                  <a:lnTo>
                    <a:pt x="300225" y="119375"/>
                  </a:lnTo>
                  <a:lnTo>
                    <a:pt x="393518" y="102810"/>
                  </a:lnTo>
                  <a:lnTo>
                    <a:pt x="262629" y="102810"/>
                  </a:lnTo>
                  <a:lnTo>
                    <a:pt x="293687" y="58257"/>
                  </a:lnTo>
                  <a:close/>
                </a:path>
                <a:path w="471804" h="411480">
                  <a:moveTo>
                    <a:pt x="386070" y="41692"/>
                  </a:moveTo>
                  <a:lnTo>
                    <a:pt x="344666" y="41692"/>
                  </a:lnTo>
                  <a:lnTo>
                    <a:pt x="307635" y="94813"/>
                  </a:lnTo>
                  <a:lnTo>
                    <a:pt x="262629" y="102810"/>
                  </a:lnTo>
                  <a:lnTo>
                    <a:pt x="393518" y="102810"/>
                  </a:lnTo>
                  <a:lnTo>
                    <a:pt x="464293" y="90244"/>
                  </a:lnTo>
                  <a:lnTo>
                    <a:pt x="463586" y="86245"/>
                  </a:lnTo>
                  <a:lnTo>
                    <a:pt x="355490" y="86245"/>
                  </a:lnTo>
                  <a:lnTo>
                    <a:pt x="386070" y="41692"/>
                  </a:lnTo>
                  <a:close/>
                </a:path>
                <a:path w="471804" h="411480">
                  <a:moveTo>
                    <a:pt x="452985" y="26270"/>
                  </a:moveTo>
                  <a:lnTo>
                    <a:pt x="430120" y="26270"/>
                  </a:lnTo>
                  <a:lnTo>
                    <a:pt x="431260" y="33124"/>
                  </a:lnTo>
                  <a:lnTo>
                    <a:pt x="399926" y="77677"/>
                  </a:lnTo>
                  <a:lnTo>
                    <a:pt x="355490" y="86245"/>
                  </a:lnTo>
                  <a:lnTo>
                    <a:pt x="463586" y="86245"/>
                  </a:lnTo>
                  <a:lnTo>
                    <a:pt x="452985" y="2627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80831" y="1703832"/>
              <a:ext cx="1560576" cy="1559052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130031" y="3342258"/>
            <a:ext cx="1535430" cy="500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algn="ctr">
              <a:lnSpc>
                <a:spcPct val="91400"/>
              </a:lnSpc>
              <a:spcBef>
                <a:spcPts val="215"/>
              </a:spcBef>
            </a:pPr>
            <a:r>
              <a:rPr sz="1100" b="1" spc="-10" dirty="0">
                <a:latin typeface="Trebuchet MS"/>
                <a:cs typeface="Trebuchet MS"/>
              </a:rPr>
              <a:t>PRODUCT VISUALIZATION</a:t>
            </a:r>
            <a:r>
              <a:rPr sz="1100" spc="-10" dirty="0">
                <a:latin typeface="Trebuchet MS"/>
                <a:cs typeface="Trebuchet MS"/>
              </a:rPr>
              <a:t>: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GAUGE </a:t>
            </a:r>
            <a:r>
              <a:rPr sz="1100" dirty="0">
                <a:latin typeface="Trebuchet MS"/>
                <a:cs typeface="Trebuchet MS"/>
              </a:rPr>
              <a:t>INTEREST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C</a:t>
            </a:r>
            <a:r>
              <a:rPr sz="1100" spc="-8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FEEDBACK.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998964" y="1703832"/>
            <a:ext cx="1572895" cy="1559560"/>
            <a:chOff x="9998964" y="1703832"/>
            <a:chExt cx="1572895" cy="1559560"/>
          </a:xfrm>
        </p:grpSpPr>
        <p:sp>
          <p:nvSpPr>
            <p:cNvPr id="30" name="object 30"/>
            <p:cNvSpPr/>
            <p:nvPr/>
          </p:nvSpPr>
          <p:spPr>
            <a:xfrm>
              <a:off x="10273284" y="2112264"/>
              <a:ext cx="965200" cy="966469"/>
            </a:xfrm>
            <a:custGeom>
              <a:avLst/>
              <a:gdLst/>
              <a:ahLst/>
              <a:cxnLst/>
              <a:rect l="l" t="t" r="r" b="b"/>
              <a:pathLst>
                <a:path w="965200" h="966469">
                  <a:moveTo>
                    <a:pt x="482346" y="0"/>
                  </a:moveTo>
                  <a:lnTo>
                    <a:pt x="435884" y="2211"/>
                  </a:lnTo>
                  <a:lnTo>
                    <a:pt x="390674" y="8710"/>
                  </a:lnTo>
                  <a:lnTo>
                    <a:pt x="346917" y="19295"/>
                  </a:lnTo>
                  <a:lnTo>
                    <a:pt x="304815" y="33763"/>
                  </a:lnTo>
                  <a:lnTo>
                    <a:pt x="264571" y="51911"/>
                  </a:lnTo>
                  <a:lnTo>
                    <a:pt x="226385" y="73538"/>
                  </a:lnTo>
                  <a:lnTo>
                    <a:pt x="190461" y="98440"/>
                  </a:lnTo>
                  <a:lnTo>
                    <a:pt x="156999" y="126416"/>
                  </a:lnTo>
                  <a:lnTo>
                    <a:pt x="126203" y="157263"/>
                  </a:lnTo>
                  <a:lnTo>
                    <a:pt x="98273" y="190779"/>
                  </a:lnTo>
                  <a:lnTo>
                    <a:pt x="73412" y="226760"/>
                  </a:lnTo>
                  <a:lnTo>
                    <a:pt x="51822" y="265006"/>
                  </a:lnTo>
                  <a:lnTo>
                    <a:pt x="33704" y="305313"/>
                  </a:lnTo>
                  <a:lnTo>
                    <a:pt x="19261" y="347479"/>
                  </a:lnTo>
                  <a:lnTo>
                    <a:pt x="8695" y="391302"/>
                  </a:lnTo>
                  <a:lnTo>
                    <a:pt x="2207" y="436579"/>
                  </a:lnTo>
                  <a:lnTo>
                    <a:pt x="0" y="483108"/>
                  </a:lnTo>
                  <a:lnTo>
                    <a:pt x="2207" y="529636"/>
                  </a:lnTo>
                  <a:lnTo>
                    <a:pt x="8695" y="574913"/>
                  </a:lnTo>
                  <a:lnTo>
                    <a:pt x="19261" y="618736"/>
                  </a:lnTo>
                  <a:lnTo>
                    <a:pt x="33704" y="660902"/>
                  </a:lnTo>
                  <a:lnTo>
                    <a:pt x="51822" y="701209"/>
                  </a:lnTo>
                  <a:lnTo>
                    <a:pt x="73412" y="739455"/>
                  </a:lnTo>
                  <a:lnTo>
                    <a:pt x="98273" y="775436"/>
                  </a:lnTo>
                  <a:lnTo>
                    <a:pt x="126203" y="808952"/>
                  </a:lnTo>
                  <a:lnTo>
                    <a:pt x="156999" y="839799"/>
                  </a:lnTo>
                  <a:lnTo>
                    <a:pt x="190461" y="867775"/>
                  </a:lnTo>
                  <a:lnTo>
                    <a:pt x="226385" y="892677"/>
                  </a:lnTo>
                  <a:lnTo>
                    <a:pt x="264571" y="914304"/>
                  </a:lnTo>
                  <a:lnTo>
                    <a:pt x="304815" y="932452"/>
                  </a:lnTo>
                  <a:lnTo>
                    <a:pt x="346917" y="946920"/>
                  </a:lnTo>
                  <a:lnTo>
                    <a:pt x="390674" y="957505"/>
                  </a:lnTo>
                  <a:lnTo>
                    <a:pt x="435884" y="964004"/>
                  </a:lnTo>
                  <a:lnTo>
                    <a:pt x="482346" y="966215"/>
                  </a:lnTo>
                  <a:lnTo>
                    <a:pt x="528807" y="964004"/>
                  </a:lnTo>
                  <a:lnTo>
                    <a:pt x="574017" y="957505"/>
                  </a:lnTo>
                  <a:lnTo>
                    <a:pt x="617774" y="946920"/>
                  </a:lnTo>
                  <a:lnTo>
                    <a:pt x="659876" y="932452"/>
                  </a:lnTo>
                  <a:lnTo>
                    <a:pt x="700120" y="914304"/>
                  </a:lnTo>
                  <a:lnTo>
                    <a:pt x="738306" y="892677"/>
                  </a:lnTo>
                  <a:lnTo>
                    <a:pt x="774230" y="867775"/>
                  </a:lnTo>
                  <a:lnTo>
                    <a:pt x="807692" y="839799"/>
                  </a:lnTo>
                  <a:lnTo>
                    <a:pt x="838488" y="808952"/>
                  </a:lnTo>
                  <a:lnTo>
                    <a:pt x="866418" y="775436"/>
                  </a:lnTo>
                  <a:lnTo>
                    <a:pt x="891279" y="739455"/>
                  </a:lnTo>
                  <a:lnTo>
                    <a:pt x="912869" y="701209"/>
                  </a:lnTo>
                  <a:lnTo>
                    <a:pt x="930987" y="660902"/>
                  </a:lnTo>
                  <a:lnTo>
                    <a:pt x="945430" y="618736"/>
                  </a:lnTo>
                  <a:lnTo>
                    <a:pt x="955996" y="574913"/>
                  </a:lnTo>
                  <a:lnTo>
                    <a:pt x="962484" y="529636"/>
                  </a:lnTo>
                  <a:lnTo>
                    <a:pt x="964692" y="483108"/>
                  </a:lnTo>
                  <a:lnTo>
                    <a:pt x="962484" y="436579"/>
                  </a:lnTo>
                  <a:lnTo>
                    <a:pt x="955996" y="391302"/>
                  </a:lnTo>
                  <a:lnTo>
                    <a:pt x="945430" y="347479"/>
                  </a:lnTo>
                  <a:lnTo>
                    <a:pt x="930987" y="305313"/>
                  </a:lnTo>
                  <a:lnTo>
                    <a:pt x="912869" y="265006"/>
                  </a:lnTo>
                  <a:lnTo>
                    <a:pt x="891279" y="226760"/>
                  </a:lnTo>
                  <a:lnTo>
                    <a:pt x="866418" y="190779"/>
                  </a:lnTo>
                  <a:lnTo>
                    <a:pt x="838488" y="157263"/>
                  </a:lnTo>
                  <a:lnTo>
                    <a:pt x="807692" y="126416"/>
                  </a:lnTo>
                  <a:lnTo>
                    <a:pt x="774230" y="98440"/>
                  </a:lnTo>
                  <a:lnTo>
                    <a:pt x="738306" y="73538"/>
                  </a:lnTo>
                  <a:lnTo>
                    <a:pt x="700120" y="51911"/>
                  </a:lnTo>
                  <a:lnTo>
                    <a:pt x="659876" y="33763"/>
                  </a:lnTo>
                  <a:lnTo>
                    <a:pt x="617774" y="19295"/>
                  </a:lnTo>
                  <a:lnTo>
                    <a:pt x="574017" y="8710"/>
                  </a:lnTo>
                  <a:lnTo>
                    <a:pt x="528807" y="221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6256" y="2419158"/>
              <a:ext cx="198254" cy="11195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551432" y="2475706"/>
              <a:ext cx="410209" cy="297180"/>
            </a:xfrm>
            <a:custGeom>
              <a:avLst/>
              <a:gdLst/>
              <a:ahLst/>
              <a:cxnLst/>
              <a:rect l="l" t="t" r="r" b="b"/>
              <a:pathLst>
                <a:path w="410209" h="297180">
                  <a:moveTo>
                    <a:pt x="410172" y="102815"/>
                  </a:moveTo>
                  <a:lnTo>
                    <a:pt x="0" y="102815"/>
                  </a:lnTo>
                  <a:lnTo>
                    <a:pt x="0" y="297021"/>
                  </a:lnTo>
                  <a:lnTo>
                    <a:pt x="165212" y="297022"/>
                  </a:lnTo>
                  <a:lnTo>
                    <a:pt x="165212" y="245614"/>
                  </a:lnTo>
                  <a:lnTo>
                    <a:pt x="22788" y="245614"/>
                  </a:lnTo>
                  <a:lnTo>
                    <a:pt x="22788" y="199918"/>
                  </a:lnTo>
                  <a:lnTo>
                    <a:pt x="410172" y="199918"/>
                  </a:lnTo>
                  <a:lnTo>
                    <a:pt x="410172" y="177070"/>
                  </a:lnTo>
                  <a:lnTo>
                    <a:pt x="22788" y="177070"/>
                  </a:lnTo>
                  <a:lnTo>
                    <a:pt x="22787" y="131375"/>
                  </a:lnTo>
                  <a:lnTo>
                    <a:pt x="410172" y="131375"/>
                  </a:lnTo>
                  <a:lnTo>
                    <a:pt x="410172" y="102815"/>
                  </a:lnTo>
                  <a:close/>
                </a:path>
                <a:path w="410209" h="297180">
                  <a:moveTo>
                    <a:pt x="273455" y="199918"/>
                  </a:moveTo>
                  <a:lnTo>
                    <a:pt x="205091" y="199918"/>
                  </a:lnTo>
                  <a:lnTo>
                    <a:pt x="223339" y="203024"/>
                  </a:lnTo>
                  <a:lnTo>
                    <a:pt x="235712" y="211057"/>
                  </a:lnTo>
                  <a:lnTo>
                    <a:pt x="242744" y="222088"/>
                  </a:lnTo>
                  <a:lnTo>
                    <a:pt x="244970" y="234190"/>
                  </a:lnTo>
                  <a:lnTo>
                    <a:pt x="244970" y="297022"/>
                  </a:lnTo>
                  <a:lnTo>
                    <a:pt x="410173" y="297022"/>
                  </a:lnTo>
                  <a:lnTo>
                    <a:pt x="410173" y="245614"/>
                  </a:lnTo>
                  <a:lnTo>
                    <a:pt x="273455" y="245614"/>
                  </a:lnTo>
                  <a:lnTo>
                    <a:pt x="273455" y="199918"/>
                  </a:lnTo>
                  <a:close/>
                </a:path>
                <a:path w="410209" h="297180">
                  <a:moveTo>
                    <a:pt x="91151" y="199918"/>
                  </a:moveTo>
                  <a:lnTo>
                    <a:pt x="68363" y="199918"/>
                  </a:lnTo>
                  <a:lnTo>
                    <a:pt x="68363" y="245614"/>
                  </a:lnTo>
                  <a:lnTo>
                    <a:pt x="91151" y="245614"/>
                  </a:lnTo>
                  <a:lnTo>
                    <a:pt x="91151" y="199918"/>
                  </a:lnTo>
                  <a:close/>
                </a:path>
                <a:path w="410209" h="297180">
                  <a:moveTo>
                    <a:pt x="205091" y="199918"/>
                  </a:moveTo>
                  <a:lnTo>
                    <a:pt x="136727" y="199918"/>
                  </a:lnTo>
                  <a:lnTo>
                    <a:pt x="136727" y="245614"/>
                  </a:lnTo>
                  <a:lnTo>
                    <a:pt x="165212" y="245614"/>
                  </a:lnTo>
                  <a:lnTo>
                    <a:pt x="165212" y="234190"/>
                  </a:lnTo>
                  <a:lnTo>
                    <a:pt x="167437" y="222088"/>
                  </a:lnTo>
                  <a:lnTo>
                    <a:pt x="174470" y="211057"/>
                  </a:lnTo>
                  <a:lnTo>
                    <a:pt x="186843" y="203024"/>
                  </a:lnTo>
                  <a:lnTo>
                    <a:pt x="205091" y="199918"/>
                  </a:lnTo>
                  <a:close/>
                </a:path>
                <a:path w="410209" h="297180">
                  <a:moveTo>
                    <a:pt x="341818" y="199918"/>
                  </a:moveTo>
                  <a:lnTo>
                    <a:pt x="319030" y="199918"/>
                  </a:lnTo>
                  <a:lnTo>
                    <a:pt x="319030" y="245614"/>
                  </a:lnTo>
                  <a:lnTo>
                    <a:pt x="341818" y="245614"/>
                  </a:lnTo>
                  <a:lnTo>
                    <a:pt x="341818" y="199918"/>
                  </a:lnTo>
                  <a:close/>
                </a:path>
                <a:path w="410209" h="297180">
                  <a:moveTo>
                    <a:pt x="410172" y="199918"/>
                  </a:moveTo>
                  <a:lnTo>
                    <a:pt x="387394" y="199918"/>
                  </a:lnTo>
                  <a:lnTo>
                    <a:pt x="387394" y="245614"/>
                  </a:lnTo>
                  <a:lnTo>
                    <a:pt x="410173" y="245614"/>
                  </a:lnTo>
                  <a:lnTo>
                    <a:pt x="410172" y="199918"/>
                  </a:lnTo>
                  <a:close/>
                </a:path>
                <a:path w="410209" h="297180">
                  <a:moveTo>
                    <a:pt x="91151" y="131375"/>
                  </a:moveTo>
                  <a:lnTo>
                    <a:pt x="68363" y="131375"/>
                  </a:lnTo>
                  <a:lnTo>
                    <a:pt x="68363" y="177070"/>
                  </a:lnTo>
                  <a:lnTo>
                    <a:pt x="91151" y="177070"/>
                  </a:lnTo>
                  <a:lnTo>
                    <a:pt x="91151" y="131375"/>
                  </a:lnTo>
                  <a:close/>
                </a:path>
                <a:path w="410209" h="297180">
                  <a:moveTo>
                    <a:pt x="273454" y="131375"/>
                  </a:moveTo>
                  <a:lnTo>
                    <a:pt x="136727" y="131375"/>
                  </a:lnTo>
                  <a:lnTo>
                    <a:pt x="136727" y="177070"/>
                  </a:lnTo>
                  <a:lnTo>
                    <a:pt x="165212" y="177070"/>
                  </a:lnTo>
                  <a:lnTo>
                    <a:pt x="165212" y="154222"/>
                  </a:lnTo>
                  <a:lnTo>
                    <a:pt x="273454" y="154223"/>
                  </a:lnTo>
                  <a:lnTo>
                    <a:pt x="273454" y="131375"/>
                  </a:lnTo>
                  <a:close/>
                </a:path>
                <a:path w="410209" h="297180">
                  <a:moveTo>
                    <a:pt x="273454" y="154223"/>
                  </a:moveTo>
                  <a:lnTo>
                    <a:pt x="244970" y="154223"/>
                  </a:lnTo>
                  <a:lnTo>
                    <a:pt x="244970" y="177070"/>
                  </a:lnTo>
                  <a:lnTo>
                    <a:pt x="273454" y="177070"/>
                  </a:lnTo>
                  <a:lnTo>
                    <a:pt x="273454" y="154223"/>
                  </a:lnTo>
                  <a:close/>
                </a:path>
                <a:path w="410209" h="297180">
                  <a:moveTo>
                    <a:pt x="341818" y="131375"/>
                  </a:moveTo>
                  <a:lnTo>
                    <a:pt x="319030" y="131375"/>
                  </a:lnTo>
                  <a:lnTo>
                    <a:pt x="319030" y="177070"/>
                  </a:lnTo>
                  <a:lnTo>
                    <a:pt x="341818" y="177070"/>
                  </a:lnTo>
                  <a:lnTo>
                    <a:pt x="341818" y="131375"/>
                  </a:lnTo>
                  <a:close/>
                </a:path>
                <a:path w="410209" h="297180">
                  <a:moveTo>
                    <a:pt x="410172" y="131375"/>
                  </a:moveTo>
                  <a:lnTo>
                    <a:pt x="387394" y="131375"/>
                  </a:lnTo>
                  <a:lnTo>
                    <a:pt x="387394" y="177070"/>
                  </a:lnTo>
                  <a:lnTo>
                    <a:pt x="410172" y="177070"/>
                  </a:lnTo>
                  <a:lnTo>
                    <a:pt x="410172" y="131375"/>
                  </a:lnTo>
                  <a:close/>
                </a:path>
                <a:path w="410209" h="297180">
                  <a:moveTo>
                    <a:pt x="205091" y="0"/>
                  </a:moveTo>
                  <a:lnTo>
                    <a:pt x="136727" y="68543"/>
                  </a:lnTo>
                  <a:lnTo>
                    <a:pt x="136727" y="102815"/>
                  </a:lnTo>
                  <a:lnTo>
                    <a:pt x="195406" y="102815"/>
                  </a:lnTo>
                  <a:lnTo>
                    <a:pt x="188000" y="95389"/>
                  </a:lnTo>
                  <a:lnTo>
                    <a:pt x="188000" y="75969"/>
                  </a:lnTo>
                  <a:lnTo>
                    <a:pt x="195406" y="68543"/>
                  </a:lnTo>
                  <a:lnTo>
                    <a:pt x="273454" y="68543"/>
                  </a:lnTo>
                  <a:lnTo>
                    <a:pt x="205091" y="0"/>
                  </a:lnTo>
                  <a:close/>
                </a:path>
                <a:path w="410209" h="297180">
                  <a:moveTo>
                    <a:pt x="273454" y="68543"/>
                  </a:moveTo>
                  <a:lnTo>
                    <a:pt x="214775" y="68543"/>
                  </a:lnTo>
                  <a:lnTo>
                    <a:pt x="222182" y="75969"/>
                  </a:lnTo>
                  <a:lnTo>
                    <a:pt x="222182" y="95389"/>
                  </a:lnTo>
                  <a:lnTo>
                    <a:pt x="214776" y="102815"/>
                  </a:lnTo>
                  <a:lnTo>
                    <a:pt x="273454" y="102815"/>
                  </a:lnTo>
                  <a:lnTo>
                    <a:pt x="273454" y="68543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98964" y="1703832"/>
              <a:ext cx="1572768" cy="1559052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9974071" y="3342258"/>
            <a:ext cx="1565275" cy="3460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69850">
              <a:lnSpc>
                <a:spcPts val="1200"/>
              </a:lnSpc>
              <a:spcBef>
                <a:spcPts val="240"/>
              </a:spcBef>
            </a:pPr>
            <a:r>
              <a:rPr sz="1100" b="1" dirty="0">
                <a:latin typeface="Trebuchet MS"/>
                <a:cs typeface="Trebuchet MS"/>
              </a:rPr>
              <a:t>EDUCATION</a:t>
            </a:r>
            <a:r>
              <a:rPr sz="1100" dirty="0">
                <a:latin typeface="Trebuchet MS"/>
                <a:cs typeface="Trebuchet MS"/>
              </a:rPr>
              <a:t>:</a:t>
            </a:r>
            <a:r>
              <a:rPr sz="1100" spc="-9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CUSTOM </a:t>
            </a:r>
            <a:r>
              <a:rPr sz="1100" dirty="0">
                <a:latin typeface="Trebuchet MS"/>
                <a:cs typeface="Trebuchet MS"/>
              </a:rPr>
              <a:t>IMAGERY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FOR</a:t>
            </a:r>
            <a:r>
              <a:rPr sz="1100" spc="-2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COURSES.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416552" y="4055364"/>
            <a:ext cx="1560830" cy="1560830"/>
            <a:chOff x="4416552" y="4055364"/>
            <a:chExt cx="1560830" cy="1560830"/>
          </a:xfrm>
        </p:grpSpPr>
        <p:sp>
          <p:nvSpPr>
            <p:cNvPr id="36" name="object 36"/>
            <p:cNvSpPr/>
            <p:nvPr/>
          </p:nvSpPr>
          <p:spPr>
            <a:xfrm>
              <a:off x="4695444" y="4407408"/>
              <a:ext cx="966469" cy="965200"/>
            </a:xfrm>
            <a:custGeom>
              <a:avLst/>
              <a:gdLst/>
              <a:ahLst/>
              <a:cxnLst/>
              <a:rect l="l" t="t" r="r" b="b"/>
              <a:pathLst>
                <a:path w="966470" h="965200">
                  <a:moveTo>
                    <a:pt x="483107" y="0"/>
                  </a:moveTo>
                  <a:lnTo>
                    <a:pt x="436579" y="2207"/>
                  </a:lnTo>
                  <a:lnTo>
                    <a:pt x="391302" y="8695"/>
                  </a:lnTo>
                  <a:lnTo>
                    <a:pt x="347479" y="19261"/>
                  </a:lnTo>
                  <a:lnTo>
                    <a:pt x="305313" y="33704"/>
                  </a:lnTo>
                  <a:lnTo>
                    <a:pt x="265006" y="51822"/>
                  </a:lnTo>
                  <a:lnTo>
                    <a:pt x="226760" y="73412"/>
                  </a:lnTo>
                  <a:lnTo>
                    <a:pt x="190779" y="98273"/>
                  </a:lnTo>
                  <a:lnTo>
                    <a:pt x="157263" y="126203"/>
                  </a:lnTo>
                  <a:lnTo>
                    <a:pt x="126416" y="156999"/>
                  </a:lnTo>
                  <a:lnTo>
                    <a:pt x="98440" y="190461"/>
                  </a:lnTo>
                  <a:lnTo>
                    <a:pt x="73538" y="226385"/>
                  </a:lnTo>
                  <a:lnTo>
                    <a:pt x="51911" y="264571"/>
                  </a:lnTo>
                  <a:lnTo>
                    <a:pt x="33763" y="304815"/>
                  </a:lnTo>
                  <a:lnTo>
                    <a:pt x="19295" y="346917"/>
                  </a:lnTo>
                  <a:lnTo>
                    <a:pt x="8710" y="390674"/>
                  </a:lnTo>
                  <a:lnTo>
                    <a:pt x="2211" y="435884"/>
                  </a:lnTo>
                  <a:lnTo>
                    <a:pt x="0" y="482346"/>
                  </a:lnTo>
                  <a:lnTo>
                    <a:pt x="2211" y="528807"/>
                  </a:lnTo>
                  <a:lnTo>
                    <a:pt x="8710" y="574017"/>
                  </a:lnTo>
                  <a:lnTo>
                    <a:pt x="19295" y="617774"/>
                  </a:lnTo>
                  <a:lnTo>
                    <a:pt x="33763" y="659876"/>
                  </a:lnTo>
                  <a:lnTo>
                    <a:pt x="51911" y="700120"/>
                  </a:lnTo>
                  <a:lnTo>
                    <a:pt x="73538" y="738306"/>
                  </a:lnTo>
                  <a:lnTo>
                    <a:pt x="98440" y="774230"/>
                  </a:lnTo>
                  <a:lnTo>
                    <a:pt x="126416" y="807692"/>
                  </a:lnTo>
                  <a:lnTo>
                    <a:pt x="157263" y="838488"/>
                  </a:lnTo>
                  <a:lnTo>
                    <a:pt x="190779" y="866418"/>
                  </a:lnTo>
                  <a:lnTo>
                    <a:pt x="226760" y="891279"/>
                  </a:lnTo>
                  <a:lnTo>
                    <a:pt x="265006" y="912869"/>
                  </a:lnTo>
                  <a:lnTo>
                    <a:pt x="305313" y="930987"/>
                  </a:lnTo>
                  <a:lnTo>
                    <a:pt x="347479" y="945430"/>
                  </a:lnTo>
                  <a:lnTo>
                    <a:pt x="391302" y="955996"/>
                  </a:lnTo>
                  <a:lnTo>
                    <a:pt x="436579" y="962484"/>
                  </a:lnTo>
                  <a:lnTo>
                    <a:pt x="483107" y="964692"/>
                  </a:lnTo>
                  <a:lnTo>
                    <a:pt x="529636" y="962484"/>
                  </a:lnTo>
                  <a:lnTo>
                    <a:pt x="574913" y="955996"/>
                  </a:lnTo>
                  <a:lnTo>
                    <a:pt x="618736" y="945430"/>
                  </a:lnTo>
                  <a:lnTo>
                    <a:pt x="660902" y="930987"/>
                  </a:lnTo>
                  <a:lnTo>
                    <a:pt x="701209" y="912869"/>
                  </a:lnTo>
                  <a:lnTo>
                    <a:pt x="739455" y="891279"/>
                  </a:lnTo>
                  <a:lnTo>
                    <a:pt x="775436" y="866418"/>
                  </a:lnTo>
                  <a:lnTo>
                    <a:pt x="808952" y="838488"/>
                  </a:lnTo>
                  <a:lnTo>
                    <a:pt x="839799" y="807692"/>
                  </a:lnTo>
                  <a:lnTo>
                    <a:pt x="867775" y="774230"/>
                  </a:lnTo>
                  <a:lnTo>
                    <a:pt x="892677" y="738306"/>
                  </a:lnTo>
                  <a:lnTo>
                    <a:pt x="914304" y="700120"/>
                  </a:lnTo>
                  <a:lnTo>
                    <a:pt x="932452" y="659876"/>
                  </a:lnTo>
                  <a:lnTo>
                    <a:pt x="946920" y="617774"/>
                  </a:lnTo>
                  <a:lnTo>
                    <a:pt x="957505" y="574017"/>
                  </a:lnTo>
                  <a:lnTo>
                    <a:pt x="964004" y="528807"/>
                  </a:lnTo>
                  <a:lnTo>
                    <a:pt x="966215" y="482346"/>
                  </a:lnTo>
                  <a:lnTo>
                    <a:pt x="964004" y="435884"/>
                  </a:lnTo>
                  <a:lnTo>
                    <a:pt x="957505" y="390674"/>
                  </a:lnTo>
                  <a:lnTo>
                    <a:pt x="946920" y="346917"/>
                  </a:lnTo>
                  <a:lnTo>
                    <a:pt x="932452" y="304815"/>
                  </a:lnTo>
                  <a:lnTo>
                    <a:pt x="914304" y="264571"/>
                  </a:lnTo>
                  <a:lnTo>
                    <a:pt x="892677" y="226385"/>
                  </a:lnTo>
                  <a:lnTo>
                    <a:pt x="867775" y="190461"/>
                  </a:lnTo>
                  <a:lnTo>
                    <a:pt x="839799" y="156999"/>
                  </a:lnTo>
                  <a:lnTo>
                    <a:pt x="808952" y="126203"/>
                  </a:lnTo>
                  <a:lnTo>
                    <a:pt x="775436" y="98273"/>
                  </a:lnTo>
                  <a:lnTo>
                    <a:pt x="739455" y="73412"/>
                  </a:lnTo>
                  <a:lnTo>
                    <a:pt x="701209" y="51822"/>
                  </a:lnTo>
                  <a:lnTo>
                    <a:pt x="660902" y="33704"/>
                  </a:lnTo>
                  <a:lnTo>
                    <a:pt x="618736" y="19261"/>
                  </a:lnTo>
                  <a:lnTo>
                    <a:pt x="574913" y="8695"/>
                  </a:lnTo>
                  <a:lnTo>
                    <a:pt x="529636" y="2207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985217" y="4662765"/>
              <a:ext cx="388620" cy="455930"/>
            </a:xfrm>
            <a:custGeom>
              <a:avLst/>
              <a:gdLst/>
              <a:ahLst/>
              <a:cxnLst/>
              <a:rect l="l" t="t" r="r" b="b"/>
              <a:pathLst>
                <a:path w="388620" h="455929">
                  <a:moveTo>
                    <a:pt x="259204" y="418"/>
                  </a:moveTo>
                  <a:lnTo>
                    <a:pt x="242218" y="0"/>
                  </a:lnTo>
                  <a:lnTo>
                    <a:pt x="239933" y="2278"/>
                  </a:lnTo>
                  <a:lnTo>
                    <a:pt x="239933" y="11392"/>
                  </a:lnTo>
                  <a:lnTo>
                    <a:pt x="236327" y="29083"/>
                  </a:lnTo>
                  <a:lnTo>
                    <a:pt x="226508" y="43572"/>
                  </a:lnTo>
                  <a:lnTo>
                    <a:pt x="211976" y="53361"/>
                  </a:lnTo>
                  <a:lnTo>
                    <a:pt x="194231" y="56957"/>
                  </a:lnTo>
                  <a:lnTo>
                    <a:pt x="176486" y="53361"/>
                  </a:lnTo>
                  <a:lnTo>
                    <a:pt x="161954" y="43572"/>
                  </a:lnTo>
                  <a:lnTo>
                    <a:pt x="152136" y="29083"/>
                  </a:lnTo>
                  <a:lnTo>
                    <a:pt x="148530" y="11392"/>
                  </a:lnTo>
                  <a:lnTo>
                    <a:pt x="148530" y="2278"/>
                  </a:lnTo>
                  <a:lnTo>
                    <a:pt x="146244" y="0"/>
                  </a:lnTo>
                  <a:lnTo>
                    <a:pt x="129258" y="418"/>
                  </a:lnTo>
                  <a:lnTo>
                    <a:pt x="111495" y="3604"/>
                  </a:lnTo>
                  <a:lnTo>
                    <a:pt x="58269" y="22784"/>
                  </a:lnTo>
                  <a:lnTo>
                    <a:pt x="57126" y="23924"/>
                  </a:lnTo>
                  <a:lnTo>
                    <a:pt x="68552" y="72907"/>
                  </a:lnTo>
                  <a:lnTo>
                    <a:pt x="69694" y="74046"/>
                  </a:lnTo>
                  <a:lnTo>
                    <a:pt x="121109" y="69489"/>
                  </a:lnTo>
                  <a:lnTo>
                    <a:pt x="123394" y="71198"/>
                  </a:lnTo>
                  <a:lnTo>
                    <a:pt x="124536" y="73476"/>
                  </a:lnTo>
                  <a:lnTo>
                    <a:pt x="143388" y="144110"/>
                  </a:lnTo>
                  <a:lnTo>
                    <a:pt x="143388" y="151515"/>
                  </a:lnTo>
                  <a:lnTo>
                    <a:pt x="142246" y="156072"/>
                  </a:lnTo>
                  <a:lnTo>
                    <a:pt x="0" y="402719"/>
                  </a:lnTo>
                  <a:lnTo>
                    <a:pt x="1142" y="408985"/>
                  </a:lnTo>
                  <a:lnTo>
                    <a:pt x="39105" y="429981"/>
                  </a:lnTo>
                  <a:lnTo>
                    <a:pt x="82905" y="443661"/>
                  </a:lnTo>
                  <a:lnTo>
                    <a:pt x="135382" y="452534"/>
                  </a:lnTo>
                  <a:lnTo>
                    <a:pt x="194231" y="455694"/>
                  </a:lnTo>
                  <a:lnTo>
                    <a:pt x="253081" y="452534"/>
                  </a:lnTo>
                  <a:lnTo>
                    <a:pt x="305558" y="443661"/>
                  </a:lnTo>
                  <a:lnTo>
                    <a:pt x="349358" y="429981"/>
                  </a:lnTo>
                  <a:lnTo>
                    <a:pt x="386749" y="408985"/>
                  </a:lnTo>
                  <a:lnTo>
                    <a:pt x="388463" y="402719"/>
                  </a:lnTo>
                  <a:lnTo>
                    <a:pt x="385607" y="397592"/>
                  </a:lnTo>
                  <a:lnTo>
                    <a:pt x="247359" y="156072"/>
                  </a:lnTo>
                  <a:lnTo>
                    <a:pt x="245646" y="151515"/>
                  </a:lnTo>
                  <a:lnTo>
                    <a:pt x="246788" y="138983"/>
                  </a:lnTo>
                  <a:lnTo>
                    <a:pt x="265069" y="70628"/>
                  </a:lnTo>
                  <a:lnTo>
                    <a:pt x="267925" y="68919"/>
                  </a:lnTo>
                  <a:lnTo>
                    <a:pt x="319911" y="74046"/>
                  </a:lnTo>
                  <a:lnTo>
                    <a:pt x="321053" y="73476"/>
                  </a:lnTo>
                  <a:lnTo>
                    <a:pt x="331907" y="24493"/>
                  </a:lnTo>
                  <a:lnTo>
                    <a:pt x="329622" y="22215"/>
                  </a:lnTo>
                  <a:lnTo>
                    <a:pt x="276967" y="3604"/>
                  </a:lnTo>
                  <a:lnTo>
                    <a:pt x="259204" y="418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16552" y="4055364"/>
              <a:ext cx="1560576" cy="1560576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502022" y="5636767"/>
            <a:ext cx="1354455" cy="500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-1270" algn="ctr">
              <a:lnSpc>
                <a:spcPct val="91400"/>
              </a:lnSpc>
              <a:spcBef>
                <a:spcPts val="215"/>
              </a:spcBef>
            </a:pPr>
            <a:r>
              <a:rPr sz="1100" b="1" dirty="0">
                <a:latin typeface="Trebuchet MS"/>
                <a:cs typeface="Trebuchet MS"/>
              </a:rPr>
              <a:t>FASHION</a:t>
            </a:r>
            <a:r>
              <a:rPr sz="1100" b="1" spc="45" dirty="0">
                <a:latin typeface="Trebuchet MS"/>
                <a:cs typeface="Trebuchet MS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DESIGN</a:t>
            </a:r>
            <a:r>
              <a:rPr sz="1100" spc="-10" dirty="0">
                <a:latin typeface="Trebuchet MS"/>
                <a:cs typeface="Trebuchet MS"/>
              </a:rPr>
              <a:t>: </a:t>
            </a:r>
            <a:r>
              <a:rPr sz="1100" dirty="0">
                <a:latin typeface="Trebuchet MS"/>
                <a:cs typeface="Trebuchet MS"/>
              </a:rPr>
              <a:t>VISUALIZE</a:t>
            </a:r>
            <a:r>
              <a:rPr sz="1100" spc="-8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CLOTHING PATTERNS.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298691" y="4055364"/>
            <a:ext cx="1560830" cy="1560830"/>
            <a:chOff x="6298691" y="4055364"/>
            <a:chExt cx="1560830" cy="1560830"/>
          </a:xfrm>
        </p:grpSpPr>
        <p:sp>
          <p:nvSpPr>
            <p:cNvPr id="41" name="object 41"/>
            <p:cNvSpPr/>
            <p:nvPr/>
          </p:nvSpPr>
          <p:spPr>
            <a:xfrm>
              <a:off x="6554723" y="4407408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482346" y="0"/>
                  </a:moveTo>
                  <a:lnTo>
                    <a:pt x="435884" y="2207"/>
                  </a:lnTo>
                  <a:lnTo>
                    <a:pt x="390674" y="8695"/>
                  </a:lnTo>
                  <a:lnTo>
                    <a:pt x="346917" y="19261"/>
                  </a:lnTo>
                  <a:lnTo>
                    <a:pt x="304815" y="33704"/>
                  </a:lnTo>
                  <a:lnTo>
                    <a:pt x="264571" y="51822"/>
                  </a:lnTo>
                  <a:lnTo>
                    <a:pt x="226385" y="73412"/>
                  </a:lnTo>
                  <a:lnTo>
                    <a:pt x="190461" y="98273"/>
                  </a:lnTo>
                  <a:lnTo>
                    <a:pt x="156999" y="126203"/>
                  </a:lnTo>
                  <a:lnTo>
                    <a:pt x="126203" y="156999"/>
                  </a:lnTo>
                  <a:lnTo>
                    <a:pt x="98273" y="190461"/>
                  </a:lnTo>
                  <a:lnTo>
                    <a:pt x="73412" y="226385"/>
                  </a:lnTo>
                  <a:lnTo>
                    <a:pt x="51822" y="264571"/>
                  </a:lnTo>
                  <a:lnTo>
                    <a:pt x="33704" y="304815"/>
                  </a:lnTo>
                  <a:lnTo>
                    <a:pt x="19261" y="346917"/>
                  </a:lnTo>
                  <a:lnTo>
                    <a:pt x="8695" y="390674"/>
                  </a:lnTo>
                  <a:lnTo>
                    <a:pt x="2207" y="435884"/>
                  </a:lnTo>
                  <a:lnTo>
                    <a:pt x="0" y="482346"/>
                  </a:lnTo>
                  <a:lnTo>
                    <a:pt x="2207" y="528807"/>
                  </a:lnTo>
                  <a:lnTo>
                    <a:pt x="8695" y="574017"/>
                  </a:lnTo>
                  <a:lnTo>
                    <a:pt x="19261" y="617774"/>
                  </a:lnTo>
                  <a:lnTo>
                    <a:pt x="33704" y="659876"/>
                  </a:lnTo>
                  <a:lnTo>
                    <a:pt x="51822" y="700120"/>
                  </a:lnTo>
                  <a:lnTo>
                    <a:pt x="73412" y="738306"/>
                  </a:lnTo>
                  <a:lnTo>
                    <a:pt x="98273" y="774230"/>
                  </a:lnTo>
                  <a:lnTo>
                    <a:pt x="126203" y="807692"/>
                  </a:lnTo>
                  <a:lnTo>
                    <a:pt x="156999" y="838488"/>
                  </a:lnTo>
                  <a:lnTo>
                    <a:pt x="190461" y="866418"/>
                  </a:lnTo>
                  <a:lnTo>
                    <a:pt x="226385" y="891279"/>
                  </a:lnTo>
                  <a:lnTo>
                    <a:pt x="264571" y="912869"/>
                  </a:lnTo>
                  <a:lnTo>
                    <a:pt x="304815" y="930987"/>
                  </a:lnTo>
                  <a:lnTo>
                    <a:pt x="346917" y="945430"/>
                  </a:lnTo>
                  <a:lnTo>
                    <a:pt x="390674" y="955996"/>
                  </a:lnTo>
                  <a:lnTo>
                    <a:pt x="435884" y="962484"/>
                  </a:lnTo>
                  <a:lnTo>
                    <a:pt x="482346" y="964692"/>
                  </a:lnTo>
                  <a:lnTo>
                    <a:pt x="528807" y="962484"/>
                  </a:lnTo>
                  <a:lnTo>
                    <a:pt x="574017" y="955996"/>
                  </a:lnTo>
                  <a:lnTo>
                    <a:pt x="617774" y="945430"/>
                  </a:lnTo>
                  <a:lnTo>
                    <a:pt x="659876" y="930987"/>
                  </a:lnTo>
                  <a:lnTo>
                    <a:pt x="700120" y="912869"/>
                  </a:lnTo>
                  <a:lnTo>
                    <a:pt x="738306" y="891279"/>
                  </a:lnTo>
                  <a:lnTo>
                    <a:pt x="774230" y="866418"/>
                  </a:lnTo>
                  <a:lnTo>
                    <a:pt x="807692" y="838488"/>
                  </a:lnTo>
                  <a:lnTo>
                    <a:pt x="838488" y="807692"/>
                  </a:lnTo>
                  <a:lnTo>
                    <a:pt x="866418" y="774230"/>
                  </a:lnTo>
                  <a:lnTo>
                    <a:pt x="891279" y="738306"/>
                  </a:lnTo>
                  <a:lnTo>
                    <a:pt x="912869" y="700120"/>
                  </a:lnTo>
                  <a:lnTo>
                    <a:pt x="930987" y="659876"/>
                  </a:lnTo>
                  <a:lnTo>
                    <a:pt x="945430" y="617774"/>
                  </a:lnTo>
                  <a:lnTo>
                    <a:pt x="955996" y="574017"/>
                  </a:lnTo>
                  <a:lnTo>
                    <a:pt x="962484" y="528807"/>
                  </a:lnTo>
                  <a:lnTo>
                    <a:pt x="964692" y="482346"/>
                  </a:lnTo>
                  <a:lnTo>
                    <a:pt x="962484" y="435884"/>
                  </a:lnTo>
                  <a:lnTo>
                    <a:pt x="955996" y="390674"/>
                  </a:lnTo>
                  <a:lnTo>
                    <a:pt x="945430" y="346917"/>
                  </a:lnTo>
                  <a:lnTo>
                    <a:pt x="930987" y="304815"/>
                  </a:lnTo>
                  <a:lnTo>
                    <a:pt x="912869" y="264571"/>
                  </a:lnTo>
                  <a:lnTo>
                    <a:pt x="891279" y="226385"/>
                  </a:lnTo>
                  <a:lnTo>
                    <a:pt x="866418" y="190461"/>
                  </a:lnTo>
                  <a:lnTo>
                    <a:pt x="838488" y="156999"/>
                  </a:lnTo>
                  <a:lnTo>
                    <a:pt x="807692" y="126203"/>
                  </a:lnTo>
                  <a:lnTo>
                    <a:pt x="774230" y="98273"/>
                  </a:lnTo>
                  <a:lnTo>
                    <a:pt x="738306" y="73412"/>
                  </a:lnTo>
                  <a:lnTo>
                    <a:pt x="700120" y="51822"/>
                  </a:lnTo>
                  <a:lnTo>
                    <a:pt x="659876" y="33704"/>
                  </a:lnTo>
                  <a:lnTo>
                    <a:pt x="617774" y="19261"/>
                  </a:lnTo>
                  <a:lnTo>
                    <a:pt x="574017" y="8695"/>
                  </a:lnTo>
                  <a:lnTo>
                    <a:pt x="528807" y="2207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798064" y="4731115"/>
              <a:ext cx="480059" cy="319405"/>
            </a:xfrm>
            <a:custGeom>
              <a:avLst/>
              <a:gdLst/>
              <a:ahLst/>
              <a:cxnLst/>
              <a:rect l="l" t="t" r="r" b="b"/>
              <a:pathLst>
                <a:path w="480059" h="319404">
                  <a:moveTo>
                    <a:pt x="108868" y="0"/>
                  </a:moveTo>
                  <a:lnTo>
                    <a:pt x="65115" y="33174"/>
                  </a:lnTo>
                  <a:lnTo>
                    <a:pt x="44572" y="68901"/>
                  </a:lnTo>
                  <a:lnTo>
                    <a:pt x="26558" y="112284"/>
                  </a:lnTo>
                  <a:lnTo>
                    <a:pt x="12305" y="159494"/>
                  </a:lnTo>
                  <a:lnTo>
                    <a:pt x="3042" y="206705"/>
                  </a:lnTo>
                  <a:lnTo>
                    <a:pt x="0" y="250087"/>
                  </a:lnTo>
                  <a:lnTo>
                    <a:pt x="4409" y="285814"/>
                  </a:lnTo>
                  <a:lnTo>
                    <a:pt x="17501" y="310057"/>
                  </a:lnTo>
                  <a:lnTo>
                    <a:pt x="40505" y="318989"/>
                  </a:lnTo>
                  <a:lnTo>
                    <a:pt x="75451" y="313082"/>
                  </a:lnTo>
                  <a:lnTo>
                    <a:pt x="98656" y="298314"/>
                  </a:lnTo>
                  <a:lnTo>
                    <a:pt x="118411" y="279115"/>
                  </a:lnTo>
                  <a:lnTo>
                    <a:pt x="143008" y="259917"/>
                  </a:lnTo>
                  <a:lnTo>
                    <a:pt x="180740" y="245149"/>
                  </a:lnTo>
                  <a:lnTo>
                    <a:pt x="239899" y="239242"/>
                  </a:lnTo>
                  <a:lnTo>
                    <a:pt x="479029" y="239242"/>
                  </a:lnTo>
                  <a:lnTo>
                    <a:pt x="476747" y="206705"/>
                  </a:lnTo>
                  <a:lnTo>
                    <a:pt x="473073" y="187975"/>
                  </a:lnTo>
                  <a:lnTo>
                    <a:pt x="338456" y="187975"/>
                  </a:lnTo>
                  <a:lnTo>
                    <a:pt x="332759" y="182279"/>
                  </a:lnTo>
                  <a:lnTo>
                    <a:pt x="125389" y="182279"/>
                  </a:lnTo>
                  <a:lnTo>
                    <a:pt x="120262" y="177153"/>
                  </a:lnTo>
                  <a:lnTo>
                    <a:pt x="120262" y="148102"/>
                  </a:lnTo>
                  <a:lnTo>
                    <a:pt x="91208" y="148102"/>
                  </a:lnTo>
                  <a:lnTo>
                    <a:pt x="86080" y="142975"/>
                  </a:lnTo>
                  <a:lnTo>
                    <a:pt x="86080" y="130443"/>
                  </a:lnTo>
                  <a:lnTo>
                    <a:pt x="91208" y="125317"/>
                  </a:lnTo>
                  <a:lnTo>
                    <a:pt x="120262" y="125317"/>
                  </a:lnTo>
                  <a:lnTo>
                    <a:pt x="120262" y="96266"/>
                  </a:lnTo>
                  <a:lnTo>
                    <a:pt x="125389" y="91139"/>
                  </a:lnTo>
                  <a:lnTo>
                    <a:pt x="332759" y="91139"/>
                  </a:lnTo>
                  <a:lnTo>
                    <a:pt x="338456" y="85443"/>
                  </a:lnTo>
                  <a:lnTo>
                    <a:pt x="442087" y="85443"/>
                  </a:lnTo>
                  <a:lnTo>
                    <a:pt x="435219" y="68901"/>
                  </a:lnTo>
                  <a:lnTo>
                    <a:pt x="415254" y="34177"/>
                  </a:lnTo>
                  <a:lnTo>
                    <a:pt x="239899" y="34177"/>
                  </a:lnTo>
                  <a:lnTo>
                    <a:pt x="187540" y="28837"/>
                  </a:lnTo>
                  <a:lnTo>
                    <a:pt x="162847" y="17088"/>
                  </a:lnTo>
                  <a:lnTo>
                    <a:pt x="143922" y="5340"/>
                  </a:lnTo>
                  <a:lnTo>
                    <a:pt x="108868" y="0"/>
                  </a:lnTo>
                  <a:close/>
                </a:path>
                <a:path w="480059" h="319404">
                  <a:moveTo>
                    <a:pt x="479029" y="239242"/>
                  </a:moveTo>
                  <a:lnTo>
                    <a:pt x="239899" y="239242"/>
                  </a:lnTo>
                  <a:lnTo>
                    <a:pt x="299058" y="245149"/>
                  </a:lnTo>
                  <a:lnTo>
                    <a:pt x="336789" y="259917"/>
                  </a:lnTo>
                  <a:lnTo>
                    <a:pt x="361386" y="279115"/>
                  </a:lnTo>
                  <a:lnTo>
                    <a:pt x="381139" y="298314"/>
                  </a:lnTo>
                  <a:lnTo>
                    <a:pt x="404341" y="313082"/>
                  </a:lnTo>
                  <a:lnTo>
                    <a:pt x="439284" y="318989"/>
                  </a:lnTo>
                  <a:lnTo>
                    <a:pt x="462288" y="310057"/>
                  </a:lnTo>
                  <a:lnTo>
                    <a:pt x="475380" y="285814"/>
                  </a:lnTo>
                  <a:lnTo>
                    <a:pt x="479789" y="250087"/>
                  </a:lnTo>
                  <a:lnTo>
                    <a:pt x="479029" y="239242"/>
                  </a:lnTo>
                  <a:close/>
                </a:path>
                <a:path w="480059" h="319404">
                  <a:moveTo>
                    <a:pt x="442087" y="85443"/>
                  </a:moveTo>
                  <a:lnTo>
                    <a:pt x="357826" y="85443"/>
                  </a:lnTo>
                  <a:lnTo>
                    <a:pt x="365232" y="92848"/>
                  </a:lnTo>
                  <a:lnTo>
                    <a:pt x="365164" y="112284"/>
                  </a:lnTo>
                  <a:lnTo>
                    <a:pt x="357826" y="119621"/>
                  </a:lnTo>
                  <a:lnTo>
                    <a:pt x="392008" y="119621"/>
                  </a:lnTo>
                  <a:lnTo>
                    <a:pt x="399414" y="127026"/>
                  </a:lnTo>
                  <a:lnTo>
                    <a:pt x="399414" y="146393"/>
                  </a:lnTo>
                  <a:lnTo>
                    <a:pt x="392008" y="153798"/>
                  </a:lnTo>
                  <a:lnTo>
                    <a:pt x="357826" y="153798"/>
                  </a:lnTo>
                  <a:lnTo>
                    <a:pt x="365232" y="161203"/>
                  </a:lnTo>
                  <a:lnTo>
                    <a:pt x="365232" y="180570"/>
                  </a:lnTo>
                  <a:lnTo>
                    <a:pt x="357826" y="187975"/>
                  </a:lnTo>
                  <a:lnTo>
                    <a:pt x="473073" y="187975"/>
                  </a:lnTo>
                  <a:lnTo>
                    <a:pt x="467485" y="159494"/>
                  </a:lnTo>
                  <a:lnTo>
                    <a:pt x="453232" y="112284"/>
                  </a:lnTo>
                  <a:lnTo>
                    <a:pt x="442087" y="85443"/>
                  </a:lnTo>
                  <a:close/>
                </a:path>
                <a:path w="480059" h="319404">
                  <a:moveTo>
                    <a:pt x="332759" y="91139"/>
                  </a:moveTo>
                  <a:lnTo>
                    <a:pt x="137923" y="91139"/>
                  </a:lnTo>
                  <a:lnTo>
                    <a:pt x="143050" y="96266"/>
                  </a:lnTo>
                  <a:lnTo>
                    <a:pt x="143050" y="125317"/>
                  </a:lnTo>
                  <a:lnTo>
                    <a:pt x="172105" y="125317"/>
                  </a:lnTo>
                  <a:lnTo>
                    <a:pt x="177232" y="130443"/>
                  </a:lnTo>
                  <a:lnTo>
                    <a:pt x="177232" y="142975"/>
                  </a:lnTo>
                  <a:lnTo>
                    <a:pt x="172105" y="148102"/>
                  </a:lnTo>
                  <a:lnTo>
                    <a:pt x="143050" y="148102"/>
                  </a:lnTo>
                  <a:lnTo>
                    <a:pt x="143050" y="177153"/>
                  </a:lnTo>
                  <a:lnTo>
                    <a:pt x="137923" y="182279"/>
                  </a:lnTo>
                  <a:lnTo>
                    <a:pt x="332759" y="182279"/>
                  </a:lnTo>
                  <a:lnTo>
                    <a:pt x="331050" y="180570"/>
                  </a:lnTo>
                  <a:lnTo>
                    <a:pt x="331050" y="161203"/>
                  </a:lnTo>
                  <a:lnTo>
                    <a:pt x="338456" y="153798"/>
                  </a:lnTo>
                  <a:lnTo>
                    <a:pt x="304275" y="153798"/>
                  </a:lnTo>
                  <a:lnTo>
                    <a:pt x="296868" y="146393"/>
                  </a:lnTo>
                  <a:lnTo>
                    <a:pt x="296868" y="127026"/>
                  </a:lnTo>
                  <a:lnTo>
                    <a:pt x="304274" y="119621"/>
                  </a:lnTo>
                  <a:lnTo>
                    <a:pt x="338456" y="119621"/>
                  </a:lnTo>
                  <a:lnTo>
                    <a:pt x="331119" y="112284"/>
                  </a:lnTo>
                  <a:lnTo>
                    <a:pt x="331050" y="92848"/>
                  </a:lnTo>
                  <a:lnTo>
                    <a:pt x="332759" y="91139"/>
                  </a:lnTo>
                  <a:close/>
                </a:path>
                <a:path w="480059" h="319404">
                  <a:moveTo>
                    <a:pt x="372638" y="119621"/>
                  </a:moveTo>
                  <a:lnTo>
                    <a:pt x="323644" y="119621"/>
                  </a:lnTo>
                  <a:lnTo>
                    <a:pt x="331050" y="127026"/>
                  </a:lnTo>
                  <a:lnTo>
                    <a:pt x="331050" y="146393"/>
                  </a:lnTo>
                  <a:lnTo>
                    <a:pt x="323644" y="153798"/>
                  </a:lnTo>
                  <a:lnTo>
                    <a:pt x="372638" y="153798"/>
                  </a:lnTo>
                  <a:lnTo>
                    <a:pt x="365232" y="146393"/>
                  </a:lnTo>
                  <a:lnTo>
                    <a:pt x="365232" y="127026"/>
                  </a:lnTo>
                  <a:lnTo>
                    <a:pt x="372638" y="119621"/>
                  </a:lnTo>
                  <a:close/>
                </a:path>
                <a:path w="480059" h="319404">
                  <a:moveTo>
                    <a:pt x="370929" y="0"/>
                  </a:moveTo>
                  <a:lnTo>
                    <a:pt x="335875" y="5340"/>
                  </a:lnTo>
                  <a:lnTo>
                    <a:pt x="316950" y="17088"/>
                  </a:lnTo>
                  <a:lnTo>
                    <a:pt x="292257" y="28837"/>
                  </a:lnTo>
                  <a:lnTo>
                    <a:pt x="239899" y="34177"/>
                  </a:lnTo>
                  <a:lnTo>
                    <a:pt x="415254" y="34177"/>
                  </a:lnTo>
                  <a:lnTo>
                    <a:pt x="414677" y="33174"/>
                  </a:lnTo>
                  <a:lnTo>
                    <a:pt x="392837" y="8931"/>
                  </a:lnTo>
                  <a:lnTo>
                    <a:pt x="37092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98691" y="4055364"/>
              <a:ext cx="1560575" cy="1560576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6274053" y="5636767"/>
            <a:ext cx="1527175" cy="500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algn="ctr">
              <a:lnSpc>
                <a:spcPct val="91400"/>
              </a:lnSpc>
              <a:spcBef>
                <a:spcPts val="215"/>
              </a:spcBef>
            </a:pPr>
            <a:r>
              <a:rPr sz="1100" b="1" spc="10" dirty="0">
                <a:latin typeface="Trebuchet MS"/>
                <a:cs typeface="Trebuchet MS"/>
              </a:rPr>
              <a:t>GAMING</a:t>
            </a:r>
            <a:r>
              <a:rPr sz="1100" spc="10" dirty="0">
                <a:latin typeface="Trebuchet MS"/>
                <a:cs typeface="Trebuchet MS"/>
              </a:rPr>
              <a:t>:</a:t>
            </a:r>
            <a:r>
              <a:rPr sz="1100" spc="-25" dirty="0">
                <a:latin typeface="Trebuchet MS"/>
                <a:cs typeface="Trebuchet MS"/>
              </a:rPr>
              <a:t> </a:t>
            </a:r>
            <a:r>
              <a:rPr sz="1100" spc="10" dirty="0">
                <a:latin typeface="Trebuchet MS"/>
                <a:cs typeface="Trebuchet MS"/>
              </a:rPr>
              <a:t>CHARACTER</a:t>
            </a:r>
            <a:r>
              <a:rPr sz="1100" spc="-50" dirty="0">
                <a:latin typeface="Trebuchet MS"/>
                <a:cs typeface="Trebuchet MS"/>
              </a:rPr>
              <a:t> C </a:t>
            </a:r>
            <a:r>
              <a:rPr sz="1100" spc="-10" dirty="0">
                <a:latin typeface="Trebuchet MS"/>
                <a:cs typeface="Trebuchet MS"/>
              </a:rPr>
              <a:t>ENVIRONMENT CONCEPTS.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5" name="object 4">
            <a:extLst>
              <a:ext uri="{FF2B5EF4-FFF2-40B4-BE49-F238E27FC236}">
                <a16:creationId xmlns:a16="http://schemas.microsoft.com/office/drawing/2014/main" id="{1A2D17E0-536D-499B-35A4-702BADCCB08D}"/>
              </a:ext>
            </a:extLst>
          </p:cNvPr>
          <p:cNvSpPr txBox="1"/>
          <p:nvPr/>
        </p:nvSpPr>
        <p:spPr>
          <a:xfrm>
            <a:off x="6766794" y="80325"/>
            <a:ext cx="5476851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DALL-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28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sz="28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28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2800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image </a:t>
            </a:r>
            <a:r>
              <a:rPr sz="2800" spc="-90" dirty="0">
                <a:solidFill>
                  <a:srgbClr val="FFFFFF"/>
                </a:solidFill>
                <a:latin typeface="Trebuchet MS"/>
                <a:cs typeface="Trebuchet MS"/>
              </a:rPr>
              <a:t>generation</a:t>
            </a:r>
            <a:r>
              <a:rPr sz="28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Trebuchet MS"/>
                <a:cs typeface="Trebuchet MS"/>
              </a:rPr>
              <a:t>model</a:t>
            </a:r>
            <a:r>
              <a:rPr sz="28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Trebuchet MS"/>
                <a:cs typeface="Trebuchet MS"/>
              </a:rPr>
              <a:t>that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allows</a:t>
            </a:r>
            <a:r>
              <a:rPr sz="2800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sz="2800" spc="-2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2800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generate images</a:t>
            </a:r>
            <a:r>
              <a:rPr sz="2800" spc="-2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9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2800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FFFFFF"/>
                </a:solidFill>
                <a:latin typeface="Trebuchet MS"/>
                <a:cs typeface="Trebuchet MS"/>
              </a:rPr>
              <a:t>text</a:t>
            </a:r>
            <a:r>
              <a:rPr sz="2800" spc="-2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prompts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500" rIns="0" bIns="0" rtlCol="0">
            <a:spAutoFit/>
          </a:bodyPr>
          <a:lstStyle/>
          <a:p>
            <a:pPr marL="4982845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solidFill>
                  <a:srgbClr val="000000"/>
                </a:solidFill>
              </a:rPr>
              <a:t>Whisper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190500" y="1210068"/>
            <a:ext cx="12001500" cy="5109845"/>
            <a:chOff x="190500" y="1210068"/>
            <a:chExt cx="12001500" cy="51098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1889734"/>
              <a:ext cx="4964430" cy="37955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607" y="1991867"/>
              <a:ext cx="4724400" cy="35554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97196" y="1210068"/>
              <a:ext cx="7194804" cy="51095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12182" y="1263268"/>
              <a:ext cx="7179817" cy="501275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199123" y="2739389"/>
            <a:ext cx="12223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Segoe UI Semibold"/>
                <a:cs typeface="Segoe UI Semibold"/>
              </a:rPr>
              <a:t>Transcribe</a:t>
            </a:r>
            <a:endParaRPr sz="20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99123" y="4456633"/>
            <a:ext cx="10788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Segoe UI Semibold"/>
                <a:cs typeface="Segoe UI Semibold"/>
              </a:rPr>
              <a:t>Translate</a:t>
            </a:r>
            <a:endParaRPr sz="2000">
              <a:latin typeface="Segoe UI Semibold"/>
              <a:cs typeface="Segoe UI Semibold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5498" y="2544317"/>
            <a:ext cx="11054080" cy="2453005"/>
            <a:chOff x="555498" y="2544317"/>
            <a:chExt cx="11054080" cy="245300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53482" y="2544317"/>
              <a:ext cx="741679" cy="7366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14900" y="2744723"/>
              <a:ext cx="487972" cy="3691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7007" y="2846704"/>
              <a:ext cx="248412" cy="1286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53482" y="4261611"/>
              <a:ext cx="741679" cy="73533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14900" y="4462272"/>
              <a:ext cx="487972" cy="36918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17007" y="4564252"/>
              <a:ext cx="248412" cy="12865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55498" y="2775965"/>
              <a:ext cx="398145" cy="0"/>
            </a:xfrm>
            <a:custGeom>
              <a:avLst/>
              <a:gdLst/>
              <a:ahLst/>
              <a:cxnLst/>
              <a:rect l="l" t="t" r="r" b="b"/>
              <a:pathLst>
                <a:path w="398144">
                  <a:moveTo>
                    <a:pt x="0" y="0"/>
                  </a:moveTo>
                  <a:lnTo>
                    <a:pt x="398017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46776" y="4445507"/>
              <a:ext cx="353568" cy="3657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02199" y="2749041"/>
              <a:ext cx="442595" cy="32524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11824" y="3770375"/>
              <a:ext cx="5397500" cy="0"/>
            </a:xfrm>
            <a:custGeom>
              <a:avLst/>
              <a:gdLst/>
              <a:ahLst/>
              <a:cxnLst/>
              <a:rect l="l" t="t" r="r" b="b"/>
              <a:pathLst>
                <a:path w="5397500">
                  <a:moveTo>
                    <a:pt x="0" y="0"/>
                  </a:moveTo>
                  <a:lnTo>
                    <a:pt x="5397246" y="0"/>
                  </a:lnTo>
                </a:path>
              </a:pathLst>
            </a:custGeom>
            <a:ln w="6350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71601" y="3019424"/>
            <a:ext cx="318960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Segoe UI Semibold"/>
                <a:cs typeface="Segoe UI Semibold"/>
              </a:rPr>
              <a:t>The</a:t>
            </a:r>
            <a:r>
              <a:rPr sz="2800" spc="-55" dirty="0">
                <a:latin typeface="Segoe UI Semibold"/>
                <a:cs typeface="Segoe UI Semibold"/>
              </a:rPr>
              <a:t> </a:t>
            </a:r>
            <a:r>
              <a:rPr sz="2800" dirty="0">
                <a:latin typeface="Segoe UI Semibold"/>
                <a:cs typeface="Segoe UI Semibold"/>
              </a:rPr>
              <a:t>next</a:t>
            </a:r>
            <a:r>
              <a:rPr sz="2800" spc="-50" dirty="0">
                <a:latin typeface="Segoe UI Semibold"/>
                <a:cs typeface="Segoe UI Semibold"/>
              </a:rPr>
              <a:t> </a:t>
            </a:r>
            <a:r>
              <a:rPr sz="2800" spc="-20" dirty="0">
                <a:latin typeface="Segoe UI Semibold"/>
                <a:cs typeface="Segoe UI Semibold"/>
              </a:rPr>
              <a:t>level</a:t>
            </a:r>
            <a:endParaRPr sz="2800">
              <a:latin typeface="Segoe UI Semibold"/>
              <a:cs typeface="Segoe UI Semibold"/>
            </a:endParaRPr>
          </a:p>
          <a:p>
            <a:pPr marL="12700" marR="5080">
              <a:lnSpc>
                <a:spcPct val="100000"/>
              </a:lnSpc>
            </a:pPr>
            <a:r>
              <a:rPr sz="2800" dirty="0">
                <a:latin typeface="Segoe UI Semibold"/>
                <a:cs typeface="Segoe UI Semibold"/>
              </a:rPr>
              <a:t>in</a:t>
            </a:r>
            <a:r>
              <a:rPr sz="2800" spc="-95" dirty="0">
                <a:latin typeface="Segoe UI Semibold"/>
                <a:cs typeface="Segoe UI Semibold"/>
              </a:rPr>
              <a:t> </a:t>
            </a:r>
            <a:r>
              <a:rPr sz="2800" dirty="0">
                <a:latin typeface="Segoe UI Semibold"/>
                <a:cs typeface="Segoe UI Semibold"/>
              </a:rPr>
              <a:t>transcription</a:t>
            </a:r>
            <a:r>
              <a:rPr sz="2800" spc="-60" dirty="0">
                <a:latin typeface="Segoe UI Semibold"/>
                <a:cs typeface="Segoe UI Semibold"/>
              </a:rPr>
              <a:t> </a:t>
            </a:r>
            <a:r>
              <a:rPr sz="2800" spc="-25" dirty="0">
                <a:latin typeface="Segoe UI Semibold"/>
                <a:cs typeface="Segoe UI Semibold"/>
              </a:rPr>
              <a:t>and </a:t>
            </a:r>
            <a:r>
              <a:rPr sz="2800" spc="-10" dirty="0">
                <a:latin typeface="Segoe UI Semibold"/>
                <a:cs typeface="Segoe UI Semibold"/>
              </a:rPr>
              <a:t>translation</a:t>
            </a:r>
            <a:endParaRPr sz="280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9231" y="1836420"/>
              <a:ext cx="4987035" cy="195440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3173" y="1915541"/>
              <a:ext cx="4726305" cy="16309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95247" y="4397120"/>
            <a:ext cx="779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emibold"/>
                <a:cs typeface="Segoe UI Semibold"/>
              </a:rPr>
              <a:t>App</a:t>
            </a:r>
            <a:r>
              <a:rPr sz="1800" spc="-25" dirty="0">
                <a:latin typeface="Segoe UI Semibold"/>
                <a:cs typeface="Segoe UI Semibold"/>
              </a:rPr>
              <a:t> or </a:t>
            </a:r>
            <a:r>
              <a:rPr sz="1800" spc="-10" dirty="0">
                <a:latin typeface="Segoe UI Semibold"/>
                <a:cs typeface="Segoe UI Semibold"/>
              </a:rPr>
              <a:t>Copilot</a:t>
            </a:r>
            <a:endParaRPr sz="1800">
              <a:latin typeface="Segoe UI Semibold"/>
              <a:cs typeface="Segoe UI Semibold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95400" y="3404615"/>
            <a:ext cx="2107565" cy="641985"/>
            <a:chOff x="1295400" y="3404615"/>
            <a:chExt cx="2107565" cy="64198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5400" y="3404615"/>
              <a:ext cx="379475" cy="6416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50847" y="3954779"/>
              <a:ext cx="71755" cy="41275"/>
            </a:xfrm>
            <a:custGeom>
              <a:avLst/>
              <a:gdLst/>
              <a:ahLst/>
              <a:cxnLst/>
              <a:rect l="l" t="t" r="r" b="b"/>
              <a:pathLst>
                <a:path w="71755" h="41275">
                  <a:moveTo>
                    <a:pt x="71628" y="0"/>
                  </a:moveTo>
                  <a:lnTo>
                    <a:pt x="0" y="0"/>
                  </a:lnTo>
                  <a:lnTo>
                    <a:pt x="0" y="41148"/>
                  </a:lnTo>
                  <a:lnTo>
                    <a:pt x="71628" y="41148"/>
                  </a:lnTo>
                  <a:lnTo>
                    <a:pt x="71628" y="0"/>
                  </a:lnTo>
                  <a:close/>
                </a:path>
              </a:pathLst>
            </a:custGeom>
            <a:solidFill>
              <a:srgbClr val="4FE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5400" y="3404615"/>
              <a:ext cx="379475" cy="50292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4644" y="3633165"/>
              <a:ext cx="1298067" cy="29380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24277" y="3671315"/>
              <a:ext cx="1090295" cy="117475"/>
            </a:xfrm>
            <a:custGeom>
              <a:avLst/>
              <a:gdLst/>
              <a:ahLst/>
              <a:cxnLst/>
              <a:rect l="l" t="t" r="r" b="b"/>
              <a:pathLst>
                <a:path w="1090295" h="117475">
                  <a:moveTo>
                    <a:pt x="67056" y="0"/>
                  </a:moveTo>
                  <a:lnTo>
                    <a:pt x="6604" y="52898"/>
                  </a:lnTo>
                  <a:lnTo>
                    <a:pt x="6604" y="64449"/>
                  </a:lnTo>
                  <a:lnTo>
                    <a:pt x="67056" y="117347"/>
                  </a:lnTo>
                  <a:lnTo>
                    <a:pt x="75057" y="116712"/>
                  </a:lnTo>
                  <a:lnTo>
                    <a:pt x="84328" y="106171"/>
                  </a:lnTo>
                  <a:lnTo>
                    <a:pt x="83693" y="98170"/>
                  </a:lnTo>
                  <a:lnTo>
                    <a:pt x="49450" y="68198"/>
                  </a:lnTo>
                  <a:lnTo>
                    <a:pt x="27686" y="68198"/>
                  </a:lnTo>
                  <a:lnTo>
                    <a:pt x="27686" y="49148"/>
                  </a:lnTo>
                  <a:lnTo>
                    <a:pt x="49450" y="49148"/>
                  </a:lnTo>
                  <a:lnTo>
                    <a:pt x="83693" y="19176"/>
                  </a:lnTo>
                  <a:lnTo>
                    <a:pt x="84328" y="11175"/>
                  </a:lnTo>
                  <a:lnTo>
                    <a:pt x="75057" y="634"/>
                  </a:lnTo>
                  <a:lnTo>
                    <a:pt x="67056" y="0"/>
                  </a:lnTo>
                  <a:close/>
                </a:path>
                <a:path w="1090295" h="117475">
                  <a:moveTo>
                    <a:pt x="6604" y="64449"/>
                  </a:moveTo>
                  <a:lnTo>
                    <a:pt x="6604" y="65658"/>
                  </a:lnTo>
                  <a:lnTo>
                    <a:pt x="12319" y="71373"/>
                  </a:lnTo>
                  <a:lnTo>
                    <a:pt x="14522" y="71373"/>
                  </a:lnTo>
                  <a:lnTo>
                    <a:pt x="6604" y="64449"/>
                  </a:lnTo>
                  <a:close/>
                </a:path>
                <a:path w="1090295" h="117475">
                  <a:moveTo>
                    <a:pt x="1084452" y="45973"/>
                  </a:moveTo>
                  <a:lnTo>
                    <a:pt x="53077" y="45973"/>
                  </a:lnTo>
                  <a:lnTo>
                    <a:pt x="38568" y="58673"/>
                  </a:lnTo>
                  <a:lnTo>
                    <a:pt x="53077" y="71373"/>
                  </a:lnTo>
                  <a:lnTo>
                    <a:pt x="1084452" y="71373"/>
                  </a:lnTo>
                  <a:lnTo>
                    <a:pt x="1090041" y="65658"/>
                  </a:lnTo>
                  <a:lnTo>
                    <a:pt x="1090041" y="51688"/>
                  </a:lnTo>
                  <a:lnTo>
                    <a:pt x="1084452" y="45973"/>
                  </a:lnTo>
                  <a:close/>
                </a:path>
                <a:path w="1090295" h="117475">
                  <a:moveTo>
                    <a:pt x="27686" y="49148"/>
                  </a:moveTo>
                  <a:lnTo>
                    <a:pt x="27686" y="68198"/>
                  </a:lnTo>
                  <a:lnTo>
                    <a:pt x="38568" y="58673"/>
                  </a:lnTo>
                  <a:lnTo>
                    <a:pt x="27686" y="49148"/>
                  </a:lnTo>
                  <a:close/>
                </a:path>
                <a:path w="1090295" h="117475">
                  <a:moveTo>
                    <a:pt x="38568" y="58673"/>
                  </a:moveTo>
                  <a:lnTo>
                    <a:pt x="27686" y="68198"/>
                  </a:lnTo>
                  <a:lnTo>
                    <a:pt x="49450" y="68198"/>
                  </a:lnTo>
                  <a:lnTo>
                    <a:pt x="38568" y="58673"/>
                  </a:lnTo>
                  <a:close/>
                </a:path>
                <a:path w="1090295" h="117475">
                  <a:moveTo>
                    <a:pt x="6604" y="52898"/>
                  </a:moveTo>
                  <a:lnTo>
                    <a:pt x="0" y="58673"/>
                  </a:lnTo>
                  <a:lnTo>
                    <a:pt x="6604" y="64449"/>
                  </a:lnTo>
                  <a:lnTo>
                    <a:pt x="6604" y="52898"/>
                  </a:lnTo>
                  <a:close/>
                </a:path>
                <a:path w="1090295" h="117475">
                  <a:moveTo>
                    <a:pt x="49450" y="49148"/>
                  </a:moveTo>
                  <a:lnTo>
                    <a:pt x="27686" y="49148"/>
                  </a:lnTo>
                  <a:lnTo>
                    <a:pt x="38568" y="58673"/>
                  </a:lnTo>
                  <a:lnTo>
                    <a:pt x="49450" y="49148"/>
                  </a:lnTo>
                  <a:close/>
                </a:path>
                <a:path w="1090295" h="117475">
                  <a:moveTo>
                    <a:pt x="14522" y="45973"/>
                  </a:moveTo>
                  <a:lnTo>
                    <a:pt x="12319" y="45973"/>
                  </a:lnTo>
                  <a:lnTo>
                    <a:pt x="6604" y="51688"/>
                  </a:lnTo>
                  <a:lnTo>
                    <a:pt x="6604" y="52898"/>
                  </a:lnTo>
                  <a:lnTo>
                    <a:pt x="14522" y="45973"/>
                  </a:lnTo>
                  <a:close/>
                </a:path>
              </a:pathLst>
            </a:custGeom>
            <a:solidFill>
              <a:srgbClr val="0078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353182" y="3391661"/>
            <a:ext cx="8597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egoe UI Semibold"/>
                <a:cs typeface="Segoe UI Semibold"/>
              </a:rPr>
              <a:t>API</a:t>
            </a:r>
            <a:r>
              <a:rPr sz="1400" spc="-20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&amp; </a:t>
            </a:r>
            <a:r>
              <a:rPr sz="1400" spc="-25" dirty="0">
                <a:latin typeface="Segoe UI Semibold"/>
                <a:cs typeface="Segoe UI Semibold"/>
              </a:rPr>
              <a:t>SDK</a:t>
            </a:r>
            <a:endParaRPr sz="1400">
              <a:latin typeface="Segoe UI Semibold"/>
              <a:cs typeface="Segoe UI Semibold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49623" y="2593835"/>
            <a:ext cx="7980680" cy="3242310"/>
            <a:chOff x="3849623" y="2593835"/>
            <a:chExt cx="7980680" cy="324231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49623" y="3305555"/>
              <a:ext cx="740663" cy="7406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3999" y="3701783"/>
              <a:ext cx="261581" cy="26010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380481" y="3725417"/>
              <a:ext cx="114300" cy="113664"/>
            </a:xfrm>
            <a:custGeom>
              <a:avLst/>
              <a:gdLst/>
              <a:ahLst/>
              <a:cxnLst/>
              <a:rect l="l" t="t" r="r" b="b"/>
              <a:pathLst>
                <a:path w="114300" h="113664">
                  <a:moveTo>
                    <a:pt x="114300" y="113537"/>
                  </a:moveTo>
                  <a:lnTo>
                    <a:pt x="105316" y="69330"/>
                  </a:lnTo>
                  <a:lnTo>
                    <a:pt x="80819" y="33242"/>
                  </a:lnTo>
                  <a:lnTo>
                    <a:pt x="44487" y="8917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078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35523" y="3589007"/>
              <a:ext cx="261581" cy="26010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382005" y="3611880"/>
              <a:ext cx="114300" cy="113664"/>
            </a:xfrm>
            <a:custGeom>
              <a:avLst/>
              <a:gdLst/>
              <a:ahLst/>
              <a:cxnLst/>
              <a:rect l="l" t="t" r="r" b="b"/>
              <a:pathLst>
                <a:path w="114300" h="113664">
                  <a:moveTo>
                    <a:pt x="114300" y="0"/>
                  </a:moveTo>
                  <a:lnTo>
                    <a:pt x="105316" y="44207"/>
                  </a:lnTo>
                  <a:lnTo>
                    <a:pt x="80819" y="80295"/>
                  </a:lnTo>
                  <a:lnTo>
                    <a:pt x="44487" y="104620"/>
                  </a:lnTo>
                  <a:lnTo>
                    <a:pt x="0" y="113538"/>
                  </a:lnTo>
                </a:path>
              </a:pathLst>
            </a:custGeom>
            <a:ln w="25400">
              <a:solidFill>
                <a:srgbClr val="0078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48299" y="4689386"/>
              <a:ext cx="260108" cy="26158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48299" y="3816108"/>
              <a:ext cx="172720" cy="102386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494781" y="3839717"/>
              <a:ext cx="0" cy="873760"/>
            </a:xfrm>
            <a:custGeom>
              <a:avLst/>
              <a:gdLst/>
              <a:ahLst/>
              <a:cxnLst/>
              <a:rect l="l" t="t" r="r" b="b"/>
              <a:pathLst>
                <a:path h="873760">
                  <a:moveTo>
                    <a:pt x="0" y="0"/>
                  </a:moveTo>
                  <a:lnTo>
                    <a:pt x="0" y="873759"/>
                  </a:lnTo>
                </a:path>
              </a:pathLst>
            </a:custGeom>
            <a:ln w="25400">
              <a:solidFill>
                <a:srgbClr val="0078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62600" y="4803686"/>
              <a:ext cx="1311782" cy="14715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609081" y="4827269"/>
              <a:ext cx="1164590" cy="0"/>
            </a:xfrm>
            <a:custGeom>
              <a:avLst/>
              <a:gdLst/>
              <a:ahLst/>
              <a:cxnLst/>
              <a:rect l="l" t="t" r="r" b="b"/>
              <a:pathLst>
                <a:path w="1164590">
                  <a:moveTo>
                    <a:pt x="0" y="0"/>
                  </a:moveTo>
                  <a:lnTo>
                    <a:pt x="1164463" y="0"/>
                  </a:lnTo>
                </a:path>
              </a:pathLst>
            </a:custGeom>
            <a:ln w="25400">
              <a:solidFill>
                <a:srgbClr val="0078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12791" y="3628593"/>
              <a:ext cx="668756" cy="29380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932425" y="3666744"/>
              <a:ext cx="461645" cy="117475"/>
            </a:xfrm>
            <a:custGeom>
              <a:avLst/>
              <a:gdLst/>
              <a:ahLst/>
              <a:cxnLst/>
              <a:rect l="l" t="t" r="r" b="b"/>
              <a:pathLst>
                <a:path w="461645" h="117475">
                  <a:moveTo>
                    <a:pt x="67056" y="0"/>
                  </a:moveTo>
                  <a:lnTo>
                    <a:pt x="6603" y="52898"/>
                  </a:lnTo>
                  <a:lnTo>
                    <a:pt x="6603" y="64449"/>
                  </a:lnTo>
                  <a:lnTo>
                    <a:pt x="67056" y="117347"/>
                  </a:lnTo>
                  <a:lnTo>
                    <a:pt x="75057" y="116712"/>
                  </a:lnTo>
                  <a:lnTo>
                    <a:pt x="84327" y="106171"/>
                  </a:lnTo>
                  <a:lnTo>
                    <a:pt x="83693" y="98170"/>
                  </a:lnTo>
                  <a:lnTo>
                    <a:pt x="49450" y="68198"/>
                  </a:lnTo>
                  <a:lnTo>
                    <a:pt x="27686" y="68198"/>
                  </a:lnTo>
                  <a:lnTo>
                    <a:pt x="27686" y="49148"/>
                  </a:lnTo>
                  <a:lnTo>
                    <a:pt x="49450" y="49148"/>
                  </a:lnTo>
                  <a:lnTo>
                    <a:pt x="83693" y="19176"/>
                  </a:lnTo>
                  <a:lnTo>
                    <a:pt x="84327" y="11175"/>
                  </a:lnTo>
                  <a:lnTo>
                    <a:pt x="75057" y="634"/>
                  </a:lnTo>
                  <a:lnTo>
                    <a:pt x="67056" y="0"/>
                  </a:lnTo>
                  <a:close/>
                </a:path>
                <a:path w="461645" h="117475">
                  <a:moveTo>
                    <a:pt x="6603" y="64449"/>
                  </a:moveTo>
                  <a:lnTo>
                    <a:pt x="6603" y="65658"/>
                  </a:lnTo>
                  <a:lnTo>
                    <a:pt x="12319" y="71373"/>
                  </a:lnTo>
                  <a:lnTo>
                    <a:pt x="14522" y="71373"/>
                  </a:lnTo>
                  <a:lnTo>
                    <a:pt x="6603" y="64449"/>
                  </a:lnTo>
                  <a:close/>
                </a:path>
                <a:path w="461645" h="117475">
                  <a:moveTo>
                    <a:pt x="455929" y="45973"/>
                  </a:moveTo>
                  <a:lnTo>
                    <a:pt x="53077" y="45973"/>
                  </a:lnTo>
                  <a:lnTo>
                    <a:pt x="38568" y="58673"/>
                  </a:lnTo>
                  <a:lnTo>
                    <a:pt x="53077" y="71373"/>
                  </a:lnTo>
                  <a:lnTo>
                    <a:pt x="455929" y="71373"/>
                  </a:lnTo>
                  <a:lnTo>
                    <a:pt x="461645" y="65658"/>
                  </a:lnTo>
                  <a:lnTo>
                    <a:pt x="461645" y="51688"/>
                  </a:lnTo>
                  <a:lnTo>
                    <a:pt x="455929" y="45973"/>
                  </a:lnTo>
                  <a:close/>
                </a:path>
                <a:path w="461645" h="117475">
                  <a:moveTo>
                    <a:pt x="27686" y="49148"/>
                  </a:moveTo>
                  <a:lnTo>
                    <a:pt x="27686" y="68198"/>
                  </a:lnTo>
                  <a:lnTo>
                    <a:pt x="38568" y="58673"/>
                  </a:lnTo>
                  <a:lnTo>
                    <a:pt x="27686" y="49148"/>
                  </a:lnTo>
                  <a:close/>
                </a:path>
                <a:path w="461645" h="117475">
                  <a:moveTo>
                    <a:pt x="38568" y="58673"/>
                  </a:moveTo>
                  <a:lnTo>
                    <a:pt x="27686" y="68198"/>
                  </a:lnTo>
                  <a:lnTo>
                    <a:pt x="49450" y="68198"/>
                  </a:lnTo>
                  <a:lnTo>
                    <a:pt x="38568" y="58673"/>
                  </a:lnTo>
                  <a:close/>
                </a:path>
                <a:path w="461645" h="117475">
                  <a:moveTo>
                    <a:pt x="6603" y="52898"/>
                  </a:moveTo>
                  <a:lnTo>
                    <a:pt x="0" y="58673"/>
                  </a:lnTo>
                  <a:lnTo>
                    <a:pt x="6603" y="64449"/>
                  </a:lnTo>
                  <a:lnTo>
                    <a:pt x="6603" y="52898"/>
                  </a:lnTo>
                  <a:close/>
                </a:path>
                <a:path w="461645" h="117475">
                  <a:moveTo>
                    <a:pt x="49450" y="49148"/>
                  </a:moveTo>
                  <a:lnTo>
                    <a:pt x="27686" y="49148"/>
                  </a:lnTo>
                  <a:lnTo>
                    <a:pt x="38568" y="58673"/>
                  </a:lnTo>
                  <a:lnTo>
                    <a:pt x="49450" y="49148"/>
                  </a:lnTo>
                  <a:close/>
                </a:path>
                <a:path w="461645" h="117475">
                  <a:moveTo>
                    <a:pt x="14522" y="45973"/>
                  </a:moveTo>
                  <a:lnTo>
                    <a:pt x="12319" y="45973"/>
                  </a:lnTo>
                  <a:lnTo>
                    <a:pt x="6603" y="51688"/>
                  </a:lnTo>
                  <a:lnTo>
                    <a:pt x="6603" y="52898"/>
                  </a:lnTo>
                  <a:lnTo>
                    <a:pt x="14522" y="45973"/>
                  </a:lnTo>
                  <a:close/>
                </a:path>
              </a:pathLst>
            </a:custGeom>
            <a:solidFill>
              <a:srgbClr val="0078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49823" y="2593835"/>
              <a:ext cx="260108" cy="26010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96305" y="2617469"/>
              <a:ext cx="113664" cy="113664"/>
            </a:xfrm>
            <a:custGeom>
              <a:avLst/>
              <a:gdLst/>
              <a:ahLst/>
              <a:cxnLst/>
              <a:rect l="l" t="t" r="r" b="b"/>
              <a:pathLst>
                <a:path w="113664" h="113664">
                  <a:moveTo>
                    <a:pt x="0" y="113537"/>
                  </a:moveTo>
                  <a:lnTo>
                    <a:pt x="8917" y="69330"/>
                  </a:lnTo>
                  <a:lnTo>
                    <a:pt x="33242" y="33242"/>
                  </a:lnTo>
                  <a:lnTo>
                    <a:pt x="69330" y="8917"/>
                  </a:lnTo>
                  <a:lnTo>
                    <a:pt x="113538" y="0"/>
                  </a:lnTo>
                </a:path>
              </a:pathLst>
            </a:custGeom>
            <a:ln w="25399">
              <a:solidFill>
                <a:srgbClr val="0078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49823" y="2708160"/>
              <a:ext cx="147154" cy="102068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496305" y="2731769"/>
              <a:ext cx="0" cy="873760"/>
            </a:xfrm>
            <a:custGeom>
              <a:avLst/>
              <a:gdLst/>
              <a:ahLst/>
              <a:cxnLst/>
              <a:rect l="l" t="t" r="r" b="b"/>
              <a:pathLst>
                <a:path h="873760">
                  <a:moveTo>
                    <a:pt x="0" y="873759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78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62600" y="2593886"/>
              <a:ext cx="1311782" cy="14715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609081" y="2617469"/>
              <a:ext cx="1164590" cy="0"/>
            </a:xfrm>
            <a:custGeom>
              <a:avLst/>
              <a:gdLst/>
              <a:ahLst/>
              <a:cxnLst/>
              <a:rect l="l" t="t" r="r" b="b"/>
              <a:pathLst>
                <a:path w="1164590">
                  <a:moveTo>
                    <a:pt x="0" y="0"/>
                  </a:moveTo>
                  <a:lnTo>
                    <a:pt x="1164463" y="0"/>
                  </a:lnTo>
                </a:path>
              </a:pathLst>
            </a:custGeom>
            <a:ln w="25400">
              <a:solidFill>
                <a:srgbClr val="0078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1235" y="3880078"/>
              <a:ext cx="4988560" cy="195592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885191" y="3959225"/>
              <a:ext cx="4727815" cy="1632521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3141726" y="4397120"/>
            <a:ext cx="2156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29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emibold"/>
                <a:cs typeface="Segoe UI Semibold"/>
              </a:rPr>
              <a:t>Azure</a:t>
            </a:r>
            <a:r>
              <a:rPr sz="1800" spc="-60" dirty="0">
                <a:latin typeface="Segoe UI Semibold"/>
                <a:cs typeface="Segoe UI Semibold"/>
              </a:rPr>
              <a:t> </a:t>
            </a:r>
            <a:r>
              <a:rPr sz="1800" spc="-10" dirty="0">
                <a:latin typeface="Segoe UI Semibold"/>
                <a:cs typeface="Segoe UI Semibold"/>
              </a:rPr>
              <a:t>OpenAI </a:t>
            </a:r>
            <a:r>
              <a:rPr sz="1800" dirty="0">
                <a:latin typeface="Segoe UI Semibold"/>
                <a:cs typeface="Segoe UI Semibold"/>
              </a:rPr>
              <a:t>Service</a:t>
            </a:r>
            <a:r>
              <a:rPr sz="1800" spc="-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on</a:t>
            </a:r>
            <a:r>
              <a:rPr sz="1800" spc="-5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your</a:t>
            </a:r>
            <a:r>
              <a:rPr sz="1800" spc="-25" dirty="0">
                <a:latin typeface="Segoe UI Semibold"/>
                <a:cs typeface="Segoe UI Semibold"/>
              </a:rPr>
              <a:t> </a:t>
            </a:r>
            <a:r>
              <a:rPr sz="1800" spc="-20" dirty="0">
                <a:latin typeface="Segoe UI Semibold"/>
                <a:cs typeface="Segoe UI Semibold"/>
              </a:rPr>
              <a:t>data</a:t>
            </a:r>
            <a:endParaRPr sz="1800">
              <a:latin typeface="Segoe UI Semibold"/>
              <a:cs typeface="Segoe UI Semibold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383906" y="2787777"/>
            <a:ext cx="3738879" cy="72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emibold"/>
                <a:cs typeface="Segoe UI Semibold"/>
              </a:rPr>
              <a:t>Data</a:t>
            </a:r>
            <a:r>
              <a:rPr sz="1800" spc="-25" dirty="0">
                <a:latin typeface="Segoe UI Semibold"/>
                <a:cs typeface="Segoe UI Semibold"/>
              </a:rPr>
              <a:t> </a:t>
            </a:r>
            <a:r>
              <a:rPr sz="1800" spc="-10" dirty="0">
                <a:latin typeface="Segoe UI Semibold"/>
                <a:cs typeface="Segoe UI Semibold"/>
              </a:rPr>
              <a:t>Sources</a:t>
            </a:r>
            <a:endParaRPr sz="1800">
              <a:latin typeface="Segoe UI Semibold"/>
              <a:cs typeface="Segoe UI Semibold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latin typeface="Segoe UI Semibold"/>
                <a:cs typeface="Segoe UI Semibold"/>
              </a:rPr>
              <a:t>(Azure</a:t>
            </a:r>
            <a:r>
              <a:rPr sz="1400" spc="-45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AI</a:t>
            </a:r>
            <a:r>
              <a:rPr sz="1400" spc="-30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Search,</a:t>
            </a:r>
            <a:r>
              <a:rPr sz="1400" spc="-45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local</a:t>
            </a:r>
            <a:r>
              <a:rPr sz="1400" spc="-45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files,</a:t>
            </a:r>
            <a:r>
              <a:rPr sz="1400" spc="-30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URLs,</a:t>
            </a:r>
            <a:r>
              <a:rPr sz="1400" spc="-20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Cosmos</a:t>
            </a:r>
            <a:r>
              <a:rPr sz="1400" spc="-45" dirty="0">
                <a:latin typeface="Segoe UI Semibold"/>
                <a:cs typeface="Segoe UI Semibold"/>
              </a:rPr>
              <a:t> </a:t>
            </a:r>
            <a:r>
              <a:rPr sz="1400" spc="-25" dirty="0">
                <a:latin typeface="Segoe UI Semibold"/>
                <a:cs typeface="Segoe UI Semibold"/>
              </a:rPr>
              <a:t>DB,</a:t>
            </a:r>
            <a:endParaRPr sz="1400">
              <a:latin typeface="Segoe UI Semibold"/>
              <a:cs typeface="Segoe UI Semibold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Segoe UI Semibold"/>
                <a:cs typeface="Segoe UI Semibold"/>
              </a:rPr>
              <a:t>Azure</a:t>
            </a:r>
            <a:r>
              <a:rPr sz="1400" spc="-55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Blob</a:t>
            </a:r>
            <a:r>
              <a:rPr sz="1400" spc="-60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Storage,</a:t>
            </a:r>
            <a:r>
              <a:rPr sz="1400" spc="-55" dirty="0">
                <a:latin typeface="Segoe UI Semibold"/>
                <a:cs typeface="Segoe UI Semibold"/>
              </a:rPr>
              <a:t> </a:t>
            </a:r>
            <a:r>
              <a:rPr sz="1400" spc="-10" dirty="0">
                <a:latin typeface="Segoe UI Semibold"/>
                <a:cs typeface="Segoe UI Semibold"/>
              </a:rPr>
              <a:t>etc.)</a:t>
            </a:r>
            <a:endParaRPr sz="1400">
              <a:latin typeface="Segoe UI Semibold"/>
              <a:cs typeface="Segoe UI Semibold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504176" y="2209800"/>
            <a:ext cx="3578860" cy="2514600"/>
            <a:chOff x="7504176" y="2209800"/>
            <a:chExt cx="3578860" cy="2514600"/>
          </a:xfrm>
        </p:grpSpPr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456164" y="2252471"/>
              <a:ext cx="469392" cy="46939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093708" y="2252471"/>
              <a:ext cx="361188" cy="43281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9093708" y="2252471"/>
              <a:ext cx="117475" cy="116205"/>
            </a:xfrm>
            <a:custGeom>
              <a:avLst/>
              <a:gdLst/>
              <a:ahLst/>
              <a:cxnLst/>
              <a:rect l="l" t="t" r="r" b="b"/>
              <a:pathLst>
                <a:path w="117475" h="116205">
                  <a:moveTo>
                    <a:pt x="117348" y="0"/>
                  </a:moveTo>
                  <a:lnTo>
                    <a:pt x="0" y="115824"/>
                  </a:lnTo>
                  <a:lnTo>
                    <a:pt x="117348" y="11582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4FE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178290" y="2458974"/>
              <a:ext cx="149860" cy="0"/>
            </a:xfrm>
            <a:custGeom>
              <a:avLst/>
              <a:gdLst/>
              <a:ahLst/>
              <a:cxnLst/>
              <a:rect l="l" t="t" r="r" b="b"/>
              <a:pathLst>
                <a:path w="149859">
                  <a:moveTo>
                    <a:pt x="0" y="0"/>
                  </a:moveTo>
                  <a:lnTo>
                    <a:pt x="149351" y="0"/>
                  </a:lnTo>
                </a:path>
              </a:pathLst>
            </a:custGeom>
            <a:ln w="1746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04176" y="2209800"/>
              <a:ext cx="547116" cy="54559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526268" y="4168139"/>
              <a:ext cx="556259" cy="55626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522610" y="4445498"/>
              <a:ext cx="518159" cy="228600"/>
            </a:xfrm>
            <a:custGeom>
              <a:avLst/>
              <a:gdLst/>
              <a:ahLst/>
              <a:cxnLst/>
              <a:rect l="l" t="t" r="r" b="b"/>
              <a:pathLst>
                <a:path w="518159" h="228600">
                  <a:moveTo>
                    <a:pt x="267318" y="0"/>
                  </a:moveTo>
                  <a:lnTo>
                    <a:pt x="251014" y="2466"/>
                  </a:lnTo>
                  <a:lnTo>
                    <a:pt x="230346" y="9031"/>
                  </a:lnTo>
                  <a:lnTo>
                    <a:pt x="180844" y="22454"/>
                  </a:lnTo>
                  <a:lnTo>
                    <a:pt x="103164" y="40760"/>
                  </a:lnTo>
                  <a:lnTo>
                    <a:pt x="31488" y="56906"/>
                  </a:lnTo>
                  <a:lnTo>
                    <a:pt x="0" y="63853"/>
                  </a:lnTo>
                  <a:lnTo>
                    <a:pt x="0" y="116344"/>
                  </a:lnTo>
                  <a:lnTo>
                    <a:pt x="60971" y="151137"/>
                  </a:lnTo>
                  <a:lnTo>
                    <a:pt x="124117" y="177520"/>
                  </a:lnTo>
                  <a:lnTo>
                    <a:pt x="186633" y="203599"/>
                  </a:lnTo>
                  <a:lnTo>
                    <a:pt x="224788" y="220121"/>
                  </a:lnTo>
                  <a:lnTo>
                    <a:pt x="241823" y="226569"/>
                  </a:lnTo>
                  <a:lnTo>
                    <a:pt x="258123" y="228306"/>
                  </a:lnTo>
                  <a:lnTo>
                    <a:pt x="275623" y="224890"/>
                  </a:lnTo>
                  <a:lnTo>
                    <a:pt x="296261" y="215881"/>
                  </a:lnTo>
                  <a:lnTo>
                    <a:pt x="336687" y="197220"/>
                  </a:lnTo>
                  <a:lnTo>
                    <a:pt x="397969" y="170618"/>
                  </a:lnTo>
                  <a:lnTo>
                    <a:pt x="458714" y="144295"/>
                  </a:lnTo>
                  <a:lnTo>
                    <a:pt x="497527" y="126471"/>
                  </a:lnTo>
                  <a:lnTo>
                    <a:pt x="517813" y="108238"/>
                  </a:lnTo>
                  <a:lnTo>
                    <a:pt x="517812" y="56489"/>
                  </a:lnTo>
                  <a:lnTo>
                    <a:pt x="476370" y="46010"/>
                  </a:lnTo>
                  <a:lnTo>
                    <a:pt x="342352" y="17656"/>
                  </a:lnTo>
                  <a:lnTo>
                    <a:pt x="300715" y="7109"/>
                  </a:lnTo>
                  <a:lnTo>
                    <a:pt x="282728" y="1568"/>
                  </a:lnTo>
                  <a:lnTo>
                    <a:pt x="267318" y="0"/>
                  </a:lnTo>
                  <a:close/>
                </a:path>
              </a:pathLst>
            </a:custGeom>
            <a:solidFill>
              <a:srgbClr val="91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522615" y="4403477"/>
              <a:ext cx="518159" cy="218440"/>
            </a:xfrm>
            <a:custGeom>
              <a:avLst/>
              <a:gdLst/>
              <a:ahLst/>
              <a:cxnLst/>
              <a:rect l="l" t="t" r="r" b="b"/>
              <a:pathLst>
                <a:path w="518159" h="218439">
                  <a:moveTo>
                    <a:pt x="267319" y="0"/>
                  </a:moveTo>
                  <a:lnTo>
                    <a:pt x="187735" y="25175"/>
                  </a:lnTo>
                  <a:lnTo>
                    <a:pt x="123204" y="50243"/>
                  </a:lnTo>
                  <a:lnTo>
                    <a:pt x="59623" y="75136"/>
                  </a:lnTo>
                  <a:lnTo>
                    <a:pt x="19869" y="90754"/>
                  </a:lnTo>
                  <a:lnTo>
                    <a:pt x="0" y="106188"/>
                  </a:lnTo>
                  <a:lnTo>
                    <a:pt x="5395" y="114363"/>
                  </a:lnTo>
                  <a:lnTo>
                    <a:pt x="20927" y="123549"/>
                  </a:lnTo>
                  <a:lnTo>
                    <a:pt x="60969" y="140974"/>
                  </a:lnTo>
                  <a:lnTo>
                    <a:pt x="124114" y="167357"/>
                  </a:lnTo>
                  <a:lnTo>
                    <a:pt x="186629" y="193437"/>
                  </a:lnTo>
                  <a:lnTo>
                    <a:pt x="224783" y="209955"/>
                  </a:lnTo>
                  <a:lnTo>
                    <a:pt x="241818" y="216404"/>
                  </a:lnTo>
                  <a:lnTo>
                    <a:pt x="258118" y="218141"/>
                  </a:lnTo>
                  <a:lnTo>
                    <a:pt x="275618" y="214725"/>
                  </a:lnTo>
                  <a:lnTo>
                    <a:pt x="296256" y="205715"/>
                  </a:lnTo>
                  <a:lnTo>
                    <a:pt x="336672" y="187054"/>
                  </a:lnTo>
                  <a:lnTo>
                    <a:pt x="397951" y="160453"/>
                  </a:lnTo>
                  <a:lnTo>
                    <a:pt x="458699" y="134132"/>
                  </a:lnTo>
                  <a:lnTo>
                    <a:pt x="497522" y="116311"/>
                  </a:lnTo>
                  <a:lnTo>
                    <a:pt x="512909" y="106532"/>
                  </a:lnTo>
                  <a:lnTo>
                    <a:pt x="517807" y="98359"/>
                  </a:lnTo>
                  <a:lnTo>
                    <a:pt x="512477" y="91036"/>
                  </a:lnTo>
                  <a:lnTo>
                    <a:pt x="497177" y="83811"/>
                  </a:lnTo>
                  <a:lnTo>
                    <a:pt x="458955" y="69063"/>
                  </a:lnTo>
                  <a:lnTo>
                    <a:pt x="339116" y="21925"/>
                  </a:lnTo>
                  <a:lnTo>
                    <a:pt x="300710" y="7109"/>
                  </a:lnTo>
                  <a:lnTo>
                    <a:pt x="282725" y="1568"/>
                  </a:lnTo>
                  <a:lnTo>
                    <a:pt x="267319" y="0"/>
                  </a:lnTo>
                  <a:close/>
                </a:path>
              </a:pathLst>
            </a:custGeom>
            <a:solidFill>
              <a:srgbClr val="C52F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22610" y="4360557"/>
              <a:ext cx="518159" cy="228600"/>
            </a:xfrm>
            <a:custGeom>
              <a:avLst/>
              <a:gdLst/>
              <a:ahLst/>
              <a:cxnLst/>
              <a:rect l="l" t="t" r="r" b="b"/>
              <a:pathLst>
                <a:path w="518159" h="228600">
                  <a:moveTo>
                    <a:pt x="267318" y="0"/>
                  </a:moveTo>
                  <a:lnTo>
                    <a:pt x="251014" y="2471"/>
                  </a:lnTo>
                  <a:lnTo>
                    <a:pt x="230346" y="9046"/>
                  </a:lnTo>
                  <a:lnTo>
                    <a:pt x="180844" y="22469"/>
                  </a:lnTo>
                  <a:lnTo>
                    <a:pt x="103164" y="40772"/>
                  </a:lnTo>
                  <a:lnTo>
                    <a:pt x="31488" y="56917"/>
                  </a:lnTo>
                  <a:lnTo>
                    <a:pt x="0" y="63863"/>
                  </a:lnTo>
                  <a:lnTo>
                    <a:pt x="0" y="116359"/>
                  </a:lnTo>
                  <a:lnTo>
                    <a:pt x="60971" y="151141"/>
                  </a:lnTo>
                  <a:lnTo>
                    <a:pt x="124117" y="177527"/>
                  </a:lnTo>
                  <a:lnTo>
                    <a:pt x="186633" y="203608"/>
                  </a:lnTo>
                  <a:lnTo>
                    <a:pt x="224788" y="220127"/>
                  </a:lnTo>
                  <a:lnTo>
                    <a:pt x="241823" y="226575"/>
                  </a:lnTo>
                  <a:lnTo>
                    <a:pt x="258123" y="228313"/>
                  </a:lnTo>
                  <a:lnTo>
                    <a:pt x="275623" y="224899"/>
                  </a:lnTo>
                  <a:lnTo>
                    <a:pt x="296261" y="215893"/>
                  </a:lnTo>
                  <a:lnTo>
                    <a:pt x="336687" y="197229"/>
                  </a:lnTo>
                  <a:lnTo>
                    <a:pt x="397969" y="170626"/>
                  </a:lnTo>
                  <a:lnTo>
                    <a:pt x="458714" y="144300"/>
                  </a:lnTo>
                  <a:lnTo>
                    <a:pt x="497527" y="126471"/>
                  </a:lnTo>
                  <a:lnTo>
                    <a:pt x="517813" y="108239"/>
                  </a:lnTo>
                  <a:lnTo>
                    <a:pt x="517812" y="56487"/>
                  </a:lnTo>
                  <a:lnTo>
                    <a:pt x="476370" y="46010"/>
                  </a:lnTo>
                  <a:lnTo>
                    <a:pt x="342352" y="17662"/>
                  </a:lnTo>
                  <a:lnTo>
                    <a:pt x="300715" y="7107"/>
                  </a:lnTo>
                  <a:lnTo>
                    <a:pt x="282728" y="1566"/>
                  </a:lnTo>
                  <a:lnTo>
                    <a:pt x="267318" y="0"/>
                  </a:lnTo>
                  <a:close/>
                </a:path>
              </a:pathLst>
            </a:custGeom>
            <a:solidFill>
              <a:srgbClr val="91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522615" y="4318544"/>
              <a:ext cx="518159" cy="218440"/>
            </a:xfrm>
            <a:custGeom>
              <a:avLst/>
              <a:gdLst/>
              <a:ahLst/>
              <a:cxnLst/>
              <a:rect l="l" t="t" r="r" b="b"/>
              <a:pathLst>
                <a:path w="518159" h="218439">
                  <a:moveTo>
                    <a:pt x="267319" y="0"/>
                  </a:moveTo>
                  <a:lnTo>
                    <a:pt x="187735" y="25174"/>
                  </a:lnTo>
                  <a:lnTo>
                    <a:pt x="123204" y="50241"/>
                  </a:lnTo>
                  <a:lnTo>
                    <a:pt x="59623" y="75133"/>
                  </a:lnTo>
                  <a:lnTo>
                    <a:pt x="19869" y="90743"/>
                  </a:lnTo>
                  <a:lnTo>
                    <a:pt x="0" y="106187"/>
                  </a:lnTo>
                  <a:lnTo>
                    <a:pt x="5395" y="114365"/>
                  </a:lnTo>
                  <a:lnTo>
                    <a:pt x="20927" y="123553"/>
                  </a:lnTo>
                  <a:lnTo>
                    <a:pt x="60969" y="140975"/>
                  </a:lnTo>
                  <a:lnTo>
                    <a:pt x="124114" y="167356"/>
                  </a:lnTo>
                  <a:lnTo>
                    <a:pt x="186629" y="193435"/>
                  </a:lnTo>
                  <a:lnTo>
                    <a:pt x="224783" y="209953"/>
                  </a:lnTo>
                  <a:lnTo>
                    <a:pt x="241818" y="216401"/>
                  </a:lnTo>
                  <a:lnTo>
                    <a:pt x="258118" y="218139"/>
                  </a:lnTo>
                  <a:lnTo>
                    <a:pt x="275618" y="214725"/>
                  </a:lnTo>
                  <a:lnTo>
                    <a:pt x="296256" y="205719"/>
                  </a:lnTo>
                  <a:lnTo>
                    <a:pt x="336672" y="187056"/>
                  </a:lnTo>
                  <a:lnTo>
                    <a:pt x="397951" y="160455"/>
                  </a:lnTo>
                  <a:lnTo>
                    <a:pt x="458699" y="134136"/>
                  </a:lnTo>
                  <a:lnTo>
                    <a:pt x="497522" y="116316"/>
                  </a:lnTo>
                  <a:lnTo>
                    <a:pt x="512909" y="106529"/>
                  </a:lnTo>
                  <a:lnTo>
                    <a:pt x="517807" y="98353"/>
                  </a:lnTo>
                  <a:lnTo>
                    <a:pt x="512477" y="91033"/>
                  </a:lnTo>
                  <a:lnTo>
                    <a:pt x="497177" y="83817"/>
                  </a:lnTo>
                  <a:lnTo>
                    <a:pt x="458955" y="69062"/>
                  </a:lnTo>
                  <a:lnTo>
                    <a:pt x="339116" y="21930"/>
                  </a:lnTo>
                  <a:lnTo>
                    <a:pt x="300710" y="7116"/>
                  </a:lnTo>
                  <a:lnTo>
                    <a:pt x="282725" y="1568"/>
                  </a:lnTo>
                  <a:lnTo>
                    <a:pt x="267319" y="0"/>
                  </a:lnTo>
                  <a:close/>
                </a:path>
              </a:pathLst>
            </a:custGeom>
            <a:solidFill>
              <a:srgbClr val="C52F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522610" y="4272480"/>
              <a:ext cx="518159" cy="228600"/>
            </a:xfrm>
            <a:custGeom>
              <a:avLst/>
              <a:gdLst/>
              <a:ahLst/>
              <a:cxnLst/>
              <a:rect l="l" t="t" r="r" b="b"/>
              <a:pathLst>
                <a:path w="518159" h="228600">
                  <a:moveTo>
                    <a:pt x="267318" y="0"/>
                  </a:moveTo>
                  <a:lnTo>
                    <a:pt x="251014" y="2471"/>
                  </a:lnTo>
                  <a:lnTo>
                    <a:pt x="230346" y="9046"/>
                  </a:lnTo>
                  <a:lnTo>
                    <a:pt x="180844" y="22466"/>
                  </a:lnTo>
                  <a:lnTo>
                    <a:pt x="103164" y="40764"/>
                  </a:lnTo>
                  <a:lnTo>
                    <a:pt x="31488" y="56902"/>
                  </a:lnTo>
                  <a:lnTo>
                    <a:pt x="0" y="63845"/>
                  </a:lnTo>
                  <a:lnTo>
                    <a:pt x="0" y="116359"/>
                  </a:lnTo>
                  <a:lnTo>
                    <a:pt x="60971" y="151140"/>
                  </a:lnTo>
                  <a:lnTo>
                    <a:pt x="124117" y="177526"/>
                  </a:lnTo>
                  <a:lnTo>
                    <a:pt x="186633" y="203606"/>
                  </a:lnTo>
                  <a:lnTo>
                    <a:pt x="224788" y="220123"/>
                  </a:lnTo>
                  <a:lnTo>
                    <a:pt x="241823" y="226570"/>
                  </a:lnTo>
                  <a:lnTo>
                    <a:pt x="258123" y="228306"/>
                  </a:lnTo>
                  <a:lnTo>
                    <a:pt x="275623" y="224890"/>
                  </a:lnTo>
                  <a:lnTo>
                    <a:pt x="296261" y="215881"/>
                  </a:lnTo>
                  <a:lnTo>
                    <a:pt x="336687" y="197221"/>
                  </a:lnTo>
                  <a:lnTo>
                    <a:pt x="397969" y="170618"/>
                  </a:lnTo>
                  <a:lnTo>
                    <a:pt x="458714" y="144293"/>
                  </a:lnTo>
                  <a:lnTo>
                    <a:pt x="497527" y="126471"/>
                  </a:lnTo>
                  <a:lnTo>
                    <a:pt x="517813" y="108239"/>
                  </a:lnTo>
                  <a:lnTo>
                    <a:pt x="517812" y="56487"/>
                  </a:lnTo>
                  <a:lnTo>
                    <a:pt x="476370" y="46008"/>
                  </a:lnTo>
                  <a:lnTo>
                    <a:pt x="342352" y="17654"/>
                  </a:lnTo>
                  <a:lnTo>
                    <a:pt x="300715" y="7107"/>
                  </a:lnTo>
                  <a:lnTo>
                    <a:pt x="282728" y="1566"/>
                  </a:lnTo>
                  <a:lnTo>
                    <a:pt x="267318" y="0"/>
                  </a:lnTo>
                  <a:close/>
                </a:path>
              </a:pathLst>
            </a:custGeom>
            <a:solidFill>
              <a:srgbClr val="91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522616" y="4230461"/>
              <a:ext cx="518159" cy="218440"/>
            </a:xfrm>
            <a:custGeom>
              <a:avLst/>
              <a:gdLst/>
              <a:ahLst/>
              <a:cxnLst/>
              <a:rect l="l" t="t" r="r" b="b"/>
              <a:pathLst>
                <a:path w="518159" h="218439">
                  <a:moveTo>
                    <a:pt x="267318" y="0"/>
                  </a:moveTo>
                  <a:lnTo>
                    <a:pt x="187734" y="25180"/>
                  </a:lnTo>
                  <a:lnTo>
                    <a:pt x="123202" y="50247"/>
                  </a:lnTo>
                  <a:lnTo>
                    <a:pt x="59622" y="75139"/>
                  </a:lnTo>
                  <a:lnTo>
                    <a:pt x="19867" y="90750"/>
                  </a:lnTo>
                  <a:lnTo>
                    <a:pt x="0" y="106192"/>
                  </a:lnTo>
                  <a:lnTo>
                    <a:pt x="5395" y="114365"/>
                  </a:lnTo>
                  <a:lnTo>
                    <a:pt x="20929" y="123543"/>
                  </a:lnTo>
                  <a:lnTo>
                    <a:pt x="60970" y="140972"/>
                  </a:lnTo>
                  <a:lnTo>
                    <a:pt x="124113" y="167354"/>
                  </a:lnTo>
                  <a:lnTo>
                    <a:pt x="186628" y="193434"/>
                  </a:lnTo>
                  <a:lnTo>
                    <a:pt x="224781" y="209957"/>
                  </a:lnTo>
                  <a:lnTo>
                    <a:pt x="241817" y="216399"/>
                  </a:lnTo>
                  <a:lnTo>
                    <a:pt x="258116" y="218134"/>
                  </a:lnTo>
                  <a:lnTo>
                    <a:pt x="275617" y="214720"/>
                  </a:lnTo>
                  <a:lnTo>
                    <a:pt x="296255" y="205716"/>
                  </a:lnTo>
                  <a:lnTo>
                    <a:pt x="336671" y="187056"/>
                  </a:lnTo>
                  <a:lnTo>
                    <a:pt x="397950" y="160452"/>
                  </a:lnTo>
                  <a:lnTo>
                    <a:pt x="458697" y="134127"/>
                  </a:lnTo>
                  <a:lnTo>
                    <a:pt x="497521" y="116305"/>
                  </a:lnTo>
                  <a:lnTo>
                    <a:pt x="512907" y="106528"/>
                  </a:lnTo>
                  <a:lnTo>
                    <a:pt x="517806" y="98357"/>
                  </a:lnTo>
                  <a:lnTo>
                    <a:pt x="512476" y="91039"/>
                  </a:lnTo>
                  <a:lnTo>
                    <a:pt x="497175" y="83824"/>
                  </a:lnTo>
                  <a:lnTo>
                    <a:pt x="458954" y="69068"/>
                  </a:lnTo>
                  <a:lnTo>
                    <a:pt x="339115" y="21936"/>
                  </a:lnTo>
                  <a:lnTo>
                    <a:pt x="300709" y="7122"/>
                  </a:lnTo>
                  <a:lnTo>
                    <a:pt x="282724" y="1572"/>
                  </a:lnTo>
                  <a:lnTo>
                    <a:pt x="267318" y="0"/>
                  </a:lnTo>
                  <a:close/>
                </a:path>
              </a:pathLst>
            </a:custGeom>
            <a:solidFill>
              <a:srgbClr val="C52F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608824" y="4257754"/>
              <a:ext cx="359055" cy="15463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012936" y="4166616"/>
              <a:ext cx="542544" cy="541019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7560691" y="4882642"/>
            <a:ext cx="3441065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 Semibold"/>
                <a:cs typeface="Segoe UI Semibold"/>
              </a:rPr>
              <a:t>Additional</a:t>
            </a:r>
            <a:r>
              <a:rPr sz="1800" spc="-20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3P</a:t>
            </a:r>
            <a:r>
              <a:rPr sz="1800" spc="-40" dirty="0">
                <a:latin typeface="Segoe UI Semibold"/>
                <a:cs typeface="Segoe UI Semibold"/>
              </a:rPr>
              <a:t> </a:t>
            </a:r>
            <a:r>
              <a:rPr sz="1800" dirty="0">
                <a:latin typeface="Segoe UI Semibold"/>
                <a:cs typeface="Segoe UI Semibold"/>
              </a:rPr>
              <a:t>Data</a:t>
            </a:r>
            <a:r>
              <a:rPr sz="1800" spc="-50" dirty="0">
                <a:latin typeface="Segoe UI Semibold"/>
                <a:cs typeface="Segoe UI Semibold"/>
              </a:rPr>
              <a:t> </a:t>
            </a:r>
            <a:r>
              <a:rPr sz="1800" spc="-10" dirty="0">
                <a:latin typeface="Segoe UI Semibold"/>
                <a:cs typeface="Segoe UI Semibold"/>
              </a:rPr>
              <a:t>Sources</a:t>
            </a:r>
            <a:endParaRPr sz="1800">
              <a:latin typeface="Segoe UI Semibold"/>
              <a:cs typeface="Segoe UI Semibold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latin typeface="Segoe UI Semibold"/>
                <a:cs typeface="Segoe UI Semibold"/>
              </a:rPr>
              <a:t>(search,</a:t>
            </a:r>
            <a:r>
              <a:rPr sz="1400" spc="-45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files,</a:t>
            </a:r>
            <a:r>
              <a:rPr sz="1400" spc="-35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databases,</a:t>
            </a:r>
            <a:r>
              <a:rPr sz="1400" spc="-50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data</a:t>
            </a:r>
            <a:r>
              <a:rPr sz="1400" spc="-40" dirty="0">
                <a:latin typeface="Segoe UI Semibold"/>
                <a:cs typeface="Segoe UI Semibold"/>
              </a:rPr>
              <a:t> </a:t>
            </a:r>
            <a:r>
              <a:rPr sz="1400" dirty="0">
                <a:latin typeface="Segoe UI Semibold"/>
                <a:cs typeface="Segoe UI Semibold"/>
              </a:rPr>
              <a:t>storage,</a:t>
            </a:r>
            <a:r>
              <a:rPr sz="1400" spc="-30" dirty="0">
                <a:latin typeface="Segoe UI Semibold"/>
                <a:cs typeface="Segoe UI Semibold"/>
              </a:rPr>
              <a:t> </a:t>
            </a:r>
            <a:r>
              <a:rPr sz="1400" spc="-10" dirty="0">
                <a:latin typeface="Segoe UI Semibold"/>
                <a:cs typeface="Segoe UI Semibold"/>
              </a:rPr>
              <a:t>etc.)</a:t>
            </a:r>
            <a:endParaRPr sz="1400">
              <a:latin typeface="Segoe UI Semibold"/>
              <a:cs typeface="Segoe UI Semibold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959" rIns="0" bIns="0" rtlCol="0">
            <a:spAutoFit/>
          </a:bodyPr>
          <a:lstStyle/>
          <a:p>
            <a:pPr marL="2838450">
              <a:lnSpc>
                <a:spcPct val="100000"/>
              </a:lnSpc>
              <a:spcBef>
                <a:spcPts val="110"/>
              </a:spcBef>
            </a:pPr>
            <a:r>
              <a:rPr sz="4000" spc="-20" dirty="0">
                <a:solidFill>
                  <a:srgbClr val="000000"/>
                </a:solidFill>
              </a:rPr>
              <a:t>Azure</a:t>
            </a:r>
            <a:r>
              <a:rPr sz="4000" spc="-245" dirty="0">
                <a:solidFill>
                  <a:srgbClr val="000000"/>
                </a:solidFill>
              </a:rPr>
              <a:t> </a:t>
            </a:r>
            <a:r>
              <a:rPr sz="4000" spc="-35" dirty="0">
                <a:solidFill>
                  <a:srgbClr val="000000"/>
                </a:solidFill>
              </a:rPr>
              <a:t>OpenAI</a:t>
            </a:r>
            <a:r>
              <a:rPr sz="4000" spc="-235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on</a:t>
            </a:r>
            <a:r>
              <a:rPr sz="4000" spc="-185" dirty="0">
                <a:solidFill>
                  <a:srgbClr val="000000"/>
                </a:solidFill>
              </a:rPr>
              <a:t> </a:t>
            </a:r>
            <a:r>
              <a:rPr sz="4200" i="1" spc="-55" dirty="0">
                <a:solidFill>
                  <a:srgbClr val="000000"/>
                </a:solidFill>
                <a:latin typeface="Segoe UI Semibold"/>
                <a:cs typeface="Segoe UI Semibold"/>
              </a:rPr>
              <a:t>your</a:t>
            </a:r>
            <a:r>
              <a:rPr sz="4200" i="1" spc="-185" dirty="0">
                <a:solidFill>
                  <a:srgbClr val="000000"/>
                </a:solidFill>
                <a:latin typeface="Segoe UI Semibold"/>
                <a:cs typeface="Segoe UI Semibold"/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data</a:t>
            </a:r>
            <a:endParaRPr sz="400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583" y="1264868"/>
              <a:ext cx="1238250" cy="51428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3691" y="1367027"/>
              <a:ext cx="998219" cy="490270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150" rIns="0" bIns="0" rtlCol="0">
            <a:spAutoFit/>
          </a:bodyPr>
          <a:lstStyle/>
          <a:p>
            <a:pPr marL="2837815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solidFill>
                  <a:srgbClr val="000000"/>
                </a:solidFill>
              </a:rPr>
              <a:t>Azure</a:t>
            </a:r>
            <a:r>
              <a:rPr sz="4000" spc="-245" dirty="0">
                <a:solidFill>
                  <a:srgbClr val="000000"/>
                </a:solidFill>
              </a:rPr>
              <a:t> </a:t>
            </a:r>
            <a:r>
              <a:rPr sz="4000" spc="-25" dirty="0">
                <a:solidFill>
                  <a:srgbClr val="000000"/>
                </a:solidFill>
              </a:rPr>
              <a:t>OpenAI</a:t>
            </a:r>
            <a:r>
              <a:rPr sz="4000" spc="-18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on</a:t>
            </a:r>
            <a:r>
              <a:rPr sz="4000" spc="-245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your</a:t>
            </a:r>
            <a:r>
              <a:rPr sz="4000" spc="-140" dirty="0">
                <a:solidFill>
                  <a:srgbClr val="000000"/>
                </a:solidFill>
              </a:rPr>
              <a:t> </a:t>
            </a:r>
            <a:r>
              <a:rPr sz="4000" spc="-20" dirty="0">
                <a:solidFill>
                  <a:srgbClr val="000000"/>
                </a:solidFill>
              </a:rPr>
              <a:t>data</a:t>
            </a:r>
            <a:endParaRPr sz="4000"/>
          </a:p>
        </p:txBody>
      </p:sp>
      <p:grpSp>
        <p:nvGrpSpPr>
          <p:cNvPr id="7" name="object 7"/>
          <p:cNvGrpSpPr/>
          <p:nvPr/>
        </p:nvGrpSpPr>
        <p:grpSpPr>
          <a:xfrm>
            <a:off x="753109" y="1316748"/>
            <a:ext cx="11021695" cy="5170170"/>
            <a:chOff x="753109" y="1316748"/>
            <a:chExt cx="11021695" cy="517017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3109" y="1492250"/>
              <a:ext cx="572516" cy="5679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3109" y="2309113"/>
              <a:ext cx="572516" cy="5679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3109" y="3125977"/>
              <a:ext cx="572516" cy="5679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3109" y="3942842"/>
              <a:ext cx="572516" cy="5679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3109" y="4761229"/>
              <a:ext cx="572516" cy="5664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3109" y="5578094"/>
              <a:ext cx="572516" cy="5679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52372" y="1316748"/>
              <a:ext cx="10322433" cy="516978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41450" y="1362328"/>
              <a:ext cx="10171557" cy="491216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796033" y="1617726"/>
            <a:ext cx="9284335" cy="438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Connect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or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ingest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your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data</a:t>
            </a:r>
            <a:endParaRPr sz="1800">
              <a:latin typeface="Segoe UI"/>
              <a:cs typeface="Segoe UI"/>
            </a:endParaRPr>
          </a:p>
          <a:p>
            <a:pPr marL="12700" marR="4618355">
              <a:lnSpc>
                <a:spcPct val="298000"/>
              </a:lnSpc>
            </a:pPr>
            <a:r>
              <a:rPr sz="1800" dirty="0">
                <a:latin typeface="Segoe UI"/>
                <a:cs typeface="Segoe UI"/>
              </a:rPr>
              <a:t>Ground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Azure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OpenAI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models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using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your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data </a:t>
            </a:r>
            <a:r>
              <a:rPr sz="1800" spc="-10" dirty="0">
                <a:latin typeface="Segoe UI"/>
                <a:cs typeface="Segoe UI"/>
              </a:rPr>
              <a:t>Retrieval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augmented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generation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made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easy </a:t>
            </a:r>
            <a:r>
              <a:rPr sz="1800" dirty="0">
                <a:latin typeface="Segoe UI"/>
                <a:cs typeface="Segoe UI"/>
              </a:rPr>
              <a:t>Restrict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responses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your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data</a:t>
            </a:r>
            <a:endParaRPr sz="1800">
              <a:latin typeface="Segoe UI"/>
              <a:cs typeface="Segoe UI"/>
            </a:endParaRPr>
          </a:p>
          <a:p>
            <a:pPr marL="12700" marR="5080">
              <a:lnSpc>
                <a:spcPct val="298000"/>
              </a:lnSpc>
            </a:pPr>
            <a:r>
              <a:rPr sz="1800" dirty="0">
                <a:latin typeface="Segoe UI"/>
                <a:cs typeface="Segoe UI"/>
              </a:rPr>
              <a:t>Enterprise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grade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security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including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private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network,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VPN,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document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level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access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control,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etc. </a:t>
            </a:r>
            <a:r>
              <a:rPr sz="1800" dirty="0">
                <a:latin typeface="Segoe UI"/>
                <a:cs typeface="Segoe UI"/>
              </a:rPr>
              <a:t>Easy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deployment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copilot</a:t>
            </a:r>
            <a:endParaRPr sz="1800">
              <a:latin typeface="Segoe UI"/>
              <a:cs typeface="Segoe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62088" y="1636014"/>
            <a:ext cx="10464165" cy="4389120"/>
            <a:chOff x="862088" y="1636014"/>
            <a:chExt cx="10464165" cy="4389120"/>
          </a:xfrm>
        </p:grpSpPr>
        <p:sp>
          <p:nvSpPr>
            <p:cNvPr id="18" name="object 18"/>
            <p:cNvSpPr/>
            <p:nvPr/>
          </p:nvSpPr>
          <p:spPr>
            <a:xfrm>
              <a:off x="1810511" y="2183892"/>
              <a:ext cx="9515475" cy="3268979"/>
            </a:xfrm>
            <a:custGeom>
              <a:avLst/>
              <a:gdLst/>
              <a:ahLst/>
              <a:cxnLst/>
              <a:rect l="l" t="t" r="r" b="b"/>
              <a:pathLst>
                <a:path w="9515475" h="3268979">
                  <a:moveTo>
                    <a:pt x="0" y="0"/>
                  </a:moveTo>
                  <a:lnTo>
                    <a:pt x="9515475" y="0"/>
                  </a:lnTo>
                </a:path>
                <a:path w="9515475" h="3268979">
                  <a:moveTo>
                    <a:pt x="0" y="816863"/>
                  </a:moveTo>
                  <a:lnTo>
                    <a:pt x="9515475" y="816863"/>
                  </a:lnTo>
                </a:path>
                <a:path w="9515475" h="3268979">
                  <a:moveTo>
                    <a:pt x="0" y="1633728"/>
                  </a:moveTo>
                  <a:lnTo>
                    <a:pt x="9515475" y="1633728"/>
                  </a:lnTo>
                </a:path>
                <a:path w="9515475" h="3268979">
                  <a:moveTo>
                    <a:pt x="0" y="2450592"/>
                  </a:moveTo>
                  <a:lnTo>
                    <a:pt x="9515475" y="2450592"/>
                  </a:lnTo>
                </a:path>
                <a:path w="9515475" h="3268979">
                  <a:moveTo>
                    <a:pt x="0" y="3268980"/>
                  </a:moveTo>
                  <a:lnTo>
                    <a:pt x="9515475" y="3268980"/>
                  </a:lnTo>
                </a:path>
              </a:pathLst>
            </a:custGeom>
            <a:ln w="6350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82205" y="1636014"/>
              <a:ext cx="308038" cy="28447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3790" y="4891023"/>
              <a:ext cx="349631" cy="30606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4397" y="2474722"/>
              <a:ext cx="288417" cy="23355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2088" y="4094734"/>
              <a:ext cx="357758" cy="264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32484" y="3227578"/>
              <a:ext cx="212229" cy="36322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74560" y="5696927"/>
              <a:ext cx="327966" cy="3276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5563" y="432561"/>
            <a:ext cx="5320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0" dirty="0">
                <a:solidFill>
                  <a:srgbClr val="000000"/>
                </a:solidFill>
                <a:latin typeface="Segoe UI"/>
                <a:cs typeface="Segoe UI"/>
              </a:rPr>
              <a:t>On</a:t>
            </a:r>
            <a:r>
              <a:rPr b="1" spc="-15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60" dirty="0">
                <a:solidFill>
                  <a:srgbClr val="000000"/>
                </a:solidFill>
                <a:latin typeface="Segoe UI"/>
                <a:cs typeface="Segoe UI"/>
              </a:rPr>
              <a:t>Your</a:t>
            </a:r>
            <a:r>
              <a:rPr b="1" spc="-12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65" dirty="0">
                <a:solidFill>
                  <a:srgbClr val="000000"/>
                </a:solidFill>
                <a:latin typeface="Segoe UI"/>
                <a:cs typeface="Segoe UI"/>
              </a:rPr>
              <a:t>Data</a:t>
            </a:r>
            <a:r>
              <a:rPr b="1" spc="-185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dirty="0">
                <a:solidFill>
                  <a:srgbClr val="000000"/>
                </a:solidFill>
                <a:latin typeface="Segoe UI"/>
                <a:cs typeface="Segoe UI"/>
              </a:rPr>
              <a:t>–</a:t>
            </a:r>
            <a:r>
              <a:rPr b="1" spc="-22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20" dirty="0">
                <a:solidFill>
                  <a:srgbClr val="000000"/>
                </a:solidFill>
                <a:latin typeface="Segoe UI"/>
                <a:cs typeface="Segoe UI"/>
              </a:rPr>
              <a:t>Use</a:t>
            </a:r>
            <a:r>
              <a:rPr b="1" spc="-21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b="1" spc="-10" dirty="0">
                <a:solidFill>
                  <a:srgbClr val="000000"/>
                </a:solidFill>
                <a:latin typeface="Segoe UI"/>
                <a:cs typeface="Segoe UI"/>
              </a:rPr>
              <a:t>Cases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1780" y="1216861"/>
            <a:ext cx="11105515" cy="5391785"/>
            <a:chOff x="541780" y="1216861"/>
            <a:chExt cx="11105515" cy="53917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780" y="1216861"/>
              <a:ext cx="11105010" cy="539166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8264" y="1263395"/>
              <a:ext cx="11021695" cy="5308600"/>
            </a:xfrm>
            <a:custGeom>
              <a:avLst/>
              <a:gdLst/>
              <a:ahLst/>
              <a:cxnLst/>
              <a:rect l="l" t="t" r="r" b="b"/>
              <a:pathLst>
                <a:path w="11021695" h="5308600">
                  <a:moveTo>
                    <a:pt x="10908411" y="0"/>
                  </a:moveTo>
                  <a:lnTo>
                    <a:pt x="113220" y="0"/>
                  </a:lnTo>
                  <a:lnTo>
                    <a:pt x="69147" y="8893"/>
                  </a:lnTo>
                  <a:lnTo>
                    <a:pt x="33159" y="33147"/>
                  </a:lnTo>
                  <a:lnTo>
                    <a:pt x="8896" y="69115"/>
                  </a:lnTo>
                  <a:lnTo>
                    <a:pt x="0" y="113156"/>
                  </a:lnTo>
                  <a:lnTo>
                    <a:pt x="0" y="5194871"/>
                  </a:lnTo>
                  <a:lnTo>
                    <a:pt x="8896" y="5238944"/>
                  </a:lnTo>
                  <a:lnTo>
                    <a:pt x="33159" y="5274932"/>
                  </a:lnTo>
                  <a:lnTo>
                    <a:pt x="69147" y="5299195"/>
                  </a:lnTo>
                  <a:lnTo>
                    <a:pt x="113220" y="5308092"/>
                  </a:lnTo>
                  <a:lnTo>
                    <a:pt x="10908411" y="5308092"/>
                  </a:lnTo>
                  <a:lnTo>
                    <a:pt x="10952452" y="5299195"/>
                  </a:lnTo>
                  <a:lnTo>
                    <a:pt x="10988420" y="5274932"/>
                  </a:lnTo>
                  <a:lnTo>
                    <a:pt x="11012674" y="5238944"/>
                  </a:lnTo>
                  <a:lnTo>
                    <a:pt x="11021567" y="5194871"/>
                  </a:lnTo>
                  <a:lnTo>
                    <a:pt x="11021567" y="113156"/>
                  </a:lnTo>
                  <a:lnTo>
                    <a:pt x="11012674" y="69115"/>
                  </a:lnTo>
                  <a:lnTo>
                    <a:pt x="10988420" y="33147"/>
                  </a:lnTo>
                  <a:lnTo>
                    <a:pt x="10952452" y="8893"/>
                  </a:lnTo>
                  <a:lnTo>
                    <a:pt x="109084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8368" y="1328927"/>
              <a:ext cx="10881360" cy="475615"/>
            </a:xfrm>
            <a:custGeom>
              <a:avLst/>
              <a:gdLst/>
              <a:ahLst/>
              <a:cxnLst/>
              <a:rect l="l" t="t" r="r" b="b"/>
              <a:pathLst>
                <a:path w="10881360" h="475614">
                  <a:moveTo>
                    <a:pt x="10821797" y="0"/>
                  </a:moveTo>
                  <a:lnTo>
                    <a:pt x="59562" y="0"/>
                  </a:lnTo>
                  <a:lnTo>
                    <a:pt x="36379" y="4681"/>
                  </a:lnTo>
                  <a:lnTo>
                    <a:pt x="17446" y="17446"/>
                  </a:lnTo>
                  <a:lnTo>
                    <a:pt x="4681" y="36379"/>
                  </a:lnTo>
                  <a:lnTo>
                    <a:pt x="0" y="59562"/>
                  </a:lnTo>
                  <a:lnTo>
                    <a:pt x="0" y="475488"/>
                  </a:lnTo>
                  <a:lnTo>
                    <a:pt x="10881360" y="475488"/>
                  </a:lnTo>
                  <a:lnTo>
                    <a:pt x="10881360" y="59562"/>
                  </a:lnTo>
                  <a:lnTo>
                    <a:pt x="10876678" y="36379"/>
                  </a:lnTo>
                  <a:lnTo>
                    <a:pt x="10863913" y="17446"/>
                  </a:lnTo>
                  <a:lnTo>
                    <a:pt x="10844980" y="4681"/>
                  </a:lnTo>
                  <a:lnTo>
                    <a:pt x="10821797" y="0"/>
                  </a:lnTo>
                  <a:close/>
                </a:path>
              </a:pathLst>
            </a:custGeom>
            <a:solidFill>
              <a:srgbClr val="856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77918" y="1328800"/>
              <a:ext cx="7210425" cy="476250"/>
            </a:xfrm>
            <a:custGeom>
              <a:avLst/>
              <a:gdLst/>
              <a:ahLst/>
              <a:cxnLst/>
              <a:rect l="l" t="t" r="r" b="b"/>
              <a:pathLst>
                <a:path w="7210425" h="476250">
                  <a:moveTo>
                    <a:pt x="0" y="0"/>
                  </a:moveTo>
                  <a:lnTo>
                    <a:pt x="0" y="476250"/>
                  </a:lnTo>
                </a:path>
                <a:path w="7210425" h="476250">
                  <a:moveTo>
                    <a:pt x="7209916" y="0"/>
                  </a:moveTo>
                  <a:lnTo>
                    <a:pt x="7209916" y="476250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73988" y="1420495"/>
            <a:ext cx="2385695" cy="60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Segoe UI"/>
                <a:cs typeface="Segoe UI"/>
              </a:rPr>
              <a:t>Use</a:t>
            </a:r>
            <a:r>
              <a:rPr sz="1800" b="1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Segoe UI"/>
                <a:cs typeface="Segoe UI"/>
              </a:rPr>
              <a:t>Cases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200" b="1" dirty="0">
                <a:latin typeface="Segoe UI"/>
                <a:cs typeface="Segoe UI"/>
              </a:rPr>
              <a:t>Automated</a:t>
            </a:r>
            <a:r>
              <a:rPr sz="1200" b="1" spc="-20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Customer</a:t>
            </a:r>
            <a:r>
              <a:rPr sz="1200" b="1" spc="2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Assistance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3988" y="2324480"/>
            <a:ext cx="2026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Segoe UI"/>
                <a:cs typeface="Segoe UI"/>
              </a:rPr>
              <a:t>Real-</a:t>
            </a:r>
            <a:r>
              <a:rPr sz="1200" b="1" dirty="0">
                <a:latin typeface="Segoe UI"/>
                <a:cs typeface="Segoe UI"/>
              </a:rPr>
              <a:t>time</a:t>
            </a:r>
            <a:r>
              <a:rPr sz="1200" b="1" spc="-35" dirty="0">
                <a:latin typeface="Segoe UI"/>
                <a:cs typeface="Segoe UI"/>
              </a:rPr>
              <a:t> </a:t>
            </a:r>
            <a:r>
              <a:rPr sz="1200" b="1" dirty="0">
                <a:latin typeface="Segoe UI"/>
                <a:cs typeface="Segoe UI"/>
              </a:rPr>
              <a:t>Document </a:t>
            </a:r>
            <a:r>
              <a:rPr sz="1200" b="1" spc="-10" dirty="0">
                <a:latin typeface="Segoe UI"/>
                <a:cs typeface="Segoe UI"/>
              </a:rPr>
              <a:t>Search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3988" y="2835909"/>
            <a:ext cx="1086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Segoe UI"/>
                <a:cs typeface="Segoe UI"/>
              </a:rPr>
              <a:t>Citizen</a:t>
            </a:r>
            <a:r>
              <a:rPr sz="1200" b="1" spc="1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Service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3988" y="3347720"/>
            <a:ext cx="1332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Segoe UI"/>
                <a:cs typeface="Segoe UI"/>
              </a:rPr>
              <a:t>Learning</a:t>
            </a:r>
            <a:r>
              <a:rPr sz="1200" b="1" spc="-4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Assistant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3988" y="3782948"/>
            <a:ext cx="2193925" cy="2043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Segoe UI"/>
                <a:cs typeface="Segoe UI"/>
              </a:rPr>
              <a:t>Legal</a:t>
            </a:r>
            <a:r>
              <a:rPr sz="1200" b="1" spc="-40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Review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200" b="1" dirty="0">
                <a:latin typeface="Segoe UI"/>
                <a:cs typeface="Segoe UI"/>
              </a:rPr>
              <a:t>Marketing</a:t>
            </a:r>
            <a:r>
              <a:rPr sz="1200" b="1" spc="-70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Insights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200" b="1" dirty="0">
                <a:latin typeface="Segoe UI"/>
                <a:cs typeface="Segoe UI"/>
              </a:rPr>
              <a:t>Software</a:t>
            </a:r>
            <a:r>
              <a:rPr sz="1200" b="1" spc="-20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Development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b="1" dirty="0">
                <a:latin typeface="Segoe UI"/>
                <a:cs typeface="Segoe UI"/>
              </a:rPr>
              <a:t>HR</a:t>
            </a:r>
            <a:r>
              <a:rPr sz="1200" b="1" spc="-60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Support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ts val="2950"/>
              </a:lnSpc>
            </a:pPr>
            <a:r>
              <a:rPr sz="1200" b="1" dirty="0">
                <a:latin typeface="Segoe UI"/>
                <a:cs typeface="Segoe UI"/>
              </a:rPr>
              <a:t>Industry/Competitive</a:t>
            </a:r>
            <a:r>
              <a:rPr sz="1200" b="1" spc="75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Insights Health</a:t>
            </a:r>
            <a:r>
              <a:rPr sz="1200" b="1" spc="-30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Advice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20717" y="1420495"/>
            <a:ext cx="7080250" cy="440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Segoe UI"/>
                <a:cs typeface="Segoe UI"/>
              </a:rPr>
              <a:t>Details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200" spc="-10" dirty="0">
                <a:latin typeface="Segoe UI"/>
                <a:cs typeface="Segoe UI"/>
              </a:rPr>
              <a:t>Provide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quick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responses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to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frequently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asked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questions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and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guide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users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through</a:t>
            </a:r>
            <a:r>
              <a:rPr sz="1200" spc="-7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common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troubleshooting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Segoe UI"/>
                <a:cs typeface="Segoe UI"/>
              </a:rPr>
              <a:t>steps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based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on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the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customers’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20" dirty="0">
                <a:latin typeface="Segoe UI"/>
                <a:cs typeface="Segoe UI"/>
              </a:rPr>
              <a:t>data.</a:t>
            </a:r>
            <a:endParaRPr sz="1200">
              <a:latin typeface="Segoe UI"/>
              <a:cs typeface="Segoe UI"/>
            </a:endParaRPr>
          </a:p>
          <a:p>
            <a:pPr marL="12700" marR="213995">
              <a:lnSpc>
                <a:spcPct val="100000"/>
              </a:lnSpc>
              <a:spcBef>
                <a:spcPts val="1145"/>
              </a:spcBef>
            </a:pPr>
            <a:r>
              <a:rPr sz="1200" spc="-10" dirty="0">
                <a:latin typeface="Segoe UI"/>
                <a:cs typeface="Segoe UI"/>
              </a:rPr>
              <a:t>Provide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real-</a:t>
            </a:r>
            <a:r>
              <a:rPr sz="1200" dirty="0">
                <a:latin typeface="Segoe UI"/>
                <a:cs typeface="Segoe UI"/>
              </a:rPr>
              <a:t>time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support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to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product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specifications</a:t>
            </a:r>
            <a:r>
              <a:rPr sz="1200" spc="-20" dirty="0">
                <a:latin typeface="Segoe UI"/>
                <a:cs typeface="Segoe UI"/>
              </a:rPr>
              <a:t> and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guide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users</a:t>
            </a:r>
            <a:r>
              <a:rPr sz="1200" spc="-1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through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common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troubleshooting </a:t>
            </a:r>
            <a:r>
              <a:rPr sz="1200" dirty="0">
                <a:latin typeface="Segoe UI"/>
                <a:cs typeface="Segoe UI"/>
              </a:rPr>
              <a:t>steps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based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on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product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manuals</a:t>
            </a:r>
            <a:endParaRPr sz="1200">
              <a:latin typeface="Segoe UI"/>
              <a:cs typeface="Segoe UI"/>
            </a:endParaRPr>
          </a:p>
          <a:p>
            <a:pPr marL="12700" marR="271780">
              <a:lnSpc>
                <a:spcPct val="100000"/>
              </a:lnSpc>
              <a:spcBef>
                <a:spcPts val="1150"/>
              </a:spcBef>
            </a:pPr>
            <a:r>
              <a:rPr sz="1200" spc="-10" dirty="0">
                <a:latin typeface="Segoe UI"/>
                <a:cs typeface="Segoe UI"/>
              </a:rPr>
              <a:t>Provide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quick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responses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to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frequently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asked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public</a:t>
            </a:r>
            <a:r>
              <a:rPr sz="1200" spc="3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service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questions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and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guide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users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through</a:t>
            </a:r>
            <a:r>
              <a:rPr sz="1200" spc="-6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specific </a:t>
            </a:r>
            <a:r>
              <a:rPr sz="1200" dirty="0">
                <a:latin typeface="Segoe UI"/>
                <a:cs typeface="Segoe UI"/>
              </a:rPr>
              <a:t>steps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based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on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citizen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service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support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1150"/>
              </a:spcBef>
            </a:pPr>
            <a:r>
              <a:rPr sz="1200" dirty="0">
                <a:latin typeface="Segoe UI"/>
                <a:cs typeface="Segoe UI"/>
              </a:rPr>
              <a:t>Offer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explanations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20" dirty="0">
                <a:latin typeface="Segoe UI"/>
                <a:cs typeface="Segoe UI"/>
              </a:rPr>
              <a:t>and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examples </a:t>
            </a:r>
            <a:r>
              <a:rPr sz="1200" dirty="0">
                <a:latin typeface="Segoe UI"/>
                <a:cs typeface="Segoe UI"/>
              </a:rPr>
              <a:t>to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help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users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understand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academic</a:t>
            </a:r>
            <a:r>
              <a:rPr sz="1200" spc="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concepts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or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learn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new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skills</a:t>
            </a:r>
            <a:r>
              <a:rPr sz="1200" spc="-2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based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spc="-25" dirty="0">
                <a:latin typeface="Segoe UI"/>
                <a:cs typeface="Segoe UI"/>
              </a:rPr>
              <a:t>on </a:t>
            </a:r>
            <a:r>
              <a:rPr sz="1200" dirty="0">
                <a:latin typeface="Segoe UI"/>
                <a:cs typeface="Segoe UI"/>
              </a:rPr>
              <a:t>specific</a:t>
            </a:r>
            <a:r>
              <a:rPr sz="1200" spc="4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curricula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200" dirty="0">
                <a:latin typeface="Segoe UI"/>
                <a:cs typeface="Segoe UI"/>
              </a:rPr>
              <a:t>Quick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access</a:t>
            </a:r>
            <a:r>
              <a:rPr sz="1200" spc="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to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legal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insights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from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existing</a:t>
            </a:r>
            <a:r>
              <a:rPr sz="1200" spc="-6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and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upcoming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legislation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to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properly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advise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clients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1200" spc="-10" dirty="0">
                <a:latin typeface="Segoe UI"/>
                <a:cs typeface="Segoe UI"/>
              </a:rPr>
              <a:t>Tap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into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internal</a:t>
            </a:r>
            <a:r>
              <a:rPr sz="1200" spc="-6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and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external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resources</a:t>
            </a:r>
            <a:r>
              <a:rPr sz="1200" spc="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to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respond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to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internal</a:t>
            </a:r>
            <a:r>
              <a:rPr sz="1200" spc="-6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and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external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marketing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inquiries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200" dirty="0">
                <a:latin typeface="Segoe UI"/>
                <a:cs typeface="Segoe UI"/>
              </a:rPr>
              <a:t>Generate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sample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code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based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on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the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customer’s </a:t>
            </a:r>
            <a:r>
              <a:rPr sz="1200" spc="-10" dirty="0">
                <a:latin typeface="Segoe UI"/>
                <a:cs typeface="Segoe UI"/>
              </a:rPr>
              <a:t>needs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1200" dirty="0">
                <a:latin typeface="Segoe UI"/>
                <a:cs typeface="Segoe UI"/>
              </a:rPr>
              <a:t>Provide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quick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responses</a:t>
            </a:r>
            <a:r>
              <a:rPr sz="1200" spc="-1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to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frequently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asked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HR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questions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based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on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the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customers’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HR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policy</a:t>
            </a:r>
            <a:endParaRPr sz="1200">
              <a:latin typeface="Segoe UI"/>
              <a:cs typeface="Segoe UI"/>
            </a:endParaRPr>
          </a:p>
          <a:p>
            <a:pPr marL="12700" marR="1410970">
              <a:lnSpc>
                <a:spcPts val="2950"/>
              </a:lnSpc>
            </a:pPr>
            <a:r>
              <a:rPr sz="1200" spc="-10" dirty="0">
                <a:latin typeface="Segoe UI"/>
                <a:cs typeface="Segoe UI"/>
              </a:rPr>
              <a:t>Tap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into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publicly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spc="-20" dirty="0">
                <a:latin typeface="Segoe UI"/>
                <a:cs typeface="Segoe UI"/>
              </a:rPr>
              <a:t>available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resources</a:t>
            </a:r>
            <a:r>
              <a:rPr sz="1200" spc="1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to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20" dirty="0">
                <a:latin typeface="Segoe UI"/>
                <a:cs typeface="Segoe UI"/>
              </a:rPr>
              <a:t>gain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insights</a:t>
            </a:r>
            <a:r>
              <a:rPr sz="1200" spc="-2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on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the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industry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and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competitors Provide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general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information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on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symptoms,</a:t>
            </a:r>
            <a:r>
              <a:rPr sz="1200" spc="-5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first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spc="-20" dirty="0">
                <a:latin typeface="Segoe UI"/>
                <a:cs typeface="Segoe UI"/>
              </a:rPr>
              <a:t>aid,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or</a:t>
            </a:r>
            <a:r>
              <a:rPr sz="1200" spc="-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healthy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living.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3988" y="6019901"/>
            <a:ext cx="17233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Segoe UI"/>
                <a:cs typeface="Segoe UI"/>
              </a:rPr>
              <a:t>Predictive</a:t>
            </a:r>
            <a:r>
              <a:rPr sz="1200" b="1" spc="30" dirty="0">
                <a:latin typeface="Segoe UI"/>
                <a:cs typeface="Segoe UI"/>
              </a:rPr>
              <a:t> </a:t>
            </a:r>
            <a:r>
              <a:rPr sz="1200" b="1" spc="-10" dirty="0">
                <a:latin typeface="Segoe UI"/>
                <a:cs typeface="Segoe UI"/>
              </a:rPr>
              <a:t>Maintenance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20717" y="6019901"/>
            <a:ext cx="5951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Segoe UI"/>
                <a:cs typeface="Segoe UI"/>
              </a:rPr>
              <a:t>Provide</a:t>
            </a:r>
            <a:r>
              <a:rPr sz="1200" spc="-3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predictive</a:t>
            </a:r>
            <a:r>
              <a:rPr sz="1200" spc="-45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maintenance</a:t>
            </a:r>
            <a:r>
              <a:rPr sz="1200" spc="-60" dirty="0">
                <a:latin typeface="Segoe UI"/>
                <a:cs typeface="Segoe UI"/>
              </a:rPr>
              <a:t> </a:t>
            </a:r>
            <a:r>
              <a:rPr sz="1200" spc="-10" dirty="0">
                <a:latin typeface="Segoe UI"/>
                <a:cs typeface="Segoe UI"/>
              </a:rPr>
              <a:t>and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customer</a:t>
            </a:r>
            <a:r>
              <a:rPr sz="1200" spc="-1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support</a:t>
            </a:r>
            <a:r>
              <a:rPr sz="1200" spc="-4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based</a:t>
            </a:r>
            <a:r>
              <a:rPr sz="1200" spc="-35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on</a:t>
            </a:r>
            <a:r>
              <a:rPr sz="1200" spc="-5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customer’s</a:t>
            </a:r>
            <a:r>
              <a:rPr sz="1200" spc="10" dirty="0">
                <a:latin typeface="Segoe UI"/>
                <a:cs typeface="Segoe UI"/>
              </a:rPr>
              <a:t> </a:t>
            </a:r>
            <a:r>
              <a:rPr sz="1200" dirty="0">
                <a:latin typeface="Segoe UI"/>
                <a:cs typeface="Segoe UI"/>
              </a:rPr>
              <a:t>historic</a:t>
            </a:r>
            <a:r>
              <a:rPr sz="1200" spc="30" dirty="0">
                <a:latin typeface="Segoe UI"/>
                <a:cs typeface="Segoe UI"/>
              </a:rPr>
              <a:t> </a:t>
            </a:r>
            <a:r>
              <a:rPr sz="1200" spc="-20" dirty="0">
                <a:latin typeface="Segoe UI"/>
                <a:cs typeface="Segoe UI"/>
              </a:rPr>
              <a:t>data</a:t>
            </a:r>
            <a:endParaRPr sz="1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4518" y="720811"/>
            <a:ext cx="11529695" cy="5403215"/>
            <a:chOff x="324518" y="720811"/>
            <a:chExt cx="11529695" cy="54032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518" y="720811"/>
              <a:ext cx="11529246" cy="540261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5215" y="921511"/>
              <a:ext cx="11021695" cy="5015230"/>
            </a:xfrm>
            <a:custGeom>
              <a:avLst/>
              <a:gdLst/>
              <a:ahLst/>
              <a:cxnLst/>
              <a:rect l="l" t="t" r="r" b="b"/>
              <a:pathLst>
                <a:path w="11021695" h="5015230">
                  <a:moveTo>
                    <a:pt x="10834369" y="0"/>
                  </a:moveTo>
                  <a:lnTo>
                    <a:pt x="187210" y="0"/>
                  </a:lnTo>
                  <a:lnTo>
                    <a:pt x="137443" y="6687"/>
                  </a:lnTo>
                  <a:lnTo>
                    <a:pt x="92723" y="25559"/>
                  </a:lnTo>
                  <a:lnTo>
                    <a:pt x="54833" y="54832"/>
                  </a:lnTo>
                  <a:lnTo>
                    <a:pt x="25560" y="92719"/>
                  </a:lnTo>
                  <a:lnTo>
                    <a:pt x="6687" y="137436"/>
                  </a:lnTo>
                  <a:lnTo>
                    <a:pt x="0" y="187198"/>
                  </a:lnTo>
                  <a:lnTo>
                    <a:pt x="0" y="4827727"/>
                  </a:lnTo>
                  <a:lnTo>
                    <a:pt x="6687" y="4877498"/>
                  </a:lnTo>
                  <a:lnTo>
                    <a:pt x="25560" y="4922220"/>
                  </a:lnTo>
                  <a:lnTo>
                    <a:pt x="54833" y="4960108"/>
                  </a:lnTo>
                  <a:lnTo>
                    <a:pt x="92723" y="4989380"/>
                  </a:lnTo>
                  <a:lnTo>
                    <a:pt x="137443" y="5008251"/>
                  </a:lnTo>
                  <a:lnTo>
                    <a:pt x="187210" y="5014937"/>
                  </a:lnTo>
                  <a:lnTo>
                    <a:pt x="10834369" y="5014937"/>
                  </a:lnTo>
                  <a:lnTo>
                    <a:pt x="10884131" y="5008251"/>
                  </a:lnTo>
                  <a:lnTo>
                    <a:pt x="10928848" y="4989380"/>
                  </a:lnTo>
                  <a:lnTo>
                    <a:pt x="10966735" y="4960108"/>
                  </a:lnTo>
                  <a:lnTo>
                    <a:pt x="10996008" y="4922220"/>
                  </a:lnTo>
                  <a:lnTo>
                    <a:pt x="11014880" y="4877498"/>
                  </a:lnTo>
                  <a:lnTo>
                    <a:pt x="11021567" y="4827727"/>
                  </a:lnTo>
                  <a:lnTo>
                    <a:pt x="11021567" y="187198"/>
                  </a:lnTo>
                  <a:lnTo>
                    <a:pt x="11014880" y="137436"/>
                  </a:lnTo>
                  <a:lnTo>
                    <a:pt x="10996008" y="92719"/>
                  </a:lnTo>
                  <a:lnTo>
                    <a:pt x="10966735" y="54832"/>
                  </a:lnTo>
                  <a:lnTo>
                    <a:pt x="10928848" y="25559"/>
                  </a:lnTo>
                  <a:lnTo>
                    <a:pt x="10884131" y="6687"/>
                  </a:lnTo>
                  <a:lnTo>
                    <a:pt x="1083436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855" y="1083563"/>
              <a:ext cx="10681716" cy="468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7239" y="1198244"/>
              <a:ext cx="10337800" cy="4461510"/>
            </a:xfrm>
            <a:custGeom>
              <a:avLst/>
              <a:gdLst/>
              <a:ahLst/>
              <a:cxnLst/>
              <a:rect l="l" t="t" r="r" b="b"/>
              <a:pathLst>
                <a:path w="10337800" h="4461510">
                  <a:moveTo>
                    <a:pt x="10171036" y="0"/>
                  </a:moveTo>
                  <a:lnTo>
                    <a:pt x="166547" y="0"/>
                  </a:lnTo>
                  <a:lnTo>
                    <a:pt x="122271" y="5948"/>
                  </a:lnTo>
                  <a:lnTo>
                    <a:pt x="82486" y="22737"/>
                  </a:lnTo>
                  <a:lnTo>
                    <a:pt x="48779" y="48783"/>
                  </a:lnTo>
                  <a:lnTo>
                    <a:pt x="22737" y="82502"/>
                  </a:lnTo>
                  <a:lnTo>
                    <a:pt x="5948" y="122310"/>
                  </a:lnTo>
                  <a:lnTo>
                    <a:pt x="0" y="166624"/>
                  </a:lnTo>
                  <a:lnTo>
                    <a:pt x="0" y="4294885"/>
                  </a:lnTo>
                  <a:lnTo>
                    <a:pt x="5948" y="4339197"/>
                  </a:lnTo>
                  <a:lnTo>
                    <a:pt x="22737" y="4379000"/>
                  </a:lnTo>
                  <a:lnTo>
                    <a:pt x="48779" y="4412713"/>
                  </a:lnTo>
                  <a:lnTo>
                    <a:pt x="82486" y="4438753"/>
                  </a:lnTo>
                  <a:lnTo>
                    <a:pt x="122271" y="4455538"/>
                  </a:lnTo>
                  <a:lnTo>
                    <a:pt x="166547" y="4461484"/>
                  </a:lnTo>
                  <a:lnTo>
                    <a:pt x="10171036" y="4461484"/>
                  </a:lnTo>
                  <a:lnTo>
                    <a:pt x="10215295" y="4455538"/>
                  </a:lnTo>
                  <a:lnTo>
                    <a:pt x="10255067" y="4438753"/>
                  </a:lnTo>
                  <a:lnTo>
                    <a:pt x="10288765" y="4412713"/>
                  </a:lnTo>
                  <a:lnTo>
                    <a:pt x="10314800" y="4379000"/>
                  </a:lnTo>
                  <a:lnTo>
                    <a:pt x="10331585" y="4339197"/>
                  </a:lnTo>
                  <a:lnTo>
                    <a:pt x="10337533" y="4294885"/>
                  </a:lnTo>
                  <a:lnTo>
                    <a:pt x="10337533" y="166624"/>
                  </a:lnTo>
                  <a:lnTo>
                    <a:pt x="10331585" y="122310"/>
                  </a:lnTo>
                  <a:lnTo>
                    <a:pt x="10314800" y="82502"/>
                  </a:lnTo>
                  <a:lnTo>
                    <a:pt x="10288765" y="48783"/>
                  </a:lnTo>
                  <a:lnTo>
                    <a:pt x="10255067" y="22737"/>
                  </a:lnTo>
                  <a:lnTo>
                    <a:pt x="10215295" y="5948"/>
                  </a:lnTo>
                  <a:lnTo>
                    <a:pt x="101710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927239" y="1198244"/>
              <a:ext cx="10337800" cy="4461510"/>
            </a:xfrm>
            <a:custGeom>
              <a:avLst/>
              <a:gdLst/>
              <a:ahLst/>
              <a:cxnLst/>
              <a:rect l="l" t="t" r="r" b="b"/>
              <a:pathLst>
                <a:path w="10337800" h="4461510">
                  <a:moveTo>
                    <a:pt x="0" y="166624"/>
                  </a:moveTo>
                  <a:lnTo>
                    <a:pt x="5948" y="122310"/>
                  </a:lnTo>
                  <a:lnTo>
                    <a:pt x="22737" y="82502"/>
                  </a:lnTo>
                  <a:lnTo>
                    <a:pt x="48779" y="48783"/>
                  </a:lnTo>
                  <a:lnTo>
                    <a:pt x="82486" y="22737"/>
                  </a:lnTo>
                  <a:lnTo>
                    <a:pt x="122271" y="5948"/>
                  </a:lnTo>
                  <a:lnTo>
                    <a:pt x="166547" y="0"/>
                  </a:lnTo>
                  <a:lnTo>
                    <a:pt x="10171036" y="0"/>
                  </a:lnTo>
                  <a:lnTo>
                    <a:pt x="10215295" y="5948"/>
                  </a:lnTo>
                  <a:lnTo>
                    <a:pt x="10255067" y="22737"/>
                  </a:lnTo>
                  <a:lnTo>
                    <a:pt x="10288765" y="48783"/>
                  </a:lnTo>
                  <a:lnTo>
                    <a:pt x="10314800" y="82502"/>
                  </a:lnTo>
                  <a:lnTo>
                    <a:pt x="10331585" y="122310"/>
                  </a:lnTo>
                  <a:lnTo>
                    <a:pt x="10337533" y="166624"/>
                  </a:lnTo>
                  <a:lnTo>
                    <a:pt x="10337533" y="4294885"/>
                  </a:lnTo>
                  <a:lnTo>
                    <a:pt x="10331585" y="4339197"/>
                  </a:lnTo>
                  <a:lnTo>
                    <a:pt x="10314800" y="4379000"/>
                  </a:lnTo>
                  <a:lnTo>
                    <a:pt x="10288765" y="4412713"/>
                  </a:lnTo>
                  <a:lnTo>
                    <a:pt x="10255067" y="4438753"/>
                  </a:lnTo>
                  <a:lnTo>
                    <a:pt x="10215295" y="4455538"/>
                  </a:lnTo>
                  <a:lnTo>
                    <a:pt x="10171036" y="4461484"/>
                  </a:lnTo>
                  <a:lnTo>
                    <a:pt x="166547" y="4461484"/>
                  </a:lnTo>
                  <a:lnTo>
                    <a:pt x="122271" y="4455538"/>
                  </a:lnTo>
                  <a:lnTo>
                    <a:pt x="82486" y="4438753"/>
                  </a:lnTo>
                  <a:lnTo>
                    <a:pt x="48779" y="4412713"/>
                  </a:lnTo>
                  <a:lnTo>
                    <a:pt x="22737" y="4379000"/>
                  </a:lnTo>
                  <a:lnTo>
                    <a:pt x="5948" y="4339197"/>
                  </a:lnTo>
                  <a:lnTo>
                    <a:pt x="0" y="4294885"/>
                  </a:lnTo>
                  <a:lnTo>
                    <a:pt x="0" y="166624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5460" y="1694675"/>
              <a:ext cx="1016520" cy="10165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8799" y="1709674"/>
              <a:ext cx="914400" cy="9144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311522" y="2892932"/>
            <a:ext cx="35763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Copilot</a:t>
            </a:r>
            <a:r>
              <a:rPr sz="4400" spc="-254" dirty="0"/>
              <a:t> </a:t>
            </a:r>
            <a:r>
              <a:rPr sz="4400" spc="-50" dirty="0"/>
              <a:t>Studio</a:t>
            </a:r>
            <a:endParaRPr sz="4400"/>
          </a:p>
        </p:txBody>
      </p:sp>
      <p:grpSp>
        <p:nvGrpSpPr>
          <p:cNvPr id="11" name="object 11"/>
          <p:cNvGrpSpPr/>
          <p:nvPr/>
        </p:nvGrpSpPr>
        <p:grpSpPr>
          <a:xfrm>
            <a:off x="1775460" y="4186440"/>
            <a:ext cx="2719070" cy="975360"/>
            <a:chOff x="1775460" y="4186440"/>
            <a:chExt cx="2719070" cy="97536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75460" y="4186440"/>
              <a:ext cx="2718816" cy="9753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31364" y="4395215"/>
              <a:ext cx="1203960" cy="63550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28673" y="4201032"/>
              <a:ext cx="2616835" cy="875030"/>
            </a:xfrm>
            <a:custGeom>
              <a:avLst/>
              <a:gdLst/>
              <a:ahLst/>
              <a:cxnLst/>
              <a:rect l="l" t="t" r="r" b="b"/>
              <a:pathLst>
                <a:path w="2616835" h="875029">
                  <a:moveTo>
                    <a:pt x="2179574" y="0"/>
                  </a:moveTo>
                  <a:lnTo>
                    <a:pt x="437388" y="0"/>
                  </a:lnTo>
                  <a:lnTo>
                    <a:pt x="389731" y="2565"/>
                  </a:lnTo>
                  <a:lnTo>
                    <a:pt x="343560" y="10082"/>
                  </a:lnTo>
                  <a:lnTo>
                    <a:pt x="299142" y="22285"/>
                  </a:lnTo>
                  <a:lnTo>
                    <a:pt x="256745" y="38909"/>
                  </a:lnTo>
                  <a:lnTo>
                    <a:pt x="216633" y="59685"/>
                  </a:lnTo>
                  <a:lnTo>
                    <a:pt x="179076" y="84348"/>
                  </a:lnTo>
                  <a:lnTo>
                    <a:pt x="144338" y="112631"/>
                  </a:lnTo>
                  <a:lnTo>
                    <a:pt x="112688" y="144268"/>
                  </a:lnTo>
                  <a:lnTo>
                    <a:pt x="84393" y="178993"/>
                  </a:lnTo>
                  <a:lnTo>
                    <a:pt x="59718" y="216539"/>
                  </a:lnTo>
                  <a:lnTo>
                    <a:pt x="38931" y="256640"/>
                  </a:lnTo>
                  <a:lnTo>
                    <a:pt x="22299" y="299029"/>
                  </a:lnTo>
                  <a:lnTo>
                    <a:pt x="10088" y="343439"/>
                  </a:lnTo>
                  <a:lnTo>
                    <a:pt x="2566" y="389605"/>
                  </a:lnTo>
                  <a:lnTo>
                    <a:pt x="0" y="437261"/>
                  </a:lnTo>
                  <a:lnTo>
                    <a:pt x="2566" y="484917"/>
                  </a:lnTo>
                  <a:lnTo>
                    <a:pt x="10088" y="531088"/>
                  </a:lnTo>
                  <a:lnTo>
                    <a:pt x="22299" y="575506"/>
                  </a:lnTo>
                  <a:lnTo>
                    <a:pt x="38931" y="617903"/>
                  </a:lnTo>
                  <a:lnTo>
                    <a:pt x="59718" y="658015"/>
                  </a:lnTo>
                  <a:lnTo>
                    <a:pt x="84393" y="695572"/>
                  </a:lnTo>
                  <a:lnTo>
                    <a:pt x="112688" y="730310"/>
                  </a:lnTo>
                  <a:lnTo>
                    <a:pt x="144338" y="761960"/>
                  </a:lnTo>
                  <a:lnTo>
                    <a:pt x="179076" y="790255"/>
                  </a:lnTo>
                  <a:lnTo>
                    <a:pt x="216633" y="814930"/>
                  </a:lnTo>
                  <a:lnTo>
                    <a:pt x="256745" y="835717"/>
                  </a:lnTo>
                  <a:lnTo>
                    <a:pt x="299142" y="852349"/>
                  </a:lnTo>
                  <a:lnTo>
                    <a:pt x="343560" y="864560"/>
                  </a:lnTo>
                  <a:lnTo>
                    <a:pt x="389731" y="872082"/>
                  </a:lnTo>
                  <a:lnTo>
                    <a:pt x="437388" y="874649"/>
                  </a:lnTo>
                  <a:lnTo>
                    <a:pt x="2179574" y="874649"/>
                  </a:lnTo>
                  <a:lnTo>
                    <a:pt x="2227229" y="872082"/>
                  </a:lnTo>
                  <a:lnTo>
                    <a:pt x="2273395" y="864560"/>
                  </a:lnTo>
                  <a:lnTo>
                    <a:pt x="2317805" y="852349"/>
                  </a:lnTo>
                  <a:lnTo>
                    <a:pt x="2360194" y="835717"/>
                  </a:lnTo>
                  <a:lnTo>
                    <a:pt x="2400295" y="814930"/>
                  </a:lnTo>
                  <a:lnTo>
                    <a:pt x="2437841" y="790255"/>
                  </a:lnTo>
                  <a:lnTo>
                    <a:pt x="2472566" y="761960"/>
                  </a:lnTo>
                  <a:lnTo>
                    <a:pt x="2504203" y="730310"/>
                  </a:lnTo>
                  <a:lnTo>
                    <a:pt x="2532486" y="695572"/>
                  </a:lnTo>
                  <a:lnTo>
                    <a:pt x="2557149" y="658015"/>
                  </a:lnTo>
                  <a:lnTo>
                    <a:pt x="2577925" y="617903"/>
                  </a:lnTo>
                  <a:lnTo>
                    <a:pt x="2594549" y="575506"/>
                  </a:lnTo>
                  <a:lnTo>
                    <a:pt x="2606752" y="531088"/>
                  </a:lnTo>
                  <a:lnTo>
                    <a:pt x="2614269" y="484917"/>
                  </a:lnTo>
                  <a:lnTo>
                    <a:pt x="2616835" y="437261"/>
                  </a:lnTo>
                  <a:lnTo>
                    <a:pt x="2614269" y="389605"/>
                  </a:lnTo>
                  <a:lnTo>
                    <a:pt x="2606752" y="343439"/>
                  </a:lnTo>
                  <a:lnTo>
                    <a:pt x="2594549" y="299029"/>
                  </a:lnTo>
                  <a:lnTo>
                    <a:pt x="2577925" y="256640"/>
                  </a:lnTo>
                  <a:lnTo>
                    <a:pt x="2557149" y="216539"/>
                  </a:lnTo>
                  <a:lnTo>
                    <a:pt x="2532486" y="178993"/>
                  </a:lnTo>
                  <a:lnTo>
                    <a:pt x="2504203" y="144268"/>
                  </a:lnTo>
                  <a:lnTo>
                    <a:pt x="2472566" y="112631"/>
                  </a:lnTo>
                  <a:lnTo>
                    <a:pt x="2437841" y="84348"/>
                  </a:lnTo>
                  <a:lnTo>
                    <a:pt x="2400295" y="59685"/>
                  </a:lnTo>
                  <a:lnTo>
                    <a:pt x="2360194" y="38909"/>
                  </a:lnTo>
                  <a:lnTo>
                    <a:pt x="2317805" y="22285"/>
                  </a:lnTo>
                  <a:lnTo>
                    <a:pt x="2273395" y="10082"/>
                  </a:lnTo>
                  <a:lnTo>
                    <a:pt x="2227229" y="2565"/>
                  </a:lnTo>
                  <a:lnTo>
                    <a:pt x="2179574" y="0"/>
                  </a:lnTo>
                  <a:close/>
                </a:path>
              </a:pathLst>
            </a:custGeom>
            <a:solidFill>
              <a:srgbClr val="C03AC4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25292" y="4466590"/>
            <a:ext cx="8229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Design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733544" y="4189488"/>
            <a:ext cx="2720340" cy="977265"/>
            <a:chOff x="4733544" y="4189488"/>
            <a:chExt cx="2720340" cy="97726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33544" y="4189488"/>
              <a:ext cx="2720340" cy="97687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08676" y="4398264"/>
              <a:ext cx="1370076" cy="63550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87519" y="4204716"/>
              <a:ext cx="2617470" cy="875030"/>
            </a:xfrm>
            <a:custGeom>
              <a:avLst/>
              <a:gdLst/>
              <a:ahLst/>
              <a:cxnLst/>
              <a:rect l="l" t="t" r="r" b="b"/>
              <a:pathLst>
                <a:path w="2617470" h="875029">
                  <a:moveTo>
                    <a:pt x="2179574" y="0"/>
                  </a:moveTo>
                  <a:lnTo>
                    <a:pt x="437388" y="0"/>
                  </a:lnTo>
                  <a:lnTo>
                    <a:pt x="389731" y="2566"/>
                  </a:lnTo>
                  <a:lnTo>
                    <a:pt x="343560" y="10088"/>
                  </a:lnTo>
                  <a:lnTo>
                    <a:pt x="299142" y="22299"/>
                  </a:lnTo>
                  <a:lnTo>
                    <a:pt x="256745" y="38931"/>
                  </a:lnTo>
                  <a:lnTo>
                    <a:pt x="216633" y="59718"/>
                  </a:lnTo>
                  <a:lnTo>
                    <a:pt x="179076" y="84393"/>
                  </a:lnTo>
                  <a:lnTo>
                    <a:pt x="144338" y="112688"/>
                  </a:lnTo>
                  <a:lnTo>
                    <a:pt x="112688" y="144338"/>
                  </a:lnTo>
                  <a:lnTo>
                    <a:pt x="84393" y="179076"/>
                  </a:lnTo>
                  <a:lnTo>
                    <a:pt x="59718" y="216633"/>
                  </a:lnTo>
                  <a:lnTo>
                    <a:pt x="38931" y="256745"/>
                  </a:lnTo>
                  <a:lnTo>
                    <a:pt x="22299" y="299142"/>
                  </a:lnTo>
                  <a:lnTo>
                    <a:pt x="10088" y="343560"/>
                  </a:lnTo>
                  <a:lnTo>
                    <a:pt x="2566" y="389731"/>
                  </a:lnTo>
                  <a:lnTo>
                    <a:pt x="0" y="437387"/>
                  </a:lnTo>
                  <a:lnTo>
                    <a:pt x="2566" y="485020"/>
                  </a:lnTo>
                  <a:lnTo>
                    <a:pt x="10088" y="531171"/>
                  </a:lnTo>
                  <a:lnTo>
                    <a:pt x="22299" y="575571"/>
                  </a:lnTo>
                  <a:lnTo>
                    <a:pt x="38931" y="617954"/>
                  </a:lnTo>
                  <a:lnTo>
                    <a:pt x="59718" y="658052"/>
                  </a:lnTo>
                  <a:lnTo>
                    <a:pt x="84393" y="695600"/>
                  </a:lnTo>
                  <a:lnTo>
                    <a:pt x="112688" y="730329"/>
                  </a:lnTo>
                  <a:lnTo>
                    <a:pt x="144338" y="761973"/>
                  </a:lnTo>
                  <a:lnTo>
                    <a:pt x="179076" y="790264"/>
                  </a:lnTo>
                  <a:lnTo>
                    <a:pt x="216633" y="814935"/>
                  </a:lnTo>
                  <a:lnTo>
                    <a:pt x="256745" y="835720"/>
                  </a:lnTo>
                  <a:lnTo>
                    <a:pt x="299142" y="852350"/>
                  </a:lnTo>
                  <a:lnTo>
                    <a:pt x="343560" y="864560"/>
                  </a:lnTo>
                  <a:lnTo>
                    <a:pt x="389731" y="872082"/>
                  </a:lnTo>
                  <a:lnTo>
                    <a:pt x="437388" y="874648"/>
                  </a:lnTo>
                  <a:lnTo>
                    <a:pt x="2179574" y="874648"/>
                  </a:lnTo>
                  <a:lnTo>
                    <a:pt x="2227230" y="872082"/>
                  </a:lnTo>
                  <a:lnTo>
                    <a:pt x="2273401" y="864560"/>
                  </a:lnTo>
                  <a:lnTo>
                    <a:pt x="2317819" y="852350"/>
                  </a:lnTo>
                  <a:lnTo>
                    <a:pt x="2360216" y="835720"/>
                  </a:lnTo>
                  <a:lnTo>
                    <a:pt x="2400328" y="814935"/>
                  </a:lnTo>
                  <a:lnTo>
                    <a:pt x="2437885" y="790264"/>
                  </a:lnTo>
                  <a:lnTo>
                    <a:pt x="2472623" y="761973"/>
                  </a:lnTo>
                  <a:lnTo>
                    <a:pt x="2504273" y="730329"/>
                  </a:lnTo>
                  <a:lnTo>
                    <a:pt x="2532568" y="695600"/>
                  </a:lnTo>
                  <a:lnTo>
                    <a:pt x="2557243" y="658052"/>
                  </a:lnTo>
                  <a:lnTo>
                    <a:pt x="2578030" y="617954"/>
                  </a:lnTo>
                  <a:lnTo>
                    <a:pt x="2594662" y="575571"/>
                  </a:lnTo>
                  <a:lnTo>
                    <a:pt x="2606873" y="531171"/>
                  </a:lnTo>
                  <a:lnTo>
                    <a:pt x="2614395" y="485020"/>
                  </a:lnTo>
                  <a:lnTo>
                    <a:pt x="2616961" y="437387"/>
                  </a:lnTo>
                  <a:lnTo>
                    <a:pt x="2614395" y="389731"/>
                  </a:lnTo>
                  <a:lnTo>
                    <a:pt x="2606873" y="343560"/>
                  </a:lnTo>
                  <a:lnTo>
                    <a:pt x="2594662" y="299142"/>
                  </a:lnTo>
                  <a:lnTo>
                    <a:pt x="2578030" y="256745"/>
                  </a:lnTo>
                  <a:lnTo>
                    <a:pt x="2557243" y="216633"/>
                  </a:lnTo>
                  <a:lnTo>
                    <a:pt x="2532568" y="179076"/>
                  </a:lnTo>
                  <a:lnTo>
                    <a:pt x="2504273" y="144338"/>
                  </a:lnTo>
                  <a:lnTo>
                    <a:pt x="2472623" y="112688"/>
                  </a:lnTo>
                  <a:lnTo>
                    <a:pt x="2437885" y="84393"/>
                  </a:lnTo>
                  <a:lnTo>
                    <a:pt x="2400328" y="59718"/>
                  </a:lnTo>
                  <a:lnTo>
                    <a:pt x="2360216" y="38931"/>
                  </a:lnTo>
                  <a:lnTo>
                    <a:pt x="2317819" y="22299"/>
                  </a:lnTo>
                  <a:lnTo>
                    <a:pt x="2273401" y="10088"/>
                  </a:lnTo>
                  <a:lnTo>
                    <a:pt x="2227230" y="2566"/>
                  </a:lnTo>
                  <a:lnTo>
                    <a:pt x="2179574" y="0"/>
                  </a:lnTo>
                  <a:close/>
                </a:path>
              </a:pathLst>
            </a:custGeom>
            <a:solidFill>
              <a:srgbClr val="C03AC4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601970" y="4469968"/>
            <a:ext cx="9899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Enhance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693152" y="4189488"/>
            <a:ext cx="2719070" cy="977265"/>
            <a:chOff x="7693152" y="4189488"/>
            <a:chExt cx="2719070" cy="97726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93152" y="4189488"/>
              <a:ext cx="2718816" cy="97687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78952" y="4398264"/>
              <a:ext cx="1344168" cy="63550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746492" y="4204716"/>
              <a:ext cx="2616835" cy="875030"/>
            </a:xfrm>
            <a:custGeom>
              <a:avLst/>
              <a:gdLst/>
              <a:ahLst/>
              <a:cxnLst/>
              <a:rect l="l" t="t" r="r" b="b"/>
              <a:pathLst>
                <a:path w="2616834" h="875029">
                  <a:moveTo>
                    <a:pt x="2179447" y="0"/>
                  </a:moveTo>
                  <a:lnTo>
                    <a:pt x="437260" y="0"/>
                  </a:lnTo>
                  <a:lnTo>
                    <a:pt x="389605" y="2566"/>
                  </a:lnTo>
                  <a:lnTo>
                    <a:pt x="343439" y="10088"/>
                  </a:lnTo>
                  <a:lnTo>
                    <a:pt x="299029" y="22299"/>
                  </a:lnTo>
                  <a:lnTo>
                    <a:pt x="256640" y="38931"/>
                  </a:lnTo>
                  <a:lnTo>
                    <a:pt x="216539" y="59718"/>
                  </a:lnTo>
                  <a:lnTo>
                    <a:pt x="178993" y="84393"/>
                  </a:lnTo>
                  <a:lnTo>
                    <a:pt x="144268" y="112688"/>
                  </a:lnTo>
                  <a:lnTo>
                    <a:pt x="112631" y="144338"/>
                  </a:lnTo>
                  <a:lnTo>
                    <a:pt x="84348" y="179076"/>
                  </a:lnTo>
                  <a:lnTo>
                    <a:pt x="59685" y="216633"/>
                  </a:lnTo>
                  <a:lnTo>
                    <a:pt x="38909" y="256745"/>
                  </a:lnTo>
                  <a:lnTo>
                    <a:pt x="22285" y="299142"/>
                  </a:lnTo>
                  <a:lnTo>
                    <a:pt x="10082" y="343560"/>
                  </a:lnTo>
                  <a:lnTo>
                    <a:pt x="2565" y="389731"/>
                  </a:lnTo>
                  <a:lnTo>
                    <a:pt x="0" y="437387"/>
                  </a:lnTo>
                  <a:lnTo>
                    <a:pt x="2565" y="485020"/>
                  </a:lnTo>
                  <a:lnTo>
                    <a:pt x="10082" y="531171"/>
                  </a:lnTo>
                  <a:lnTo>
                    <a:pt x="22285" y="575571"/>
                  </a:lnTo>
                  <a:lnTo>
                    <a:pt x="38909" y="617954"/>
                  </a:lnTo>
                  <a:lnTo>
                    <a:pt x="59685" y="658052"/>
                  </a:lnTo>
                  <a:lnTo>
                    <a:pt x="84348" y="695600"/>
                  </a:lnTo>
                  <a:lnTo>
                    <a:pt x="112631" y="730329"/>
                  </a:lnTo>
                  <a:lnTo>
                    <a:pt x="144268" y="761973"/>
                  </a:lnTo>
                  <a:lnTo>
                    <a:pt x="178993" y="790264"/>
                  </a:lnTo>
                  <a:lnTo>
                    <a:pt x="216539" y="814935"/>
                  </a:lnTo>
                  <a:lnTo>
                    <a:pt x="256640" y="835720"/>
                  </a:lnTo>
                  <a:lnTo>
                    <a:pt x="299029" y="852350"/>
                  </a:lnTo>
                  <a:lnTo>
                    <a:pt x="343439" y="864560"/>
                  </a:lnTo>
                  <a:lnTo>
                    <a:pt x="389605" y="872082"/>
                  </a:lnTo>
                  <a:lnTo>
                    <a:pt x="437260" y="874648"/>
                  </a:lnTo>
                  <a:lnTo>
                    <a:pt x="2179447" y="874648"/>
                  </a:lnTo>
                  <a:lnTo>
                    <a:pt x="2227103" y="872082"/>
                  </a:lnTo>
                  <a:lnTo>
                    <a:pt x="2273274" y="864560"/>
                  </a:lnTo>
                  <a:lnTo>
                    <a:pt x="2317692" y="852350"/>
                  </a:lnTo>
                  <a:lnTo>
                    <a:pt x="2360089" y="835720"/>
                  </a:lnTo>
                  <a:lnTo>
                    <a:pt x="2400201" y="814935"/>
                  </a:lnTo>
                  <a:lnTo>
                    <a:pt x="2437758" y="790264"/>
                  </a:lnTo>
                  <a:lnTo>
                    <a:pt x="2472496" y="761973"/>
                  </a:lnTo>
                  <a:lnTo>
                    <a:pt x="2504146" y="730329"/>
                  </a:lnTo>
                  <a:lnTo>
                    <a:pt x="2532441" y="695600"/>
                  </a:lnTo>
                  <a:lnTo>
                    <a:pt x="2557116" y="658052"/>
                  </a:lnTo>
                  <a:lnTo>
                    <a:pt x="2577903" y="617954"/>
                  </a:lnTo>
                  <a:lnTo>
                    <a:pt x="2594535" y="575571"/>
                  </a:lnTo>
                  <a:lnTo>
                    <a:pt x="2606746" y="531171"/>
                  </a:lnTo>
                  <a:lnTo>
                    <a:pt x="2614268" y="485020"/>
                  </a:lnTo>
                  <a:lnTo>
                    <a:pt x="2616834" y="437387"/>
                  </a:lnTo>
                  <a:lnTo>
                    <a:pt x="2614268" y="389731"/>
                  </a:lnTo>
                  <a:lnTo>
                    <a:pt x="2606746" y="343560"/>
                  </a:lnTo>
                  <a:lnTo>
                    <a:pt x="2594535" y="299142"/>
                  </a:lnTo>
                  <a:lnTo>
                    <a:pt x="2577903" y="256745"/>
                  </a:lnTo>
                  <a:lnTo>
                    <a:pt x="2557116" y="216633"/>
                  </a:lnTo>
                  <a:lnTo>
                    <a:pt x="2532441" y="179076"/>
                  </a:lnTo>
                  <a:lnTo>
                    <a:pt x="2504146" y="144338"/>
                  </a:lnTo>
                  <a:lnTo>
                    <a:pt x="2472496" y="112688"/>
                  </a:lnTo>
                  <a:lnTo>
                    <a:pt x="2437758" y="84393"/>
                  </a:lnTo>
                  <a:lnTo>
                    <a:pt x="2400201" y="59718"/>
                  </a:lnTo>
                  <a:lnTo>
                    <a:pt x="2360089" y="38931"/>
                  </a:lnTo>
                  <a:lnTo>
                    <a:pt x="2317692" y="22299"/>
                  </a:lnTo>
                  <a:lnTo>
                    <a:pt x="2273274" y="10088"/>
                  </a:lnTo>
                  <a:lnTo>
                    <a:pt x="2227103" y="2566"/>
                  </a:lnTo>
                  <a:lnTo>
                    <a:pt x="2179447" y="0"/>
                  </a:lnTo>
                  <a:close/>
                </a:path>
              </a:pathLst>
            </a:custGeom>
            <a:solidFill>
              <a:srgbClr val="C03AC4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573516" y="4469968"/>
            <a:ext cx="9620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Manage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/>
              <a:t>Copilot</a:t>
            </a:r>
            <a:r>
              <a:rPr spc="-114" dirty="0"/>
              <a:t> </a:t>
            </a:r>
            <a:r>
              <a:rPr dirty="0"/>
              <a:t>Studio</a:t>
            </a:r>
            <a:r>
              <a:rPr spc="-90" dirty="0"/>
              <a:t> </a:t>
            </a:r>
            <a:r>
              <a:rPr dirty="0"/>
              <a:t>in</a:t>
            </a:r>
            <a:r>
              <a:rPr spc="-125" dirty="0"/>
              <a:t> </a:t>
            </a:r>
            <a:r>
              <a:rPr dirty="0"/>
              <a:t>Microsoft</a:t>
            </a:r>
            <a:r>
              <a:rPr spc="-85" dirty="0"/>
              <a:t> </a:t>
            </a:r>
            <a:r>
              <a:rPr spc="-25" dirty="0"/>
              <a:t>365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800" dirty="0">
                <a:solidFill>
                  <a:srgbClr val="6F2473"/>
                </a:solidFill>
              </a:rPr>
              <a:t>What</a:t>
            </a:r>
            <a:r>
              <a:rPr sz="1800" spc="-50" dirty="0">
                <a:solidFill>
                  <a:srgbClr val="6F2473"/>
                </a:solidFill>
              </a:rPr>
              <a:t> </a:t>
            </a:r>
            <a:r>
              <a:rPr sz="1800" dirty="0">
                <a:solidFill>
                  <a:srgbClr val="6F2473"/>
                </a:solidFill>
              </a:rPr>
              <a:t>is</a:t>
            </a:r>
            <a:r>
              <a:rPr sz="1800" spc="-45" dirty="0">
                <a:solidFill>
                  <a:srgbClr val="6F2473"/>
                </a:solidFill>
              </a:rPr>
              <a:t> </a:t>
            </a:r>
            <a:r>
              <a:rPr sz="1800" dirty="0">
                <a:solidFill>
                  <a:srgbClr val="6F2473"/>
                </a:solidFill>
              </a:rPr>
              <a:t>Copilot</a:t>
            </a:r>
            <a:r>
              <a:rPr sz="1800" spc="-35" dirty="0">
                <a:solidFill>
                  <a:srgbClr val="6F2473"/>
                </a:solidFill>
              </a:rPr>
              <a:t> </a:t>
            </a:r>
            <a:r>
              <a:rPr sz="1800" dirty="0">
                <a:solidFill>
                  <a:srgbClr val="6F2473"/>
                </a:solidFill>
              </a:rPr>
              <a:t>Studio</a:t>
            </a:r>
            <a:r>
              <a:rPr sz="1800" spc="-55" dirty="0">
                <a:solidFill>
                  <a:srgbClr val="6F2473"/>
                </a:solidFill>
              </a:rPr>
              <a:t> </a:t>
            </a:r>
            <a:r>
              <a:rPr sz="1800" dirty="0">
                <a:solidFill>
                  <a:srgbClr val="6F2473"/>
                </a:solidFill>
              </a:rPr>
              <a:t>in</a:t>
            </a:r>
            <a:r>
              <a:rPr sz="1800" spc="-55" dirty="0">
                <a:solidFill>
                  <a:srgbClr val="6F2473"/>
                </a:solidFill>
              </a:rPr>
              <a:t> </a:t>
            </a:r>
            <a:r>
              <a:rPr sz="1800" dirty="0">
                <a:solidFill>
                  <a:srgbClr val="6F2473"/>
                </a:solidFill>
              </a:rPr>
              <a:t>Microsoft</a:t>
            </a:r>
            <a:r>
              <a:rPr sz="1800" spc="-80" dirty="0">
                <a:solidFill>
                  <a:srgbClr val="6F2473"/>
                </a:solidFill>
              </a:rPr>
              <a:t> </a:t>
            </a:r>
            <a:r>
              <a:rPr sz="1800" spc="-20" dirty="0">
                <a:solidFill>
                  <a:srgbClr val="6F2473"/>
                </a:solidFill>
              </a:rPr>
              <a:t>365?</a:t>
            </a:r>
            <a:endParaRPr sz="1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9611" y="483362"/>
            <a:ext cx="877470" cy="7955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6478" y="1949323"/>
            <a:ext cx="1046861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Copilot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Studio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Microsoft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365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is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low-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code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tool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organizations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can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use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to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extend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and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customize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Copilot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to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work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the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way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they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need, all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governed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through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IT.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It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allows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users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to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tailor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Copilot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for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Microsoft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365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so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it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can: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8962" y="3336416"/>
            <a:ext cx="2514600" cy="2516505"/>
          </a:xfrm>
          <a:custGeom>
            <a:avLst/>
            <a:gdLst/>
            <a:ahLst/>
            <a:cxnLst/>
            <a:rect l="l" t="t" r="r" b="b"/>
            <a:pathLst>
              <a:path w="2514600" h="2516504">
                <a:moveTo>
                  <a:pt x="1257109" y="0"/>
                </a:moveTo>
                <a:lnTo>
                  <a:pt x="1208888" y="908"/>
                </a:lnTo>
                <a:lnTo>
                  <a:pt x="1161127" y="3612"/>
                </a:lnTo>
                <a:lnTo>
                  <a:pt x="1113858" y="8078"/>
                </a:lnTo>
                <a:lnTo>
                  <a:pt x="1067112" y="14274"/>
                </a:lnTo>
                <a:lnTo>
                  <a:pt x="1020924" y="22167"/>
                </a:lnTo>
                <a:lnTo>
                  <a:pt x="975325" y="31726"/>
                </a:lnTo>
                <a:lnTo>
                  <a:pt x="930348" y="42916"/>
                </a:lnTo>
                <a:lnTo>
                  <a:pt x="886026" y="55706"/>
                </a:lnTo>
                <a:lnTo>
                  <a:pt x="842390" y="70063"/>
                </a:lnTo>
                <a:lnTo>
                  <a:pt x="799474" y="85955"/>
                </a:lnTo>
                <a:lnTo>
                  <a:pt x="757311" y="103348"/>
                </a:lnTo>
                <a:lnTo>
                  <a:pt x="715932" y="122211"/>
                </a:lnTo>
                <a:lnTo>
                  <a:pt x="675370" y="142511"/>
                </a:lnTo>
                <a:lnTo>
                  <a:pt x="635658" y="164214"/>
                </a:lnTo>
                <a:lnTo>
                  <a:pt x="596829" y="187289"/>
                </a:lnTo>
                <a:lnTo>
                  <a:pt x="558914" y="211704"/>
                </a:lnTo>
                <a:lnTo>
                  <a:pt x="521947" y="237424"/>
                </a:lnTo>
                <a:lnTo>
                  <a:pt x="485960" y="264418"/>
                </a:lnTo>
                <a:lnTo>
                  <a:pt x="450986" y="292653"/>
                </a:lnTo>
                <a:lnTo>
                  <a:pt x="417056" y="322097"/>
                </a:lnTo>
                <a:lnTo>
                  <a:pt x="384205" y="352717"/>
                </a:lnTo>
                <a:lnTo>
                  <a:pt x="352463" y="384481"/>
                </a:lnTo>
                <a:lnTo>
                  <a:pt x="321864" y="417355"/>
                </a:lnTo>
                <a:lnTo>
                  <a:pt x="292441" y="451308"/>
                </a:lnTo>
                <a:lnTo>
                  <a:pt x="264226" y="486306"/>
                </a:lnTo>
                <a:lnTo>
                  <a:pt x="237250" y="522317"/>
                </a:lnTo>
                <a:lnTo>
                  <a:pt x="211548" y="559309"/>
                </a:lnTo>
                <a:lnTo>
                  <a:pt x="187152" y="597248"/>
                </a:lnTo>
                <a:lnTo>
                  <a:pt x="164093" y="636103"/>
                </a:lnTo>
                <a:lnTo>
                  <a:pt x="142405" y="675841"/>
                </a:lnTo>
                <a:lnTo>
                  <a:pt x="122121" y="716429"/>
                </a:lnTo>
                <a:lnTo>
                  <a:pt x="103272" y="757835"/>
                </a:lnTo>
                <a:lnTo>
                  <a:pt x="85891" y="800025"/>
                </a:lnTo>
                <a:lnTo>
                  <a:pt x="70011" y="842968"/>
                </a:lnTo>
                <a:lnTo>
                  <a:pt x="55664" y="886630"/>
                </a:lnTo>
                <a:lnTo>
                  <a:pt x="42884" y="930980"/>
                </a:lnTo>
                <a:lnTo>
                  <a:pt x="31702" y="975985"/>
                </a:lnTo>
                <a:lnTo>
                  <a:pt x="22150" y="1021611"/>
                </a:lnTo>
                <a:lnTo>
                  <a:pt x="14263" y="1067827"/>
                </a:lnTo>
                <a:lnTo>
                  <a:pt x="8071" y="1114600"/>
                </a:lnTo>
                <a:lnTo>
                  <a:pt x="3609" y="1161898"/>
                </a:lnTo>
                <a:lnTo>
                  <a:pt x="907" y="1209686"/>
                </a:lnTo>
                <a:lnTo>
                  <a:pt x="0" y="1257935"/>
                </a:lnTo>
                <a:lnTo>
                  <a:pt x="907" y="1306191"/>
                </a:lnTo>
                <a:lnTo>
                  <a:pt x="3609" y="1353988"/>
                </a:lnTo>
                <a:lnTo>
                  <a:pt x="8071" y="1401292"/>
                </a:lnTo>
                <a:lnTo>
                  <a:pt x="14263" y="1448072"/>
                </a:lnTo>
                <a:lnTo>
                  <a:pt x="22150" y="1494294"/>
                </a:lnTo>
                <a:lnTo>
                  <a:pt x="31702" y="1539926"/>
                </a:lnTo>
                <a:lnTo>
                  <a:pt x="42884" y="1584935"/>
                </a:lnTo>
                <a:lnTo>
                  <a:pt x="55664" y="1629289"/>
                </a:lnTo>
                <a:lnTo>
                  <a:pt x="70011" y="1672955"/>
                </a:lnTo>
                <a:lnTo>
                  <a:pt x="85891" y="1715901"/>
                </a:lnTo>
                <a:lnTo>
                  <a:pt x="103272" y="1758095"/>
                </a:lnTo>
                <a:lnTo>
                  <a:pt x="122121" y="1799502"/>
                </a:lnTo>
                <a:lnTo>
                  <a:pt x="142405" y="1840092"/>
                </a:lnTo>
                <a:lnTo>
                  <a:pt x="164093" y="1879831"/>
                </a:lnTo>
                <a:lnTo>
                  <a:pt x="187152" y="1918688"/>
                </a:lnTo>
                <a:lnTo>
                  <a:pt x="211548" y="1956628"/>
                </a:lnTo>
                <a:lnTo>
                  <a:pt x="237250" y="1993620"/>
                </a:lnTo>
                <a:lnTo>
                  <a:pt x="264226" y="2029632"/>
                </a:lnTo>
                <a:lnTo>
                  <a:pt x="292441" y="2064630"/>
                </a:lnTo>
                <a:lnTo>
                  <a:pt x="321864" y="2098582"/>
                </a:lnTo>
                <a:lnTo>
                  <a:pt x="352463" y="2131455"/>
                </a:lnTo>
                <a:lnTo>
                  <a:pt x="384205" y="2163218"/>
                </a:lnTo>
                <a:lnTo>
                  <a:pt x="417056" y="2193837"/>
                </a:lnTo>
                <a:lnTo>
                  <a:pt x="450986" y="2223279"/>
                </a:lnTo>
                <a:lnTo>
                  <a:pt x="485960" y="2251513"/>
                </a:lnTo>
                <a:lnTo>
                  <a:pt x="521947" y="2278506"/>
                </a:lnTo>
                <a:lnTo>
                  <a:pt x="558914" y="2304225"/>
                </a:lnTo>
                <a:lnTo>
                  <a:pt x="596829" y="2328637"/>
                </a:lnTo>
                <a:lnTo>
                  <a:pt x="635658" y="2351711"/>
                </a:lnTo>
                <a:lnTo>
                  <a:pt x="675370" y="2373412"/>
                </a:lnTo>
                <a:lnTo>
                  <a:pt x="715932" y="2393710"/>
                </a:lnTo>
                <a:lnTo>
                  <a:pt x="757311" y="2412571"/>
                </a:lnTo>
                <a:lnTo>
                  <a:pt x="799474" y="2429963"/>
                </a:lnTo>
                <a:lnTo>
                  <a:pt x="842390" y="2445853"/>
                </a:lnTo>
                <a:lnTo>
                  <a:pt x="886026" y="2460208"/>
                </a:lnTo>
                <a:lnTo>
                  <a:pt x="930348" y="2472997"/>
                </a:lnTo>
                <a:lnTo>
                  <a:pt x="975325" y="2484186"/>
                </a:lnTo>
                <a:lnTo>
                  <a:pt x="1020924" y="2493743"/>
                </a:lnTo>
                <a:lnTo>
                  <a:pt x="1067112" y="2501635"/>
                </a:lnTo>
                <a:lnTo>
                  <a:pt x="1113858" y="2507831"/>
                </a:lnTo>
                <a:lnTo>
                  <a:pt x="1161127" y="2512296"/>
                </a:lnTo>
                <a:lnTo>
                  <a:pt x="1208888" y="2514999"/>
                </a:lnTo>
                <a:lnTo>
                  <a:pt x="1257109" y="2515908"/>
                </a:lnTo>
                <a:lnTo>
                  <a:pt x="1305322" y="2514999"/>
                </a:lnTo>
                <a:lnTo>
                  <a:pt x="1353076" y="2512296"/>
                </a:lnTo>
                <a:lnTo>
                  <a:pt x="1400339" y="2507831"/>
                </a:lnTo>
                <a:lnTo>
                  <a:pt x="1447078" y="2501635"/>
                </a:lnTo>
                <a:lnTo>
                  <a:pt x="1493260" y="2493743"/>
                </a:lnTo>
                <a:lnTo>
                  <a:pt x="1538854" y="2484186"/>
                </a:lnTo>
                <a:lnTo>
                  <a:pt x="1583826" y="2472997"/>
                </a:lnTo>
                <a:lnTo>
                  <a:pt x="1628144" y="2460208"/>
                </a:lnTo>
                <a:lnTo>
                  <a:pt x="1671776" y="2445853"/>
                </a:lnTo>
                <a:lnTo>
                  <a:pt x="1714688" y="2429963"/>
                </a:lnTo>
                <a:lnTo>
                  <a:pt x="1756848" y="2412571"/>
                </a:lnTo>
                <a:lnTo>
                  <a:pt x="1798224" y="2393710"/>
                </a:lnTo>
                <a:lnTo>
                  <a:pt x="1838783" y="2373412"/>
                </a:lnTo>
                <a:lnTo>
                  <a:pt x="1878493" y="2351711"/>
                </a:lnTo>
                <a:lnTo>
                  <a:pt x="1917321" y="2328637"/>
                </a:lnTo>
                <a:lnTo>
                  <a:pt x="1955233" y="2304225"/>
                </a:lnTo>
                <a:lnTo>
                  <a:pt x="1992199" y="2278506"/>
                </a:lnTo>
                <a:lnTo>
                  <a:pt x="2028185" y="2251513"/>
                </a:lnTo>
                <a:lnTo>
                  <a:pt x="2063159" y="2223279"/>
                </a:lnTo>
                <a:lnTo>
                  <a:pt x="2097088" y="2193837"/>
                </a:lnTo>
                <a:lnTo>
                  <a:pt x="2129939" y="2163218"/>
                </a:lnTo>
                <a:lnTo>
                  <a:pt x="2161680" y="2131455"/>
                </a:lnTo>
                <a:lnTo>
                  <a:pt x="2192279" y="2098582"/>
                </a:lnTo>
                <a:lnTo>
                  <a:pt x="2221702" y="2064630"/>
                </a:lnTo>
                <a:lnTo>
                  <a:pt x="2249918" y="2029632"/>
                </a:lnTo>
                <a:lnTo>
                  <a:pt x="2276894" y="1993620"/>
                </a:lnTo>
                <a:lnTo>
                  <a:pt x="2302596" y="1956628"/>
                </a:lnTo>
                <a:lnTo>
                  <a:pt x="2326993" y="1918688"/>
                </a:lnTo>
                <a:lnTo>
                  <a:pt x="2350053" y="1879831"/>
                </a:lnTo>
                <a:lnTo>
                  <a:pt x="2371741" y="1840092"/>
                </a:lnTo>
                <a:lnTo>
                  <a:pt x="2392027" y="1799502"/>
                </a:lnTo>
                <a:lnTo>
                  <a:pt x="2410877" y="1758095"/>
                </a:lnTo>
                <a:lnTo>
                  <a:pt x="2428258" y="1715901"/>
                </a:lnTo>
                <a:lnTo>
                  <a:pt x="2444139" y="1672955"/>
                </a:lnTo>
                <a:lnTo>
                  <a:pt x="2458486" y="1629289"/>
                </a:lnTo>
                <a:lnTo>
                  <a:pt x="2471268" y="1584935"/>
                </a:lnTo>
                <a:lnTo>
                  <a:pt x="2482451" y="1539926"/>
                </a:lnTo>
                <a:lnTo>
                  <a:pt x="2492002" y="1494294"/>
                </a:lnTo>
                <a:lnTo>
                  <a:pt x="2499890" y="1448072"/>
                </a:lnTo>
                <a:lnTo>
                  <a:pt x="2506082" y="1401292"/>
                </a:lnTo>
                <a:lnTo>
                  <a:pt x="2510545" y="1353988"/>
                </a:lnTo>
                <a:lnTo>
                  <a:pt x="2513247" y="1306191"/>
                </a:lnTo>
                <a:lnTo>
                  <a:pt x="2514155" y="1257935"/>
                </a:lnTo>
                <a:lnTo>
                  <a:pt x="2513247" y="1209686"/>
                </a:lnTo>
                <a:lnTo>
                  <a:pt x="2510545" y="1161898"/>
                </a:lnTo>
                <a:lnTo>
                  <a:pt x="2506082" y="1114600"/>
                </a:lnTo>
                <a:lnTo>
                  <a:pt x="2499890" y="1067827"/>
                </a:lnTo>
                <a:lnTo>
                  <a:pt x="2492002" y="1021611"/>
                </a:lnTo>
                <a:lnTo>
                  <a:pt x="2482451" y="975985"/>
                </a:lnTo>
                <a:lnTo>
                  <a:pt x="2471268" y="930980"/>
                </a:lnTo>
                <a:lnTo>
                  <a:pt x="2458486" y="886630"/>
                </a:lnTo>
                <a:lnTo>
                  <a:pt x="2444139" y="842968"/>
                </a:lnTo>
                <a:lnTo>
                  <a:pt x="2428258" y="800025"/>
                </a:lnTo>
                <a:lnTo>
                  <a:pt x="2410877" y="757835"/>
                </a:lnTo>
                <a:lnTo>
                  <a:pt x="2392027" y="716429"/>
                </a:lnTo>
                <a:lnTo>
                  <a:pt x="2371741" y="675841"/>
                </a:lnTo>
                <a:lnTo>
                  <a:pt x="2350053" y="636103"/>
                </a:lnTo>
                <a:lnTo>
                  <a:pt x="2326993" y="597248"/>
                </a:lnTo>
                <a:lnTo>
                  <a:pt x="2302596" y="559309"/>
                </a:lnTo>
                <a:lnTo>
                  <a:pt x="2276894" y="522317"/>
                </a:lnTo>
                <a:lnTo>
                  <a:pt x="2249918" y="486306"/>
                </a:lnTo>
                <a:lnTo>
                  <a:pt x="2221702" y="451308"/>
                </a:lnTo>
                <a:lnTo>
                  <a:pt x="2192279" y="417355"/>
                </a:lnTo>
                <a:lnTo>
                  <a:pt x="2161680" y="384481"/>
                </a:lnTo>
                <a:lnTo>
                  <a:pt x="2129939" y="352717"/>
                </a:lnTo>
                <a:lnTo>
                  <a:pt x="2097088" y="322097"/>
                </a:lnTo>
                <a:lnTo>
                  <a:pt x="2063159" y="292653"/>
                </a:lnTo>
                <a:lnTo>
                  <a:pt x="2028185" y="264418"/>
                </a:lnTo>
                <a:lnTo>
                  <a:pt x="1992199" y="237424"/>
                </a:lnTo>
                <a:lnTo>
                  <a:pt x="1955233" y="211704"/>
                </a:lnTo>
                <a:lnTo>
                  <a:pt x="1917321" y="187289"/>
                </a:lnTo>
                <a:lnTo>
                  <a:pt x="1878493" y="164214"/>
                </a:lnTo>
                <a:lnTo>
                  <a:pt x="1838783" y="142511"/>
                </a:lnTo>
                <a:lnTo>
                  <a:pt x="1798224" y="122211"/>
                </a:lnTo>
                <a:lnTo>
                  <a:pt x="1756848" y="103348"/>
                </a:lnTo>
                <a:lnTo>
                  <a:pt x="1714688" y="85955"/>
                </a:lnTo>
                <a:lnTo>
                  <a:pt x="1671776" y="70063"/>
                </a:lnTo>
                <a:lnTo>
                  <a:pt x="1628144" y="55706"/>
                </a:lnTo>
                <a:lnTo>
                  <a:pt x="1583826" y="42916"/>
                </a:lnTo>
                <a:lnTo>
                  <a:pt x="1538854" y="31726"/>
                </a:lnTo>
                <a:lnTo>
                  <a:pt x="1493260" y="22167"/>
                </a:lnTo>
                <a:lnTo>
                  <a:pt x="1447078" y="14274"/>
                </a:lnTo>
                <a:lnTo>
                  <a:pt x="1400339" y="8078"/>
                </a:lnTo>
                <a:lnTo>
                  <a:pt x="1353076" y="3612"/>
                </a:lnTo>
                <a:lnTo>
                  <a:pt x="1305322" y="908"/>
                </a:lnTo>
                <a:lnTo>
                  <a:pt x="1257109" y="0"/>
                </a:lnTo>
                <a:close/>
              </a:path>
            </a:pathLst>
          </a:custGeom>
          <a:solidFill>
            <a:srgbClr val="F4F3F5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8334" y="4028058"/>
            <a:ext cx="17951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Answer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questions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on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data in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other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systems</a:t>
            </a:r>
            <a:r>
              <a:rPr kumimoji="0" sz="1800" b="0" i="0" u="none" strike="noStrike" kern="0" cap="none" spc="-8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of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record.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22269" y="3336416"/>
            <a:ext cx="2514600" cy="2516505"/>
          </a:xfrm>
          <a:custGeom>
            <a:avLst/>
            <a:gdLst/>
            <a:ahLst/>
            <a:cxnLst/>
            <a:rect l="l" t="t" r="r" b="b"/>
            <a:pathLst>
              <a:path w="2514600" h="2516504">
                <a:moveTo>
                  <a:pt x="1257045" y="0"/>
                </a:moveTo>
                <a:lnTo>
                  <a:pt x="1208833" y="908"/>
                </a:lnTo>
                <a:lnTo>
                  <a:pt x="1161079" y="3612"/>
                </a:lnTo>
                <a:lnTo>
                  <a:pt x="1113816" y="8078"/>
                </a:lnTo>
                <a:lnTo>
                  <a:pt x="1067077" y="14274"/>
                </a:lnTo>
                <a:lnTo>
                  <a:pt x="1020894" y="22167"/>
                </a:lnTo>
                <a:lnTo>
                  <a:pt x="975300" y="31726"/>
                </a:lnTo>
                <a:lnTo>
                  <a:pt x="930328" y="42916"/>
                </a:lnTo>
                <a:lnTo>
                  <a:pt x="886010" y="55706"/>
                </a:lnTo>
                <a:lnTo>
                  <a:pt x="842379" y="70063"/>
                </a:lnTo>
                <a:lnTo>
                  <a:pt x="799467" y="85955"/>
                </a:lnTo>
                <a:lnTo>
                  <a:pt x="757306" y="103348"/>
                </a:lnTo>
                <a:lnTo>
                  <a:pt x="715930" y="122211"/>
                </a:lnTo>
                <a:lnTo>
                  <a:pt x="675371" y="142511"/>
                </a:lnTo>
                <a:lnTo>
                  <a:pt x="635661" y="164214"/>
                </a:lnTo>
                <a:lnTo>
                  <a:pt x="596834" y="187289"/>
                </a:lnTo>
                <a:lnTo>
                  <a:pt x="558921" y="211704"/>
                </a:lnTo>
                <a:lnTo>
                  <a:pt x="521955" y="237424"/>
                </a:lnTo>
                <a:lnTo>
                  <a:pt x="485969" y="264418"/>
                </a:lnTo>
                <a:lnTo>
                  <a:pt x="450996" y="292653"/>
                </a:lnTo>
                <a:lnTo>
                  <a:pt x="417067" y="322097"/>
                </a:lnTo>
                <a:lnTo>
                  <a:pt x="384216" y="352717"/>
                </a:lnTo>
                <a:lnTo>
                  <a:pt x="352474" y="384481"/>
                </a:lnTo>
                <a:lnTo>
                  <a:pt x="321876" y="417355"/>
                </a:lnTo>
                <a:lnTo>
                  <a:pt x="292452" y="451308"/>
                </a:lnTo>
                <a:lnTo>
                  <a:pt x="264236" y="486306"/>
                </a:lnTo>
                <a:lnTo>
                  <a:pt x="237261" y="522317"/>
                </a:lnTo>
                <a:lnTo>
                  <a:pt x="211558" y="559309"/>
                </a:lnTo>
                <a:lnTo>
                  <a:pt x="187161" y="597248"/>
                </a:lnTo>
                <a:lnTo>
                  <a:pt x="164102" y="636103"/>
                </a:lnTo>
                <a:lnTo>
                  <a:pt x="142413" y="675841"/>
                </a:lnTo>
                <a:lnTo>
                  <a:pt x="122128" y="716429"/>
                </a:lnTo>
                <a:lnTo>
                  <a:pt x="103278" y="757835"/>
                </a:lnTo>
                <a:lnTo>
                  <a:pt x="85896" y="800025"/>
                </a:lnTo>
                <a:lnTo>
                  <a:pt x="70016" y="842968"/>
                </a:lnTo>
                <a:lnTo>
                  <a:pt x="55668" y="886630"/>
                </a:lnTo>
                <a:lnTo>
                  <a:pt x="42887" y="930980"/>
                </a:lnTo>
                <a:lnTo>
                  <a:pt x="31704" y="975985"/>
                </a:lnTo>
                <a:lnTo>
                  <a:pt x="22152" y="1021611"/>
                </a:lnTo>
                <a:lnTo>
                  <a:pt x="14264" y="1067827"/>
                </a:lnTo>
                <a:lnTo>
                  <a:pt x="8072" y="1114600"/>
                </a:lnTo>
                <a:lnTo>
                  <a:pt x="3609" y="1161898"/>
                </a:lnTo>
                <a:lnTo>
                  <a:pt x="907" y="1209686"/>
                </a:lnTo>
                <a:lnTo>
                  <a:pt x="0" y="1257935"/>
                </a:lnTo>
                <a:lnTo>
                  <a:pt x="907" y="1306191"/>
                </a:lnTo>
                <a:lnTo>
                  <a:pt x="3609" y="1353988"/>
                </a:lnTo>
                <a:lnTo>
                  <a:pt x="8072" y="1401292"/>
                </a:lnTo>
                <a:lnTo>
                  <a:pt x="14264" y="1448072"/>
                </a:lnTo>
                <a:lnTo>
                  <a:pt x="22152" y="1494294"/>
                </a:lnTo>
                <a:lnTo>
                  <a:pt x="31704" y="1539926"/>
                </a:lnTo>
                <a:lnTo>
                  <a:pt x="42887" y="1584935"/>
                </a:lnTo>
                <a:lnTo>
                  <a:pt x="55668" y="1629289"/>
                </a:lnTo>
                <a:lnTo>
                  <a:pt x="70016" y="1672955"/>
                </a:lnTo>
                <a:lnTo>
                  <a:pt x="85896" y="1715901"/>
                </a:lnTo>
                <a:lnTo>
                  <a:pt x="103278" y="1758095"/>
                </a:lnTo>
                <a:lnTo>
                  <a:pt x="122128" y="1799502"/>
                </a:lnTo>
                <a:lnTo>
                  <a:pt x="142413" y="1840092"/>
                </a:lnTo>
                <a:lnTo>
                  <a:pt x="164102" y="1879831"/>
                </a:lnTo>
                <a:lnTo>
                  <a:pt x="187161" y="1918688"/>
                </a:lnTo>
                <a:lnTo>
                  <a:pt x="211558" y="1956628"/>
                </a:lnTo>
                <a:lnTo>
                  <a:pt x="237261" y="1993620"/>
                </a:lnTo>
                <a:lnTo>
                  <a:pt x="264236" y="2029632"/>
                </a:lnTo>
                <a:lnTo>
                  <a:pt x="292452" y="2064630"/>
                </a:lnTo>
                <a:lnTo>
                  <a:pt x="321876" y="2098582"/>
                </a:lnTo>
                <a:lnTo>
                  <a:pt x="352474" y="2131455"/>
                </a:lnTo>
                <a:lnTo>
                  <a:pt x="384216" y="2163218"/>
                </a:lnTo>
                <a:lnTo>
                  <a:pt x="417067" y="2193837"/>
                </a:lnTo>
                <a:lnTo>
                  <a:pt x="450996" y="2223279"/>
                </a:lnTo>
                <a:lnTo>
                  <a:pt x="485969" y="2251513"/>
                </a:lnTo>
                <a:lnTo>
                  <a:pt x="521955" y="2278506"/>
                </a:lnTo>
                <a:lnTo>
                  <a:pt x="558921" y="2304225"/>
                </a:lnTo>
                <a:lnTo>
                  <a:pt x="596834" y="2328637"/>
                </a:lnTo>
                <a:lnTo>
                  <a:pt x="635661" y="2351711"/>
                </a:lnTo>
                <a:lnTo>
                  <a:pt x="675371" y="2373412"/>
                </a:lnTo>
                <a:lnTo>
                  <a:pt x="715930" y="2393710"/>
                </a:lnTo>
                <a:lnTo>
                  <a:pt x="757306" y="2412571"/>
                </a:lnTo>
                <a:lnTo>
                  <a:pt x="799467" y="2429963"/>
                </a:lnTo>
                <a:lnTo>
                  <a:pt x="842379" y="2445853"/>
                </a:lnTo>
                <a:lnTo>
                  <a:pt x="886010" y="2460208"/>
                </a:lnTo>
                <a:lnTo>
                  <a:pt x="930328" y="2472997"/>
                </a:lnTo>
                <a:lnTo>
                  <a:pt x="975300" y="2484186"/>
                </a:lnTo>
                <a:lnTo>
                  <a:pt x="1020894" y="2493743"/>
                </a:lnTo>
                <a:lnTo>
                  <a:pt x="1067077" y="2501635"/>
                </a:lnTo>
                <a:lnTo>
                  <a:pt x="1113816" y="2507831"/>
                </a:lnTo>
                <a:lnTo>
                  <a:pt x="1161079" y="2512296"/>
                </a:lnTo>
                <a:lnTo>
                  <a:pt x="1208833" y="2514999"/>
                </a:lnTo>
                <a:lnTo>
                  <a:pt x="1257045" y="2515908"/>
                </a:lnTo>
                <a:lnTo>
                  <a:pt x="1305267" y="2514999"/>
                </a:lnTo>
                <a:lnTo>
                  <a:pt x="1353029" y="2512296"/>
                </a:lnTo>
                <a:lnTo>
                  <a:pt x="1400300" y="2507831"/>
                </a:lnTo>
                <a:lnTo>
                  <a:pt x="1447047" y="2501635"/>
                </a:lnTo>
                <a:lnTo>
                  <a:pt x="1493236" y="2493743"/>
                </a:lnTo>
                <a:lnTo>
                  <a:pt x="1538837" y="2484186"/>
                </a:lnTo>
                <a:lnTo>
                  <a:pt x="1583815" y="2472997"/>
                </a:lnTo>
                <a:lnTo>
                  <a:pt x="1628139" y="2460208"/>
                </a:lnTo>
                <a:lnTo>
                  <a:pt x="1671776" y="2445853"/>
                </a:lnTo>
                <a:lnTo>
                  <a:pt x="1714694" y="2429963"/>
                </a:lnTo>
                <a:lnTo>
                  <a:pt x="1756859" y="2412571"/>
                </a:lnTo>
                <a:lnTo>
                  <a:pt x="1798240" y="2393710"/>
                </a:lnTo>
                <a:lnTo>
                  <a:pt x="1838804" y="2373412"/>
                </a:lnTo>
                <a:lnTo>
                  <a:pt x="1878518" y="2351711"/>
                </a:lnTo>
                <a:lnTo>
                  <a:pt x="1917349" y="2328637"/>
                </a:lnTo>
                <a:lnTo>
                  <a:pt x="1955266" y="2304225"/>
                </a:lnTo>
                <a:lnTo>
                  <a:pt x="1992235" y="2278506"/>
                </a:lnTo>
                <a:lnTo>
                  <a:pt x="2028224" y="2251513"/>
                </a:lnTo>
                <a:lnTo>
                  <a:pt x="2063200" y="2223279"/>
                </a:lnTo>
                <a:lnTo>
                  <a:pt x="2097132" y="2193837"/>
                </a:lnTo>
                <a:lnTo>
                  <a:pt x="2129985" y="2163218"/>
                </a:lnTo>
                <a:lnTo>
                  <a:pt x="2161729" y="2131455"/>
                </a:lnTo>
                <a:lnTo>
                  <a:pt x="2192329" y="2098582"/>
                </a:lnTo>
                <a:lnTo>
                  <a:pt x="2221755" y="2064630"/>
                </a:lnTo>
                <a:lnTo>
                  <a:pt x="2249972" y="2029632"/>
                </a:lnTo>
                <a:lnTo>
                  <a:pt x="2276949" y="1993620"/>
                </a:lnTo>
                <a:lnTo>
                  <a:pt x="2302653" y="1956628"/>
                </a:lnTo>
                <a:lnTo>
                  <a:pt x="2327051" y="1918688"/>
                </a:lnTo>
                <a:lnTo>
                  <a:pt x="2350112" y="1879831"/>
                </a:lnTo>
                <a:lnTo>
                  <a:pt x="2371801" y="1840092"/>
                </a:lnTo>
                <a:lnTo>
                  <a:pt x="2392087" y="1799502"/>
                </a:lnTo>
                <a:lnTo>
                  <a:pt x="2410938" y="1758095"/>
                </a:lnTo>
                <a:lnTo>
                  <a:pt x="2428320" y="1715901"/>
                </a:lnTo>
                <a:lnTo>
                  <a:pt x="2444201" y="1672955"/>
                </a:lnTo>
                <a:lnTo>
                  <a:pt x="2458549" y="1629289"/>
                </a:lnTo>
                <a:lnTo>
                  <a:pt x="2471331" y="1584935"/>
                </a:lnTo>
                <a:lnTo>
                  <a:pt x="2482514" y="1539926"/>
                </a:lnTo>
                <a:lnTo>
                  <a:pt x="2492066" y="1494294"/>
                </a:lnTo>
                <a:lnTo>
                  <a:pt x="2499954" y="1448072"/>
                </a:lnTo>
                <a:lnTo>
                  <a:pt x="2506146" y="1401292"/>
                </a:lnTo>
                <a:lnTo>
                  <a:pt x="2510609" y="1353988"/>
                </a:lnTo>
                <a:lnTo>
                  <a:pt x="2513311" y="1306191"/>
                </a:lnTo>
                <a:lnTo>
                  <a:pt x="2514218" y="1257935"/>
                </a:lnTo>
                <a:lnTo>
                  <a:pt x="2513311" y="1209686"/>
                </a:lnTo>
                <a:lnTo>
                  <a:pt x="2510609" y="1161898"/>
                </a:lnTo>
                <a:lnTo>
                  <a:pt x="2506146" y="1114600"/>
                </a:lnTo>
                <a:lnTo>
                  <a:pt x="2499954" y="1067827"/>
                </a:lnTo>
                <a:lnTo>
                  <a:pt x="2492066" y="1021611"/>
                </a:lnTo>
                <a:lnTo>
                  <a:pt x="2482514" y="975985"/>
                </a:lnTo>
                <a:lnTo>
                  <a:pt x="2471331" y="930980"/>
                </a:lnTo>
                <a:lnTo>
                  <a:pt x="2458549" y="886630"/>
                </a:lnTo>
                <a:lnTo>
                  <a:pt x="2444201" y="842968"/>
                </a:lnTo>
                <a:lnTo>
                  <a:pt x="2428320" y="800025"/>
                </a:lnTo>
                <a:lnTo>
                  <a:pt x="2410938" y="757835"/>
                </a:lnTo>
                <a:lnTo>
                  <a:pt x="2392087" y="716429"/>
                </a:lnTo>
                <a:lnTo>
                  <a:pt x="2371801" y="675841"/>
                </a:lnTo>
                <a:lnTo>
                  <a:pt x="2350112" y="636103"/>
                </a:lnTo>
                <a:lnTo>
                  <a:pt x="2327051" y="597248"/>
                </a:lnTo>
                <a:lnTo>
                  <a:pt x="2302653" y="559309"/>
                </a:lnTo>
                <a:lnTo>
                  <a:pt x="2276949" y="522317"/>
                </a:lnTo>
                <a:lnTo>
                  <a:pt x="2249972" y="486306"/>
                </a:lnTo>
                <a:lnTo>
                  <a:pt x="2221755" y="451308"/>
                </a:lnTo>
                <a:lnTo>
                  <a:pt x="2192329" y="417355"/>
                </a:lnTo>
                <a:lnTo>
                  <a:pt x="2161729" y="384481"/>
                </a:lnTo>
                <a:lnTo>
                  <a:pt x="2129985" y="352717"/>
                </a:lnTo>
                <a:lnTo>
                  <a:pt x="2097132" y="322097"/>
                </a:lnTo>
                <a:lnTo>
                  <a:pt x="2063200" y="292653"/>
                </a:lnTo>
                <a:lnTo>
                  <a:pt x="2028224" y="264418"/>
                </a:lnTo>
                <a:lnTo>
                  <a:pt x="1992235" y="237424"/>
                </a:lnTo>
                <a:lnTo>
                  <a:pt x="1955266" y="211704"/>
                </a:lnTo>
                <a:lnTo>
                  <a:pt x="1917349" y="187289"/>
                </a:lnTo>
                <a:lnTo>
                  <a:pt x="1878518" y="164214"/>
                </a:lnTo>
                <a:lnTo>
                  <a:pt x="1838804" y="142511"/>
                </a:lnTo>
                <a:lnTo>
                  <a:pt x="1798240" y="122211"/>
                </a:lnTo>
                <a:lnTo>
                  <a:pt x="1756859" y="103348"/>
                </a:lnTo>
                <a:lnTo>
                  <a:pt x="1714694" y="85955"/>
                </a:lnTo>
                <a:lnTo>
                  <a:pt x="1671776" y="70063"/>
                </a:lnTo>
                <a:lnTo>
                  <a:pt x="1628139" y="55706"/>
                </a:lnTo>
                <a:lnTo>
                  <a:pt x="1583815" y="42916"/>
                </a:lnTo>
                <a:lnTo>
                  <a:pt x="1538837" y="31726"/>
                </a:lnTo>
                <a:lnTo>
                  <a:pt x="1493236" y="22167"/>
                </a:lnTo>
                <a:lnTo>
                  <a:pt x="1447047" y="14274"/>
                </a:lnTo>
                <a:lnTo>
                  <a:pt x="1400300" y="8078"/>
                </a:lnTo>
                <a:lnTo>
                  <a:pt x="1353029" y="3612"/>
                </a:lnTo>
                <a:lnTo>
                  <a:pt x="1305267" y="908"/>
                </a:lnTo>
                <a:lnTo>
                  <a:pt x="1257045" y="0"/>
                </a:lnTo>
                <a:close/>
              </a:path>
            </a:pathLst>
          </a:custGeom>
          <a:solidFill>
            <a:srgbClr val="F4F3F5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91203" y="3753053"/>
            <a:ext cx="1778635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lvl="0" indent="127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Incorporate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unique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business processes,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orchestrated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with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sophisticated logic.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55511" y="3336416"/>
            <a:ext cx="2514600" cy="2516505"/>
          </a:xfrm>
          <a:custGeom>
            <a:avLst/>
            <a:gdLst/>
            <a:ahLst/>
            <a:cxnLst/>
            <a:rect l="l" t="t" r="r" b="b"/>
            <a:pathLst>
              <a:path w="2514600" h="2516504">
                <a:moveTo>
                  <a:pt x="1257172" y="0"/>
                </a:moveTo>
                <a:lnTo>
                  <a:pt x="1208951" y="908"/>
                </a:lnTo>
                <a:lnTo>
                  <a:pt x="1161189" y="3612"/>
                </a:lnTo>
                <a:lnTo>
                  <a:pt x="1113918" y="8078"/>
                </a:lnTo>
                <a:lnTo>
                  <a:pt x="1067171" y="14274"/>
                </a:lnTo>
                <a:lnTo>
                  <a:pt x="1020982" y="22167"/>
                </a:lnTo>
                <a:lnTo>
                  <a:pt x="975381" y="31726"/>
                </a:lnTo>
                <a:lnTo>
                  <a:pt x="930403" y="42916"/>
                </a:lnTo>
                <a:lnTo>
                  <a:pt x="886079" y="55706"/>
                </a:lnTo>
                <a:lnTo>
                  <a:pt x="842442" y="70063"/>
                </a:lnTo>
                <a:lnTo>
                  <a:pt x="799524" y="85955"/>
                </a:lnTo>
                <a:lnTo>
                  <a:pt x="757359" y="103348"/>
                </a:lnTo>
                <a:lnTo>
                  <a:pt x="715978" y="122211"/>
                </a:lnTo>
                <a:lnTo>
                  <a:pt x="675414" y="142511"/>
                </a:lnTo>
                <a:lnTo>
                  <a:pt x="635700" y="164214"/>
                </a:lnTo>
                <a:lnTo>
                  <a:pt x="596869" y="187289"/>
                </a:lnTo>
                <a:lnTo>
                  <a:pt x="558952" y="211704"/>
                </a:lnTo>
                <a:lnTo>
                  <a:pt x="521983" y="237424"/>
                </a:lnTo>
                <a:lnTo>
                  <a:pt x="485994" y="264418"/>
                </a:lnTo>
                <a:lnTo>
                  <a:pt x="451018" y="292653"/>
                </a:lnTo>
                <a:lnTo>
                  <a:pt x="417086" y="322097"/>
                </a:lnTo>
                <a:lnTo>
                  <a:pt x="384233" y="352717"/>
                </a:lnTo>
                <a:lnTo>
                  <a:pt x="352489" y="384481"/>
                </a:lnTo>
                <a:lnTo>
                  <a:pt x="321889" y="417355"/>
                </a:lnTo>
                <a:lnTo>
                  <a:pt x="292463" y="451308"/>
                </a:lnTo>
                <a:lnTo>
                  <a:pt x="264246" y="486306"/>
                </a:lnTo>
                <a:lnTo>
                  <a:pt x="237269" y="522317"/>
                </a:lnTo>
                <a:lnTo>
                  <a:pt x="211565" y="559309"/>
                </a:lnTo>
                <a:lnTo>
                  <a:pt x="187167" y="597248"/>
                </a:lnTo>
                <a:lnTo>
                  <a:pt x="164106" y="636103"/>
                </a:lnTo>
                <a:lnTo>
                  <a:pt x="142417" y="675841"/>
                </a:lnTo>
                <a:lnTo>
                  <a:pt x="122131" y="716429"/>
                </a:lnTo>
                <a:lnTo>
                  <a:pt x="103280" y="757835"/>
                </a:lnTo>
                <a:lnTo>
                  <a:pt x="85898" y="800025"/>
                </a:lnTo>
                <a:lnTo>
                  <a:pt x="70017" y="842968"/>
                </a:lnTo>
                <a:lnTo>
                  <a:pt x="55669" y="886630"/>
                </a:lnTo>
                <a:lnTo>
                  <a:pt x="42887" y="930980"/>
                </a:lnTo>
                <a:lnTo>
                  <a:pt x="31704" y="975985"/>
                </a:lnTo>
                <a:lnTo>
                  <a:pt x="22152" y="1021611"/>
                </a:lnTo>
                <a:lnTo>
                  <a:pt x="14264" y="1067827"/>
                </a:lnTo>
                <a:lnTo>
                  <a:pt x="8072" y="1114600"/>
                </a:lnTo>
                <a:lnTo>
                  <a:pt x="3609" y="1161898"/>
                </a:lnTo>
                <a:lnTo>
                  <a:pt x="907" y="1209686"/>
                </a:lnTo>
                <a:lnTo>
                  <a:pt x="0" y="1257935"/>
                </a:lnTo>
                <a:lnTo>
                  <a:pt x="907" y="1306191"/>
                </a:lnTo>
                <a:lnTo>
                  <a:pt x="3609" y="1353988"/>
                </a:lnTo>
                <a:lnTo>
                  <a:pt x="8072" y="1401292"/>
                </a:lnTo>
                <a:lnTo>
                  <a:pt x="14264" y="1448072"/>
                </a:lnTo>
                <a:lnTo>
                  <a:pt x="22152" y="1494294"/>
                </a:lnTo>
                <a:lnTo>
                  <a:pt x="31704" y="1539926"/>
                </a:lnTo>
                <a:lnTo>
                  <a:pt x="42887" y="1584935"/>
                </a:lnTo>
                <a:lnTo>
                  <a:pt x="55669" y="1629289"/>
                </a:lnTo>
                <a:lnTo>
                  <a:pt x="70017" y="1672955"/>
                </a:lnTo>
                <a:lnTo>
                  <a:pt x="85898" y="1715901"/>
                </a:lnTo>
                <a:lnTo>
                  <a:pt x="103280" y="1758095"/>
                </a:lnTo>
                <a:lnTo>
                  <a:pt x="122131" y="1799502"/>
                </a:lnTo>
                <a:lnTo>
                  <a:pt x="142417" y="1840092"/>
                </a:lnTo>
                <a:lnTo>
                  <a:pt x="164106" y="1879831"/>
                </a:lnTo>
                <a:lnTo>
                  <a:pt x="187167" y="1918688"/>
                </a:lnTo>
                <a:lnTo>
                  <a:pt x="211565" y="1956628"/>
                </a:lnTo>
                <a:lnTo>
                  <a:pt x="237269" y="1993620"/>
                </a:lnTo>
                <a:lnTo>
                  <a:pt x="264246" y="2029632"/>
                </a:lnTo>
                <a:lnTo>
                  <a:pt x="292463" y="2064630"/>
                </a:lnTo>
                <a:lnTo>
                  <a:pt x="321889" y="2098582"/>
                </a:lnTo>
                <a:lnTo>
                  <a:pt x="352489" y="2131455"/>
                </a:lnTo>
                <a:lnTo>
                  <a:pt x="384233" y="2163218"/>
                </a:lnTo>
                <a:lnTo>
                  <a:pt x="417086" y="2193837"/>
                </a:lnTo>
                <a:lnTo>
                  <a:pt x="451018" y="2223279"/>
                </a:lnTo>
                <a:lnTo>
                  <a:pt x="485994" y="2251513"/>
                </a:lnTo>
                <a:lnTo>
                  <a:pt x="521983" y="2278506"/>
                </a:lnTo>
                <a:lnTo>
                  <a:pt x="558952" y="2304225"/>
                </a:lnTo>
                <a:lnTo>
                  <a:pt x="596869" y="2328637"/>
                </a:lnTo>
                <a:lnTo>
                  <a:pt x="635700" y="2351711"/>
                </a:lnTo>
                <a:lnTo>
                  <a:pt x="675414" y="2373412"/>
                </a:lnTo>
                <a:lnTo>
                  <a:pt x="715978" y="2393710"/>
                </a:lnTo>
                <a:lnTo>
                  <a:pt x="757359" y="2412571"/>
                </a:lnTo>
                <a:lnTo>
                  <a:pt x="799524" y="2429963"/>
                </a:lnTo>
                <a:lnTo>
                  <a:pt x="842442" y="2445853"/>
                </a:lnTo>
                <a:lnTo>
                  <a:pt x="886079" y="2460208"/>
                </a:lnTo>
                <a:lnTo>
                  <a:pt x="930403" y="2472997"/>
                </a:lnTo>
                <a:lnTo>
                  <a:pt x="975381" y="2484186"/>
                </a:lnTo>
                <a:lnTo>
                  <a:pt x="1020982" y="2493743"/>
                </a:lnTo>
                <a:lnTo>
                  <a:pt x="1067171" y="2501635"/>
                </a:lnTo>
                <a:lnTo>
                  <a:pt x="1113918" y="2507831"/>
                </a:lnTo>
                <a:lnTo>
                  <a:pt x="1161189" y="2512296"/>
                </a:lnTo>
                <a:lnTo>
                  <a:pt x="1208951" y="2514999"/>
                </a:lnTo>
                <a:lnTo>
                  <a:pt x="1257172" y="2515908"/>
                </a:lnTo>
                <a:lnTo>
                  <a:pt x="1305385" y="2514999"/>
                </a:lnTo>
                <a:lnTo>
                  <a:pt x="1353139" y="2512296"/>
                </a:lnTo>
                <a:lnTo>
                  <a:pt x="1400402" y="2507831"/>
                </a:lnTo>
                <a:lnTo>
                  <a:pt x="1447141" y="2501635"/>
                </a:lnTo>
                <a:lnTo>
                  <a:pt x="1493324" y="2493743"/>
                </a:lnTo>
                <a:lnTo>
                  <a:pt x="1538918" y="2484186"/>
                </a:lnTo>
                <a:lnTo>
                  <a:pt x="1583890" y="2472997"/>
                </a:lnTo>
                <a:lnTo>
                  <a:pt x="1628208" y="2460208"/>
                </a:lnTo>
                <a:lnTo>
                  <a:pt x="1671839" y="2445853"/>
                </a:lnTo>
                <a:lnTo>
                  <a:pt x="1714751" y="2429963"/>
                </a:lnTo>
                <a:lnTo>
                  <a:pt x="1756912" y="2412571"/>
                </a:lnTo>
                <a:lnTo>
                  <a:pt x="1798288" y="2393710"/>
                </a:lnTo>
                <a:lnTo>
                  <a:pt x="1838847" y="2373412"/>
                </a:lnTo>
                <a:lnTo>
                  <a:pt x="1878557" y="2351711"/>
                </a:lnTo>
                <a:lnTo>
                  <a:pt x="1917384" y="2328637"/>
                </a:lnTo>
                <a:lnTo>
                  <a:pt x="1955297" y="2304225"/>
                </a:lnTo>
                <a:lnTo>
                  <a:pt x="1992263" y="2278506"/>
                </a:lnTo>
                <a:lnTo>
                  <a:pt x="2028249" y="2251513"/>
                </a:lnTo>
                <a:lnTo>
                  <a:pt x="2063222" y="2223279"/>
                </a:lnTo>
                <a:lnTo>
                  <a:pt x="2097151" y="2193837"/>
                </a:lnTo>
                <a:lnTo>
                  <a:pt x="2130002" y="2163218"/>
                </a:lnTo>
                <a:lnTo>
                  <a:pt x="2161744" y="2131455"/>
                </a:lnTo>
                <a:lnTo>
                  <a:pt x="2192342" y="2098582"/>
                </a:lnTo>
                <a:lnTo>
                  <a:pt x="2221766" y="2064630"/>
                </a:lnTo>
                <a:lnTo>
                  <a:pt x="2249982" y="2029632"/>
                </a:lnTo>
                <a:lnTo>
                  <a:pt x="2276957" y="1993620"/>
                </a:lnTo>
                <a:lnTo>
                  <a:pt x="2302660" y="1956628"/>
                </a:lnTo>
                <a:lnTo>
                  <a:pt x="2327057" y="1918688"/>
                </a:lnTo>
                <a:lnTo>
                  <a:pt x="2350116" y="1879831"/>
                </a:lnTo>
                <a:lnTo>
                  <a:pt x="2371805" y="1840092"/>
                </a:lnTo>
                <a:lnTo>
                  <a:pt x="2392090" y="1799502"/>
                </a:lnTo>
                <a:lnTo>
                  <a:pt x="2410940" y="1758095"/>
                </a:lnTo>
                <a:lnTo>
                  <a:pt x="2428322" y="1715901"/>
                </a:lnTo>
                <a:lnTo>
                  <a:pt x="2444202" y="1672955"/>
                </a:lnTo>
                <a:lnTo>
                  <a:pt x="2458550" y="1629289"/>
                </a:lnTo>
                <a:lnTo>
                  <a:pt x="2471331" y="1584935"/>
                </a:lnTo>
                <a:lnTo>
                  <a:pt x="2482514" y="1539926"/>
                </a:lnTo>
                <a:lnTo>
                  <a:pt x="2492066" y="1494294"/>
                </a:lnTo>
                <a:lnTo>
                  <a:pt x="2499954" y="1448072"/>
                </a:lnTo>
                <a:lnTo>
                  <a:pt x="2506146" y="1401292"/>
                </a:lnTo>
                <a:lnTo>
                  <a:pt x="2510609" y="1353988"/>
                </a:lnTo>
                <a:lnTo>
                  <a:pt x="2513311" y="1306191"/>
                </a:lnTo>
                <a:lnTo>
                  <a:pt x="2514218" y="1257935"/>
                </a:lnTo>
                <a:lnTo>
                  <a:pt x="2513311" y="1209686"/>
                </a:lnTo>
                <a:lnTo>
                  <a:pt x="2510609" y="1161898"/>
                </a:lnTo>
                <a:lnTo>
                  <a:pt x="2506146" y="1114600"/>
                </a:lnTo>
                <a:lnTo>
                  <a:pt x="2499954" y="1067827"/>
                </a:lnTo>
                <a:lnTo>
                  <a:pt x="2492066" y="1021611"/>
                </a:lnTo>
                <a:lnTo>
                  <a:pt x="2482514" y="975985"/>
                </a:lnTo>
                <a:lnTo>
                  <a:pt x="2471331" y="930980"/>
                </a:lnTo>
                <a:lnTo>
                  <a:pt x="2458550" y="886630"/>
                </a:lnTo>
                <a:lnTo>
                  <a:pt x="2444202" y="842968"/>
                </a:lnTo>
                <a:lnTo>
                  <a:pt x="2428322" y="800025"/>
                </a:lnTo>
                <a:lnTo>
                  <a:pt x="2410940" y="757835"/>
                </a:lnTo>
                <a:lnTo>
                  <a:pt x="2392090" y="716429"/>
                </a:lnTo>
                <a:lnTo>
                  <a:pt x="2371805" y="675841"/>
                </a:lnTo>
                <a:lnTo>
                  <a:pt x="2350116" y="636103"/>
                </a:lnTo>
                <a:lnTo>
                  <a:pt x="2327057" y="597248"/>
                </a:lnTo>
                <a:lnTo>
                  <a:pt x="2302660" y="559309"/>
                </a:lnTo>
                <a:lnTo>
                  <a:pt x="2276957" y="522317"/>
                </a:lnTo>
                <a:lnTo>
                  <a:pt x="2249982" y="486306"/>
                </a:lnTo>
                <a:lnTo>
                  <a:pt x="2221766" y="451308"/>
                </a:lnTo>
                <a:lnTo>
                  <a:pt x="2192342" y="417355"/>
                </a:lnTo>
                <a:lnTo>
                  <a:pt x="2161744" y="384481"/>
                </a:lnTo>
                <a:lnTo>
                  <a:pt x="2130002" y="352717"/>
                </a:lnTo>
                <a:lnTo>
                  <a:pt x="2097151" y="322097"/>
                </a:lnTo>
                <a:lnTo>
                  <a:pt x="2063222" y="292653"/>
                </a:lnTo>
                <a:lnTo>
                  <a:pt x="2028249" y="264418"/>
                </a:lnTo>
                <a:lnTo>
                  <a:pt x="1992263" y="237424"/>
                </a:lnTo>
                <a:lnTo>
                  <a:pt x="1955297" y="211704"/>
                </a:lnTo>
                <a:lnTo>
                  <a:pt x="1917384" y="187289"/>
                </a:lnTo>
                <a:lnTo>
                  <a:pt x="1878557" y="164214"/>
                </a:lnTo>
                <a:lnTo>
                  <a:pt x="1838847" y="142511"/>
                </a:lnTo>
                <a:lnTo>
                  <a:pt x="1798288" y="122211"/>
                </a:lnTo>
                <a:lnTo>
                  <a:pt x="1756912" y="103348"/>
                </a:lnTo>
                <a:lnTo>
                  <a:pt x="1714751" y="85955"/>
                </a:lnTo>
                <a:lnTo>
                  <a:pt x="1671839" y="70063"/>
                </a:lnTo>
                <a:lnTo>
                  <a:pt x="1628208" y="55706"/>
                </a:lnTo>
                <a:lnTo>
                  <a:pt x="1583890" y="42916"/>
                </a:lnTo>
                <a:lnTo>
                  <a:pt x="1538918" y="31726"/>
                </a:lnTo>
                <a:lnTo>
                  <a:pt x="1493324" y="22167"/>
                </a:lnTo>
                <a:lnTo>
                  <a:pt x="1447141" y="14274"/>
                </a:lnTo>
                <a:lnTo>
                  <a:pt x="1400402" y="8078"/>
                </a:lnTo>
                <a:lnTo>
                  <a:pt x="1353139" y="3612"/>
                </a:lnTo>
                <a:lnTo>
                  <a:pt x="1305385" y="908"/>
                </a:lnTo>
                <a:lnTo>
                  <a:pt x="1257172" y="0"/>
                </a:lnTo>
                <a:close/>
              </a:path>
            </a:pathLst>
          </a:custGeom>
          <a:solidFill>
            <a:srgbClr val="F4F3F5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15430" y="3753053"/>
            <a:ext cx="179578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Answer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questions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on</a:t>
            </a:r>
            <a:r>
              <a:rPr kumimoji="0" sz="1800" b="0" i="0" u="none" strike="noStrike" kern="0" cap="none" spc="-7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topics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like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compliance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and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HR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policies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pre-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specified</a:t>
            </a:r>
            <a:r>
              <a:rPr kumimoji="0" sz="1800" b="0" i="0" u="none" strike="noStrike" kern="0" cap="none" spc="50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way.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088881" y="3336416"/>
            <a:ext cx="2514600" cy="2516505"/>
          </a:xfrm>
          <a:custGeom>
            <a:avLst/>
            <a:gdLst/>
            <a:ahLst/>
            <a:cxnLst/>
            <a:rect l="l" t="t" r="r" b="b"/>
            <a:pathLst>
              <a:path w="2514600" h="2516504">
                <a:moveTo>
                  <a:pt x="1257046" y="0"/>
                </a:moveTo>
                <a:lnTo>
                  <a:pt x="1208833" y="908"/>
                </a:lnTo>
                <a:lnTo>
                  <a:pt x="1161079" y="3612"/>
                </a:lnTo>
                <a:lnTo>
                  <a:pt x="1113816" y="8078"/>
                </a:lnTo>
                <a:lnTo>
                  <a:pt x="1067077" y="14274"/>
                </a:lnTo>
                <a:lnTo>
                  <a:pt x="1020894" y="22167"/>
                </a:lnTo>
                <a:lnTo>
                  <a:pt x="975300" y="31726"/>
                </a:lnTo>
                <a:lnTo>
                  <a:pt x="930328" y="42916"/>
                </a:lnTo>
                <a:lnTo>
                  <a:pt x="886010" y="55706"/>
                </a:lnTo>
                <a:lnTo>
                  <a:pt x="842379" y="70063"/>
                </a:lnTo>
                <a:lnTo>
                  <a:pt x="799467" y="85955"/>
                </a:lnTo>
                <a:lnTo>
                  <a:pt x="757306" y="103348"/>
                </a:lnTo>
                <a:lnTo>
                  <a:pt x="715930" y="122211"/>
                </a:lnTo>
                <a:lnTo>
                  <a:pt x="675371" y="142511"/>
                </a:lnTo>
                <a:lnTo>
                  <a:pt x="635661" y="164214"/>
                </a:lnTo>
                <a:lnTo>
                  <a:pt x="596834" y="187289"/>
                </a:lnTo>
                <a:lnTo>
                  <a:pt x="558921" y="211704"/>
                </a:lnTo>
                <a:lnTo>
                  <a:pt x="521955" y="237424"/>
                </a:lnTo>
                <a:lnTo>
                  <a:pt x="485969" y="264418"/>
                </a:lnTo>
                <a:lnTo>
                  <a:pt x="450996" y="292653"/>
                </a:lnTo>
                <a:lnTo>
                  <a:pt x="417067" y="322097"/>
                </a:lnTo>
                <a:lnTo>
                  <a:pt x="384216" y="352717"/>
                </a:lnTo>
                <a:lnTo>
                  <a:pt x="352474" y="384481"/>
                </a:lnTo>
                <a:lnTo>
                  <a:pt x="321876" y="417355"/>
                </a:lnTo>
                <a:lnTo>
                  <a:pt x="292452" y="451308"/>
                </a:lnTo>
                <a:lnTo>
                  <a:pt x="264236" y="486306"/>
                </a:lnTo>
                <a:lnTo>
                  <a:pt x="237261" y="522317"/>
                </a:lnTo>
                <a:lnTo>
                  <a:pt x="211558" y="559309"/>
                </a:lnTo>
                <a:lnTo>
                  <a:pt x="187161" y="597248"/>
                </a:lnTo>
                <a:lnTo>
                  <a:pt x="164102" y="636103"/>
                </a:lnTo>
                <a:lnTo>
                  <a:pt x="142413" y="675841"/>
                </a:lnTo>
                <a:lnTo>
                  <a:pt x="122128" y="716429"/>
                </a:lnTo>
                <a:lnTo>
                  <a:pt x="103278" y="757835"/>
                </a:lnTo>
                <a:lnTo>
                  <a:pt x="85896" y="800025"/>
                </a:lnTo>
                <a:lnTo>
                  <a:pt x="70016" y="842968"/>
                </a:lnTo>
                <a:lnTo>
                  <a:pt x="55668" y="886630"/>
                </a:lnTo>
                <a:lnTo>
                  <a:pt x="42887" y="930980"/>
                </a:lnTo>
                <a:lnTo>
                  <a:pt x="31704" y="975985"/>
                </a:lnTo>
                <a:lnTo>
                  <a:pt x="22152" y="1021611"/>
                </a:lnTo>
                <a:lnTo>
                  <a:pt x="14264" y="1067827"/>
                </a:lnTo>
                <a:lnTo>
                  <a:pt x="8072" y="1114600"/>
                </a:lnTo>
                <a:lnTo>
                  <a:pt x="3609" y="1161898"/>
                </a:lnTo>
                <a:lnTo>
                  <a:pt x="907" y="1209686"/>
                </a:lnTo>
                <a:lnTo>
                  <a:pt x="0" y="1257935"/>
                </a:lnTo>
                <a:lnTo>
                  <a:pt x="907" y="1306191"/>
                </a:lnTo>
                <a:lnTo>
                  <a:pt x="3609" y="1353988"/>
                </a:lnTo>
                <a:lnTo>
                  <a:pt x="8072" y="1401292"/>
                </a:lnTo>
                <a:lnTo>
                  <a:pt x="14264" y="1448072"/>
                </a:lnTo>
                <a:lnTo>
                  <a:pt x="22152" y="1494294"/>
                </a:lnTo>
                <a:lnTo>
                  <a:pt x="31704" y="1539926"/>
                </a:lnTo>
                <a:lnTo>
                  <a:pt x="42887" y="1584935"/>
                </a:lnTo>
                <a:lnTo>
                  <a:pt x="55668" y="1629289"/>
                </a:lnTo>
                <a:lnTo>
                  <a:pt x="70016" y="1672955"/>
                </a:lnTo>
                <a:lnTo>
                  <a:pt x="85896" y="1715901"/>
                </a:lnTo>
                <a:lnTo>
                  <a:pt x="103278" y="1758095"/>
                </a:lnTo>
                <a:lnTo>
                  <a:pt x="122128" y="1799502"/>
                </a:lnTo>
                <a:lnTo>
                  <a:pt x="142413" y="1840092"/>
                </a:lnTo>
                <a:lnTo>
                  <a:pt x="164102" y="1879831"/>
                </a:lnTo>
                <a:lnTo>
                  <a:pt x="187161" y="1918688"/>
                </a:lnTo>
                <a:lnTo>
                  <a:pt x="211558" y="1956628"/>
                </a:lnTo>
                <a:lnTo>
                  <a:pt x="237261" y="1993620"/>
                </a:lnTo>
                <a:lnTo>
                  <a:pt x="264236" y="2029632"/>
                </a:lnTo>
                <a:lnTo>
                  <a:pt x="292452" y="2064630"/>
                </a:lnTo>
                <a:lnTo>
                  <a:pt x="321876" y="2098582"/>
                </a:lnTo>
                <a:lnTo>
                  <a:pt x="352474" y="2131455"/>
                </a:lnTo>
                <a:lnTo>
                  <a:pt x="384216" y="2163218"/>
                </a:lnTo>
                <a:lnTo>
                  <a:pt x="417067" y="2193837"/>
                </a:lnTo>
                <a:lnTo>
                  <a:pt x="450996" y="2223279"/>
                </a:lnTo>
                <a:lnTo>
                  <a:pt x="485969" y="2251513"/>
                </a:lnTo>
                <a:lnTo>
                  <a:pt x="521955" y="2278506"/>
                </a:lnTo>
                <a:lnTo>
                  <a:pt x="558921" y="2304225"/>
                </a:lnTo>
                <a:lnTo>
                  <a:pt x="596834" y="2328637"/>
                </a:lnTo>
                <a:lnTo>
                  <a:pt x="635661" y="2351711"/>
                </a:lnTo>
                <a:lnTo>
                  <a:pt x="675371" y="2373412"/>
                </a:lnTo>
                <a:lnTo>
                  <a:pt x="715930" y="2393710"/>
                </a:lnTo>
                <a:lnTo>
                  <a:pt x="757306" y="2412571"/>
                </a:lnTo>
                <a:lnTo>
                  <a:pt x="799467" y="2429963"/>
                </a:lnTo>
                <a:lnTo>
                  <a:pt x="842379" y="2445853"/>
                </a:lnTo>
                <a:lnTo>
                  <a:pt x="886010" y="2460208"/>
                </a:lnTo>
                <a:lnTo>
                  <a:pt x="930328" y="2472997"/>
                </a:lnTo>
                <a:lnTo>
                  <a:pt x="975300" y="2484186"/>
                </a:lnTo>
                <a:lnTo>
                  <a:pt x="1020894" y="2493743"/>
                </a:lnTo>
                <a:lnTo>
                  <a:pt x="1067077" y="2501635"/>
                </a:lnTo>
                <a:lnTo>
                  <a:pt x="1113816" y="2507831"/>
                </a:lnTo>
                <a:lnTo>
                  <a:pt x="1161079" y="2512296"/>
                </a:lnTo>
                <a:lnTo>
                  <a:pt x="1208833" y="2514999"/>
                </a:lnTo>
                <a:lnTo>
                  <a:pt x="1257046" y="2515908"/>
                </a:lnTo>
                <a:lnTo>
                  <a:pt x="1305267" y="2514999"/>
                </a:lnTo>
                <a:lnTo>
                  <a:pt x="1353029" y="2512296"/>
                </a:lnTo>
                <a:lnTo>
                  <a:pt x="1400298" y="2507831"/>
                </a:lnTo>
                <a:lnTo>
                  <a:pt x="1447043" y="2501635"/>
                </a:lnTo>
                <a:lnTo>
                  <a:pt x="1493232" y="2493743"/>
                </a:lnTo>
                <a:lnTo>
                  <a:pt x="1538830" y="2484186"/>
                </a:lnTo>
                <a:lnTo>
                  <a:pt x="1583806" y="2472997"/>
                </a:lnTo>
                <a:lnTo>
                  <a:pt x="1628128" y="2460208"/>
                </a:lnTo>
                <a:lnTo>
                  <a:pt x="1671762" y="2445853"/>
                </a:lnTo>
                <a:lnTo>
                  <a:pt x="1714677" y="2429963"/>
                </a:lnTo>
                <a:lnTo>
                  <a:pt x="1756839" y="2412571"/>
                </a:lnTo>
                <a:lnTo>
                  <a:pt x="1798216" y="2393710"/>
                </a:lnTo>
                <a:lnTo>
                  <a:pt x="1838776" y="2373412"/>
                </a:lnTo>
                <a:lnTo>
                  <a:pt x="1878486" y="2351711"/>
                </a:lnTo>
                <a:lnTo>
                  <a:pt x="1917313" y="2328637"/>
                </a:lnTo>
                <a:lnTo>
                  <a:pt x="1955226" y="2304225"/>
                </a:lnTo>
                <a:lnTo>
                  <a:pt x="1992191" y="2278506"/>
                </a:lnTo>
                <a:lnTo>
                  <a:pt x="2028176" y="2251513"/>
                </a:lnTo>
                <a:lnTo>
                  <a:pt x="2063148" y="2223279"/>
                </a:lnTo>
                <a:lnTo>
                  <a:pt x="2097075" y="2193837"/>
                </a:lnTo>
                <a:lnTo>
                  <a:pt x="2129924" y="2163218"/>
                </a:lnTo>
                <a:lnTo>
                  <a:pt x="2161663" y="2131455"/>
                </a:lnTo>
                <a:lnTo>
                  <a:pt x="2192259" y="2098582"/>
                </a:lnTo>
                <a:lnTo>
                  <a:pt x="2221680" y="2064630"/>
                </a:lnTo>
                <a:lnTo>
                  <a:pt x="2249893" y="2029632"/>
                </a:lnTo>
                <a:lnTo>
                  <a:pt x="2276866" y="1993620"/>
                </a:lnTo>
                <a:lnTo>
                  <a:pt x="2302566" y="1956628"/>
                </a:lnTo>
                <a:lnTo>
                  <a:pt x="2326960" y="1918688"/>
                </a:lnTo>
                <a:lnTo>
                  <a:pt x="2350016" y="1879831"/>
                </a:lnTo>
                <a:lnTo>
                  <a:pt x="2371702" y="1840092"/>
                </a:lnTo>
                <a:lnTo>
                  <a:pt x="2391985" y="1799502"/>
                </a:lnTo>
                <a:lnTo>
                  <a:pt x="2410832" y="1758095"/>
                </a:lnTo>
                <a:lnTo>
                  <a:pt x="2428210" y="1715901"/>
                </a:lnTo>
                <a:lnTo>
                  <a:pt x="2444089" y="1672955"/>
                </a:lnTo>
                <a:lnTo>
                  <a:pt x="2458434" y="1629289"/>
                </a:lnTo>
                <a:lnTo>
                  <a:pt x="2471213" y="1584935"/>
                </a:lnTo>
                <a:lnTo>
                  <a:pt x="2482393" y="1539926"/>
                </a:lnTo>
                <a:lnTo>
                  <a:pt x="2491943" y="1494294"/>
                </a:lnTo>
                <a:lnTo>
                  <a:pt x="2499830" y="1448072"/>
                </a:lnTo>
                <a:lnTo>
                  <a:pt x="2506021" y="1401292"/>
                </a:lnTo>
                <a:lnTo>
                  <a:pt x="2510483" y="1353988"/>
                </a:lnTo>
                <a:lnTo>
                  <a:pt x="2513184" y="1306191"/>
                </a:lnTo>
                <a:lnTo>
                  <a:pt x="2514092" y="1257935"/>
                </a:lnTo>
                <a:lnTo>
                  <a:pt x="2513184" y="1209686"/>
                </a:lnTo>
                <a:lnTo>
                  <a:pt x="2510483" y="1161898"/>
                </a:lnTo>
                <a:lnTo>
                  <a:pt x="2506021" y="1114600"/>
                </a:lnTo>
                <a:lnTo>
                  <a:pt x="2499830" y="1067827"/>
                </a:lnTo>
                <a:lnTo>
                  <a:pt x="2491943" y="1021611"/>
                </a:lnTo>
                <a:lnTo>
                  <a:pt x="2482393" y="975985"/>
                </a:lnTo>
                <a:lnTo>
                  <a:pt x="2471213" y="930980"/>
                </a:lnTo>
                <a:lnTo>
                  <a:pt x="2458434" y="886630"/>
                </a:lnTo>
                <a:lnTo>
                  <a:pt x="2444089" y="842968"/>
                </a:lnTo>
                <a:lnTo>
                  <a:pt x="2428210" y="800025"/>
                </a:lnTo>
                <a:lnTo>
                  <a:pt x="2410832" y="757835"/>
                </a:lnTo>
                <a:lnTo>
                  <a:pt x="2391985" y="716429"/>
                </a:lnTo>
                <a:lnTo>
                  <a:pt x="2371702" y="675841"/>
                </a:lnTo>
                <a:lnTo>
                  <a:pt x="2350016" y="636103"/>
                </a:lnTo>
                <a:lnTo>
                  <a:pt x="2326960" y="597248"/>
                </a:lnTo>
                <a:lnTo>
                  <a:pt x="2302566" y="559309"/>
                </a:lnTo>
                <a:lnTo>
                  <a:pt x="2276866" y="522317"/>
                </a:lnTo>
                <a:lnTo>
                  <a:pt x="2249893" y="486306"/>
                </a:lnTo>
                <a:lnTo>
                  <a:pt x="2221680" y="451308"/>
                </a:lnTo>
                <a:lnTo>
                  <a:pt x="2192259" y="417355"/>
                </a:lnTo>
                <a:lnTo>
                  <a:pt x="2161663" y="384481"/>
                </a:lnTo>
                <a:lnTo>
                  <a:pt x="2129924" y="352717"/>
                </a:lnTo>
                <a:lnTo>
                  <a:pt x="2097075" y="322097"/>
                </a:lnTo>
                <a:lnTo>
                  <a:pt x="2063148" y="292653"/>
                </a:lnTo>
                <a:lnTo>
                  <a:pt x="2028176" y="264418"/>
                </a:lnTo>
                <a:lnTo>
                  <a:pt x="1992191" y="237424"/>
                </a:lnTo>
                <a:lnTo>
                  <a:pt x="1955226" y="211704"/>
                </a:lnTo>
                <a:lnTo>
                  <a:pt x="1917313" y="187289"/>
                </a:lnTo>
                <a:lnTo>
                  <a:pt x="1878486" y="164214"/>
                </a:lnTo>
                <a:lnTo>
                  <a:pt x="1838776" y="142511"/>
                </a:lnTo>
                <a:lnTo>
                  <a:pt x="1798216" y="122211"/>
                </a:lnTo>
                <a:lnTo>
                  <a:pt x="1756839" y="103348"/>
                </a:lnTo>
                <a:lnTo>
                  <a:pt x="1714677" y="85955"/>
                </a:lnTo>
                <a:lnTo>
                  <a:pt x="1671762" y="70063"/>
                </a:lnTo>
                <a:lnTo>
                  <a:pt x="1628128" y="55706"/>
                </a:lnTo>
                <a:lnTo>
                  <a:pt x="1583806" y="42916"/>
                </a:lnTo>
                <a:lnTo>
                  <a:pt x="1538830" y="31726"/>
                </a:lnTo>
                <a:lnTo>
                  <a:pt x="1493232" y="22167"/>
                </a:lnTo>
                <a:lnTo>
                  <a:pt x="1447043" y="14274"/>
                </a:lnTo>
                <a:lnTo>
                  <a:pt x="1400298" y="8078"/>
                </a:lnTo>
                <a:lnTo>
                  <a:pt x="1353029" y="3612"/>
                </a:lnTo>
                <a:lnTo>
                  <a:pt x="1305267" y="908"/>
                </a:lnTo>
                <a:lnTo>
                  <a:pt x="1257046" y="0"/>
                </a:lnTo>
                <a:close/>
              </a:path>
            </a:pathLst>
          </a:custGeom>
          <a:solidFill>
            <a:srgbClr val="F4F3F5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91853" y="3890213"/>
            <a:ext cx="1711325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Copilot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Studio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Microsoft</a:t>
            </a:r>
            <a:r>
              <a:rPr kumimoji="0" sz="1800" b="0" i="0" u="none" strike="noStrike" kern="0" cap="none" spc="-7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365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included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with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Copilot</a:t>
            </a:r>
            <a:r>
              <a:rPr kumimoji="0" sz="1800" b="0" i="0" u="none" strike="noStrike" kern="0" cap="none" spc="-7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for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Microsoft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365.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03642" y="5984113"/>
            <a:ext cx="1285240" cy="0"/>
          </a:xfrm>
          <a:custGeom>
            <a:avLst/>
            <a:gdLst/>
            <a:ahLst/>
            <a:cxnLst/>
            <a:rect l="l" t="t" r="r" b="b"/>
            <a:pathLst>
              <a:path w="1285239">
                <a:moveTo>
                  <a:pt x="0" y="0"/>
                </a:moveTo>
                <a:lnTo>
                  <a:pt x="1284795" y="0"/>
                </a:lnTo>
              </a:path>
            </a:pathLst>
          </a:custGeom>
          <a:ln w="38100">
            <a:solidFill>
              <a:srgbClr val="6F2473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36948" y="5984113"/>
            <a:ext cx="1285240" cy="0"/>
          </a:xfrm>
          <a:custGeom>
            <a:avLst/>
            <a:gdLst/>
            <a:ahLst/>
            <a:cxnLst/>
            <a:rect l="l" t="t" r="r" b="b"/>
            <a:pathLst>
              <a:path w="1285239">
                <a:moveTo>
                  <a:pt x="0" y="0"/>
                </a:moveTo>
                <a:lnTo>
                  <a:pt x="1284731" y="0"/>
                </a:lnTo>
              </a:path>
            </a:pathLst>
          </a:custGeom>
          <a:ln w="38100">
            <a:solidFill>
              <a:srgbClr val="6F2473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70318" y="5984113"/>
            <a:ext cx="1285240" cy="0"/>
          </a:xfrm>
          <a:custGeom>
            <a:avLst/>
            <a:gdLst/>
            <a:ahLst/>
            <a:cxnLst/>
            <a:rect l="l" t="t" r="r" b="b"/>
            <a:pathLst>
              <a:path w="1285240">
                <a:moveTo>
                  <a:pt x="0" y="0"/>
                </a:moveTo>
                <a:lnTo>
                  <a:pt x="1284731" y="0"/>
                </a:lnTo>
              </a:path>
            </a:pathLst>
          </a:custGeom>
          <a:ln w="38100">
            <a:solidFill>
              <a:srgbClr val="6F2473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03561" y="5984113"/>
            <a:ext cx="1285240" cy="0"/>
          </a:xfrm>
          <a:custGeom>
            <a:avLst/>
            <a:gdLst/>
            <a:ahLst/>
            <a:cxnLst/>
            <a:rect l="l" t="t" r="r" b="b"/>
            <a:pathLst>
              <a:path w="1285240">
                <a:moveTo>
                  <a:pt x="0" y="0"/>
                </a:moveTo>
                <a:lnTo>
                  <a:pt x="1284732" y="0"/>
                </a:lnTo>
              </a:path>
            </a:pathLst>
          </a:custGeom>
          <a:ln w="38100">
            <a:solidFill>
              <a:srgbClr val="6F2473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2987" y="719340"/>
            <a:ext cx="10106660" cy="5786755"/>
            <a:chOff x="1042987" y="719340"/>
            <a:chExt cx="10106660" cy="57867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67600" y="1938405"/>
              <a:ext cx="5057399" cy="44944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82867" y="2153030"/>
              <a:ext cx="4645660" cy="4083050"/>
            </a:xfrm>
            <a:custGeom>
              <a:avLst/>
              <a:gdLst/>
              <a:ahLst/>
              <a:cxnLst/>
              <a:rect l="l" t="t" r="r" b="b"/>
              <a:pathLst>
                <a:path w="4645659" h="4083050">
                  <a:moveTo>
                    <a:pt x="4463542" y="0"/>
                  </a:moveTo>
                  <a:lnTo>
                    <a:pt x="181483" y="0"/>
                  </a:lnTo>
                  <a:lnTo>
                    <a:pt x="133247" y="6485"/>
                  </a:lnTo>
                  <a:lnTo>
                    <a:pt x="89897" y="24788"/>
                  </a:lnTo>
                  <a:lnTo>
                    <a:pt x="53165" y="53181"/>
                  </a:lnTo>
                  <a:lnTo>
                    <a:pt x="24783" y="89934"/>
                  </a:lnTo>
                  <a:lnTo>
                    <a:pt x="6484" y="133320"/>
                  </a:lnTo>
                  <a:lnTo>
                    <a:pt x="0" y="181610"/>
                  </a:lnTo>
                  <a:lnTo>
                    <a:pt x="0" y="3901503"/>
                  </a:lnTo>
                  <a:lnTo>
                    <a:pt x="6484" y="3949759"/>
                  </a:lnTo>
                  <a:lnTo>
                    <a:pt x="24783" y="3993121"/>
                  </a:lnTo>
                  <a:lnTo>
                    <a:pt x="53165" y="4029859"/>
                  </a:lnTo>
                  <a:lnTo>
                    <a:pt x="89897" y="4058242"/>
                  </a:lnTo>
                  <a:lnTo>
                    <a:pt x="133247" y="4076540"/>
                  </a:lnTo>
                  <a:lnTo>
                    <a:pt x="181483" y="4083024"/>
                  </a:lnTo>
                  <a:lnTo>
                    <a:pt x="4463542" y="4083024"/>
                  </a:lnTo>
                  <a:lnTo>
                    <a:pt x="4511831" y="4076540"/>
                  </a:lnTo>
                  <a:lnTo>
                    <a:pt x="4555217" y="4058242"/>
                  </a:lnTo>
                  <a:lnTo>
                    <a:pt x="4591970" y="4029859"/>
                  </a:lnTo>
                  <a:lnTo>
                    <a:pt x="4620363" y="3993121"/>
                  </a:lnTo>
                  <a:lnTo>
                    <a:pt x="4638666" y="3949759"/>
                  </a:lnTo>
                  <a:lnTo>
                    <a:pt x="4645152" y="3901503"/>
                  </a:lnTo>
                  <a:lnTo>
                    <a:pt x="4645152" y="181610"/>
                  </a:lnTo>
                  <a:lnTo>
                    <a:pt x="4638666" y="133320"/>
                  </a:lnTo>
                  <a:lnTo>
                    <a:pt x="4620363" y="89934"/>
                  </a:lnTo>
                  <a:lnTo>
                    <a:pt x="4591970" y="53181"/>
                  </a:lnTo>
                  <a:lnTo>
                    <a:pt x="4555217" y="24788"/>
                  </a:lnTo>
                  <a:lnTo>
                    <a:pt x="4511831" y="6485"/>
                  </a:lnTo>
                  <a:lnTo>
                    <a:pt x="44635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182867" y="2153030"/>
              <a:ext cx="4645660" cy="4083050"/>
            </a:xfrm>
            <a:custGeom>
              <a:avLst/>
              <a:gdLst/>
              <a:ahLst/>
              <a:cxnLst/>
              <a:rect l="l" t="t" r="r" b="b"/>
              <a:pathLst>
                <a:path w="4645659" h="4083050">
                  <a:moveTo>
                    <a:pt x="0" y="181610"/>
                  </a:moveTo>
                  <a:lnTo>
                    <a:pt x="6484" y="133320"/>
                  </a:lnTo>
                  <a:lnTo>
                    <a:pt x="24783" y="89934"/>
                  </a:lnTo>
                  <a:lnTo>
                    <a:pt x="53165" y="53181"/>
                  </a:lnTo>
                  <a:lnTo>
                    <a:pt x="89897" y="24788"/>
                  </a:lnTo>
                  <a:lnTo>
                    <a:pt x="133247" y="6485"/>
                  </a:lnTo>
                  <a:lnTo>
                    <a:pt x="181483" y="0"/>
                  </a:lnTo>
                  <a:lnTo>
                    <a:pt x="4463542" y="0"/>
                  </a:lnTo>
                  <a:lnTo>
                    <a:pt x="4511831" y="6485"/>
                  </a:lnTo>
                  <a:lnTo>
                    <a:pt x="4555217" y="24788"/>
                  </a:lnTo>
                  <a:lnTo>
                    <a:pt x="4591970" y="53181"/>
                  </a:lnTo>
                  <a:lnTo>
                    <a:pt x="4620363" y="89934"/>
                  </a:lnTo>
                  <a:lnTo>
                    <a:pt x="4638666" y="133320"/>
                  </a:lnTo>
                  <a:lnTo>
                    <a:pt x="4645152" y="181610"/>
                  </a:lnTo>
                  <a:lnTo>
                    <a:pt x="4645152" y="3901503"/>
                  </a:lnTo>
                  <a:lnTo>
                    <a:pt x="4638666" y="3949759"/>
                  </a:lnTo>
                  <a:lnTo>
                    <a:pt x="4620363" y="3993121"/>
                  </a:lnTo>
                  <a:lnTo>
                    <a:pt x="4591970" y="4029859"/>
                  </a:lnTo>
                  <a:lnTo>
                    <a:pt x="4555217" y="4058242"/>
                  </a:lnTo>
                  <a:lnTo>
                    <a:pt x="4511831" y="4076540"/>
                  </a:lnTo>
                  <a:lnTo>
                    <a:pt x="4463542" y="4083024"/>
                  </a:lnTo>
                  <a:lnTo>
                    <a:pt x="181483" y="4083024"/>
                  </a:lnTo>
                  <a:lnTo>
                    <a:pt x="133247" y="4076540"/>
                  </a:lnTo>
                  <a:lnTo>
                    <a:pt x="89897" y="4058242"/>
                  </a:lnTo>
                  <a:lnTo>
                    <a:pt x="53165" y="4029859"/>
                  </a:lnTo>
                  <a:lnTo>
                    <a:pt x="24783" y="3993121"/>
                  </a:lnTo>
                  <a:lnTo>
                    <a:pt x="6484" y="3949759"/>
                  </a:lnTo>
                  <a:lnTo>
                    <a:pt x="0" y="3901503"/>
                  </a:lnTo>
                  <a:lnTo>
                    <a:pt x="0" y="181610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2987" y="989456"/>
              <a:ext cx="10106080" cy="54999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89347" y="719340"/>
              <a:ext cx="2894076" cy="60514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2267" y="818438"/>
              <a:ext cx="1883664" cy="38425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73421" y="803528"/>
              <a:ext cx="2645155" cy="35610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257042" y="1289304"/>
              <a:ext cx="5678170" cy="610235"/>
            </a:xfrm>
            <a:custGeom>
              <a:avLst/>
              <a:gdLst/>
              <a:ahLst/>
              <a:cxnLst/>
              <a:rect l="l" t="t" r="r" b="b"/>
              <a:pathLst>
                <a:path w="5678170" h="610235">
                  <a:moveTo>
                    <a:pt x="5372862" y="0"/>
                  </a:moveTo>
                  <a:lnTo>
                    <a:pt x="305054" y="0"/>
                  </a:lnTo>
                  <a:lnTo>
                    <a:pt x="255559" y="3994"/>
                  </a:lnTo>
                  <a:lnTo>
                    <a:pt x="208613" y="15560"/>
                  </a:lnTo>
                  <a:lnTo>
                    <a:pt x="164841" y="34067"/>
                  </a:lnTo>
                  <a:lnTo>
                    <a:pt x="124870" y="58887"/>
                  </a:lnTo>
                  <a:lnTo>
                    <a:pt x="89328" y="89392"/>
                  </a:lnTo>
                  <a:lnTo>
                    <a:pt x="58842" y="124952"/>
                  </a:lnTo>
                  <a:lnTo>
                    <a:pt x="34039" y="164940"/>
                  </a:lnTo>
                  <a:lnTo>
                    <a:pt x="15546" y="208727"/>
                  </a:lnTo>
                  <a:lnTo>
                    <a:pt x="3991" y="255683"/>
                  </a:lnTo>
                  <a:lnTo>
                    <a:pt x="0" y="305181"/>
                  </a:lnTo>
                  <a:lnTo>
                    <a:pt x="3991" y="354644"/>
                  </a:lnTo>
                  <a:lnTo>
                    <a:pt x="15546" y="401572"/>
                  </a:lnTo>
                  <a:lnTo>
                    <a:pt x="34039" y="445337"/>
                  </a:lnTo>
                  <a:lnTo>
                    <a:pt x="58842" y="485309"/>
                  </a:lnTo>
                  <a:lnTo>
                    <a:pt x="89328" y="520858"/>
                  </a:lnTo>
                  <a:lnTo>
                    <a:pt x="124870" y="551355"/>
                  </a:lnTo>
                  <a:lnTo>
                    <a:pt x="164841" y="576171"/>
                  </a:lnTo>
                  <a:lnTo>
                    <a:pt x="208613" y="594675"/>
                  </a:lnTo>
                  <a:lnTo>
                    <a:pt x="255559" y="606240"/>
                  </a:lnTo>
                  <a:lnTo>
                    <a:pt x="305054" y="610235"/>
                  </a:lnTo>
                  <a:lnTo>
                    <a:pt x="5372862" y="610235"/>
                  </a:lnTo>
                  <a:lnTo>
                    <a:pt x="5422356" y="606240"/>
                  </a:lnTo>
                  <a:lnTo>
                    <a:pt x="5469302" y="594675"/>
                  </a:lnTo>
                  <a:lnTo>
                    <a:pt x="5513074" y="576171"/>
                  </a:lnTo>
                  <a:lnTo>
                    <a:pt x="5553045" y="551355"/>
                  </a:lnTo>
                  <a:lnTo>
                    <a:pt x="5588587" y="520858"/>
                  </a:lnTo>
                  <a:lnTo>
                    <a:pt x="5619073" y="485309"/>
                  </a:lnTo>
                  <a:lnTo>
                    <a:pt x="5643876" y="445337"/>
                  </a:lnTo>
                  <a:lnTo>
                    <a:pt x="5662369" y="401572"/>
                  </a:lnTo>
                  <a:lnTo>
                    <a:pt x="5673924" y="354644"/>
                  </a:lnTo>
                  <a:lnTo>
                    <a:pt x="5677916" y="305181"/>
                  </a:lnTo>
                  <a:lnTo>
                    <a:pt x="5673924" y="255683"/>
                  </a:lnTo>
                  <a:lnTo>
                    <a:pt x="5662369" y="208727"/>
                  </a:lnTo>
                  <a:lnTo>
                    <a:pt x="5643876" y="164940"/>
                  </a:lnTo>
                  <a:lnTo>
                    <a:pt x="5619073" y="124952"/>
                  </a:lnTo>
                  <a:lnTo>
                    <a:pt x="5588587" y="89392"/>
                  </a:lnTo>
                  <a:lnTo>
                    <a:pt x="5553045" y="58887"/>
                  </a:lnTo>
                  <a:lnTo>
                    <a:pt x="5513074" y="34067"/>
                  </a:lnTo>
                  <a:lnTo>
                    <a:pt x="5469302" y="15560"/>
                  </a:lnTo>
                  <a:lnTo>
                    <a:pt x="5422356" y="3994"/>
                  </a:lnTo>
                  <a:lnTo>
                    <a:pt x="53728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31538" y="1465833"/>
              <a:ext cx="3348609" cy="2992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6423" y="1865325"/>
              <a:ext cx="5202936" cy="46405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94459" y="2153030"/>
              <a:ext cx="4645660" cy="4083050"/>
            </a:xfrm>
            <a:custGeom>
              <a:avLst/>
              <a:gdLst/>
              <a:ahLst/>
              <a:cxnLst/>
              <a:rect l="l" t="t" r="r" b="b"/>
              <a:pathLst>
                <a:path w="4645660" h="4083050">
                  <a:moveTo>
                    <a:pt x="4463669" y="0"/>
                  </a:moveTo>
                  <a:lnTo>
                    <a:pt x="181609" y="0"/>
                  </a:lnTo>
                  <a:lnTo>
                    <a:pt x="133320" y="6485"/>
                  </a:lnTo>
                  <a:lnTo>
                    <a:pt x="89934" y="24788"/>
                  </a:lnTo>
                  <a:lnTo>
                    <a:pt x="53181" y="53181"/>
                  </a:lnTo>
                  <a:lnTo>
                    <a:pt x="24788" y="89934"/>
                  </a:lnTo>
                  <a:lnTo>
                    <a:pt x="6485" y="133320"/>
                  </a:lnTo>
                  <a:lnTo>
                    <a:pt x="0" y="181610"/>
                  </a:lnTo>
                  <a:lnTo>
                    <a:pt x="0" y="3901503"/>
                  </a:lnTo>
                  <a:lnTo>
                    <a:pt x="6485" y="3949759"/>
                  </a:lnTo>
                  <a:lnTo>
                    <a:pt x="24788" y="3993121"/>
                  </a:lnTo>
                  <a:lnTo>
                    <a:pt x="53181" y="4029859"/>
                  </a:lnTo>
                  <a:lnTo>
                    <a:pt x="89934" y="4058242"/>
                  </a:lnTo>
                  <a:lnTo>
                    <a:pt x="133320" y="4076540"/>
                  </a:lnTo>
                  <a:lnTo>
                    <a:pt x="181609" y="4083024"/>
                  </a:lnTo>
                  <a:lnTo>
                    <a:pt x="4463669" y="4083024"/>
                  </a:lnTo>
                  <a:lnTo>
                    <a:pt x="4511904" y="4076540"/>
                  </a:lnTo>
                  <a:lnTo>
                    <a:pt x="4555254" y="4058242"/>
                  </a:lnTo>
                  <a:lnTo>
                    <a:pt x="4591986" y="4029859"/>
                  </a:lnTo>
                  <a:lnTo>
                    <a:pt x="4620368" y="3993121"/>
                  </a:lnTo>
                  <a:lnTo>
                    <a:pt x="4638667" y="3949759"/>
                  </a:lnTo>
                  <a:lnTo>
                    <a:pt x="4645152" y="3901503"/>
                  </a:lnTo>
                  <a:lnTo>
                    <a:pt x="4645152" y="181610"/>
                  </a:lnTo>
                  <a:lnTo>
                    <a:pt x="4638667" y="133320"/>
                  </a:lnTo>
                  <a:lnTo>
                    <a:pt x="4620368" y="89934"/>
                  </a:lnTo>
                  <a:lnTo>
                    <a:pt x="4591986" y="53181"/>
                  </a:lnTo>
                  <a:lnTo>
                    <a:pt x="4555254" y="24788"/>
                  </a:lnTo>
                  <a:lnTo>
                    <a:pt x="4511904" y="6485"/>
                  </a:lnTo>
                  <a:lnTo>
                    <a:pt x="4463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394459" y="2153030"/>
              <a:ext cx="4645660" cy="4083050"/>
            </a:xfrm>
            <a:custGeom>
              <a:avLst/>
              <a:gdLst/>
              <a:ahLst/>
              <a:cxnLst/>
              <a:rect l="l" t="t" r="r" b="b"/>
              <a:pathLst>
                <a:path w="4645660" h="4083050">
                  <a:moveTo>
                    <a:pt x="0" y="181610"/>
                  </a:moveTo>
                  <a:lnTo>
                    <a:pt x="6485" y="133320"/>
                  </a:lnTo>
                  <a:lnTo>
                    <a:pt x="24788" y="89934"/>
                  </a:lnTo>
                  <a:lnTo>
                    <a:pt x="53181" y="53181"/>
                  </a:lnTo>
                  <a:lnTo>
                    <a:pt x="89934" y="24788"/>
                  </a:lnTo>
                  <a:lnTo>
                    <a:pt x="133320" y="6485"/>
                  </a:lnTo>
                  <a:lnTo>
                    <a:pt x="181609" y="0"/>
                  </a:lnTo>
                  <a:lnTo>
                    <a:pt x="4463669" y="0"/>
                  </a:lnTo>
                  <a:lnTo>
                    <a:pt x="4511904" y="6485"/>
                  </a:lnTo>
                  <a:lnTo>
                    <a:pt x="4555254" y="24788"/>
                  </a:lnTo>
                  <a:lnTo>
                    <a:pt x="4591986" y="53181"/>
                  </a:lnTo>
                  <a:lnTo>
                    <a:pt x="4620368" y="89934"/>
                  </a:lnTo>
                  <a:lnTo>
                    <a:pt x="4638667" y="133320"/>
                  </a:lnTo>
                  <a:lnTo>
                    <a:pt x="4645152" y="181610"/>
                  </a:lnTo>
                  <a:lnTo>
                    <a:pt x="4645152" y="3901503"/>
                  </a:lnTo>
                  <a:lnTo>
                    <a:pt x="4638667" y="3949759"/>
                  </a:lnTo>
                  <a:lnTo>
                    <a:pt x="4620368" y="3993121"/>
                  </a:lnTo>
                  <a:lnTo>
                    <a:pt x="4591986" y="4029859"/>
                  </a:lnTo>
                  <a:lnTo>
                    <a:pt x="4555254" y="4058242"/>
                  </a:lnTo>
                  <a:lnTo>
                    <a:pt x="4511904" y="4076540"/>
                  </a:lnTo>
                  <a:lnTo>
                    <a:pt x="4463669" y="4083024"/>
                  </a:lnTo>
                  <a:lnTo>
                    <a:pt x="181609" y="4083024"/>
                  </a:lnTo>
                  <a:lnTo>
                    <a:pt x="133320" y="4076540"/>
                  </a:lnTo>
                  <a:lnTo>
                    <a:pt x="89934" y="4058242"/>
                  </a:lnTo>
                  <a:lnTo>
                    <a:pt x="53181" y="4029859"/>
                  </a:lnTo>
                  <a:lnTo>
                    <a:pt x="24788" y="3993121"/>
                  </a:lnTo>
                  <a:lnTo>
                    <a:pt x="6485" y="3949759"/>
                  </a:lnTo>
                  <a:lnTo>
                    <a:pt x="0" y="3901503"/>
                  </a:lnTo>
                  <a:lnTo>
                    <a:pt x="0" y="181610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394459" y="2133650"/>
              <a:ext cx="4643755" cy="612140"/>
            </a:xfrm>
            <a:custGeom>
              <a:avLst/>
              <a:gdLst/>
              <a:ahLst/>
              <a:cxnLst/>
              <a:rect l="l" t="t" r="r" b="b"/>
              <a:pathLst>
                <a:path w="4643755" h="612139">
                  <a:moveTo>
                    <a:pt x="4643501" y="0"/>
                  </a:moveTo>
                  <a:lnTo>
                    <a:pt x="0" y="0"/>
                  </a:lnTo>
                  <a:lnTo>
                    <a:pt x="0" y="611581"/>
                  </a:lnTo>
                  <a:lnTo>
                    <a:pt x="4643501" y="611581"/>
                  </a:lnTo>
                  <a:lnTo>
                    <a:pt x="46435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394459" y="2133650"/>
              <a:ext cx="4643755" cy="612140"/>
            </a:xfrm>
            <a:custGeom>
              <a:avLst/>
              <a:gdLst/>
              <a:ahLst/>
              <a:cxnLst/>
              <a:rect l="l" t="t" r="r" b="b"/>
              <a:pathLst>
                <a:path w="4643755" h="612139">
                  <a:moveTo>
                    <a:pt x="0" y="611581"/>
                  </a:moveTo>
                  <a:lnTo>
                    <a:pt x="4643501" y="611581"/>
                  </a:lnTo>
                  <a:lnTo>
                    <a:pt x="4643501" y="0"/>
                  </a:lnTo>
                  <a:lnTo>
                    <a:pt x="0" y="0"/>
                  </a:lnTo>
                  <a:lnTo>
                    <a:pt x="0" y="611581"/>
                  </a:lnTo>
                  <a:close/>
                </a:path>
              </a:pathLst>
            </a:custGeom>
            <a:ln w="9525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65858" y="2359406"/>
              <a:ext cx="3102991" cy="19685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401570" y="2921635"/>
            <a:ext cx="269430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Connect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with</a:t>
            </a: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your</a:t>
            </a:r>
            <a:r>
              <a:rPr kumimoji="0" sz="11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data</a:t>
            </a:r>
            <a:r>
              <a:rPr kumimoji="0" sz="11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sources</a:t>
            </a:r>
            <a:r>
              <a:rPr kumimoji="0" sz="11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outside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of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Copilots’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out-of-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box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reach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33573" y="3567429"/>
            <a:ext cx="263080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marR="5080" lvl="0" indent="-344805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Enhance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with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specialized</a:t>
            </a:r>
            <a:r>
              <a:rPr kumimoji="0" sz="11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copilots</a:t>
            </a:r>
            <a:r>
              <a:rPr kumimoji="0" sz="11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to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help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employees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specific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functions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33852" y="4212793"/>
            <a:ext cx="222821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Configure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how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Copilot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responds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on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sensitive</a:t>
            </a:r>
            <a:r>
              <a:rPr kumimoji="0" sz="11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topics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624075" y="3392614"/>
            <a:ext cx="4185920" cy="2646680"/>
            <a:chOff x="1624075" y="3392614"/>
            <a:chExt cx="4185920" cy="2646680"/>
          </a:xfrm>
        </p:grpSpPr>
        <p:sp>
          <p:nvSpPr>
            <p:cNvPr id="22" name="object 22"/>
            <p:cNvSpPr/>
            <p:nvPr/>
          </p:nvSpPr>
          <p:spPr>
            <a:xfrm>
              <a:off x="2136901" y="3397377"/>
              <a:ext cx="3160395" cy="661035"/>
            </a:xfrm>
            <a:custGeom>
              <a:avLst/>
              <a:gdLst/>
              <a:ahLst/>
              <a:cxnLst/>
              <a:rect l="l" t="t" r="r" b="b"/>
              <a:pathLst>
                <a:path w="3160395" h="661035">
                  <a:moveTo>
                    <a:pt x="0" y="0"/>
                  </a:moveTo>
                  <a:lnTo>
                    <a:pt x="3160268" y="0"/>
                  </a:lnTo>
                </a:path>
                <a:path w="3160395" h="661035">
                  <a:moveTo>
                    <a:pt x="0" y="660908"/>
                  </a:moveTo>
                  <a:lnTo>
                    <a:pt x="3160268" y="660908"/>
                  </a:lnTo>
                </a:path>
              </a:pathLst>
            </a:custGeom>
            <a:ln w="952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624075" y="4813427"/>
              <a:ext cx="4185920" cy="1225550"/>
            </a:xfrm>
            <a:custGeom>
              <a:avLst/>
              <a:gdLst/>
              <a:ahLst/>
              <a:cxnLst/>
              <a:rect l="l" t="t" r="r" b="b"/>
              <a:pathLst>
                <a:path w="4185920" h="1225550">
                  <a:moveTo>
                    <a:pt x="4049649" y="0"/>
                  </a:moveTo>
                  <a:lnTo>
                    <a:pt x="136271" y="0"/>
                  </a:lnTo>
                  <a:lnTo>
                    <a:pt x="93179" y="6942"/>
                  </a:lnTo>
                  <a:lnTo>
                    <a:pt x="55769" y="26277"/>
                  </a:lnTo>
                  <a:lnTo>
                    <a:pt x="26277" y="55769"/>
                  </a:lnTo>
                  <a:lnTo>
                    <a:pt x="6942" y="93179"/>
                  </a:lnTo>
                  <a:lnTo>
                    <a:pt x="0" y="136271"/>
                  </a:lnTo>
                  <a:lnTo>
                    <a:pt x="0" y="1088974"/>
                  </a:lnTo>
                  <a:lnTo>
                    <a:pt x="6942" y="1132055"/>
                  </a:lnTo>
                  <a:lnTo>
                    <a:pt x="26277" y="1169472"/>
                  </a:lnTo>
                  <a:lnTo>
                    <a:pt x="55769" y="1198981"/>
                  </a:lnTo>
                  <a:lnTo>
                    <a:pt x="93179" y="1218333"/>
                  </a:lnTo>
                  <a:lnTo>
                    <a:pt x="136271" y="1225283"/>
                  </a:lnTo>
                  <a:lnTo>
                    <a:pt x="4049649" y="1225283"/>
                  </a:lnTo>
                  <a:lnTo>
                    <a:pt x="4092740" y="1218333"/>
                  </a:lnTo>
                  <a:lnTo>
                    <a:pt x="4130150" y="1198981"/>
                  </a:lnTo>
                  <a:lnTo>
                    <a:pt x="4159642" y="1169472"/>
                  </a:lnTo>
                  <a:lnTo>
                    <a:pt x="4178977" y="1132055"/>
                  </a:lnTo>
                  <a:lnTo>
                    <a:pt x="4185920" y="1088974"/>
                  </a:lnTo>
                  <a:lnTo>
                    <a:pt x="4185920" y="136271"/>
                  </a:lnTo>
                  <a:lnTo>
                    <a:pt x="4178977" y="93179"/>
                  </a:lnTo>
                  <a:lnTo>
                    <a:pt x="4159642" y="55769"/>
                  </a:lnTo>
                  <a:lnTo>
                    <a:pt x="4130150" y="26277"/>
                  </a:lnTo>
                  <a:lnTo>
                    <a:pt x="4092740" y="6942"/>
                  </a:lnTo>
                  <a:lnTo>
                    <a:pt x="404964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378455" y="5470652"/>
            <a:ext cx="2677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with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Copilot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Studio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(included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in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Copilot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for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Microsoft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365)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103245" y="2142223"/>
            <a:ext cx="7729855" cy="3896995"/>
            <a:chOff x="3103245" y="2142223"/>
            <a:chExt cx="7729855" cy="3896995"/>
          </a:xfrm>
        </p:grpSpPr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03245" y="4971338"/>
              <a:ext cx="380949" cy="38094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09238" y="4970487"/>
              <a:ext cx="680338" cy="38268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11626" y="5055869"/>
              <a:ext cx="210820" cy="210820"/>
            </a:xfrm>
            <a:custGeom>
              <a:avLst/>
              <a:gdLst/>
              <a:ahLst/>
              <a:cxnLst/>
              <a:rect l="l" t="t" r="r" b="b"/>
              <a:pathLst>
                <a:path w="210820" h="210820">
                  <a:moveTo>
                    <a:pt x="210820" y="72390"/>
                  </a:moveTo>
                  <a:lnTo>
                    <a:pt x="139192" y="72390"/>
                  </a:lnTo>
                  <a:lnTo>
                    <a:pt x="139192" y="0"/>
                  </a:lnTo>
                  <a:lnTo>
                    <a:pt x="71755" y="0"/>
                  </a:lnTo>
                  <a:lnTo>
                    <a:pt x="71755" y="72390"/>
                  </a:lnTo>
                  <a:lnTo>
                    <a:pt x="0" y="72390"/>
                  </a:lnTo>
                  <a:lnTo>
                    <a:pt x="0" y="139700"/>
                  </a:lnTo>
                  <a:lnTo>
                    <a:pt x="71755" y="139700"/>
                  </a:lnTo>
                  <a:lnTo>
                    <a:pt x="71755" y="210820"/>
                  </a:lnTo>
                  <a:lnTo>
                    <a:pt x="139192" y="210820"/>
                  </a:lnTo>
                  <a:lnTo>
                    <a:pt x="139192" y="139700"/>
                  </a:lnTo>
                  <a:lnTo>
                    <a:pt x="210820" y="139700"/>
                  </a:lnTo>
                  <a:lnTo>
                    <a:pt x="210820" y="72390"/>
                  </a:lnTo>
                  <a:close/>
                </a:path>
              </a:pathLst>
            </a:custGeom>
            <a:solidFill>
              <a:srgbClr val="2A446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184519" y="2146985"/>
              <a:ext cx="4643755" cy="612140"/>
            </a:xfrm>
            <a:custGeom>
              <a:avLst/>
              <a:gdLst/>
              <a:ahLst/>
              <a:cxnLst/>
              <a:rect l="l" t="t" r="r" b="b"/>
              <a:pathLst>
                <a:path w="4643755" h="612139">
                  <a:moveTo>
                    <a:pt x="4643501" y="0"/>
                  </a:moveTo>
                  <a:lnTo>
                    <a:pt x="0" y="0"/>
                  </a:lnTo>
                  <a:lnTo>
                    <a:pt x="0" y="611581"/>
                  </a:lnTo>
                  <a:lnTo>
                    <a:pt x="4643501" y="611581"/>
                  </a:lnTo>
                  <a:lnTo>
                    <a:pt x="46435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184519" y="2146985"/>
              <a:ext cx="4643755" cy="612140"/>
            </a:xfrm>
            <a:custGeom>
              <a:avLst/>
              <a:gdLst/>
              <a:ahLst/>
              <a:cxnLst/>
              <a:rect l="l" t="t" r="r" b="b"/>
              <a:pathLst>
                <a:path w="4643755" h="612139">
                  <a:moveTo>
                    <a:pt x="0" y="611581"/>
                  </a:moveTo>
                  <a:lnTo>
                    <a:pt x="4643501" y="611581"/>
                  </a:lnTo>
                  <a:lnTo>
                    <a:pt x="4643501" y="0"/>
                  </a:lnTo>
                  <a:lnTo>
                    <a:pt x="0" y="0"/>
                  </a:lnTo>
                  <a:lnTo>
                    <a:pt x="0" y="611581"/>
                  </a:lnTo>
                  <a:close/>
                </a:path>
              </a:pathLst>
            </a:custGeom>
            <a:ln w="9525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54086" y="2373503"/>
              <a:ext cx="1918716" cy="19583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923785" y="3397377"/>
              <a:ext cx="3160395" cy="661035"/>
            </a:xfrm>
            <a:custGeom>
              <a:avLst/>
              <a:gdLst/>
              <a:ahLst/>
              <a:cxnLst/>
              <a:rect l="l" t="t" r="r" b="b"/>
              <a:pathLst>
                <a:path w="3160395" h="661035">
                  <a:moveTo>
                    <a:pt x="0" y="0"/>
                  </a:moveTo>
                  <a:lnTo>
                    <a:pt x="3160268" y="0"/>
                  </a:lnTo>
                </a:path>
                <a:path w="3160395" h="661035">
                  <a:moveTo>
                    <a:pt x="0" y="660908"/>
                  </a:moveTo>
                  <a:lnTo>
                    <a:pt x="3160268" y="660908"/>
                  </a:lnTo>
                </a:path>
              </a:pathLst>
            </a:custGeom>
            <a:ln w="952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6412484" y="4813426"/>
              <a:ext cx="4185920" cy="1225550"/>
            </a:xfrm>
            <a:custGeom>
              <a:avLst/>
              <a:gdLst/>
              <a:ahLst/>
              <a:cxnLst/>
              <a:rect l="l" t="t" r="r" b="b"/>
              <a:pathLst>
                <a:path w="4185920" h="1225550">
                  <a:moveTo>
                    <a:pt x="4049648" y="0"/>
                  </a:moveTo>
                  <a:lnTo>
                    <a:pt x="136270" y="0"/>
                  </a:lnTo>
                  <a:lnTo>
                    <a:pt x="93179" y="6942"/>
                  </a:lnTo>
                  <a:lnTo>
                    <a:pt x="55769" y="26277"/>
                  </a:lnTo>
                  <a:lnTo>
                    <a:pt x="26277" y="55769"/>
                  </a:lnTo>
                  <a:lnTo>
                    <a:pt x="6942" y="93179"/>
                  </a:lnTo>
                  <a:lnTo>
                    <a:pt x="0" y="136271"/>
                  </a:lnTo>
                  <a:lnTo>
                    <a:pt x="0" y="1088974"/>
                  </a:lnTo>
                  <a:lnTo>
                    <a:pt x="6942" y="1132055"/>
                  </a:lnTo>
                  <a:lnTo>
                    <a:pt x="26277" y="1169472"/>
                  </a:lnTo>
                  <a:lnTo>
                    <a:pt x="55769" y="1198981"/>
                  </a:lnTo>
                  <a:lnTo>
                    <a:pt x="93179" y="1218333"/>
                  </a:lnTo>
                  <a:lnTo>
                    <a:pt x="136270" y="1225283"/>
                  </a:lnTo>
                  <a:lnTo>
                    <a:pt x="4049648" y="1225283"/>
                  </a:lnTo>
                  <a:lnTo>
                    <a:pt x="4092740" y="1218333"/>
                  </a:lnTo>
                  <a:lnTo>
                    <a:pt x="4130150" y="1198981"/>
                  </a:lnTo>
                  <a:lnTo>
                    <a:pt x="4159642" y="1169472"/>
                  </a:lnTo>
                  <a:lnTo>
                    <a:pt x="4178977" y="1132055"/>
                  </a:lnTo>
                  <a:lnTo>
                    <a:pt x="4185919" y="1088974"/>
                  </a:lnTo>
                  <a:lnTo>
                    <a:pt x="4185919" y="136271"/>
                  </a:lnTo>
                  <a:lnTo>
                    <a:pt x="4178977" y="93179"/>
                  </a:lnTo>
                  <a:lnTo>
                    <a:pt x="4159642" y="55769"/>
                  </a:lnTo>
                  <a:lnTo>
                    <a:pt x="4130150" y="26277"/>
                  </a:lnTo>
                  <a:lnTo>
                    <a:pt x="4092740" y="6942"/>
                  </a:lnTo>
                  <a:lnTo>
                    <a:pt x="404964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638035" y="2921635"/>
            <a:ext cx="378079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7185" marR="5080" lvl="0" indent="-32512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Enrich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customer</a:t>
            </a:r>
            <a:r>
              <a:rPr kumimoji="0" sz="11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experiences</a:t>
            </a:r>
            <a:r>
              <a:rPr kumimoji="0" sz="11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and</a:t>
            </a:r>
            <a:r>
              <a:rPr kumimoji="0" sz="11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supplier</a:t>
            </a:r>
            <a:r>
              <a:rPr kumimoji="0" sz="11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interactions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with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copilots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your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external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website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or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other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channels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66001" y="3612007"/>
            <a:ext cx="33826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5700" marR="5080" lvl="0" indent="-11430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Use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custom</a:t>
            </a:r>
            <a:r>
              <a:rPr kumimoji="0" sz="11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LLM</a:t>
            </a:r>
            <a:r>
              <a:rPr kumimoji="0" sz="11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and</a:t>
            </a:r>
            <a:r>
              <a:rPr kumimoji="0" sz="11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orchestrator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,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instead</a:t>
            </a: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of</a:t>
            </a: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Copilot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for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Microsoft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365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83297" y="4212793"/>
            <a:ext cx="299783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Exercise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more</a:t>
            </a:r>
            <a:r>
              <a:rPr kumimoji="0" sz="11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control</a:t>
            </a:r>
            <a:r>
              <a:rPr kumimoji="0" sz="11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on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prompt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management,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actions,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triggers,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and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orchestration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28533" y="5470652"/>
            <a:ext cx="13538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with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Copilot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Studio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(standalone)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628644" y="1302994"/>
            <a:ext cx="5069205" cy="4051300"/>
            <a:chOff x="3628644" y="1302994"/>
            <a:chExt cx="5069205" cy="4051300"/>
          </a:xfrm>
        </p:grpSpPr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13420" y="4969763"/>
              <a:ext cx="384048" cy="38404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28644" y="1302994"/>
              <a:ext cx="605053" cy="60505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82492" y="1317751"/>
              <a:ext cx="502920" cy="5029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Leverage</a:t>
            </a:r>
            <a:r>
              <a:rPr spc="-100" dirty="0"/>
              <a:t> </a:t>
            </a:r>
            <a:r>
              <a:rPr dirty="0"/>
              <a:t>various</a:t>
            </a:r>
            <a:r>
              <a:rPr spc="-80" dirty="0"/>
              <a:t> </a:t>
            </a:r>
            <a:r>
              <a:rPr dirty="0"/>
              <a:t>tools</a:t>
            </a:r>
            <a:r>
              <a:rPr spc="-90" dirty="0"/>
              <a:t> </a:t>
            </a:r>
            <a:r>
              <a:rPr dirty="0"/>
              <a:t>to</a:t>
            </a:r>
            <a:r>
              <a:rPr spc="-100" dirty="0"/>
              <a:t> </a:t>
            </a:r>
            <a:r>
              <a:rPr dirty="0"/>
              <a:t>configure,</a:t>
            </a:r>
            <a:r>
              <a:rPr spc="-85" dirty="0"/>
              <a:t> </a:t>
            </a:r>
            <a:r>
              <a:rPr dirty="0"/>
              <a:t>extend,</a:t>
            </a:r>
            <a:r>
              <a:rPr spc="-100" dirty="0"/>
              <a:t> </a:t>
            </a:r>
            <a:r>
              <a:rPr dirty="0"/>
              <a:t>or</a:t>
            </a:r>
            <a:r>
              <a:rPr spc="-114" dirty="0"/>
              <a:t> </a:t>
            </a:r>
            <a:r>
              <a:rPr spc="-10" dirty="0"/>
              <a:t>build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0274" y="2504313"/>
            <a:ext cx="1250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Configure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8263" y="3001391"/>
            <a:ext cx="2536190" cy="2370455"/>
            <a:chOff x="588263" y="3001391"/>
            <a:chExt cx="2536190" cy="2370455"/>
          </a:xfrm>
        </p:grpSpPr>
        <p:sp>
          <p:nvSpPr>
            <p:cNvPr id="5" name="object 5"/>
            <p:cNvSpPr/>
            <p:nvPr/>
          </p:nvSpPr>
          <p:spPr>
            <a:xfrm>
              <a:off x="588263" y="3001391"/>
              <a:ext cx="2536190" cy="2370455"/>
            </a:xfrm>
            <a:custGeom>
              <a:avLst/>
              <a:gdLst/>
              <a:ahLst/>
              <a:cxnLst/>
              <a:rect l="l" t="t" r="r" b="b"/>
              <a:pathLst>
                <a:path w="2536190" h="2370454">
                  <a:moveTo>
                    <a:pt x="2536190" y="0"/>
                  </a:moveTo>
                  <a:lnTo>
                    <a:pt x="0" y="0"/>
                  </a:lnTo>
                  <a:lnTo>
                    <a:pt x="0" y="2370074"/>
                  </a:lnTo>
                  <a:lnTo>
                    <a:pt x="2536190" y="2370074"/>
                  </a:lnTo>
                  <a:lnTo>
                    <a:pt x="2536190" y="0"/>
                  </a:lnTo>
                  <a:close/>
                </a:path>
              </a:pathLst>
            </a:custGeom>
            <a:solidFill>
              <a:srgbClr val="8DC7E8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83945" y="3096895"/>
              <a:ext cx="2345055" cy="2194560"/>
            </a:xfrm>
            <a:custGeom>
              <a:avLst/>
              <a:gdLst/>
              <a:ahLst/>
              <a:cxnLst/>
              <a:rect l="l" t="t" r="r" b="b"/>
              <a:pathLst>
                <a:path w="2345055" h="2194560">
                  <a:moveTo>
                    <a:pt x="2344801" y="0"/>
                  </a:moveTo>
                  <a:lnTo>
                    <a:pt x="0" y="0"/>
                  </a:lnTo>
                  <a:lnTo>
                    <a:pt x="0" y="2194560"/>
                  </a:lnTo>
                  <a:lnTo>
                    <a:pt x="2344801" y="2194560"/>
                  </a:lnTo>
                  <a:lnTo>
                    <a:pt x="23448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83945" y="3096895"/>
            <a:ext cx="2345055" cy="2194560"/>
          </a:xfrm>
          <a:prstGeom prst="rect">
            <a:avLst/>
          </a:prstGeom>
        </p:spPr>
        <p:txBody>
          <a:bodyPr vert="horz" wrap="square" lIns="0" tIns="2584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M365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0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Admin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Portal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2094" y="4263644"/>
            <a:ext cx="668528" cy="64008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416297" y="1269949"/>
            <a:ext cx="31686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Extend</a:t>
            </a:r>
            <a:r>
              <a:rPr kumimoji="0" sz="2400" b="1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Microsoft</a:t>
            </a:r>
            <a:r>
              <a:rPr kumimoji="0" sz="24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Copilot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64839" y="1725929"/>
            <a:ext cx="5669280" cy="196215"/>
          </a:xfrm>
          <a:custGeom>
            <a:avLst/>
            <a:gdLst/>
            <a:ahLst/>
            <a:cxnLst/>
            <a:rect l="l" t="t" r="r" b="b"/>
            <a:pathLst>
              <a:path w="5669280" h="196214">
                <a:moveTo>
                  <a:pt x="0" y="195834"/>
                </a:moveTo>
                <a:lnTo>
                  <a:pt x="1291" y="157710"/>
                </a:lnTo>
                <a:lnTo>
                  <a:pt x="4810" y="126587"/>
                </a:lnTo>
                <a:lnTo>
                  <a:pt x="10019" y="105608"/>
                </a:lnTo>
                <a:lnTo>
                  <a:pt x="16383" y="97917"/>
                </a:lnTo>
                <a:lnTo>
                  <a:pt x="2818384" y="97917"/>
                </a:lnTo>
                <a:lnTo>
                  <a:pt x="2824728" y="90207"/>
                </a:lnTo>
                <a:lnTo>
                  <a:pt x="2829893" y="69199"/>
                </a:lnTo>
                <a:lnTo>
                  <a:pt x="2833368" y="38070"/>
                </a:lnTo>
                <a:lnTo>
                  <a:pt x="2834640" y="0"/>
                </a:lnTo>
                <a:lnTo>
                  <a:pt x="2835931" y="38070"/>
                </a:lnTo>
                <a:lnTo>
                  <a:pt x="2839450" y="69199"/>
                </a:lnTo>
                <a:lnTo>
                  <a:pt x="2844659" y="90207"/>
                </a:lnTo>
                <a:lnTo>
                  <a:pt x="2851023" y="97917"/>
                </a:lnTo>
                <a:lnTo>
                  <a:pt x="5653024" y="97917"/>
                </a:lnTo>
                <a:lnTo>
                  <a:pt x="5659368" y="105608"/>
                </a:lnTo>
                <a:lnTo>
                  <a:pt x="5664533" y="126587"/>
                </a:lnTo>
                <a:lnTo>
                  <a:pt x="5668008" y="157710"/>
                </a:lnTo>
                <a:lnTo>
                  <a:pt x="5669280" y="19583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91446" y="2060778"/>
            <a:ext cx="8604250" cy="3708400"/>
            <a:chOff x="3191446" y="2060778"/>
            <a:chExt cx="8604250" cy="3708400"/>
          </a:xfrm>
        </p:grpSpPr>
        <p:sp>
          <p:nvSpPr>
            <p:cNvPr id="12" name="object 12"/>
            <p:cNvSpPr/>
            <p:nvPr/>
          </p:nvSpPr>
          <p:spPr>
            <a:xfrm>
              <a:off x="3196208" y="2065540"/>
              <a:ext cx="5669280" cy="3698875"/>
            </a:xfrm>
            <a:custGeom>
              <a:avLst/>
              <a:gdLst/>
              <a:ahLst/>
              <a:cxnLst/>
              <a:rect l="l" t="t" r="r" b="b"/>
              <a:pathLst>
                <a:path w="5669280" h="3698875">
                  <a:moveTo>
                    <a:pt x="5669280" y="0"/>
                  </a:moveTo>
                  <a:lnTo>
                    <a:pt x="0" y="0"/>
                  </a:lnTo>
                  <a:lnTo>
                    <a:pt x="0" y="3698366"/>
                  </a:lnTo>
                  <a:lnTo>
                    <a:pt x="5669280" y="3698366"/>
                  </a:lnTo>
                  <a:lnTo>
                    <a:pt x="5669280" y="0"/>
                  </a:lnTo>
                  <a:close/>
                </a:path>
              </a:pathLst>
            </a:custGeom>
            <a:solidFill>
              <a:srgbClr val="FDEF00">
                <a:alpha val="21174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196208" y="2065540"/>
              <a:ext cx="5669280" cy="3698875"/>
            </a:xfrm>
            <a:custGeom>
              <a:avLst/>
              <a:gdLst/>
              <a:ahLst/>
              <a:cxnLst/>
              <a:rect l="l" t="t" r="r" b="b"/>
              <a:pathLst>
                <a:path w="5669280" h="3698875">
                  <a:moveTo>
                    <a:pt x="0" y="3698366"/>
                  </a:moveTo>
                  <a:lnTo>
                    <a:pt x="5669280" y="3698366"/>
                  </a:lnTo>
                  <a:lnTo>
                    <a:pt x="5669280" y="0"/>
                  </a:lnTo>
                  <a:lnTo>
                    <a:pt x="0" y="0"/>
                  </a:lnTo>
                  <a:lnTo>
                    <a:pt x="0" y="369836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291839" y="2183307"/>
              <a:ext cx="8499475" cy="3463290"/>
            </a:xfrm>
            <a:custGeom>
              <a:avLst/>
              <a:gdLst/>
              <a:ahLst/>
              <a:cxnLst/>
              <a:rect l="l" t="t" r="r" b="b"/>
              <a:pathLst>
                <a:path w="8499475" h="3463290">
                  <a:moveTo>
                    <a:pt x="8499094" y="0"/>
                  </a:moveTo>
                  <a:lnTo>
                    <a:pt x="0" y="0"/>
                  </a:lnTo>
                  <a:lnTo>
                    <a:pt x="0" y="3462909"/>
                  </a:lnTo>
                  <a:lnTo>
                    <a:pt x="8499094" y="3462909"/>
                  </a:lnTo>
                  <a:lnTo>
                    <a:pt x="8499094" y="0"/>
                  </a:lnTo>
                  <a:close/>
                </a:path>
              </a:pathLst>
            </a:custGeom>
            <a:solidFill>
              <a:srgbClr val="6387C4">
                <a:alpha val="21174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291839" y="2183307"/>
              <a:ext cx="8499475" cy="3463290"/>
            </a:xfrm>
            <a:custGeom>
              <a:avLst/>
              <a:gdLst/>
              <a:ahLst/>
              <a:cxnLst/>
              <a:rect l="l" t="t" r="r" b="b"/>
              <a:pathLst>
                <a:path w="8499475" h="3463290">
                  <a:moveTo>
                    <a:pt x="0" y="3462909"/>
                  </a:moveTo>
                  <a:lnTo>
                    <a:pt x="8499094" y="3462909"/>
                  </a:lnTo>
                  <a:lnTo>
                    <a:pt x="8499094" y="0"/>
                  </a:lnTo>
                  <a:lnTo>
                    <a:pt x="0" y="0"/>
                  </a:lnTo>
                  <a:lnTo>
                    <a:pt x="0" y="346290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398265" y="2344801"/>
              <a:ext cx="2536190" cy="3027045"/>
            </a:xfrm>
            <a:custGeom>
              <a:avLst/>
              <a:gdLst/>
              <a:ahLst/>
              <a:cxnLst/>
              <a:rect l="l" t="t" r="r" b="b"/>
              <a:pathLst>
                <a:path w="2536190" h="3027045">
                  <a:moveTo>
                    <a:pt x="2536190" y="0"/>
                  </a:moveTo>
                  <a:lnTo>
                    <a:pt x="0" y="0"/>
                  </a:lnTo>
                  <a:lnTo>
                    <a:pt x="0" y="3026664"/>
                  </a:lnTo>
                  <a:lnTo>
                    <a:pt x="2536190" y="3026664"/>
                  </a:lnTo>
                  <a:lnTo>
                    <a:pt x="2536190" y="0"/>
                  </a:lnTo>
                  <a:close/>
                </a:path>
              </a:pathLst>
            </a:custGeom>
            <a:solidFill>
              <a:srgbClr val="8DC7E8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398265" y="2344801"/>
            <a:ext cx="2536190" cy="3027045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653415" marR="0" lvl="0" indent="0" algn="l" defTabSz="914400" rtl="0" eaLnBrk="1" fontAlgn="auto" latinLnBrk="0" hangingPunct="1">
              <a:lnSpc>
                <a:spcPct val="100000"/>
              </a:lnSpc>
              <a:spcBef>
                <a:spcPts val="13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Low</a:t>
            </a:r>
            <a:r>
              <a:rPr kumimoji="0" sz="240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Code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494023" y="3096895"/>
            <a:ext cx="2345055" cy="2194560"/>
          </a:xfrm>
          <a:custGeom>
            <a:avLst/>
            <a:gdLst/>
            <a:ahLst/>
            <a:cxnLst/>
            <a:rect l="l" t="t" r="r" b="b"/>
            <a:pathLst>
              <a:path w="2345054" h="2194560">
                <a:moveTo>
                  <a:pt x="2344801" y="0"/>
                </a:moveTo>
                <a:lnTo>
                  <a:pt x="0" y="0"/>
                </a:lnTo>
                <a:lnTo>
                  <a:pt x="0" y="2194560"/>
                </a:lnTo>
                <a:lnTo>
                  <a:pt x="2344801" y="2194560"/>
                </a:lnTo>
                <a:lnTo>
                  <a:pt x="23448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94023" y="3096895"/>
            <a:ext cx="2345055" cy="2194560"/>
          </a:xfrm>
          <a:prstGeom prst="rect">
            <a:avLst/>
          </a:prstGeom>
        </p:spPr>
        <p:txBody>
          <a:bodyPr vert="horz" wrap="square" lIns="0" tIns="25844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Microsoft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Copilot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Studio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316476" y="2344801"/>
            <a:ext cx="4428490" cy="3024505"/>
            <a:chOff x="4316476" y="2344801"/>
            <a:chExt cx="4428490" cy="302450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6476" y="4263644"/>
              <a:ext cx="699719" cy="64008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208268" y="2344801"/>
              <a:ext cx="2536190" cy="3024505"/>
            </a:xfrm>
            <a:custGeom>
              <a:avLst/>
              <a:gdLst/>
              <a:ahLst/>
              <a:cxnLst/>
              <a:rect l="l" t="t" r="r" b="b"/>
              <a:pathLst>
                <a:path w="2536190" h="3024504">
                  <a:moveTo>
                    <a:pt x="2536190" y="0"/>
                  </a:moveTo>
                  <a:lnTo>
                    <a:pt x="0" y="0"/>
                  </a:lnTo>
                  <a:lnTo>
                    <a:pt x="0" y="3024378"/>
                  </a:lnTo>
                  <a:lnTo>
                    <a:pt x="2536190" y="3024378"/>
                  </a:lnTo>
                  <a:lnTo>
                    <a:pt x="2536190" y="0"/>
                  </a:lnTo>
                  <a:close/>
                </a:path>
              </a:pathLst>
            </a:custGeom>
            <a:solidFill>
              <a:srgbClr val="8DC7E8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208267" y="2344801"/>
            <a:ext cx="2536190" cy="3024505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697865" marR="0" lvl="0" indent="0" algn="l" defTabSz="914400" rtl="0" eaLnBrk="1" fontAlgn="auto" latinLnBrk="0" hangingPunct="1">
              <a:lnSpc>
                <a:spcPct val="100000"/>
              </a:lnSpc>
              <a:spcBef>
                <a:spcPts val="13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</a:t>
            </a:r>
            <a:r>
              <a:rPr kumimoji="0" sz="240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Code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303136" y="3096895"/>
            <a:ext cx="2346960" cy="2193925"/>
          </a:xfrm>
          <a:custGeom>
            <a:avLst/>
            <a:gdLst/>
            <a:ahLst/>
            <a:cxnLst/>
            <a:rect l="l" t="t" r="r" b="b"/>
            <a:pathLst>
              <a:path w="2346959" h="2193925">
                <a:moveTo>
                  <a:pt x="2346451" y="0"/>
                </a:moveTo>
                <a:lnTo>
                  <a:pt x="0" y="0"/>
                </a:lnTo>
                <a:lnTo>
                  <a:pt x="0" y="2193543"/>
                </a:lnTo>
                <a:lnTo>
                  <a:pt x="2346451" y="2193543"/>
                </a:lnTo>
                <a:lnTo>
                  <a:pt x="23464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03136" y="3096895"/>
            <a:ext cx="2346960" cy="2193925"/>
          </a:xfrm>
          <a:prstGeom prst="rect">
            <a:avLst/>
          </a:prstGeom>
        </p:spPr>
        <p:txBody>
          <a:bodyPr vert="horz" wrap="square" lIns="0" tIns="258445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Visual</a:t>
            </a:r>
            <a:r>
              <a:rPr kumimoji="0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Studio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Code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947407" y="2344801"/>
            <a:ext cx="4659630" cy="3024505"/>
            <a:chOff x="6947407" y="2344801"/>
            <a:chExt cx="4659630" cy="3024505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47407" y="4263644"/>
              <a:ext cx="1057986" cy="64008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018269" y="2344801"/>
              <a:ext cx="2588895" cy="3024505"/>
            </a:xfrm>
            <a:custGeom>
              <a:avLst/>
              <a:gdLst/>
              <a:ahLst/>
              <a:cxnLst/>
              <a:rect l="l" t="t" r="r" b="b"/>
              <a:pathLst>
                <a:path w="2588895" h="3024504">
                  <a:moveTo>
                    <a:pt x="2588514" y="0"/>
                  </a:moveTo>
                  <a:lnTo>
                    <a:pt x="0" y="0"/>
                  </a:lnTo>
                  <a:lnTo>
                    <a:pt x="0" y="3024378"/>
                  </a:lnTo>
                  <a:lnTo>
                    <a:pt x="2588514" y="3024378"/>
                  </a:lnTo>
                  <a:lnTo>
                    <a:pt x="2588514" y="0"/>
                  </a:lnTo>
                  <a:close/>
                </a:path>
              </a:pathLst>
            </a:custGeom>
            <a:solidFill>
              <a:srgbClr val="8DC7E8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018269" y="2344801"/>
            <a:ext cx="2588895" cy="3024505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724535" marR="0" lvl="0" indent="0" algn="l" defTabSz="914400" rtl="0" eaLnBrk="1" fontAlgn="auto" latinLnBrk="0" hangingPunct="1">
              <a:lnSpc>
                <a:spcPct val="100000"/>
              </a:lnSpc>
              <a:spcBef>
                <a:spcPts val="13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</a:t>
            </a:r>
            <a:r>
              <a:rPr kumimoji="0" sz="240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Code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15932" y="3096895"/>
            <a:ext cx="2393315" cy="2194560"/>
          </a:xfrm>
          <a:custGeom>
            <a:avLst/>
            <a:gdLst/>
            <a:ahLst/>
            <a:cxnLst/>
            <a:rect l="l" t="t" r="r" b="b"/>
            <a:pathLst>
              <a:path w="2393315" h="2194560">
                <a:moveTo>
                  <a:pt x="2393188" y="0"/>
                </a:moveTo>
                <a:lnTo>
                  <a:pt x="0" y="0"/>
                </a:lnTo>
                <a:lnTo>
                  <a:pt x="0" y="2194560"/>
                </a:lnTo>
                <a:lnTo>
                  <a:pt x="2393188" y="2194560"/>
                </a:lnTo>
                <a:lnTo>
                  <a:pt x="23931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15932" y="3096895"/>
            <a:ext cx="2393315" cy="2194560"/>
          </a:xfrm>
          <a:prstGeom prst="rect">
            <a:avLst/>
          </a:prstGeom>
        </p:spPr>
        <p:txBody>
          <a:bodyPr vert="horz" wrap="square" lIns="0" tIns="258445" rIns="0" bIns="0" rtlCol="0">
            <a:spAutoFit/>
          </a:bodyPr>
          <a:lstStyle/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2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Azure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05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OpenAI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Studio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92486" y="4263644"/>
            <a:ext cx="640079" cy="640080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3291840" y="5892050"/>
            <a:ext cx="8503920" cy="196215"/>
          </a:xfrm>
          <a:custGeom>
            <a:avLst/>
            <a:gdLst/>
            <a:ahLst/>
            <a:cxnLst/>
            <a:rect l="l" t="t" r="r" b="b"/>
            <a:pathLst>
              <a:path w="8503920" h="196214">
                <a:moveTo>
                  <a:pt x="8503919" y="0"/>
                </a:moveTo>
                <a:lnTo>
                  <a:pt x="8502628" y="38115"/>
                </a:lnTo>
                <a:lnTo>
                  <a:pt x="8499109" y="69243"/>
                </a:lnTo>
                <a:lnTo>
                  <a:pt x="8493900" y="90232"/>
                </a:lnTo>
                <a:lnTo>
                  <a:pt x="8487537" y="97929"/>
                </a:lnTo>
                <a:lnTo>
                  <a:pt x="4268343" y="97929"/>
                </a:lnTo>
                <a:lnTo>
                  <a:pt x="4261979" y="105624"/>
                </a:lnTo>
                <a:lnTo>
                  <a:pt x="4256770" y="126609"/>
                </a:lnTo>
                <a:lnTo>
                  <a:pt x="4253251" y="157733"/>
                </a:lnTo>
                <a:lnTo>
                  <a:pt x="4251960" y="195846"/>
                </a:lnTo>
                <a:lnTo>
                  <a:pt x="4250668" y="157733"/>
                </a:lnTo>
                <a:lnTo>
                  <a:pt x="4247149" y="126609"/>
                </a:lnTo>
                <a:lnTo>
                  <a:pt x="4241940" y="105624"/>
                </a:lnTo>
                <a:lnTo>
                  <a:pt x="4235577" y="97929"/>
                </a:lnTo>
                <a:lnTo>
                  <a:pt x="16383" y="97929"/>
                </a:lnTo>
                <a:lnTo>
                  <a:pt x="10019" y="90232"/>
                </a:lnTo>
                <a:lnTo>
                  <a:pt x="4810" y="69243"/>
                </a:lnTo>
                <a:lnTo>
                  <a:pt x="1291" y="38115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53683" y="6110122"/>
            <a:ext cx="2383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Build</a:t>
            </a:r>
            <a:r>
              <a:rPr kumimoji="0" sz="2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</a:t>
            </a:r>
            <a:r>
              <a:rPr kumimoji="0" sz="240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copilots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/>
              <a:t>One</a:t>
            </a:r>
            <a:r>
              <a:rPr spc="-65" dirty="0"/>
              <a:t> </a:t>
            </a:r>
            <a:r>
              <a:rPr spc="-10" dirty="0"/>
              <a:t>conversational</a:t>
            </a:r>
            <a:r>
              <a:rPr dirty="0"/>
              <a:t> AI</a:t>
            </a:r>
            <a:r>
              <a:rPr spc="-60" dirty="0"/>
              <a:t> </a:t>
            </a:r>
            <a:r>
              <a:rPr spc="-10" dirty="0"/>
              <a:t>ecosystem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800" dirty="0">
                <a:solidFill>
                  <a:srgbClr val="6F2473"/>
                </a:solidFill>
              </a:rPr>
              <a:t>Access</a:t>
            </a:r>
            <a:r>
              <a:rPr sz="1800" spc="-60" dirty="0">
                <a:solidFill>
                  <a:srgbClr val="6F2473"/>
                </a:solidFill>
              </a:rPr>
              <a:t> </a:t>
            </a:r>
            <a:r>
              <a:rPr sz="1800" dirty="0">
                <a:solidFill>
                  <a:srgbClr val="6F2473"/>
                </a:solidFill>
              </a:rPr>
              <a:t>more</a:t>
            </a:r>
            <a:r>
              <a:rPr sz="1800" spc="-65" dirty="0">
                <a:solidFill>
                  <a:srgbClr val="6F2473"/>
                </a:solidFill>
              </a:rPr>
              <a:t> </a:t>
            </a:r>
            <a:r>
              <a:rPr sz="1800" dirty="0">
                <a:solidFill>
                  <a:srgbClr val="6F2473"/>
                </a:solidFill>
              </a:rPr>
              <a:t>advanced</a:t>
            </a:r>
            <a:r>
              <a:rPr sz="1800" spc="-40" dirty="0">
                <a:solidFill>
                  <a:srgbClr val="6F2473"/>
                </a:solidFill>
              </a:rPr>
              <a:t> </a:t>
            </a:r>
            <a:r>
              <a:rPr sz="1800" spc="-10" dirty="0">
                <a:solidFill>
                  <a:srgbClr val="6F2473"/>
                </a:solidFill>
              </a:rPr>
              <a:t>customization</a:t>
            </a:r>
            <a:r>
              <a:rPr sz="1800" spc="-50" dirty="0">
                <a:solidFill>
                  <a:srgbClr val="6F2473"/>
                </a:solidFill>
              </a:rPr>
              <a:t> </a:t>
            </a:r>
            <a:r>
              <a:rPr sz="1800" dirty="0">
                <a:solidFill>
                  <a:srgbClr val="6F2473"/>
                </a:solidFill>
              </a:rPr>
              <a:t>tools</a:t>
            </a:r>
            <a:r>
              <a:rPr sz="1800" spc="-55" dirty="0">
                <a:solidFill>
                  <a:srgbClr val="6F2473"/>
                </a:solidFill>
              </a:rPr>
              <a:t> </a:t>
            </a:r>
            <a:r>
              <a:rPr sz="1800" dirty="0">
                <a:solidFill>
                  <a:srgbClr val="6F2473"/>
                </a:solidFill>
              </a:rPr>
              <a:t>by</a:t>
            </a:r>
            <a:r>
              <a:rPr sz="1800" spc="-50" dirty="0">
                <a:solidFill>
                  <a:srgbClr val="6F2473"/>
                </a:solidFill>
              </a:rPr>
              <a:t> </a:t>
            </a:r>
            <a:r>
              <a:rPr sz="1800" dirty="0">
                <a:solidFill>
                  <a:srgbClr val="6F2473"/>
                </a:solidFill>
              </a:rPr>
              <a:t>building</a:t>
            </a:r>
            <a:r>
              <a:rPr sz="1800" spc="-15" dirty="0">
                <a:solidFill>
                  <a:srgbClr val="6F2473"/>
                </a:solidFill>
              </a:rPr>
              <a:t> </a:t>
            </a:r>
            <a:r>
              <a:rPr sz="1800" dirty="0">
                <a:solidFill>
                  <a:srgbClr val="6F2473"/>
                </a:solidFill>
              </a:rPr>
              <a:t>across</a:t>
            </a:r>
            <a:r>
              <a:rPr sz="1800" spc="-75" dirty="0">
                <a:solidFill>
                  <a:srgbClr val="6F2473"/>
                </a:solidFill>
              </a:rPr>
              <a:t> </a:t>
            </a:r>
            <a:r>
              <a:rPr sz="1800" dirty="0">
                <a:solidFill>
                  <a:srgbClr val="6F2473"/>
                </a:solidFill>
              </a:rPr>
              <a:t>Microsoft</a:t>
            </a:r>
            <a:r>
              <a:rPr sz="1800" spc="-80" dirty="0">
                <a:solidFill>
                  <a:srgbClr val="6F2473"/>
                </a:solidFill>
              </a:rPr>
              <a:t> </a:t>
            </a:r>
            <a:r>
              <a:rPr sz="1800" dirty="0">
                <a:solidFill>
                  <a:srgbClr val="6F2473"/>
                </a:solidFill>
              </a:rPr>
              <a:t>Copilot</a:t>
            </a:r>
            <a:r>
              <a:rPr sz="1800" spc="-50" dirty="0">
                <a:solidFill>
                  <a:srgbClr val="6F2473"/>
                </a:solidFill>
              </a:rPr>
              <a:t> </a:t>
            </a:r>
            <a:r>
              <a:rPr sz="1800" spc="-10" dirty="0">
                <a:solidFill>
                  <a:srgbClr val="6F2473"/>
                </a:solidFill>
              </a:rPr>
              <a:t>stack</a:t>
            </a:r>
            <a:endParaRPr sz="1800"/>
          </a:p>
        </p:txBody>
      </p:sp>
      <p:grpSp>
        <p:nvGrpSpPr>
          <p:cNvPr id="3" name="object 3"/>
          <p:cNvGrpSpPr/>
          <p:nvPr/>
        </p:nvGrpSpPr>
        <p:grpSpPr>
          <a:xfrm>
            <a:off x="371513" y="2077131"/>
            <a:ext cx="5679440" cy="2740660"/>
            <a:chOff x="371513" y="2077131"/>
            <a:chExt cx="5679440" cy="27406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1513" y="2077131"/>
              <a:ext cx="5679109" cy="27401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8263" y="2293238"/>
              <a:ext cx="5263515" cy="2325370"/>
            </a:xfrm>
            <a:custGeom>
              <a:avLst/>
              <a:gdLst/>
              <a:ahLst/>
              <a:cxnLst/>
              <a:rect l="l" t="t" r="r" b="b"/>
              <a:pathLst>
                <a:path w="5263515" h="2325370">
                  <a:moveTo>
                    <a:pt x="5133213" y="0"/>
                  </a:moveTo>
                  <a:lnTo>
                    <a:pt x="130009" y="0"/>
                  </a:lnTo>
                  <a:lnTo>
                    <a:pt x="79402" y="10211"/>
                  </a:lnTo>
                  <a:lnTo>
                    <a:pt x="38077" y="38068"/>
                  </a:lnTo>
                  <a:lnTo>
                    <a:pt x="10216" y="79402"/>
                  </a:lnTo>
                  <a:lnTo>
                    <a:pt x="0" y="130048"/>
                  </a:lnTo>
                  <a:lnTo>
                    <a:pt x="0" y="2195068"/>
                  </a:lnTo>
                  <a:lnTo>
                    <a:pt x="10216" y="2245659"/>
                  </a:lnTo>
                  <a:lnTo>
                    <a:pt x="38077" y="2287000"/>
                  </a:lnTo>
                  <a:lnTo>
                    <a:pt x="79402" y="2314886"/>
                  </a:lnTo>
                  <a:lnTo>
                    <a:pt x="130009" y="2325116"/>
                  </a:lnTo>
                  <a:lnTo>
                    <a:pt x="5133213" y="2325116"/>
                  </a:lnTo>
                  <a:lnTo>
                    <a:pt x="5183804" y="2314886"/>
                  </a:lnTo>
                  <a:lnTo>
                    <a:pt x="5225145" y="2287000"/>
                  </a:lnTo>
                  <a:lnTo>
                    <a:pt x="5253031" y="2245659"/>
                  </a:lnTo>
                  <a:lnTo>
                    <a:pt x="5263261" y="2195068"/>
                  </a:lnTo>
                  <a:lnTo>
                    <a:pt x="5263261" y="130048"/>
                  </a:lnTo>
                  <a:lnTo>
                    <a:pt x="5253031" y="79402"/>
                  </a:lnTo>
                  <a:lnTo>
                    <a:pt x="5225145" y="38068"/>
                  </a:lnTo>
                  <a:lnTo>
                    <a:pt x="5183804" y="10211"/>
                  </a:lnTo>
                  <a:lnTo>
                    <a:pt x="51332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88263" y="2293238"/>
              <a:ext cx="5263515" cy="2325370"/>
            </a:xfrm>
            <a:custGeom>
              <a:avLst/>
              <a:gdLst/>
              <a:ahLst/>
              <a:cxnLst/>
              <a:rect l="l" t="t" r="r" b="b"/>
              <a:pathLst>
                <a:path w="5263515" h="2325370">
                  <a:moveTo>
                    <a:pt x="0" y="130048"/>
                  </a:moveTo>
                  <a:lnTo>
                    <a:pt x="10216" y="79402"/>
                  </a:lnTo>
                  <a:lnTo>
                    <a:pt x="38077" y="38068"/>
                  </a:lnTo>
                  <a:lnTo>
                    <a:pt x="79402" y="10211"/>
                  </a:lnTo>
                  <a:lnTo>
                    <a:pt x="130009" y="0"/>
                  </a:lnTo>
                  <a:lnTo>
                    <a:pt x="5133213" y="0"/>
                  </a:lnTo>
                  <a:lnTo>
                    <a:pt x="5183804" y="10211"/>
                  </a:lnTo>
                  <a:lnTo>
                    <a:pt x="5225145" y="38068"/>
                  </a:lnTo>
                  <a:lnTo>
                    <a:pt x="5253031" y="79402"/>
                  </a:lnTo>
                  <a:lnTo>
                    <a:pt x="5263261" y="130048"/>
                  </a:lnTo>
                  <a:lnTo>
                    <a:pt x="5263261" y="2195068"/>
                  </a:lnTo>
                  <a:lnTo>
                    <a:pt x="5253031" y="2245659"/>
                  </a:lnTo>
                  <a:lnTo>
                    <a:pt x="5225145" y="2287000"/>
                  </a:lnTo>
                  <a:lnTo>
                    <a:pt x="5183804" y="2314886"/>
                  </a:lnTo>
                  <a:lnTo>
                    <a:pt x="5133213" y="2325116"/>
                  </a:lnTo>
                  <a:lnTo>
                    <a:pt x="130009" y="2325116"/>
                  </a:lnTo>
                  <a:lnTo>
                    <a:pt x="79402" y="2314886"/>
                  </a:lnTo>
                  <a:lnTo>
                    <a:pt x="38077" y="2287000"/>
                  </a:lnTo>
                  <a:lnTo>
                    <a:pt x="10216" y="2245659"/>
                  </a:lnTo>
                  <a:lnTo>
                    <a:pt x="0" y="2195068"/>
                  </a:lnTo>
                  <a:lnTo>
                    <a:pt x="0" y="130048"/>
                  </a:lnTo>
                  <a:close/>
                </a:path>
              </a:pathLst>
            </a:custGeom>
            <a:ln w="158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29703" y="2695574"/>
              <a:ext cx="4780915" cy="494665"/>
            </a:xfrm>
            <a:custGeom>
              <a:avLst/>
              <a:gdLst/>
              <a:ahLst/>
              <a:cxnLst/>
              <a:rect l="l" t="t" r="r" b="b"/>
              <a:pathLst>
                <a:path w="4780915" h="494664">
                  <a:moveTo>
                    <a:pt x="4697971" y="0"/>
                  </a:moveTo>
                  <a:lnTo>
                    <a:pt x="82435" y="0"/>
                  </a:lnTo>
                  <a:lnTo>
                    <a:pt x="50347" y="6467"/>
                  </a:lnTo>
                  <a:lnTo>
                    <a:pt x="24144" y="24114"/>
                  </a:lnTo>
                  <a:lnTo>
                    <a:pt x="6477" y="50309"/>
                  </a:lnTo>
                  <a:lnTo>
                    <a:pt x="0" y="82423"/>
                  </a:lnTo>
                  <a:lnTo>
                    <a:pt x="0" y="412114"/>
                  </a:lnTo>
                  <a:lnTo>
                    <a:pt x="6477" y="444174"/>
                  </a:lnTo>
                  <a:lnTo>
                    <a:pt x="24144" y="470376"/>
                  </a:lnTo>
                  <a:lnTo>
                    <a:pt x="50347" y="488053"/>
                  </a:lnTo>
                  <a:lnTo>
                    <a:pt x="82435" y="494538"/>
                  </a:lnTo>
                  <a:lnTo>
                    <a:pt x="4697971" y="494538"/>
                  </a:lnTo>
                  <a:lnTo>
                    <a:pt x="4730030" y="488053"/>
                  </a:lnTo>
                  <a:lnTo>
                    <a:pt x="4756232" y="470376"/>
                  </a:lnTo>
                  <a:lnTo>
                    <a:pt x="4773909" y="444174"/>
                  </a:lnTo>
                  <a:lnTo>
                    <a:pt x="4780394" y="412114"/>
                  </a:lnTo>
                  <a:lnTo>
                    <a:pt x="4780394" y="82423"/>
                  </a:lnTo>
                  <a:lnTo>
                    <a:pt x="4773909" y="50309"/>
                  </a:lnTo>
                  <a:lnTo>
                    <a:pt x="4756232" y="24114"/>
                  </a:lnTo>
                  <a:lnTo>
                    <a:pt x="4730030" y="6467"/>
                  </a:lnTo>
                  <a:lnTo>
                    <a:pt x="4697971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53208" y="2819526"/>
            <a:ext cx="23323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Rapid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authoring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environment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9703" y="3302508"/>
            <a:ext cx="4780915" cy="494665"/>
          </a:xfrm>
          <a:custGeom>
            <a:avLst/>
            <a:gdLst/>
            <a:ahLst/>
            <a:cxnLst/>
            <a:rect l="l" t="t" r="r" b="b"/>
            <a:pathLst>
              <a:path w="4780915" h="494664">
                <a:moveTo>
                  <a:pt x="4697971" y="0"/>
                </a:moveTo>
                <a:lnTo>
                  <a:pt x="82435" y="0"/>
                </a:lnTo>
                <a:lnTo>
                  <a:pt x="50347" y="6467"/>
                </a:lnTo>
                <a:lnTo>
                  <a:pt x="24144" y="24114"/>
                </a:lnTo>
                <a:lnTo>
                  <a:pt x="6477" y="50309"/>
                </a:lnTo>
                <a:lnTo>
                  <a:pt x="0" y="82422"/>
                </a:lnTo>
                <a:lnTo>
                  <a:pt x="0" y="412114"/>
                </a:lnTo>
                <a:lnTo>
                  <a:pt x="6477" y="444228"/>
                </a:lnTo>
                <a:lnTo>
                  <a:pt x="24144" y="470423"/>
                </a:lnTo>
                <a:lnTo>
                  <a:pt x="50347" y="488070"/>
                </a:lnTo>
                <a:lnTo>
                  <a:pt x="82435" y="494537"/>
                </a:lnTo>
                <a:lnTo>
                  <a:pt x="4697971" y="494537"/>
                </a:lnTo>
                <a:lnTo>
                  <a:pt x="4730030" y="488070"/>
                </a:lnTo>
                <a:lnTo>
                  <a:pt x="4756232" y="470423"/>
                </a:lnTo>
                <a:lnTo>
                  <a:pt x="4773909" y="444228"/>
                </a:lnTo>
                <a:lnTo>
                  <a:pt x="4780394" y="412114"/>
                </a:lnTo>
                <a:lnTo>
                  <a:pt x="4780394" y="82422"/>
                </a:lnTo>
                <a:lnTo>
                  <a:pt x="4773909" y="50309"/>
                </a:lnTo>
                <a:lnTo>
                  <a:pt x="4756232" y="24114"/>
                </a:lnTo>
                <a:lnTo>
                  <a:pt x="4730030" y="6467"/>
                </a:lnTo>
                <a:lnTo>
                  <a:pt x="4697971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01036" y="3426714"/>
            <a:ext cx="20389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Fully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managed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SaaS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stack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9703" y="3909440"/>
            <a:ext cx="4780915" cy="494665"/>
          </a:xfrm>
          <a:custGeom>
            <a:avLst/>
            <a:gdLst/>
            <a:ahLst/>
            <a:cxnLst/>
            <a:rect l="l" t="t" r="r" b="b"/>
            <a:pathLst>
              <a:path w="4780915" h="494664">
                <a:moveTo>
                  <a:pt x="4697971" y="0"/>
                </a:moveTo>
                <a:lnTo>
                  <a:pt x="82435" y="0"/>
                </a:lnTo>
                <a:lnTo>
                  <a:pt x="50347" y="6484"/>
                </a:lnTo>
                <a:lnTo>
                  <a:pt x="24144" y="24161"/>
                </a:lnTo>
                <a:lnTo>
                  <a:pt x="6477" y="50363"/>
                </a:lnTo>
                <a:lnTo>
                  <a:pt x="0" y="82422"/>
                </a:lnTo>
                <a:lnTo>
                  <a:pt x="0" y="412114"/>
                </a:lnTo>
                <a:lnTo>
                  <a:pt x="6477" y="444228"/>
                </a:lnTo>
                <a:lnTo>
                  <a:pt x="24144" y="470423"/>
                </a:lnTo>
                <a:lnTo>
                  <a:pt x="50347" y="488070"/>
                </a:lnTo>
                <a:lnTo>
                  <a:pt x="82435" y="494537"/>
                </a:lnTo>
                <a:lnTo>
                  <a:pt x="4697971" y="494537"/>
                </a:lnTo>
                <a:lnTo>
                  <a:pt x="4730030" y="488070"/>
                </a:lnTo>
                <a:lnTo>
                  <a:pt x="4756232" y="470423"/>
                </a:lnTo>
                <a:lnTo>
                  <a:pt x="4773909" y="444228"/>
                </a:lnTo>
                <a:lnTo>
                  <a:pt x="4780394" y="412114"/>
                </a:lnTo>
                <a:lnTo>
                  <a:pt x="4780394" y="82422"/>
                </a:lnTo>
                <a:lnTo>
                  <a:pt x="4773909" y="50363"/>
                </a:lnTo>
                <a:lnTo>
                  <a:pt x="4756232" y="24161"/>
                </a:lnTo>
                <a:lnTo>
                  <a:pt x="4730030" y="6484"/>
                </a:lnTo>
                <a:lnTo>
                  <a:pt x="4697971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6970" y="4033773"/>
            <a:ext cx="15875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Simple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all-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pricing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99744" y="1769402"/>
            <a:ext cx="4482465" cy="1068705"/>
            <a:chOff x="999744" y="1769402"/>
            <a:chExt cx="4482465" cy="1068705"/>
          </a:xfrm>
        </p:grpSpPr>
        <p:sp>
          <p:nvSpPr>
            <p:cNvPr id="14" name="object 14"/>
            <p:cNvSpPr/>
            <p:nvPr/>
          </p:nvSpPr>
          <p:spPr>
            <a:xfrm>
              <a:off x="1229969" y="2005329"/>
              <a:ext cx="4053840" cy="575945"/>
            </a:xfrm>
            <a:custGeom>
              <a:avLst/>
              <a:gdLst/>
              <a:ahLst/>
              <a:cxnLst/>
              <a:rect l="l" t="t" r="r" b="b"/>
              <a:pathLst>
                <a:path w="4053840" h="575944">
                  <a:moveTo>
                    <a:pt x="3765829" y="0"/>
                  </a:moveTo>
                  <a:lnTo>
                    <a:pt x="287934" y="0"/>
                  </a:lnTo>
                  <a:lnTo>
                    <a:pt x="241234" y="3768"/>
                  </a:lnTo>
                  <a:lnTo>
                    <a:pt x="196931" y="14678"/>
                  </a:lnTo>
                  <a:lnTo>
                    <a:pt x="155619" y="32136"/>
                  </a:lnTo>
                  <a:lnTo>
                    <a:pt x="117891" y="55550"/>
                  </a:lnTo>
                  <a:lnTo>
                    <a:pt x="84340" y="84327"/>
                  </a:lnTo>
                  <a:lnTo>
                    <a:pt x="55559" y="117875"/>
                  </a:lnTo>
                  <a:lnTo>
                    <a:pt x="32142" y="155599"/>
                  </a:lnTo>
                  <a:lnTo>
                    <a:pt x="14680" y="196908"/>
                  </a:lnTo>
                  <a:lnTo>
                    <a:pt x="3769" y="241209"/>
                  </a:lnTo>
                  <a:lnTo>
                    <a:pt x="0" y="287909"/>
                  </a:lnTo>
                  <a:lnTo>
                    <a:pt x="3769" y="334608"/>
                  </a:lnTo>
                  <a:lnTo>
                    <a:pt x="14680" y="378909"/>
                  </a:lnTo>
                  <a:lnTo>
                    <a:pt x="32142" y="420218"/>
                  </a:lnTo>
                  <a:lnTo>
                    <a:pt x="55559" y="457942"/>
                  </a:lnTo>
                  <a:lnTo>
                    <a:pt x="84340" y="491490"/>
                  </a:lnTo>
                  <a:lnTo>
                    <a:pt x="117891" y="520267"/>
                  </a:lnTo>
                  <a:lnTo>
                    <a:pt x="155619" y="543681"/>
                  </a:lnTo>
                  <a:lnTo>
                    <a:pt x="196931" y="561139"/>
                  </a:lnTo>
                  <a:lnTo>
                    <a:pt x="241234" y="572049"/>
                  </a:lnTo>
                  <a:lnTo>
                    <a:pt x="287934" y="575818"/>
                  </a:lnTo>
                  <a:lnTo>
                    <a:pt x="3765829" y="575818"/>
                  </a:lnTo>
                  <a:lnTo>
                    <a:pt x="3812525" y="572049"/>
                  </a:lnTo>
                  <a:lnTo>
                    <a:pt x="3856816" y="561139"/>
                  </a:lnTo>
                  <a:lnTo>
                    <a:pt x="3898111" y="543681"/>
                  </a:lnTo>
                  <a:lnTo>
                    <a:pt x="3935818" y="520267"/>
                  </a:lnTo>
                  <a:lnTo>
                    <a:pt x="3969346" y="491490"/>
                  </a:lnTo>
                  <a:lnTo>
                    <a:pt x="3998105" y="457942"/>
                  </a:lnTo>
                  <a:lnTo>
                    <a:pt x="4021502" y="420218"/>
                  </a:lnTo>
                  <a:lnTo>
                    <a:pt x="4038946" y="378909"/>
                  </a:lnTo>
                  <a:lnTo>
                    <a:pt x="4049846" y="334608"/>
                  </a:lnTo>
                  <a:lnTo>
                    <a:pt x="4053611" y="287909"/>
                  </a:lnTo>
                  <a:lnTo>
                    <a:pt x="4049846" y="241209"/>
                  </a:lnTo>
                  <a:lnTo>
                    <a:pt x="4038946" y="196908"/>
                  </a:lnTo>
                  <a:lnTo>
                    <a:pt x="4021502" y="155599"/>
                  </a:lnTo>
                  <a:lnTo>
                    <a:pt x="3998105" y="117875"/>
                  </a:lnTo>
                  <a:lnTo>
                    <a:pt x="3969346" y="84327"/>
                  </a:lnTo>
                  <a:lnTo>
                    <a:pt x="3935818" y="55550"/>
                  </a:lnTo>
                  <a:lnTo>
                    <a:pt x="3898111" y="32136"/>
                  </a:lnTo>
                  <a:lnTo>
                    <a:pt x="3856816" y="14678"/>
                  </a:lnTo>
                  <a:lnTo>
                    <a:pt x="3812525" y="3768"/>
                  </a:lnTo>
                  <a:lnTo>
                    <a:pt x="37658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229969" y="2005329"/>
              <a:ext cx="4053840" cy="575945"/>
            </a:xfrm>
            <a:custGeom>
              <a:avLst/>
              <a:gdLst/>
              <a:ahLst/>
              <a:cxnLst/>
              <a:rect l="l" t="t" r="r" b="b"/>
              <a:pathLst>
                <a:path w="4053840" h="575944">
                  <a:moveTo>
                    <a:pt x="0" y="287909"/>
                  </a:moveTo>
                  <a:lnTo>
                    <a:pt x="3769" y="241209"/>
                  </a:lnTo>
                  <a:lnTo>
                    <a:pt x="14680" y="196908"/>
                  </a:lnTo>
                  <a:lnTo>
                    <a:pt x="32142" y="155599"/>
                  </a:lnTo>
                  <a:lnTo>
                    <a:pt x="55559" y="117875"/>
                  </a:lnTo>
                  <a:lnTo>
                    <a:pt x="84340" y="84327"/>
                  </a:lnTo>
                  <a:lnTo>
                    <a:pt x="117891" y="55550"/>
                  </a:lnTo>
                  <a:lnTo>
                    <a:pt x="155619" y="32136"/>
                  </a:lnTo>
                  <a:lnTo>
                    <a:pt x="196931" y="14678"/>
                  </a:lnTo>
                  <a:lnTo>
                    <a:pt x="241234" y="3768"/>
                  </a:lnTo>
                  <a:lnTo>
                    <a:pt x="287934" y="0"/>
                  </a:lnTo>
                  <a:lnTo>
                    <a:pt x="3765829" y="0"/>
                  </a:lnTo>
                  <a:lnTo>
                    <a:pt x="3812525" y="3768"/>
                  </a:lnTo>
                  <a:lnTo>
                    <a:pt x="3856816" y="14678"/>
                  </a:lnTo>
                  <a:lnTo>
                    <a:pt x="3898111" y="32136"/>
                  </a:lnTo>
                  <a:lnTo>
                    <a:pt x="3935818" y="55550"/>
                  </a:lnTo>
                  <a:lnTo>
                    <a:pt x="3969346" y="84327"/>
                  </a:lnTo>
                  <a:lnTo>
                    <a:pt x="3998105" y="117875"/>
                  </a:lnTo>
                  <a:lnTo>
                    <a:pt x="4021502" y="155599"/>
                  </a:lnTo>
                  <a:lnTo>
                    <a:pt x="4038946" y="196908"/>
                  </a:lnTo>
                  <a:lnTo>
                    <a:pt x="4049846" y="241209"/>
                  </a:lnTo>
                  <a:lnTo>
                    <a:pt x="4053611" y="287909"/>
                  </a:lnTo>
                  <a:lnTo>
                    <a:pt x="4049846" y="334608"/>
                  </a:lnTo>
                  <a:lnTo>
                    <a:pt x="4038946" y="378909"/>
                  </a:lnTo>
                  <a:lnTo>
                    <a:pt x="4021502" y="420218"/>
                  </a:lnTo>
                  <a:lnTo>
                    <a:pt x="3998105" y="457942"/>
                  </a:lnTo>
                  <a:lnTo>
                    <a:pt x="3969346" y="491490"/>
                  </a:lnTo>
                  <a:lnTo>
                    <a:pt x="3935818" y="520267"/>
                  </a:lnTo>
                  <a:lnTo>
                    <a:pt x="3898111" y="543681"/>
                  </a:lnTo>
                  <a:lnTo>
                    <a:pt x="3856816" y="561139"/>
                  </a:lnTo>
                  <a:lnTo>
                    <a:pt x="3812525" y="572049"/>
                  </a:lnTo>
                  <a:lnTo>
                    <a:pt x="3765829" y="575818"/>
                  </a:lnTo>
                  <a:lnTo>
                    <a:pt x="287934" y="575818"/>
                  </a:lnTo>
                  <a:lnTo>
                    <a:pt x="241234" y="572049"/>
                  </a:lnTo>
                  <a:lnTo>
                    <a:pt x="196931" y="561139"/>
                  </a:lnTo>
                  <a:lnTo>
                    <a:pt x="155619" y="543681"/>
                  </a:lnTo>
                  <a:lnTo>
                    <a:pt x="117891" y="520267"/>
                  </a:lnTo>
                  <a:lnTo>
                    <a:pt x="84340" y="491490"/>
                  </a:lnTo>
                  <a:lnTo>
                    <a:pt x="55559" y="457942"/>
                  </a:lnTo>
                  <a:lnTo>
                    <a:pt x="32142" y="420218"/>
                  </a:lnTo>
                  <a:lnTo>
                    <a:pt x="14680" y="378909"/>
                  </a:lnTo>
                  <a:lnTo>
                    <a:pt x="3769" y="334608"/>
                  </a:lnTo>
                  <a:lnTo>
                    <a:pt x="0" y="287909"/>
                  </a:lnTo>
                  <a:close/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9744" y="1769402"/>
              <a:ext cx="4482083" cy="10304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4436" y="1811997"/>
              <a:ext cx="3077083" cy="102594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81938" y="2051049"/>
              <a:ext cx="3935729" cy="485775"/>
            </a:xfrm>
            <a:custGeom>
              <a:avLst/>
              <a:gdLst/>
              <a:ahLst/>
              <a:cxnLst/>
              <a:rect l="l" t="t" r="r" b="b"/>
              <a:pathLst>
                <a:path w="3935729" h="485775">
                  <a:moveTo>
                    <a:pt x="3692906" y="0"/>
                  </a:moveTo>
                  <a:lnTo>
                    <a:pt x="242697" y="0"/>
                  </a:lnTo>
                  <a:lnTo>
                    <a:pt x="193800" y="4927"/>
                  </a:lnTo>
                  <a:lnTo>
                    <a:pt x="148250" y="19061"/>
                  </a:lnTo>
                  <a:lnTo>
                    <a:pt x="107026" y="41429"/>
                  </a:lnTo>
                  <a:lnTo>
                    <a:pt x="71104" y="71056"/>
                  </a:lnTo>
                  <a:lnTo>
                    <a:pt x="41462" y="106970"/>
                  </a:lnTo>
                  <a:lnTo>
                    <a:pt x="19079" y="148197"/>
                  </a:lnTo>
                  <a:lnTo>
                    <a:pt x="4932" y="193763"/>
                  </a:lnTo>
                  <a:lnTo>
                    <a:pt x="0" y="242697"/>
                  </a:lnTo>
                  <a:lnTo>
                    <a:pt x="4932" y="291588"/>
                  </a:lnTo>
                  <a:lnTo>
                    <a:pt x="19079" y="337123"/>
                  </a:lnTo>
                  <a:lnTo>
                    <a:pt x="41462" y="378327"/>
                  </a:lnTo>
                  <a:lnTo>
                    <a:pt x="71104" y="414226"/>
                  </a:lnTo>
                  <a:lnTo>
                    <a:pt x="107026" y="443844"/>
                  </a:lnTo>
                  <a:lnTo>
                    <a:pt x="148250" y="466207"/>
                  </a:lnTo>
                  <a:lnTo>
                    <a:pt x="193800" y="480339"/>
                  </a:lnTo>
                  <a:lnTo>
                    <a:pt x="242697" y="485266"/>
                  </a:lnTo>
                  <a:lnTo>
                    <a:pt x="3692906" y="485266"/>
                  </a:lnTo>
                  <a:lnTo>
                    <a:pt x="3741797" y="480339"/>
                  </a:lnTo>
                  <a:lnTo>
                    <a:pt x="3787332" y="466207"/>
                  </a:lnTo>
                  <a:lnTo>
                    <a:pt x="3828536" y="443844"/>
                  </a:lnTo>
                  <a:lnTo>
                    <a:pt x="3864435" y="414226"/>
                  </a:lnTo>
                  <a:lnTo>
                    <a:pt x="3894053" y="378327"/>
                  </a:lnTo>
                  <a:lnTo>
                    <a:pt x="3916416" y="337123"/>
                  </a:lnTo>
                  <a:lnTo>
                    <a:pt x="3930548" y="291588"/>
                  </a:lnTo>
                  <a:lnTo>
                    <a:pt x="3935476" y="242697"/>
                  </a:lnTo>
                  <a:lnTo>
                    <a:pt x="3930548" y="193763"/>
                  </a:lnTo>
                  <a:lnTo>
                    <a:pt x="3916416" y="148197"/>
                  </a:lnTo>
                  <a:lnTo>
                    <a:pt x="3894053" y="106970"/>
                  </a:lnTo>
                  <a:lnTo>
                    <a:pt x="3864435" y="71056"/>
                  </a:lnTo>
                  <a:lnTo>
                    <a:pt x="3828536" y="41429"/>
                  </a:lnTo>
                  <a:lnTo>
                    <a:pt x="3787332" y="19061"/>
                  </a:lnTo>
                  <a:lnTo>
                    <a:pt x="3741797" y="4927"/>
                  </a:lnTo>
                  <a:lnTo>
                    <a:pt x="3692906" y="0"/>
                  </a:lnTo>
                  <a:close/>
                </a:path>
              </a:pathLst>
            </a:custGeom>
            <a:solidFill>
              <a:srgbClr val="FFFFFF">
                <a:alpha val="74900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370835" y="2136775"/>
            <a:ext cx="2282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SaaS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Copilot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Studio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79829" y="2073935"/>
            <a:ext cx="10122535" cy="2743835"/>
            <a:chOff x="1679829" y="2073935"/>
            <a:chExt cx="10122535" cy="274383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9829" y="2073935"/>
              <a:ext cx="447776" cy="4477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3089" y="2077131"/>
              <a:ext cx="5679109" cy="274018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40475" y="2293239"/>
              <a:ext cx="5263515" cy="2325370"/>
            </a:xfrm>
            <a:custGeom>
              <a:avLst/>
              <a:gdLst/>
              <a:ahLst/>
              <a:cxnLst/>
              <a:rect l="l" t="t" r="r" b="b"/>
              <a:pathLst>
                <a:path w="5263515" h="2325370">
                  <a:moveTo>
                    <a:pt x="5133213" y="0"/>
                  </a:moveTo>
                  <a:lnTo>
                    <a:pt x="130048" y="0"/>
                  </a:lnTo>
                  <a:lnTo>
                    <a:pt x="79456" y="10211"/>
                  </a:lnTo>
                  <a:lnTo>
                    <a:pt x="38115" y="38068"/>
                  </a:lnTo>
                  <a:lnTo>
                    <a:pt x="10229" y="79402"/>
                  </a:lnTo>
                  <a:lnTo>
                    <a:pt x="0" y="130048"/>
                  </a:lnTo>
                  <a:lnTo>
                    <a:pt x="0" y="2195068"/>
                  </a:lnTo>
                  <a:lnTo>
                    <a:pt x="10229" y="2245659"/>
                  </a:lnTo>
                  <a:lnTo>
                    <a:pt x="38115" y="2287000"/>
                  </a:lnTo>
                  <a:lnTo>
                    <a:pt x="79456" y="2314886"/>
                  </a:lnTo>
                  <a:lnTo>
                    <a:pt x="130048" y="2325116"/>
                  </a:lnTo>
                  <a:lnTo>
                    <a:pt x="5133213" y="2325116"/>
                  </a:lnTo>
                  <a:lnTo>
                    <a:pt x="5183858" y="2314886"/>
                  </a:lnTo>
                  <a:lnTo>
                    <a:pt x="5225192" y="2287000"/>
                  </a:lnTo>
                  <a:lnTo>
                    <a:pt x="5253049" y="2245659"/>
                  </a:lnTo>
                  <a:lnTo>
                    <a:pt x="5263260" y="2195068"/>
                  </a:lnTo>
                  <a:lnTo>
                    <a:pt x="5263260" y="130048"/>
                  </a:lnTo>
                  <a:lnTo>
                    <a:pt x="5253049" y="79402"/>
                  </a:lnTo>
                  <a:lnTo>
                    <a:pt x="5225192" y="38068"/>
                  </a:lnTo>
                  <a:lnTo>
                    <a:pt x="5183858" y="10211"/>
                  </a:lnTo>
                  <a:lnTo>
                    <a:pt x="51332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6340475" y="2293239"/>
              <a:ext cx="5263515" cy="2325370"/>
            </a:xfrm>
            <a:custGeom>
              <a:avLst/>
              <a:gdLst/>
              <a:ahLst/>
              <a:cxnLst/>
              <a:rect l="l" t="t" r="r" b="b"/>
              <a:pathLst>
                <a:path w="5263515" h="2325370">
                  <a:moveTo>
                    <a:pt x="0" y="130048"/>
                  </a:moveTo>
                  <a:lnTo>
                    <a:pt x="10229" y="79402"/>
                  </a:lnTo>
                  <a:lnTo>
                    <a:pt x="38115" y="38068"/>
                  </a:lnTo>
                  <a:lnTo>
                    <a:pt x="79456" y="10211"/>
                  </a:lnTo>
                  <a:lnTo>
                    <a:pt x="130048" y="0"/>
                  </a:lnTo>
                  <a:lnTo>
                    <a:pt x="5133213" y="0"/>
                  </a:lnTo>
                  <a:lnTo>
                    <a:pt x="5183858" y="10211"/>
                  </a:lnTo>
                  <a:lnTo>
                    <a:pt x="5225192" y="38068"/>
                  </a:lnTo>
                  <a:lnTo>
                    <a:pt x="5253049" y="79402"/>
                  </a:lnTo>
                  <a:lnTo>
                    <a:pt x="5263260" y="130048"/>
                  </a:lnTo>
                  <a:lnTo>
                    <a:pt x="5263260" y="2195068"/>
                  </a:lnTo>
                  <a:lnTo>
                    <a:pt x="5253049" y="2245659"/>
                  </a:lnTo>
                  <a:lnTo>
                    <a:pt x="5225192" y="2287000"/>
                  </a:lnTo>
                  <a:lnTo>
                    <a:pt x="5183858" y="2314886"/>
                  </a:lnTo>
                  <a:lnTo>
                    <a:pt x="5133213" y="2325116"/>
                  </a:lnTo>
                  <a:lnTo>
                    <a:pt x="130048" y="2325116"/>
                  </a:lnTo>
                  <a:lnTo>
                    <a:pt x="79456" y="2314886"/>
                  </a:lnTo>
                  <a:lnTo>
                    <a:pt x="38115" y="2287000"/>
                  </a:lnTo>
                  <a:lnTo>
                    <a:pt x="10229" y="2245659"/>
                  </a:lnTo>
                  <a:lnTo>
                    <a:pt x="0" y="2195068"/>
                  </a:lnTo>
                  <a:lnTo>
                    <a:pt x="0" y="130048"/>
                  </a:lnTo>
                  <a:close/>
                </a:path>
              </a:pathLst>
            </a:custGeom>
            <a:ln w="158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6581901" y="2695575"/>
              <a:ext cx="4780915" cy="494665"/>
            </a:xfrm>
            <a:custGeom>
              <a:avLst/>
              <a:gdLst/>
              <a:ahLst/>
              <a:cxnLst/>
              <a:rect l="l" t="t" r="r" b="b"/>
              <a:pathLst>
                <a:path w="4780915" h="494664">
                  <a:moveTo>
                    <a:pt x="4697983" y="0"/>
                  </a:moveTo>
                  <a:lnTo>
                    <a:pt x="82423" y="0"/>
                  </a:lnTo>
                  <a:lnTo>
                    <a:pt x="50363" y="6467"/>
                  </a:lnTo>
                  <a:lnTo>
                    <a:pt x="24161" y="24114"/>
                  </a:lnTo>
                  <a:lnTo>
                    <a:pt x="6484" y="50309"/>
                  </a:lnTo>
                  <a:lnTo>
                    <a:pt x="0" y="82423"/>
                  </a:lnTo>
                  <a:lnTo>
                    <a:pt x="0" y="412114"/>
                  </a:lnTo>
                  <a:lnTo>
                    <a:pt x="6484" y="444174"/>
                  </a:lnTo>
                  <a:lnTo>
                    <a:pt x="24161" y="470376"/>
                  </a:lnTo>
                  <a:lnTo>
                    <a:pt x="50363" y="488053"/>
                  </a:lnTo>
                  <a:lnTo>
                    <a:pt x="82423" y="494538"/>
                  </a:lnTo>
                  <a:lnTo>
                    <a:pt x="4697983" y="494538"/>
                  </a:lnTo>
                  <a:lnTo>
                    <a:pt x="4730043" y="488053"/>
                  </a:lnTo>
                  <a:lnTo>
                    <a:pt x="4756245" y="470376"/>
                  </a:lnTo>
                  <a:lnTo>
                    <a:pt x="4773922" y="444174"/>
                  </a:lnTo>
                  <a:lnTo>
                    <a:pt x="4780407" y="412114"/>
                  </a:lnTo>
                  <a:lnTo>
                    <a:pt x="4780407" y="82423"/>
                  </a:lnTo>
                  <a:lnTo>
                    <a:pt x="4773922" y="50309"/>
                  </a:lnTo>
                  <a:lnTo>
                    <a:pt x="4756245" y="24114"/>
                  </a:lnTo>
                  <a:lnTo>
                    <a:pt x="4730043" y="6467"/>
                  </a:lnTo>
                  <a:lnTo>
                    <a:pt x="4697983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528941" y="2819526"/>
            <a:ext cx="28867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Integrated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into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GitHub/Visual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Studio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581902" y="3302508"/>
            <a:ext cx="4780915" cy="494665"/>
          </a:xfrm>
          <a:custGeom>
            <a:avLst/>
            <a:gdLst/>
            <a:ahLst/>
            <a:cxnLst/>
            <a:rect l="l" t="t" r="r" b="b"/>
            <a:pathLst>
              <a:path w="4780915" h="494664">
                <a:moveTo>
                  <a:pt x="4697983" y="0"/>
                </a:moveTo>
                <a:lnTo>
                  <a:pt x="82423" y="0"/>
                </a:lnTo>
                <a:lnTo>
                  <a:pt x="50363" y="6467"/>
                </a:lnTo>
                <a:lnTo>
                  <a:pt x="24161" y="24114"/>
                </a:lnTo>
                <a:lnTo>
                  <a:pt x="6484" y="50309"/>
                </a:lnTo>
                <a:lnTo>
                  <a:pt x="0" y="82422"/>
                </a:lnTo>
                <a:lnTo>
                  <a:pt x="0" y="412114"/>
                </a:lnTo>
                <a:lnTo>
                  <a:pt x="6484" y="444228"/>
                </a:lnTo>
                <a:lnTo>
                  <a:pt x="24161" y="470423"/>
                </a:lnTo>
                <a:lnTo>
                  <a:pt x="50363" y="488070"/>
                </a:lnTo>
                <a:lnTo>
                  <a:pt x="82423" y="494537"/>
                </a:lnTo>
                <a:lnTo>
                  <a:pt x="4697983" y="494537"/>
                </a:lnTo>
                <a:lnTo>
                  <a:pt x="4730043" y="488070"/>
                </a:lnTo>
                <a:lnTo>
                  <a:pt x="4756245" y="470423"/>
                </a:lnTo>
                <a:lnTo>
                  <a:pt x="4773922" y="444228"/>
                </a:lnTo>
                <a:lnTo>
                  <a:pt x="4780407" y="412114"/>
                </a:lnTo>
                <a:lnTo>
                  <a:pt x="4780407" y="82422"/>
                </a:lnTo>
                <a:lnTo>
                  <a:pt x="4773922" y="50309"/>
                </a:lnTo>
                <a:lnTo>
                  <a:pt x="4756245" y="24114"/>
                </a:lnTo>
                <a:lnTo>
                  <a:pt x="4730043" y="6467"/>
                </a:lnTo>
                <a:lnTo>
                  <a:pt x="469798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98689" y="3426714"/>
            <a:ext cx="23475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Complete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control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of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the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stack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581902" y="3909440"/>
            <a:ext cx="4780915" cy="494665"/>
          </a:xfrm>
          <a:custGeom>
            <a:avLst/>
            <a:gdLst/>
            <a:ahLst/>
            <a:cxnLst/>
            <a:rect l="l" t="t" r="r" b="b"/>
            <a:pathLst>
              <a:path w="4780915" h="494664">
                <a:moveTo>
                  <a:pt x="4697983" y="0"/>
                </a:moveTo>
                <a:lnTo>
                  <a:pt x="82423" y="0"/>
                </a:lnTo>
                <a:lnTo>
                  <a:pt x="50363" y="6484"/>
                </a:lnTo>
                <a:lnTo>
                  <a:pt x="24161" y="24161"/>
                </a:lnTo>
                <a:lnTo>
                  <a:pt x="6484" y="50363"/>
                </a:lnTo>
                <a:lnTo>
                  <a:pt x="0" y="82422"/>
                </a:lnTo>
                <a:lnTo>
                  <a:pt x="0" y="412114"/>
                </a:lnTo>
                <a:lnTo>
                  <a:pt x="6484" y="444228"/>
                </a:lnTo>
                <a:lnTo>
                  <a:pt x="24161" y="470423"/>
                </a:lnTo>
                <a:lnTo>
                  <a:pt x="50363" y="488070"/>
                </a:lnTo>
                <a:lnTo>
                  <a:pt x="82423" y="494537"/>
                </a:lnTo>
                <a:lnTo>
                  <a:pt x="4697983" y="494537"/>
                </a:lnTo>
                <a:lnTo>
                  <a:pt x="4730043" y="488070"/>
                </a:lnTo>
                <a:lnTo>
                  <a:pt x="4756245" y="470423"/>
                </a:lnTo>
                <a:lnTo>
                  <a:pt x="4773922" y="444228"/>
                </a:lnTo>
                <a:lnTo>
                  <a:pt x="4780407" y="412114"/>
                </a:lnTo>
                <a:lnTo>
                  <a:pt x="4780407" y="82422"/>
                </a:lnTo>
                <a:lnTo>
                  <a:pt x="4773922" y="50363"/>
                </a:lnTo>
                <a:lnTo>
                  <a:pt x="4756245" y="24161"/>
                </a:lnTo>
                <a:lnTo>
                  <a:pt x="4730043" y="6484"/>
                </a:lnTo>
                <a:lnTo>
                  <a:pt x="4697983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96808" y="4033773"/>
            <a:ext cx="19526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Component</a:t>
            </a:r>
            <a:r>
              <a:rPr kumimoji="0" sz="1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level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pricing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769607" y="1769402"/>
            <a:ext cx="4480560" cy="1068705"/>
            <a:chOff x="6769607" y="1769402"/>
            <a:chExt cx="4480560" cy="1068705"/>
          </a:xfrm>
        </p:grpSpPr>
        <p:sp>
          <p:nvSpPr>
            <p:cNvPr id="32" name="object 32"/>
            <p:cNvSpPr/>
            <p:nvPr/>
          </p:nvSpPr>
          <p:spPr>
            <a:xfrm>
              <a:off x="6989063" y="2005329"/>
              <a:ext cx="4053840" cy="575945"/>
            </a:xfrm>
            <a:custGeom>
              <a:avLst/>
              <a:gdLst/>
              <a:ahLst/>
              <a:cxnLst/>
              <a:rect l="l" t="t" r="r" b="b"/>
              <a:pathLst>
                <a:path w="4053840" h="575944">
                  <a:moveTo>
                    <a:pt x="3765804" y="0"/>
                  </a:moveTo>
                  <a:lnTo>
                    <a:pt x="287908" y="0"/>
                  </a:lnTo>
                  <a:lnTo>
                    <a:pt x="241209" y="3768"/>
                  </a:lnTo>
                  <a:lnTo>
                    <a:pt x="196908" y="14678"/>
                  </a:lnTo>
                  <a:lnTo>
                    <a:pt x="155599" y="32136"/>
                  </a:lnTo>
                  <a:lnTo>
                    <a:pt x="117875" y="55550"/>
                  </a:lnTo>
                  <a:lnTo>
                    <a:pt x="84328" y="84327"/>
                  </a:lnTo>
                  <a:lnTo>
                    <a:pt x="55550" y="117875"/>
                  </a:lnTo>
                  <a:lnTo>
                    <a:pt x="32136" y="155599"/>
                  </a:lnTo>
                  <a:lnTo>
                    <a:pt x="14678" y="196908"/>
                  </a:lnTo>
                  <a:lnTo>
                    <a:pt x="3768" y="241209"/>
                  </a:lnTo>
                  <a:lnTo>
                    <a:pt x="0" y="287909"/>
                  </a:lnTo>
                  <a:lnTo>
                    <a:pt x="3768" y="334608"/>
                  </a:lnTo>
                  <a:lnTo>
                    <a:pt x="14678" y="378909"/>
                  </a:lnTo>
                  <a:lnTo>
                    <a:pt x="32136" y="420218"/>
                  </a:lnTo>
                  <a:lnTo>
                    <a:pt x="55550" y="457942"/>
                  </a:lnTo>
                  <a:lnTo>
                    <a:pt x="84328" y="491490"/>
                  </a:lnTo>
                  <a:lnTo>
                    <a:pt x="117875" y="520267"/>
                  </a:lnTo>
                  <a:lnTo>
                    <a:pt x="155599" y="543681"/>
                  </a:lnTo>
                  <a:lnTo>
                    <a:pt x="196908" y="561139"/>
                  </a:lnTo>
                  <a:lnTo>
                    <a:pt x="241209" y="572049"/>
                  </a:lnTo>
                  <a:lnTo>
                    <a:pt x="287908" y="575818"/>
                  </a:lnTo>
                  <a:lnTo>
                    <a:pt x="3765804" y="575818"/>
                  </a:lnTo>
                  <a:lnTo>
                    <a:pt x="3812503" y="572049"/>
                  </a:lnTo>
                  <a:lnTo>
                    <a:pt x="3856804" y="561139"/>
                  </a:lnTo>
                  <a:lnTo>
                    <a:pt x="3898113" y="543681"/>
                  </a:lnTo>
                  <a:lnTo>
                    <a:pt x="3935837" y="520267"/>
                  </a:lnTo>
                  <a:lnTo>
                    <a:pt x="3969384" y="491490"/>
                  </a:lnTo>
                  <a:lnTo>
                    <a:pt x="3998162" y="457942"/>
                  </a:lnTo>
                  <a:lnTo>
                    <a:pt x="4021576" y="420218"/>
                  </a:lnTo>
                  <a:lnTo>
                    <a:pt x="4039034" y="378909"/>
                  </a:lnTo>
                  <a:lnTo>
                    <a:pt x="4049944" y="334608"/>
                  </a:lnTo>
                  <a:lnTo>
                    <a:pt x="4053712" y="287909"/>
                  </a:lnTo>
                  <a:lnTo>
                    <a:pt x="4049944" y="241209"/>
                  </a:lnTo>
                  <a:lnTo>
                    <a:pt x="4039034" y="196908"/>
                  </a:lnTo>
                  <a:lnTo>
                    <a:pt x="4021576" y="155599"/>
                  </a:lnTo>
                  <a:lnTo>
                    <a:pt x="3998162" y="117875"/>
                  </a:lnTo>
                  <a:lnTo>
                    <a:pt x="3969384" y="84327"/>
                  </a:lnTo>
                  <a:lnTo>
                    <a:pt x="3935837" y="55550"/>
                  </a:lnTo>
                  <a:lnTo>
                    <a:pt x="3898113" y="32136"/>
                  </a:lnTo>
                  <a:lnTo>
                    <a:pt x="3856804" y="14678"/>
                  </a:lnTo>
                  <a:lnTo>
                    <a:pt x="3812503" y="3768"/>
                  </a:lnTo>
                  <a:lnTo>
                    <a:pt x="37658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6989063" y="2005329"/>
              <a:ext cx="4053840" cy="575945"/>
            </a:xfrm>
            <a:custGeom>
              <a:avLst/>
              <a:gdLst/>
              <a:ahLst/>
              <a:cxnLst/>
              <a:rect l="l" t="t" r="r" b="b"/>
              <a:pathLst>
                <a:path w="4053840" h="575944">
                  <a:moveTo>
                    <a:pt x="0" y="287909"/>
                  </a:moveTo>
                  <a:lnTo>
                    <a:pt x="3768" y="241209"/>
                  </a:lnTo>
                  <a:lnTo>
                    <a:pt x="14678" y="196908"/>
                  </a:lnTo>
                  <a:lnTo>
                    <a:pt x="32136" y="155599"/>
                  </a:lnTo>
                  <a:lnTo>
                    <a:pt x="55550" y="117875"/>
                  </a:lnTo>
                  <a:lnTo>
                    <a:pt x="84328" y="84327"/>
                  </a:lnTo>
                  <a:lnTo>
                    <a:pt x="117875" y="55550"/>
                  </a:lnTo>
                  <a:lnTo>
                    <a:pt x="155599" y="32136"/>
                  </a:lnTo>
                  <a:lnTo>
                    <a:pt x="196908" y="14678"/>
                  </a:lnTo>
                  <a:lnTo>
                    <a:pt x="241209" y="3768"/>
                  </a:lnTo>
                  <a:lnTo>
                    <a:pt x="287908" y="0"/>
                  </a:lnTo>
                  <a:lnTo>
                    <a:pt x="3765804" y="0"/>
                  </a:lnTo>
                  <a:lnTo>
                    <a:pt x="3812503" y="3768"/>
                  </a:lnTo>
                  <a:lnTo>
                    <a:pt x="3856804" y="14678"/>
                  </a:lnTo>
                  <a:lnTo>
                    <a:pt x="3898113" y="32136"/>
                  </a:lnTo>
                  <a:lnTo>
                    <a:pt x="3935837" y="55550"/>
                  </a:lnTo>
                  <a:lnTo>
                    <a:pt x="3969384" y="84327"/>
                  </a:lnTo>
                  <a:lnTo>
                    <a:pt x="3998162" y="117875"/>
                  </a:lnTo>
                  <a:lnTo>
                    <a:pt x="4021576" y="155599"/>
                  </a:lnTo>
                  <a:lnTo>
                    <a:pt x="4039034" y="196908"/>
                  </a:lnTo>
                  <a:lnTo>
                    <a:pt x="4049944" y="241209"/>
                  </a:lnTo>
                  <a:lnTo>
                    <a:pt x="4053712" y="287909"/>
                  </a:lnTo>
                  <a:lnTo>
                    <a:pt x="4049944" y="334608"/>
                  </a:lnTo>
                  <a:lnTo>
                    <a:pt x="4039034" y="378909"/>
                  </a:lnTo>
                  <a:lnTo>
                    <a:pt x="4021576" y="420218"/>
                  </a:lnTo>
                  <a:lnTo>
                    <a:pt x="3998162" y="457942"/>
                  </a:lnTo>
                  <a:lnTo>
                    <a:pt x="3969384" y="491490"/>
                  </a:lnTo>
                  <a:lnTo>
                    <a:pt x="3935837" y="520267"/>
                  </a:lnTo>
                  <a:lnTo>
                    <a:pt x="3898113" y="543681"/>
                  </a:lnTo>
                  <a:lnTo>
                    <a:pt x="3856804" y="561139"/>
                  </a:lnTo>
                  <a:lnTo>
                    <a:pt x="3812503" y="572049"/>
                  </a:lnTo>
                  <a:lnTo>
                    <a:pt x="3765804" y="575818"/>
                  </a:lnTo>
                  <a:lnTo>
                    <a:pt x="287908" y="575818"/>
                  </a:lnTo>
                  <a:lnTo>
                    <a:pt x="241209" y="572049"/>
                  </a:lnTo>
                  <a:lnTo>
                    <a:pt x="196908" y="561139"/>
                  </a:lnTo>
                  <a:lnTo>
                    <a:pt x="155599" y="543681"/>
                  </a:lnTo>
                  <a:lnTo>
                    <a:pt x="117875" y="520267"/>
                  </a:lnTo>
                  <a:lnTo>
                    <a:pt x="84328" y="491490"/>
                  </a:lnTo>
                  <a:lnTo>
                    <a:pt x="55550" y="457942"/>
                  </a:lnTo>
                  <a:lnTo>
                    <a:pt x="32136" y="420218"/>
                  </a:lnTo>
                  <a:lnTo>
                    <a:pt x="14678" y="378909"/>
                  </a:lnTo>
                  <a:lnTo>
                    <a:pt x="3768" y="334608"/>
                  </a:lnTo>
                  <a:lnTo>
                    <a:pt x="0" y="287909"/>
                  </a:lnTo>
                  <a:close/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69607" y="1769402"/>
              <a:ext cx="4480559" cy="10304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44611" y="1811997"/>
              <a:ext cx="2549652" cy="102594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051801" y="2050541"/>
              <a:ext cx="3935729" cy="485775"/>
            </a:xfrm>
            <a:custGeom>
              <a:avLst/>
              <a:gdLst/>
              <a:ahLst/>
              <a:cxnLst/>
              <a:rect l="l" t="t" r="r" b="b"/>
              <a:pathLst>
                <a:path w="3935729" h="485775">
                  <a:moveTo>
                    <a:pt x="3692779" y="0"/>
                  </a:moveTo>
                  <a:lnTo>
                    <a:pt x="242570" y="0"/>
                  </a:lnTo>
                  <a:lnTo>
                    <a:pt x="193678" y="4932"/>
                  </a:lnTo>
                  <a:lnTo>
                    <a:pt x="148143" y="19079"/>
                  </a:lnTo>
                  <a:lnTo>
                    <a:pt x="106939" y="41462"/>
                  </a:lnTo>
                  <a:lnTo>
                    <a:pt x="71040" y="71104"/>
                  </a:lnTo>
                  <a:lnTo>
                    <a:pt x="41422" y="107026"/>
                  </a:lnTo>
                  <a:lnTo>
                    <a:pt x="19059" y="148250"/>
                  </a:lnTo>
                  <a:lnTo>
                    <a:pt x="4927" y="193800"/>
                  </a:lnTo>
                  <a:lnTo>
                    <a:pt x="0" y="242697"/>
                  </a:lnTo>
                  <a:lnTo>
                    <a:pt x="4927" y="291588"/>
                  </a:lnTo>
                  <a:lnTo>
                    <a:pt x="19059" y="337123"/>
                  </a:lnTo>
                  <a:lnTo>
                    <a:pt x="41422" y="378327"/>
                  </a:lnTo>
                  <a:lnTo>
                    <a:pt x="71040" y="414226"/>
                  </a:lnTo>
                  <a:lnTo>
                    <a:pt x="106939" y="443844"/>
                  </a:lnTo>
                  <a:lnTo>
                    <a:pt x="148143" y="466207"/>
                  </a:lnTo>
                  <a:lnTo>
                    <a:pt x="193678" y="480339"/>
                  </a:lnTo>
                  <a:lnTo>
                    <a:pt x="242570" y="485267"/>
                  </a:lnTo>
                  <a:lnTo>
                    <a:pt x="3692779" y="485267"/>
                  </a:lnTo>
                  <a:lnTo>
                    <a:pt x="3741675" y="480339"/>
                  </a:lnTo>
                  <a:lnTo>
                    <a:pt x="3787225" y="466207"/>
                  </a:lnTo>
                  <a:lnTo>
                    <a:pt x="3828449" y="443844"/>
                  </a:lnTo>
                  <a:lnTo>
                    <a:pt x="3864371" y="414226"/>
                  </a:lnTo>
                  <a:lnTo>
                    <a:pt x="3894013" y="378327"/>
                  </a:lnTo>
                  <a:lnTo>
                    <a:pt x="3916396" y="337123"/>
                  </a:lnTo>
                  <a:lnTo>
                    <a:pt x="3930543" y="291588"/>
                  </a:lnTo>
                  <a:lnTo>
                    <a:pt x="3935476" y="242697"/>
                  </a:lnTo>
                  <a:lnTo>
                    <a:pt x="3930543" y="193800"/>
                  </a:lnTo>
                  <a:lnTo>
                    <a:pt x="3916396" y="148250"/>
                  </a:lnTo>
                  <a:lnTo>
                    <a:pt x="3894013" y="107026"/>
                  </a:lnTo>
                  <a:lnTo>
                    <a:pt x="3864371" y="71104"/>
                  </a:lnTo>
                  <a:lnTo>
                    <a:pt x="3828449" y="41462"/>
                  </a:lnTo>
                  <a:lnTo>
                    <a:pt x="3787225" y="19079"/>
                  </a:lnTo>
                  <a:lnTo>
                    <a:pt x="3741675" y="4932"/>
                  </a:lnTo>
                  <a:lnTo>
                    <a:pt x="3692779" y="0"/>
                  </a:lnTo>
                  <a:close/>
                </a:path>
              </a:pathLst>
            </a:custGeom>
            <a:solidFill>
              <a:srgbClr val="FFFFFF">
                <a:alpha val="74900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351901" y="2136140"/>
            <a:ext cx="1753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PaaS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Azure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AI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609971" y="2097392"/>
            <a:ext cx="2555875" cy="1998345"/>
            <a:chOff x="5609971" y="2097392"/>
            <a:chExt cx="2555875" cy="1998345"/>
          </a:xfrm>
        </p:grpSpPr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86751" y="2097392"/>
              <a:ext cx="378726" cy="37872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09971" y="2880487"/>
              <a:ext cx="971930" cy="12382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09971" y="3358769"/>
              <a:ext cx="971930" cy="12382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09971" y="3971289"/>
              <a:ext cx="971930" cy="123825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2764917" y="5014976"/>
            <a:ext cx="6657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Start</a:t>
            </a:r>
            <a:r>
              <a:rPr kumimoji="0" sz="1800" b="0" i="0" u="none" strike="noStrike" kern="0" cap="none" spc="-75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with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Copilot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Studio</a:t>
            </a:r>
            <a:r>
              <a:rPr kumimoji="0" sz="1800" b="0" i="0" u="none" strike="noStrike" kern="0" cap="none" spc="-7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and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seamlessly</a:t>
            </a:r>
            <a:r>
              <a:rPr kumimoji="0" sz="1800" b="0" i="0" u="none" strike="noStrike" kern="0" cap="none" spc="-7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integrate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with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Azure</a:t>
            </a:r>
            <a:r>
              <a:rPr kumimoji="0" sz="1800" b="0" i="0" u="none" strike="noStrike" kern="0" cap="none" spc="-80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6F2473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AI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008376" y="5501640"/>
            <a:ext cx="6216015" cy="852805"/>
            <a:chOff x="3008376" y="5501640"/>
            <a:chExt cx="6216015" cy="852805"/>
          </a:xfrm>
        </p:grpSpPr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24250" y="5700687"/>
              <a:ext cx="4919472" cy="46299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08376" y="5503164"/>
              <a:ext cx="849579" cy="85120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92323" y="5588292"/>
              <a:ext cx="687324" cy="68732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74379" y="5501640"/>
              <a:ext cx="849579" cy="84957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58327" y="5586349"/>
              <a:ext cx="687768" cy="6877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1601" y="4364863"/>
            <a:ext cx="17056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5" dirty="0">
                <a:latin typeface="Segoe UI"/>
                <a:cs typeface="Segoe UI"/>
              </a:rPr>
              <a:t>Demo</a:t>
            </a:r>
            <a:endParaRPr sz="4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8DC7E8"/>
                </a:solidFill>
              </a:rPr>
              <a:t>Thank</a:t>
            </a:r>
            <a:r>
              <a:rPr spc="-215" dirty="0">
                <a:solidFill>
                  <a:srgbClr val="8DC7E8"/>
                </a:solidFill>
              </a:rPr>
              <a:t> </a:t>
            </a:r>
            <a:r>
              <a:rPr spc="-20" dirty="0">
                <a:solidFill>
                  <a:srgbClr val="8DC7E8"/>
                </a:solidFill>
              </a:rPr>
              <a:t>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7a471ca-2c4b-4a75-8ee2-a41ce8b6c322}" enabled="1" method="Privileged" siteId="{e79918f6-a69b-4b33-8166-e897131f734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1593</Words>
  <Application>Microsoft Office PowerPoint</Application>
  <PresentationFormat>Widescreen</PresentationFormat>
  <Paragraphs>300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 MT</vt:lpstr>
      <vt:lpstr>Calibri</vt:lpstr>
      <vt:lpstr>Courier New</vt:lpstr>
      <vt:lpstr>Segoe UI</vt:lpstr>
      <vt:lpstr>Segoe UI Semibold</vt:lpstr>
      <vt:lpstr>Trebuchet MS</vt:lpstr>
      <vt:lpstr>Office Theme</vt:lpstr>
      <vt:lpstr>1_Office Theme</vt:lpstr>
      <vt:lpstr>Empowering the Future:   Azure AI In-Action with Copilot Studio</vt:lpstr>
      <vt:lpstr>Where we are Today</vt:lpstr>
      <vt:lpstr>The journey continues with generative AI</vt:lpstr>
      <vt:lpstr>Microsoft and OpenAI partnership</vt:lpstr>
      <vt:lpstr>You can have confidence when using Azure OpenAI Service</vt:lpstr>
      <vt:lpstr>Azure OpenAI Service</vt:lpstr>
      <vt:lpstr>Microsoft’s Responsible AI Principles</vt:lpstr>
      <vt:lpstr>Responsible AI in Azure OpenAI Service</vt:lpstr>
      <vt:lpstr>Microsoft is powered by Azure AI</vt:lpstr>
      <vt:lpstr>Use Cases</vt:lpstr>
      <vt:lpstr>Introduction to top use cases</vt:lpstr>
      <vt:lpstr>Top capabilities and scenarios</vt:lpstr>
      <vt:lpstr>Models &amp; Capabilities</vt:lpstr>
      <vt:lpstr>Azure OpenAI Service</vt:lpstr>
      <vt:lpstr>Use Cases for DALL·E 3</vt:lpstr>
      <vt:lpstr>Whisper</vt:lpstr>
      <vt:lpstr>Azure OpenAI on your data</vt:lpstr>
      <vt:lpstr>Azure OpenAI on your data</vt:lpstr>
      <vt:lpstr>On Your Data – Use Cases</vt:lpstr>
      <vt:lpstr>Copilot Studio</vt:lpstr>
      <vt:lpstr>Copilot Studio in Microsoft 365 What is Copilot Studio in Microsoft 365?</vt:lpstr>
      <vt:lpstr>PowerPoint Presentation</vt:lpstr>
      <vt:lpstr>Leverage various tools to configure, extend, or build</vt:lpstr>
      <vt:lpstr>One conversational AI ecosystem Access more advanced customization tools by building across Microsoft Copilot stack</vt:lpstr>
      <vt:lpstr>Demo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Gonçalo Ventura</dc:creator>
  <cp:lastModifiedBy>Salin Kumar</cp:lastModifiedBy>
  <cp:revision>1</cp:revision>
  <dcterms:created xsi:type="dcterms:W3CDTF">2025-02-01T20:02:35Z</dcterms:created>
  <dcterms:modified xsi:type="dcterms:W3CDTF">2025-02-08T17:59:24Z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2025-02-01T00:00:00Z</vt:filetime>
  </property>
  <property fmtid="{D5CDD505-2E9C-101B-9397-08002B2CF9AE}" pid="5" name="Producer">
    <vt:lpwstr>Microsoft® PowerPoint® for Microsoft 365</vt:lpwstr>
  </property>
</Properties>
</file>