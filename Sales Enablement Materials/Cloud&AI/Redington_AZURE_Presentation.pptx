
<file path=[Content_Types].xml><?xml version="1.0" encoding="utf-8"?>
<Types xmlns="http://schemas.openxmlformats.org/package/2006/content-types">
  <Default Extension="aiscaler" ContentType="image/jpeg"/>
  <Default Extension="alertlogic" ContentType="image/jpeg"/>
  <Default Extension="apprenda" ContentType="image/jpeg"/>
  <Default Extension="bin" ContentType="image/png"/>
  <Default Extension="bluestripe" ContentType="image/jpeg"/>
  <Default Extension="cohesiveFT" ContentType="image/jpeg"/>
  <Default Extension="derdack" ContentType="image/jpeg"/>
  <Default Extension="emf" ContentType="image/x-emf"/>
  <Default Extension="jpeg" ContentType="image/jpeg"/>
  <Default Extension="jpg" ContentType="image/jpeg"/>
  <Default Extension="png" ContentType="image/png"/>
  <Default Extension="rels" ContentType="application/vnd.openxmlformats-package.relationships+xml"/>
  <Default Extension="scalearc" ContentType="image/jpe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media/image12.bin" ContentType="image/jpeg"/>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 id="2147484611" r:id="rId5"/>
    <p:sldMasterId id="2147484659" r:id="rId6"/>
    <p:sldMasterId id="2147484686" r:id="rId7"/>
  </p:sldMasterIdLst>
  <p:notesMasterIdLst>
    <p:notesMasterId r:id="rId61"/>
  </p:notesMasterIdLst>
  <p:handoutMasterIdLst>
    <p:handoutMasterId r:id="rId62"/>
  </p:handoutMasterIdLst>
  <p:sldIdLst>
    <p:sldId id="1489" r:id="rId8"/>
    <p:sldId id="1567" r:id="rId9"/>
    <p:sldId id="361" r:id="rId10"/>
    <p:sldId id="310" r:id="rId11"/>
    <p:sldId id="309" r:id="rId12"/>
    <p:sldId id="386" r:id="rId13"/>
    <p:sldId id="387" r:id="rId14"/>
    <p:sldId id="1576" r:id="rId15"/>
    <p:sldId id="267" r:id="rId16"/>
    <p:sldId id="509" r:id="rId17"/>
    <p:sldId id="268" r:id="rId18"/>
    <p:sldId id="303" r:id="rId19"/>
    <p:sldId id="312" r:id="rId20"/>
    <p:sldId id="479" r:id="rId21"/>
    <p:sldId id="689" r:id="rId22"/>
    <p:sldId id="687" r:id="rId23"/>
    <p:sldId id="688" r:id="rId24"/>
    <p:sldId id="1580" r:id="rId25"/>
    <p:sldId id="1589" r:id="rId26"/>
    <p:sldId id="1581" r:id="rId27"/>
    <p:sldId id="1590" r:id="rId28"/>
    <p:sldId id="1582" r:id="rId29"/>
    <p:sldId id="1591" r:id="rId30"/>
    <p:sldId id="1584" r:id="rId31"/>
    <p:sldId id="1583" r:id="rId32"/>
    <p:sldId id="1593" r:id="rId33"/>
    <p:sldId id="1585" r:id="rId34"/>
    <p:sldId id="1586" r:id="rId35"/>
    <p:sldId id="1587" r:id="rId36"/>
    <p:sldId id="1594" r:id="rId37"/>
    <p:sldId id="1588" r:id="rId38"/>
    <p:sldId id="1595" r:id="rId39"/>
    <p:sldId id="1578" r:id="rId40"/>
    <p:sldId id="258" r:id="rId41"/>
    <p:sldId id="262" r:id="rId42"/>
    <p:sldId id="263" r:id="rId43"/>
    <p:sldId id="276" r:id="rId44"/>
    <p:sldId id="280" r:id="rId45"/>
    <p:sldId id="1579" r:id="rId46"/>
    <p:sldId id="281" r:id="rId47"/>
    <p:sldId id="279" r:id="rId48"/>
    <p:sldId id="294" r:id="rId49"/>
    <p:sldId id="277" r:id="rId50"/>
    <p:sldId id="278" r:id="rId51"/>
    <p:sldId id="290" r:id="rId52"/>
    <p:sldId id="302" r:id="rId53"/>
    <p:sldId id="304" r:id="rId54"/>
    <p:sldId id="284" r:id="rId55"/>
    <p:sldId id="1565" r:id="rId56"/>
    <p:sldId id="1596" r:id="rId57"/>
    <p:sldId id="1597" r:id="rId58"/>
    <p:sldId id="1532" r:id="rId59"/>
    <p:sldId id="1598" r:id="rId60"/>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353535"/>
    <a:srgbClr val="0078D7"/>
    <a:srgbClr val="FF8C00"/>
    <a:srgbClr val="D83B01"/>
    <a:srgbClr val="FFB900"/>
    <a:srgbClr val="107C10"/>
    <a:srgbClr val="FF505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390" autoAdjust="0"/>
    <p:restoredTop sz="88880" autoAdjust="0"/>
  </p:normalViewPr>
  <p:slideViewPr>
    <p:cSldViewPr>
      <p:cViewPr varScale="1">
        <p:scale>
          <a:sx n="56" d="100"/>
          <a:sy n="56" d="100"/>
        </p:scale>
        <p:origin x="668" y="268"/>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showGuides="1">
      <p:cViewPr varScale="1">
        <p:scale>
          <a:sx n="60" d="100"/>
          <a:sy n="60" d="100"/>
        </p:scale>
        <p:origin x="3187" y="3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in Kumar" userId="285015fa-8ca7-4b4f-93a6-38ccd96422c0" providerId="ADAL" clId="{AD972D0C-0CEA-46E4-8C08-F4DCD6D23CF8}"/>
    <pc:docChg chg="modSld">
      <pc:chgData name="Salin Kumar" userId="285015fa-8ca7-4b4f-93a6-38ccd96422c0" providerId="ADAL" clId="{AD972D0C-0CEA-46E4-8C08-F4DCD6D23CF8}" dt="2022-08-16T19:53:15.762" v="1" actId="20577"/>
      <pc:docMkLst>
        <pc:docMk/>
      </pc:docMkLst>
      <pc:sldChg chg="modSp mod">
        <pc:chgData name="Salin Kumar" userId="285015fa-8ca7-4b4f-93a6-38ccd96422c0" providerId="ADAL" clId="{AD972D0C-0CEA-46E4-8C08-F4DCD6D23CF8}" dt="2022-08-16T19:53:15.762" v="1" actId="20577"/>
        <pc:sldMkLst>
          <pc:docMk/>
          <pc:sldMk cId="1782500254" sldId="1576"/>
        </pc:sldMkLst>
      </pc:sldChg>
    </pc:docChg>
  </pc:docChgLst>
  <pc:docChgLst>
    <pc:chgData name="Salin Kumar" userId="9ea55fcd-e04b-4ee3-9a41-b760379a9fa2" providerId="ADAL" clId="{4794BB2E-7031-4729-B992-DBA96773EFE6}"/>
    <pc:docChg chg="undo addSld modSld">
      <pc:chgData name="Salin Kumar" userId="9ea55fcd-e04b-4ee3-9a41-b760379a9fa2" providerId="ADAL" clId="{4794BB2E-7031-4729-B992-DBA96773EFE6}" dt="2019-12-01T10:02:08.833" v="68" actId="14100"/>
      <pc:docMkLst>
        <pc:docMk/>
      </pc:docMkLst>
      <pc:sldChg chg="modSp">
        <pc:chgData name="Salin Kumar" userId="9ea55fcd-e04b-4ee3-9a41-b760379a9fa2" providerId="ADAL" clId="{4794BB2E-7031-4729-B992-DBA96773EFE6}" dt="2019-12-01T10:00:26.525" v="39" actId="6549"/>
        <pc:sldMkLst>
          <pc:docMk/>
          <pc:sldMk cId="3863997623" sldId="279"/>
        </pc:sldMkLst>
      </pc:sldChg>
      <pc:sldChg chg="modSp">
        <pc:chgData name="Salin Kumar" userId="9ea55fcd-e04b-4ee3-9a41-b760379a9fa2" providerId="ADAL" clId="{4794BB2E-7031-4729-B992-DBA96773EFE6}" dt="2019-12-01T09:59:31.262" v="19" actId="6549"/>
        <pc:sldMkLst>
          <pc:docMk/>
          <pc:sldMk cId="1373623026" sldId="281"/>
        </pc:sldMkLst>
      </pc:sldChg>
      <pc:sldChg chg="modSp">
        <pc:chgData name="Salin Kumar" userId="9ea55fcd-e04b-4ee3-9a41-b760379a9fa2" providerId="ADAL" clId="{4794BB2E-7031-4729-B992-DBA96773EFE6}" dt="2019-12-01T10:00:42.787" v="41" actId="6549"/>
        <pc:sldMkLst>
          <pc:docMk/>
          <pc:sldMk cId="413472121" sldId="294"/>
        </pc:sldMkLst>
      </pc:sldChg>
      <pc:sldChg chg="addSp modSp add">
        <pc:chgData name="Salin Kumar" userId="9ea55fcd-e04b-4ee3-9a41-b760379a9fa2" providerId="ADAL" clId="{4794BB2E-7031-4729-B992-DBA96773EFE6}" dt="2019-12-01T10:02:08.833" v="68" actId="14100"/>
        <pc:sldMkLst>
          <pc:docMk/>
          <pc:sldMk cId="2764530145" sldId="1598"/>
        </pc:sldMkLst>
      </pc:sldChg>
    </pc:docChg>
  </pc:docChgLst>
  <pc:docChgLst>
    <pc:chgData name="Salin Kumar" userId="285015fa-8ca7-4b4f-93a6-38ccd96422c0" providerId="ADAL" clId="{168DDEA8-B4A0-4EDC-A180-FE06CF41DD36}"/>
    <pc:docChg chg="undo custSel modSld">
      <pc:chgData name="Salin Kumar" userId="285015fa-8ca7-4b4f-93a6-38ccd96422c0" providerId="ADAL" clId="{168DDEA8-B4A0-4EDC-A180-FE06CF41DD36}" dt="2022-03-20T11:41:22.778" v="199" actId="14100"/>
      <pc:docMkLst>
        <pc:docMk/>
      </pc:docMkLst>
      <pc:sldChg chg="modSp mod">
        <pc:chgData name="Salin Kumar" userId="285015fa-8ca7-4b4f-93a6-38ccd96422c0" providerId="ADAL" clId="{168DDEA8-B4A0-4EDC-A180-FE06CF41DD36}" dt="2022-03-20T11:41:07.694" v="195" actId="20577"/>
        <pc:sldMkLst>
          <pc:docMk/>
          <pc:sldMk cId="314745517" sldId="277"/>
        </pc:sldMkLst>
      </pc:sldChg>
      <pc:sldChg chg="modSp mod">
        <pc:chgData name="Salin Kumar" userId="285015fa-8ca7-4b4f-93a6-38ccd96422c0" providerId="ADAL" clId="{168DDEA8-B4A0-4EDC-A180-FE06CF41DD36}" dt="2022-03-20T11:41:22.778" v="199" actId="14100"/>
        <pc:sldMkLst>
          <pc:docMk/>
          <pc:sldMk cId="3131676494" sldId="278"/>
        </pc:sldMkLst>
      </pc:sldChg>
      <pc:sldChg chg="modSp mod">
        <pc:chgData name="Salin Kumar" userId="285015fa-8ca7-4b4f-93a6-38ccd96422c0" providerId="ADAL" clId="{168DDEA8-B4A0-4EDC-A180-FE06CF41DD36}" dt="2022-03-20T11:28:37.202" v="172" actId="207"/>
        <pc:sldMkLst>
          <pc:docMk/>
          <pc:sldMk cId="3015707821" sldId="302"/>
        </pc:sldMkLst>
      </pc:sldChg>
      <pc:sldChg chg="modSp mod">
        <pc:chgData name="Salin Kumar" userId="285015fa-8ca7-4b4f-93a6-38ccd96422c0" providerId="ADAL" clId="{168DDEA8-B4A0-4EDC-A180-FE06CF41DD36}" dt="2022-03-20T11:18:14.907" v="119" actId="20577"/>
        <pc:sldMkLst>
          <pc:docMk/>
          <pc:sldMk cId="319451701" sldId="310"/>
        </pc:sldMkLst>
      </pc:sldChg>
      <pc:sldChg chg="modSp mod">
        <pc:chgData name="Salin Kumar" userId="285015fa-8ca7-4b4f-93a6-38ccd96422c0" providerId="ADAL" clId="{168DDEA8-B4A0-4EDC-A180-FE06CF41DD36}" dt="2022-03-20T11:21:11.158" v="137" actId="20577"/>
        <pc:sldMkLst>
          <pc:docMk/>
          <pc:sldMk cId="2855531116" sldId="509"/>
        </pc:sldMkLst>
      </pc:sldChg>
      <pc:sldChg chg="addSp delSp modSp mod">
        <pc:chgData name="Salin Kumar" userId="285015fa-8ca7-4b4f-93a6-38ccd96422c0" providerId="ADAL" clId="{168DDEA8-B4A0-4EDC-A180-FE06CF41DD36}" dt="2022-03-20T11:35:31.195" v="176" actId="1037"/>
        <pc:sldMkLst>
          <pc:docMk/>
          <pc:sldMk cId="1140389734" sldId="1489"/>
        </pc:sldMkLst>
      </pc:sldChg>
      <pc:sldChg chg="addSp delSp modSp">
        <pc:chgData name="Salin Kumar" userId="285015fa-8ca7-4b4f-93a6-38ccd96422c0" providerId="ADAL" clId="{168DDEA8-B4A0-4EDC-A180-FE06CF41DD36}" dt="2022-03-20T11:25:37.223" v="163"/>
        <pc:sldMkLst>
          <pc:docMk/>
          <pc:sldMk cId="2402828649" sldId="1532"/>
        </pc:sldMkLst>
      </pc:sldChg>
      <pc:sldChg chg="addSp delSp modSp">
        <pc:chgData name="Salin Kumar" userId="285015fa-8ca7-4b4f-93a6-38ccd96422c0" providerId="ADAL" clId="{168DDEA8-B4A0-4EDC-A180-FE06CF41DD36}" dt="2022-03-20T11:25:25.878" v="161"/>
        <pc:sldMkLst>
          <pc:docMk/>
          <pc:sldMk cId="3069462489" sldId="1565"/>
        </pc:sldMkLst>
      </pc:sldChg>
      <pc:sldChg chg="modSp mod">
        <pc:chgData name="Salin Kumar" userId="285015fa-8ca7-4b4f-93a6-38ccd96422c0" providerId="ADAL" clId="{168DDEA8-B4A0-4EDC-A180-FE06CF41DD36}" dt="2022-03-20T11:20:46.973" v="128" actId="20577"/>
        <pc:sldMkLst>
          <pc:docMk/>
          <pc:sldMk cId="1782500254" sldId="1576"/>
        </pc:sldMkLst>
      </pc:sldChg>
      <pc:sldChg chg="addSp delSp modSp">
        <pc:chgData name="Salin Kumar" userId="285015fa-8ca7-4b4f-93a6-38ccd96422c0" providerId="ADAL" clId="{168DDEA8-B4A0-4EDC-A180-FE06CF41DD36}" dt="2022-03-20T11:24:15.489" v="157"/>
        <pc:sldMkLst>
          <pc:docMk/>
          <pc:sldMk cId="3563071628" sldId="1578"/>
        </pc:sldMkLst>
      </pc:sldChg>
      <pc:sldChg chg="addSp delSp modSp">
        <pc:chgData name="Salin Kumar" userId="285015fa-8ca7-4b4f-93a6-38ccd96422c0" providerId="ADAL" clId="{168DDEA8-B4A0-4EDC-A180-FE06CF41DD36}" dt="2022-03-20T11:24:30.463" v="159"/>
        <pc:sldMkLst>
          <pc:docMk/>
          <pc:sldMk cId="3694357595" sldId="1579"/>
        </pc:sldMkLst>
      </pc:sldChg>
      <pc:sldChg chg="modSp mod">
        <pc:chgData name="Salin Kumar" userId="285015fa-8ca7-4b4f-93a6-38ccd96422c0" providerId="ADAL" clId="{168DDEA8-B4A0-4EDC-A180-FE06CF41DD36}" dt="2022-03-20T11:38:16.134" v="177" actId="20577"/>
        <pc:sldMkLst>
          <pc:docMk/>
          <pc:sldMk cId="2143490408" sldId="1584"/>
        </pc:sldMkLst>
      </pc:sldChg>
      <pc:sldChg chg="addSp delSp modSp">
        <pc:chgData name="Salin Kumar" userId="285015fa-8ca7-4b4f-93a6-38ccd96422c0" providerId="ADAL" clId="{168DDEA8-B4A0-4EDC-A180-FE06CF41DD36}" dt="2022-03-20T11:23:58.413" v="151"/>
        <pc:sldMkLst>
          <pc:docMk/>
          <pc:sldMk cId="2202847975" sldId="1586"/>
        </pc:sldMkLst>
      </pc:sldChg>
      <pc:sldChg chg="addSp delSp modSp">
        <pc:chgData name="Salin Kumar" userId="285015fa-8ca7-4b4f-93a6-38ccd96422c0" providerId="ADAL" clId="{168DDEA8-B4A0-4EDC-A180-FE06CF41DD36}" dt="2022-03-20T11:23:03.107" v="143" actId="14100"/>
        <pc:sldMkLst>
          <pc:docMk/>
          <pc:sldMk cId="3033922284" sldId="1589"/>
        </pc:sldMkLst>
      </pc:sldChg>
      <pc:sldChg chg="addSp delSp modSp">
        <pc:chgData name="Salin Kumar" userId="285015fa-8ca7-4b4f-93a6-38ccd96422c0" providerId="ADAL" clId="{168DDEA8-B4A0-4EDC-A180-FE06CF41DD36}" dt="2022-03-20T11:23:32.159" v="145"/>
        <pc:sldMkLst>
          <pc:docMk/>
          <pc:sldMk cId="712728468" sldId="1590"/>
        </pc:sldMkLst>
      </pc:sldChg>
      <pc:sldChg chg="addSp delSp modSp">
        <pc:chgData name="Salin Kumar" userId="285015fa-8ca7-4b4f-93a6-38ccd96422c0" providerId="ADAL" clId="{168DDEA8-B4A0-4EDC-A180-FE06CF41DD36}" dt="2022-03-20T11:23:39.883" v="147"/>
        <pc:sldMkLst>
          <pc:docMk/>
          <pc:sldMk cId="64542436" sldId="1591"/>
        </pc:sldMkLst>
      </pc:sldChg>
      <pc:sldChg chg="addSp delSp modSp">
        <pc:chgData name="Salin Kumar" userId="285015fa-8ca7-4b4f-93a6-38ccd96422c0" providerId="ADAL" clId="{168DDEA8-B4A0-4EDC-A180-FE06CF41DD36}" dt="2022-03-20T11:23:51.332" v="149"/>
        <pc:sldMkLst>
          <pc:docMk/>
          <pc:sldMk cId="4075620533" sldId="1593"/>
        </pc:sldMkLst>
      </pc:sldChg>
      <pc:sldChg chg="addSp delSp modSp">
        <pc:chgData name="Salin Kumar" userId="285015fa-8ca7-4b4f-93a6-38ccd96422c0" providerId="ADAL" clId="{168DDEA8-B4A0-4EDC-A180-FE06CF41DD36}" dt="2022-03-20T11:24:04.891" v="153"/>
        <pc:sldMkLst>
          <pc:docMk/>
          <pc:sldMk cId="1769404271" sldId="1594"/>
        </pc:sldMkLst>
      </pc:sldChg>
      <pc:sldChg chg="addSp delSp modSp">
        <pc:chgData name="Salin Kumar" userId="285015fa-8ca7-4b4f-93a6-38ccd96422c0" providerId="ADAL" clId="{168DDEA8-B4A0-4EDC-A180-FE06CF41DD36}" dt="2022-03-20T11:24:10.990" v="155"/>
        <pc:sldMkLst>
          <pc:docMk/>
          <pc:sldMk cId="2489168542" sldId="1595"/>
        </pc:sldMkLst>
      </pc:sldChg>
      <pc:sldChg chg="addSp delSp modSp mod">
        <pc:chgData name="Salin Kumar" userId="285015fa-8ca7-4b4f-93a6-38ccd96422c0" providerId="ADAL" clId="{168DDEA8-B4A0-4EDC-A180-FE06CF41DD36}" dt="2022-03-20T11:26:11.529" v="171" actId="14100"/>
        <pc:sldMkLst>
          <pc:docMk/>
          <pc:sldMk cId="2764530145" sldId="1598"/>
        </pc:sldMkLst>
      </pc:sldChg>
    </pc:docChg>
  </pc:docChgLst>
  <pc:docChgLst>
    <pc:chgData name="Salin Kumar" userId="285015fa-8ca7-4b4f-93a6-38ccd96422c0" providerId="ADAL" clId="{42CB638A-32E6-4697-ACC2-36622C4A3780}"/>
    <pc:docChg chg="delMainMaster">
      <pc:chgData name="Salin Kumar" userId="285015fa-8ca7-4b4f-93a6-38ccd96422c0" providerId="ADAL" clId="{42CB638A-32E6-4697-ACC2-36622C4A3780}" dt="2025-06-17T12:30:47.410" v="0"/>
      <pc:docMkLst>
        <pc:docMk/>
      </pc:docMkLst>
      <pc:sldMasterChg chg="del delSldLayout">
        <pc:chgData name="Salin Kumar" userId="285015fa-8ca7-4b4f-93a6-38ccd96422c0" providerId="ADAL" clId="{42CB638A-32E6-4697-ACC2-36622C4A3780}" dt="2025-06-17T12:30:47.410" v="0"/>
        <pc:sldMasterMkLst>
          <pc:docMk/>
          <pc:sldMasterMk cId="4059602932" sldId="2147484475"/>
        </pc:sldMasterMkLst>
        <pc:sldLayoutChg chg="del">
          <pc:chgData name="Salin Kumar" userId="285015fa-8ca7-4b4f-93a6-38ccd96422c0" providerId="ADAL" clId="{42CB638A-32E6-4697-ACC2-36622C4A3780}" dt="2025-06-17T12:30:47.410" v="0"/>
          <pc:sldLayoutMkLst>
            <pc:docMk/>
            <pc:sldMasterMk cId="4059602932" sldId="2147484475"/>
            <pc:sldLayoutMk cId="3455010252" sldId="2147484476"/>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3867813296" sldId="2147484478"/>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2914041985" sldId="2147484479"/>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1701319586" sldId="2147484480"/>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1585784415" sldId="2147484481"/>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2886365969" sldId="2147484482"/>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4091931630" sldId="2147484483"/>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109252056" sldId="2147484484"/>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1591993366" sldId="2147484485"/>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3280903040" sldId="2147484486"/>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2618636637" sldId="2147484487"/>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113832277" sldId="2147484488"/>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2979381609" sldId="2147484489"/>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4140109677" sldId="2147484490"/>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2419038417" sldId="2147484491"/>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2522771056" sldId="2147484492"/>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3944110278" sldId="2147484493"/>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1638112754" sldId="2147484494"/>
          </pc:sldLayoutMkLst>
        </pc:sldLayoutChg>
        <pc:sldLayoutChg chg="del">
          <pc:chgData name="Salin Kumar" userId="285015fa-8ca7-4b4f-93a6-38ccd96422c0" providerId="ADAL" clId="{42CB638A-32E6-4697-ACC2-36622C4A3780}" dt="2025-06-17T12:30:47.410" v="0"/>
          <pc:sldLayoutMkLst>
            <pc:docMk/>
            <pc:sldMasterMk cId="4059602932" sldId="2147484475"/>
            <pc:sldLayoutMk cId="338037600" sldId="2147484515"/>
          </pc:sldLayoutMkLst>
        </pc:sldLayoutChg>
      </pc:sldMasterChg>
      <pc:sldMasterChg chg="del delSldLayout">
        <pc:chgData name="Salin Kumar" userId="285015fa-8ca7-4b4f-93a6-38ccd96422c0" providerId="ADAL" clId="{42CB638A-32E6-4697-ACC2-36622C4A3780}" dt="2025-06-17T12:30:47.410" v="0"/>
        <pc:sldMasterMkLst>
          <pc:docMk/>
          <pc:sldMasterMk cId="2005544715" sldId="2147484495"/>
        </pc:sldMasterMkLst>
        <pc:sldLayoutChg chg="del">
          <pc:chgData name="Salin Kumar" userId="285015fa-8ca7-4b4f-93a6-38ccd96422c0" providerId="ADAL" clId="{42CB638A-32E6-4697-ACC2-36622C4A3780}" dt="2025-06-17T12:30:47.410" v="0"/>
          <pc:sldLayoutMkLst>
            <pc:docMk/>
            <pc:sldMasterMk cId="2005544715" sldId="2147484495"/>
            <pc:sldLayoutMk cId="2093931576" sldId="2147484496"/>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4098647911" sldId="2147484498"/>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1395663203" sldId="2147484499"/>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1617570247" sldId="2147484500"/>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1712321570" sldId="2147484501"/>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1954530601" sldId="2147484502"/>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679650135" sldId="2147484503"/>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681027781" sldId="2147484504"/>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796245250" sldId="2147484505"/>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3405076042" sldId="2147484506"/>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2574406291" sldId="2147484507"/>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1007454243" sldId="2147484508"/>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2667155633" sldId="2147484509"/>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2356420015" sldId="2147484510"/>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2312058579" sldId="2147484511"/>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561737675" sldId="2147484512"/>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4087612043" sldId="2147484513"/>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1477246813" sldId="2147484514"/>
          </pc:sldLayoutMkLst>
        </pc:sldLayoutChg>
        <pc:sldLayoutChg chg="del">
          <pc:chgData name="Salin Kumar" userId="285015fa-8ca7-4b4f-93a6-38ccd96422c0" providerId="ADAL" clId="{42CB638A-32E6-4697-ACC2-36622C4A3780}" dt="2025-06-17T12:30:47.410" v="0"/>
          <pc:sldLayoutMkLst>
            <pc:docMk/>
            <pc:sldMasterMk cId="2005544715" sldId="2147484495"/>
            <pc:sldLayoutMk cId="2829655578" sldId="2147484516"/>
          </pc:sldLayoutMkLst>
        </pc:sldLayoutChg>
      </pc:sldMasterChg>
      <pc:sldMasterChg chg="del delSldLayout">
        <pc:chgData name="Salin Kumar" userId="285015fa-8ca7-4b4f-93a6-38ccd96422c0" providerId="ADAL" clId="{42CB638A-32E6-4697-ACC2-36622C4A3780}" dt="2025-06-17T12:30:47.410" v="0"/>
        <pc:sldMasterMkLst>
          <pc:docMk/>
          <pc:sldMasterMk cId="2696528370" sldId="2147484518"/>
        </pc:sldMasterMkLst>
        <pc:sldLayoutChg chg="del">
          <pc:chgData name="Salin Kumar" userId="285015fa-8ca7-4b4f-93a6-38ccd96422c0" providerId="ADAL" clId="{42CB638A-32E6-4697-ACC2-36622C4A3780}" dt="2025-06-17T12:30:47.410" v="0"/>
          <pc:sldLayoutMkLst>
            <pc:docMk/>
            <pc:sldMasterMk cId="2696528370" sldId="2147484518"/>
            <pc:sldLayoutMk cId="3022810167" sldId="2147484519"/>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4117040907" sldId="2147484520"/>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877463139" sldId="2147484521"/>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018647588" sldId="2147484522"/>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854336124" sldId="2147484523"/>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041552423" sldId="2147484524"/>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001605964" sldId="2147484525"/>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762130375" sldId="2147484526"/>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238630577" sldId="2147484527"/>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768966112" sldId="2147484528"/>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683853472" sldId="2147484529"/>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589993255" sldId="2147484530"/>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407841795" sldId="2147484531"/>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507769468" sldId="2147484532"/>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348584363" sldId="2147484533"/>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34549269" sldId="2147484534"/>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029179751" sldId="2147484535"/>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901674868" sldId="2147484536"/>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509132424" sldId="2147484537"/>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021526928" sldId="2147484538"/>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690695820" sldId="2147484539"/>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347824455" sldId="2147484540"/>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454886221" sldId="2147484541"/>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202326258" sldId="2147484542"/>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469570959" sldId="2147484543"/>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008132018" sldId="2147484544"/>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659670810" sldId="2147484545"/>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29980926" sldId="2147484546"/>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536246149" sldId="2147484547"/>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322783314" sldId="2147484548"/>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710294821" sldId="2147484549"/>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869748017" sldId="2147484550"/>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533028445" sldId="2147484551"/>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368413962" sldId="2147484552"/>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274903226" sldId="2147484553"/>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447116079" sldId="2147484554"/>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355802880" sldId="2147484555"/>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051793916" sldId="2147484556"/>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2454570912" sldId="2147484557"/>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229159279" sldId="2147484558"/>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252360899" sldId="2147484559"/>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1179374617" sldId="2147484560"/>
          </pc:sldLayoutMkLst>
        </pc:sldLayoutChg>
        <pc:sldLayoutChg chg="del">
          <pc:chgData name="Salin Kumar" userId="285015fa-8ca7-4b4f-93a6-38ccd96422c0" providerId="ADAL" clId="{42CB638A-32E6-4697-ACC2-36622C4A3780}" dt="2025-06-17T12:30:47.410" v="0"/>
          <pc:sldLayoutMkLst>
            <pc:docMk/>
            <pc:sldMasterMk cId="2696528370" sldId="2147484518"/>
            <pc:sldLayoutMk cId="322063373" sldId="2147484561"/>
          </pc:sldLayoutMkLst>
        </pc:sldLayoutChg>
      </pc:sldMasterChg>
      <pc:sldMasterChg chg="del delSldLayout">
        <pc:chgData name="Salin Kumar" userId="285015fa-8ca7-4b4f-93a6-38ccd96422c0" providerId="ADAL" clId="{42CB638A-32E6-4697-ACC2-36622C4A3780}" dt="2025-06-17T12:30:47.410" v="0"/>
        <pc:sldMasterMkLst>
          <pc:docMk/>
          <pc:sldMasterMk cId="1645908411" sldId="2147484562"/>
        </pc:sldMasterMkLst>
        <pc:sldLayoutChg chg="del">
          <pc:chgData name="Salin Kumar" userId="285015fa-8ca7-4b4f-93a6-38ccd96422c0" providerId="ADAL" clId="{42CB638A-32E6-4697-ACC2-36622C4A3780}" dt="2025-06-17T12:30:47.410" v="0"/>
          <pc:sldLayoutMkLst>
            <pc:docMk/>
            <pc:sldMasterMk cId="1645908411" sldId="2147484562"/>
            <pc:sldLayoutMk cId="3744759713" sldId="2147484563"/>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528936466" sldId="2147484564"/>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783316992" sldId="2147484565"/>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2540982772" sldId="2147484566"/>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021355842" sldId="2147484567"/>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773286035" sldId="2147484568"/>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131531207" sldId="2147484569"/>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2583806011" sldId="2147484570"/>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030308371" sldId="2147484571"/>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215134665" sldId="2147484572"/>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862821211" sldId="2147484573"/>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2470856324" sldId="2147484574"/>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643384389" sldId="2147484575"/>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4088121580" sldId="2147484576"/>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292903109" sldId="2147484577"/>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453133065" sldId="2147484578"/>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805517864" sldId="2147484579"/>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2542640794" sldId="2147484580"/>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2385178354" sldId="2147484581"/>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978302478" sldId="2147484582"/>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145119742" sldId="2147484583"/>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48904107" sldId="2147484584"/>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91814162" sldId="2147484585"/>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23149902" sldId="2147484586"/>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756863815" sldId="2147484587"/>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033456168" sldId="2147484588"/>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2185249629" sldId="2147484589"/>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481289200" sldId="2147484590"/>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285531201" sldId="2147484591"/>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619486894" sldId="2147484592"/>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4096945532" sldId="2147484593"/>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827129968" sldId="2147484594"/>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2100192858" sldId="2147484595"/>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753432879" sldId="2147484596"/>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146527466" sldId="2147484597"/>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2873700588" sldId="2147484598"/>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45289743" sldId="2147484599"/>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54936615" sldId="2147484600"/>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28569841" sldId="2147484601"/>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979916692" sldId="2147484602"/>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3904080022" sldId="2147484603"/>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495232061" sldId="2147484604"/>
          </pc:sldLayoutMkLst>
        </pc:sldLayoutChg>
        <pc:sldLayoutChg chg="del">
          <pc:chgData name="Salin Kumar" userId="285015fa-8ca7-4b4f-93a6-38ccd96422c0" providerId="ADAL" clId="{42CB638A-32E6-4697-ACC2-36622C4A3780}" dt="2025-06-17T12:30:47.410" v="0"/>
          <pc:sldLayoutMkLst>
            <pc:docMk/>
            <pc:sldMasterMk cId="1645908411" sldId="2147484562"/>
            <pc:sldLayoutMk cId="1998764323" sldId="2147484605"/>
          </pc:sldLayoutMkLst>
        </pc:sldLayoutChg>
      </pc:sldMasterChg>
      <pc:sldMasterChg chg="del delSldLayout">
        <pc:chgData name="Salin Kumar" userId="285015fa-8ca7-4b4f-93a6-38ccd96422c0" providerId="ADAL" clId="{42CB638A-32E6-4697-ACC2-36622C4A3780}" dt="2025-06-17T12:30:47.410" v="0"/>
        <pc:sldMasterMkLst>
          <pc:docMk/>
          <pc:sldMasterMk cId="1114216395" sldId="2147484606"/>
        </pc:sldMasterMkLst>
        <pc:sldLayoutChg chg="del">
          <pc:chgData name="Salin Kumar" userId="285015fa-8ca7-4b4f-93a6-38ccd96422c0" providerId="ADAL" clId="{42CB638A-32E6-4697-ACC2-36622C4A3780}" dt="2025-06-17T12:30:47.410" v="0"/>
          <pc:sldLayoutMkLst>
            <pc:docMk/>
            <pc:sldMasterMk cId="1114216395" sldId="2147484606"/>
            <pc:sldLayoutMk cId="3463239956" sldId="2147484607"/>
          </pc:sldLayoutMkLst>
        </pc:sldLayoutChg>
        <pc:sldLayoutChg chg="del">
          <pc:chgData name="Salin Kumar" userId="285015fa-8ca7-4b4f-93a6-38ccd96422c0" providerId="ADAL" clId="{42CB638A-32E6-4697-ACC2-36622C4A3780}" dt="2025-06-17T12:30:47.410" v="0"/>
          <pc:sldLayoutMkLst>
            <pc:docMk/>
            <pc:sldMasterMk cId="1114216395" sldId="2147484606"/>
            <pc:sldLayoutMk cId="3421555267" sldId="2147484608"/>
          </pc:sldLayoutMkLst>
        </pc:sldLayoutChg>
        <pc:sldLayoutChg chg="del">
          <pc:chgData name="Salin Kumar" userId="285015fa-8ca7-4b4f-93a6-38ccd96422c0" providerId="ADAL" clId="{42CB638A-32E6-4697-ACC2-36622C4A3780}" dt="2025-06-17T12:30:47.410" v="0"/>
          <pc:sldLayoutMkLst>
            <pc:docMk/>
            <pc:sldMasterMk cId="1114216395" sldId="2147484606"/>
            <pc:sldLayoutMk cId="1924794357" sldId="2147484609"/>
          </pc:sldLayoutMkLst>
        </pc:sldLayoutChg>
        <pc:sldLayoutChg chg="del">
          <pc:chgData name="Salin Kumar" userId="285015fa-8ca7-4b4f-93a6-38ccd96422c0" providerId="ADAL" clId="{42CB638A-32E6-4697-ACC2-36622C4A3780}" dt="2025-06-17T12:30:47.410" v="0"/>
          <pc:sldLayoutMkLst>
            <pc:docMk/>
            <pc:sldMasterMk cId="1114216395" sldId="2147484606"/>
            <pc:sldLayoutMk cId="1810702878" sldId="2147484610"/>
          </pc:sldLayoutMkLst>
        </pc:sldLayoutChg>
      </pc:sldMasterChg>
      <pc:sldMasterChg chg="del delSldLayout">
        <pc:chgData name="Salin Kumar" userId="285015fa-8ca7-4b4f-93a6-38ccd96422c0" providerId="ADAL" clId="{42CB638A-32E6-4697-ACC2-36622C4A3780}" dt="2025-06-17T12:30:47.410" v="0"/>
        <pc:sldMasterMkLst>
          <pc:docMk/>
          <pc:sldMasterMk cId="431240468" sldId="2147484633"/>
        </pc:sldMasterMkLst>
        <pc:sldLayoutChg chg="del">
          <pc:chgData name="Salin Kumar" userId="285015fa-8ca7-4b4f-93a6-38ccd96422c0" providerId="ADAL" clId="{42CB638A-32E6-4697-ACC2-36622C4A3780}" dt="2025-06-17T12:30:47.410" v="0"/>
          <pc:sldLayoutMkLst>
            <pc:docMk/>
            <pc:sldMasterMk cId="431240468" sldId="2147484633"/>
            <pc:sldLayoutMk cId="988526953" sldId="2147484634"/>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195107746" sldId="2147484635"/>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973216603" sldId="2147484636"/>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1933932163" sldId="2147484637"/>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13383851" sldId="2147484638"/>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4220453913" sldId="2147484639"/>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4137759760" sldId="2147484640"/>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308535001" sldId="2147484641"/>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2870561164" sldId="2147484642"/>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3796908937" sldId="2147484643"/>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191802171" sldId="2147484644"/>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923968999" sldId="2147484645"/>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2015119274" sldId="2147484646"/>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3932137124" sldId="2147484647"/>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89856642" sldId="2147484648"/>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2746499899" sldId="2147484649"/>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2266507579" sldId="2147484650"/>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2179213484" sldId="2147484651"/>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623316734" sldId="2147484652"/>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3391566083" sldId="2147484653"/>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1308103638" sldId="2147484654"/>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857130431" sldId="2147484655"/>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1177052320" sldId="2147484656"/>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3232492319" sldId="2147484657"/>
          </pc:sldLayoutMkLst>
        </pc:sldLayoutChg>
        <pc:sldLayoutChg chg="del">
          <pc:chgData name="Salin Kumar" userId="285015fa-8ca7-4b4f-93a6-38ccd96422c0" providerId="ADAL" clId="{42CB638A-32E6-4697-ACC2-36622C4A3780}" dt="2025-06-17T12:30:47.410" v="0"/>
          <pc:sldLayoutMkLst>
            <pc:docMk/>
            <pc:sldMasterMk cId="431240468" sldId="2147484633"/>
            <pc:sldLayoutMk cId="3762584423" sldId="2147484658"/>
          </pc:sldLayoutMkLst>
        </pc:sldLayoutChg>
      </pc:sldMasterChg>
      <pc:sldMasterChg chg="del delSldLayout">
        <pc:chgData name="Salin Kumar" userId="285015fa-8ca7-4b4f-93a6-38ccd96422c0" providerId="ADAL" clId="{42CB638A-32E6-4697-ACC2-36622C4A3780}" dt="2025-06-17T12:30:47.410" v="0"/>
        <pc:sldMasterMkLst>
          <pc:docMk/>
          <pc:sldMasterMk cId="1815267110" sldId="2147484681"/>
        </pc:sldMasterMkLst>
        <pc:sldLayoutChg chg="del">
          <pc:chgData name="Salin Kumar" userId="285015fa-8ca7-4b4f-93a6-38ccd96422c0" providerId="ADAL" clId="{42CB638A-32E6-4697-ACC2-36622C4A3780}" dt="2025-06-17T12:30:47.410" v="0"/>
          <pc:sldLayoutMkLst>
            <pc:docMk/>
            <pc:sldMasterMk cId="1815267110" sldId="2147484681"/>
            <pc:sldLayoutMk cId="1016982843" sldId="2147484682"/>
          </pc:sldLayoutMkLst>
        </pc:sldLayoutChg>
        <pc:sldLayoutChg chg="del">
          <pc:chgData name="Salin Kumar" userId="285015fa-8ca7-4b4f-93a6-38ccd96422c0" providerId="ADAL" clId="{42CB638A-32E6-4697-ACC2-36622C4A3780}" dt="2025-06-17T12:30:47.410" v="0"/>
          <pc:sldLayoutMkLst>
            <pc:docMk/>
            <pc:sldMasterMk cId="1815267110" sldId="2147484681"/>
            <pc:sldLayoutMk cId="3602978230" sldId="2147484683"/>
          </pc:sldLayoutMkLst>
        </pc:sldLayoutChg>
        <pc:sldLayoutChg chg="del">
          <pc:chgData name="Salin Kumar" userId="285015fa-8ca7-4b4f-93a6-38ccd96422c0" providerId="ADAL" clId="{42CB638A-32E6-4697-ACC2-36622C4A3780}" dt="2025-06-17T12:30:47.410" v="0"/>
          <pc:sldLayoutMkLst>
            <pc:docMk/>
            <pc:sldMasterMk cId="1815267110" sldId="2147484681"/>
            <pc:sldLayoutMk cId="1178972731" sldId="2147484684"/>
          </pc:sldLayoutMkLst>
        </pc:sldLayoutChg>
      </pc:sldMasterChg>
      <pc:sldMasterChg chg="del delSldLayout">
        <pc:chgData name="Salin Kumar" userId="285015fa-8ca7-4b4f-93a6-38ccd96422c0" providerId="ADAL" clId="{42CB638A-32E6-4697-ACC2-36622C4A3780}" dt="2025-06-17T12:30:47.410" v="0"/>
        <pc:sldMasterMkLst>
          <pc:docMk/>
          <pc:sldMasterMk cId="1085136164" sldId="2147484707"/>
        </pc:sldMasterMkLst>
        <pc:sldLayoutChg chg="del">
          <pc:chgData name="Salin Kumar" userId="285015fa-8ca7-4b4f-93a6-38ccd96422c0" providerId="ADAL" clId="{42CB638A-32E6-4697-ACC2-36622C4A3780}" dt="2025-06-17T12:30:47.410" v="0"/>
          <pc:sldLayoutMkLst>
            <pc:docMk/>
            <pc:sldMasterMk cId="1085136164" sldId="2147484707"/>
            <pc:sldLayoutMk cId="1672252500" sldId="2147484708"/>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3001158570" sldId="2147484709"/>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2353981915" sldId="2147484710"/>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3978264703" sldId="2147484711"/>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3563851742" sldId="2147484712"/>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1778275102" sldId="2147484713"/>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2801631687" sldId="2147484714"/>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675311998" sldId="2147484715"/>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2420381282" sldId="2147484716"/>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444354295" sldId="2147484717"/>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2946233260" sldId="2147484718"/>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1455855670" sldId="2147484719"/>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3706029101" sldId="2147484720"/>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1707397574" sldId="2147484721"/>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3717186328" sldId="2147484722"/>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3091859351" sldId="2147484723"/>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1044379735" sldId="2147484724"/>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1710095495" sldId="2147484725"/>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2960185434" sldId="2147484726"/>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1436961396" sldId="2147484727"/>
          </pc:sldLayoutMkLst>
        </pc:sldLayoutChg>
        <pc:sldLayoutChg chg="del">
          <pc:chgData name="Salin Kumar" userId="285015fa-8ca7-4b4f-93a6-38ccd96422c0" providerId="ADAL" clId="{42CB638A-32E6-4697-ACC2-36622C4A3780}" dt="2025-06-17T12:30:47.410" v="0"/>
          <pc:sldLayoutMkLst>
            <pc:docMk/>
            <pc:sldMasterMk cId="1085136164" sldId="2147484707"/>
            <pc:sldLayoutMk cId="4015911690" sldId="2147484728"/>
          </pc:sldLayoutMkLst>
        </pc:sldLayoutChg>
      </pc:sldMasterChg>
      <pc:sldMasterChg chg="del delSldLayout">
        <pc:chgData name="Salin Kumar" userId="285015fa-8ca7-4b4f-93a6-38ccd96422c0" providerId="ADAL" clId="{42CB638A-32E6-4697-ACC2-36622C4A3780}" dt="2025-06-17T12:30:47.410" v="0"/>
        <pc:sldMasterMkLst>
          <pc:docMk/>
          <pc:sldMasterMk cId="2844348918" sldId="2147484729"/>
        </pc:sldMasterMkLst>
        <pc:sldLayoutChg chg="del">
          <pc:chgData name="Salin Kumar" userId="285015fa-8ca7-4b4f-93a6-38ccd96422c0" providerId="ADAL" clId="{42CB638A-32E6-4697-ACC2-36622C4A3780}" dt="2025-06-17T12:30:47.410" v="0"/>
          <pc:sldLayoutMkLst>
            <pc:docMk/>
            <pc:sldMasterMk cId="2844348918" sldId="2147484729"/>
            <pc:sldLayoutMk cId="904402666" sldId="2147484730"/>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370201422" sldId="2147484731"/>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4256323958" sldId="2147484732"/>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2120323075" sldId="2147484733"/>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244727612" sldId="2147484734"/>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1805738385" sldId="2147484735"/>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2383260479" sldId="2147484736"/>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303219399" sldId="2147484737"/>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3804787709" sldId="2147484738"/>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2516474067" sldId="2147484739"/>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3614993801" sldId="2147484740"/>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1258329915" sldId="2147484741"/>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4226967359" sldId="2147484742"/>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1420200509" sldId="2147484743"/>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2292854152" sldId="2147484744"/>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3286909663" sldId="2147484745"/>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859109174" sldId="2147484746"/>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3140617599" sldId="2147484747"/>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2350299712" sldId="2147484748"/>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1166185203" sldId="2147484749"/>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1060871056" sldId="2147484750"/>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2907322201" sldId="2147484751"/>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676860316" sldId="2147484752"/>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2028485131" sldId="2147484753"/>
          </pc:sldLayoutMkLst>
        </pc:sldLayoutChg>
        <pc:sldLayoutChg chg="del">
          <pc:chgData name="Salin Kumar" userId="285015fa-8ca7-4b4f-93a6-38ccd96422c0" providerId="ADAL" clId="{42CB638A-32E6-4697-ACC2-36622C4A3780}" dt="2025-06-17T12:30:47.410" v="0"/>
          <pc:sldLayoutMkLst>
            <pc:docMk/>
            <pc:sldMasterMk cId="2844348918" sldId="2147484729"/>
            <pc:sldLayoutMk cId="3256564776" sldId="2147484754"/>
          </pc:sldLayoutMkLst>
        </pc:sldLayoutChg>
      </pc:sldMasterChg>
      <pc:sldMasterChg chg="del delSldLayout">
        <pc:chgData name="Salin Kumar" userId="285015fa-8ca7-4b4f-93a6-38ccd96422c0" providerId="ADAL" clId="{42CB638A-32E6-4697-ACC2-36622C4A3780}" dt="2025-06-17T12:30:47.410" v="0"/>
        <pc:sldMasterMkLst>
          <pc:docMk/>
          <pc:sldMasterMk cId="1946435616" sldId="2147484755"/>
        </pc:sldMasterMkLst>
        <pc:sldLayoutChg chg="del">
          <pc:chgData name="Salin Kumar" userId="285015fa-8ca7-4b4f-93a6-38ccd96422c0" providerId="ADAL" clId="{42CB638A-32E6-4697-ACC2-36622C4A3780}" dt="2025-06-17T12:30:47.410" v="0"/>
          <pc:sldLayoutMkLst>
            <pc:docMk/>
            <pc:sldMasterMk cId="1946435616" sldId="2147484755"/>
            <pc:sldLayoutMk cId="2553713363" sldId="2147484756"/>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2841020279" sldId="2147484757"/>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3922269093" sldId="2147484758"/>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10227812" sldId="2147484759"/>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136546089" sldId="2147484760"/>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2996505787" sldId="2147484761"/>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1813871005" sldId="2147484762"/>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3734525485" sldId="2147484763"/>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2776761004" sldId="2147484764"/>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711647909" sldId="2147484765"/>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908755160" sldId="2147484766"/>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736166089" sldId="2147484767"/>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3690247621" sldId="2147484768"/>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1457989529" sldId="2147484769"/>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3708378179" sldId="2147484770"/>
          </pc:sldLayoutMkLst>
        </pc:sldLayoutChg>
        <pc:sldLayoutChg chg="del">
          <pc:chgData name="Salin Kumar" userId="285015fa-8ca7-4b4f-93a6-38ccd96422c0" providerId="ADAL" clId="{42CB638A-32E6-4697-ACC2-36622C4A3780}" dt="2025-06-17T12:30:47.410" v="0"/>
          <pc:sldLayoutMkLst>
            <pc:docMk/>
            <pc:sldMasterMk cId="1946435616" sldId="2147484755"/>
            <pc:sldLayoutMk cId="2421639385" sldId="2147484771"/>
          </pc:sldLayoutMkLst>
        </pc:sldLayoutChg>
      </pc:sldMasterChg>
      <pc:sldMasterChg chg="del delSldLayout">
        <pc:chgData name="Salin Kumar" userId="285015fa-8ca7-4b4f-93a6-38ccd96422c0" providerId="ADAL" clId="{42CB638A-32E6-4697-ACC2-36622C4A3780}" dt="2025-06-17T12:30:47.410" v="0"/>
        <pc:sldMasterMkLst>
          <pc:docMk/>
          <pc:sldMasterMk cId="3362352067" sldId="2147484772"/>
        </pc:sldMasterMkLst>
        <pc:sldLayoutChg chg="del">
          <pc:chgData name="Salin Kumar" userId="285015fa-8ca7-4b4f-93a6-38ccd96422c0" providerId="ADAL" clId="{42CB638A-32E6-4697-ACC2-36622C4A3780}" dt="2025-06-17T12:30:47.410" v="0"/>
          <pc:sldLayoutMkLst>
            <pc:docMk/>
            <pc:sldMasterMk cId="3362352067" sldId="2147484772"/>
            <pc:sldLayoutMk cId="1814612191" sldId="2147484773"/>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3790235587" sldId="2147484774"/>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3910160916" sldId="2147484775"/>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2578272068" sldId="2147484776"/>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1954301853" sldId="2147484777"/>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946487475" sldId="2147484778"/>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1018194287" sldId="2147484779"/>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3214421854" sldId="2147484780"/>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1642584223" sldId="2147484781"/>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3700784998" sldId="2147484782"/>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2416158327" sldId="2147484783"/>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2095001392" sldId="2147484784"/>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3108215322" sldId="2147484785"/>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2909118611" sldId="2147484786"/>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4051923431" sldId="2147484787"/>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2397379795" sldId="2147484788"/>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3193877005" sldId="2147484789"/>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269127639" sldId="2147484790"/>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1914331248" sldId="2147484791"/>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3425655101" sldId="2147484792"/>
          </pc:sldLayoutMkLst>
        </pc:sldLayoutChg>
        <pc:sldLayoutChg chg="del">
          <pc:chgData name="Salin Kumar" userId="285015fa-8ca7-4b4f-93a6-38ccd96422c0" providerId="ADAL" clId="{42CB638A-32E6-4697-ACC2-36622C4A3780}" dt="2025-06-17T12:30:47.410" v="0"/>
          <pc:sldLayoutMkLst>
            <pc:docMk/>
            <pc:sldMasterMk cId="3362352067" sldId="2147484772"/>
            <pc:sldLayoutMk cId="3747725849" sldId="2147484793"/>
          </pc:sldLayoutMkLst>
        </pc:sldLayoutChg>
      </pc:sldMasterChg>
      <pc:sldMasterChg chg="del delSldLayout">
        <pc:chgData name="Salin Kumar" userId="285015fa-8ca7-4b4f-93a6-38ccd96422c0" providerId="ADAL" clId="{42CB638A-32E6-4697-ACC2-36622C4A3780}" dt="2025-06-17T12:30:47.410" v="0"/>
        <pc:sldMasterMkLst>
          <pc:docMk/>
          <pc:sldMasterMk cId="684535476" sldId="2147484794"/>
        </pc:sldMasterMkLst>
        <pc:sldLayoutChg chg="del">
          <pc:chgData name="Salin Kumar" userId="285015fa-8ca7-4b4f-93a6-38ccd96422c0" providerId="ADAL" clId="{42CB638A-32E6-4697-ACC2-36622C4A3780}" dt="2025-06-17T12:30:47.410" v="0"/>
          <pc:sldLayoutMkLst>
            <pc:docMk/>
            <pc:sldMasterMk cId="684535476" sldId="2147484794"/>
            <pc:sldLayoutMk cId="1352469913" sldId="2147484795"/>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988840891" sldId="2147484796"/>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2688732539" sldId="2147484797"/>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3249624554" sldId="2147484798"/>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4237167758" sldId="2147484799"/>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42834841" sldId="2147484800"/>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345318768" sldId="2147484801"/>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3170688835" sldId="2147484802"/>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209295677" sldId="2147484803"/>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1530096299" sldId="2147484804"/>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2539271857" sldId="2147484805"/>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2367181238" sldId="2147484806"/>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3451318138" sldId="2147484807"/>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1239505349" sldId="2147484808"/>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4257484301" sldId="2147484809"/>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2922927237" sldId="2147484810"/>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3219245851" sldId="2147484811"/>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3130058644" sldId="2147484812"/>
          </pc:sldLayoutMkLst>
        </pc:sldLayoutChg>
        <pc:sldLayoutChg chg="del">
          <pc:chgData name="Salin Kumar" userId="285015fa-8ca7-4b4f-93a6-38ccd96422c0" providerId="ADAL" clId="{42CB638A-32E6-4697-ACC2-36622C4A3780}" dt="2025-06-17T12:30:47.410" v="0"/>
          <pc:sldLayoutMkLst>
            <pc:docMk/>
            <pc:sldMasterMk cId="684535476" sldId="2147484794"/>
            <pc:sldLayoutMk cId="1749536073" sldId="2147484813"/>
          </pc:sldLayoutMkLst>
        </pc:sldLayoutChg>
      </pc:sldMasterChg>
      <pc:sldMasterChg chg="del delSldLayout">
        <pc:chgData name="Salin Kumar" userId="285015fa-8ca7-4b4f-93a6-38ccd96422c0" providerId="ADAL" clId="{42CB638A-32E6-4697-ACC2-36622C4A3780}" dt="2025-06-17T12:30:47.410" v="0"/>
        <pc:sldMasterMkLst>
          <pc:docMk/>
          <pc:sldMasterMk cId="3570162172" sldId="2147484815"/>
        </pc:sldMasterMkLst>
        <pc:sldLayoutChg chg="del">
          <pc:chgData name="Salin Kumar" userId="285015fa-8ca7-4b4f-93a6-38ccd96422c0" providerId="ADAL" clId="{42CB638A-32E6-4697-ACC2-36622C4A3780}" dt="2025-06-17T12:30:47.410" v="0"/>
          <pc:sldLayoutMkLst>
            <pc:docMk/>
            <pc:sldMasterMk cId="3570162172" sldId="2147484815"/>
            <pc:sldLayoutMk cId="1079722387" sldId="2147484816"/>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4210007647" sldId="2147484817"/>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234134613" sldId="2147484818"/>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1927639479" sldId="2147484819"/>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1564351479" sldId="2147484820"/>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125342097" sldId="2147484821"/>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507626953" sldId="2147484822"/>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1963801749" sldId="2147484823"/>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3888056511" sldId="2147484824"/>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2009867273" sldId="2147484825"/>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2384463205" sldId="2147484826"/>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649079229" sldId="2147484827"/>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1029671633" sldId="2147484828"/>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4053365527" sldId="2147484829"/>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1986972701" sldId="2147484830"/>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319158304" sldId="2147484831"/>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4163177669" sldId="2147484832"/>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986437328" sldId="2147484833"/>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2229324586" sldId="2147484834"/>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1408008676" sldId="2147484836"/>
          </pc:sldLayoutMkLst>
        </pc:sldLayoutChg>
        <pc:sldLayoutChg chg="del">
          <pc:chgData name="Salin Kumar" userId="285015fa-8ca7-4b4f-93a6-38ccd96422c0" providerId="ADAL" clId="{42CB638A-32E6-4697-ACC2-36622C4A3780}" dt="2025-06-17T12:30:47.410" v="0"/>
          <pc:sldLayoutMkLst>
            <pc:docMk/>
            <pc:sldMasterMk cId="3570162172" sldId="2147484815"/>
            <pc:sldLayoutMk cId="4232521592" sldId="2147484838"/>
          </pc:sldLayoutMkLst>
        </pc:sldLayoutChg>
      </pc:sldMasterChg>
    </pc:docChg>
  </pc:docChgLst>
  <pc:docChgLst>
    <pc:chgData name="Salin Kumar" userId="9ea55fcd-e04b-4ee3-9a41-b760379a9fa2" providerId="ADAL" clId="{D18E5253-1A16-4E27-8181-9B1CD685487F}"/>
    <pc:docChg chg="undo addSld delSld modSld delSection">
      <pc:chgData name="Salin Kumar" userId="9ea55fcd-e04b-4ee3-9a41-b760379a9fa2" providerId="ADAL" clId="{D18E5253-1A16-4E27-8181-9B1CD685487F}" dt="2019-09-23T08:52:19.114" v="100"/>
      <pc:docMkLst>
        <pc:docMk/>
      </pc:docMkLst>
      <pc:sldChg chg="modSp add">
        <pc:chgData name="Salin Kumar" userId="9ea55fcd-e04b-4ee3-9a41-b760379a9fa2" providerId="ADAL" clId="{D18E5253-1A16-4E27-8181-9B1CD685487F}" dt="2019-09-23T08:43:52.313" v="90" actId="1036"/>
        <pc:sldMkLst>
          <pc:docMk/>
          <pc:sldMk cId="1752746780" sldId="1588"/>
        </pc:sldMkLst>
      </pc:sldChg>
      <pc:sldChg chg="add">
        <pc:chgData name="Salin Kumar" userId="9ea55fcd-e04b-4ee3-9a41-b760379a9fa2" providerId="ADAL" clId="{D18E5253-1A16-4E27-8181-9B1CD685487F}" dt="2019-09-23T08:51:34.881" v="93"/>
        <pc:sldMkLst>
          <pc:docMk/>
          <pc:sldMk cId="3033922284" sldId="1589"/>
        </pc:sldMkLst>
      </pc:sldChg>
      <pc:sldChg chg="add">
        <pc:chgData name="Salin Kumar" userId="9ea55fcd-e04b-4ee3-9a41-b760379a9fa2" providerId="ADAL" clId="{D18E5253-1A16-4E27-8181-9B1CD685487F}" dt="2019-09-23T08:51:39.182" v="94"/>
        <pc:sldMkLst>
          <pc:docMk/>
          <pc:sldMk cId="712728468" sldId="1590"/>
        </pc:sldMkLst>
      </pc:sldChg>
      <pc:sldChg chg="add">
        <pc:chgData name="Salin Kumar" userId="9ea55fcd-e04b-4ee3-9a41-b760379a9fa2" providerId="ADAL" clId="{D18E5253-1A16-4E27-8181-9B1CD685487F}" dt="2019-09-23T08:51:43.554" v="95"/>
        <pc:sldMkLst>
          <pc:docMk/>
          <pc:sldMk cId="64542436" sldId="1591"/>
        </pc:sldMkLst>
      </pc:sldChg>
      <pc:sldChg chg="add">
        <pc:chgData name="Salin Kumar" userId="9ea55fcd-e04b-4ee3-9a41-b760379a9fa2" providerId="ADAL" clId="{D18E5253-1A16-4E27-8181-9B1CD685487F}" dt="2019-09-23T08:51:53.396" v="97"/>
        <pc:sldMkLst>
          <pc:docMk/>
          <pc:sldMk cId="4075620533" sldId="1593"/>
        </pc:sldMkLst>
      </pc:sldChg>
      <pc:sldChg chg="add">
        <pc:chgData name="Salin Kumar" userId="9ea55fcd-e04b-4ee3-9a41-b760379a9fa2" providerId="ADAL" clId="{D18E5253-1A16-4E27-8181-9B1CD685487F}" dt="2019-09-23T08:52:14.428" v="99"/>
        <pc:sldMkLst>
          <pc:docMk/>
          <pc:sldMk cId="1769404271" sldId="1594"/>
        </pc:sldMkLst>
      </pc:sldChg>
      <pc:sldChg chg="add">
        <pc:chgData name="Salin Kumar" userId="9ea55fcd-e04b-4ee3-9a41-b760379a9fa2" providerId="ADAL" clId="{D18E5253-1A16-4E27-8181-9B1CD685487F}" dt="2019-09-23T08:52:19.114" v="100"/>
        <pc:sldMkLst>
          <pc:docMk/>
          <pc:sldMk cId="2489168542" sldId="159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0F20E8-6DD5-42A4-8FF3-F6CBD44B6577}" type="doc">
      <dgm:prSet loTypeId="urn:microsoft.com/office/officeart/2009/layout/CircleArrowProcess" loCatId="process" qsTypeId="urn:microsoft.com/office/officeart/2005/8/quickstyle/simple2" qsCatId="simple" csTypeId="urn:microsoft.com/office/officeart/2005/8/colors/colorful2" csCatId="colorful" phldr="1"/>
      <dgm:spPr/>
      <dgm:t>
        <a:bodyPr/>
        <a:lstStyle/>
        <a:p>
          <a:endParaRPr lang="en-US"/>
        </a:p>
      </dgm:t>
    </dgm:pt>
    <dgm:pt modelId="{F6DC7FCE-9E03-4238-BEEE-825FB8EB6D74}">
      <dgm:prSet phldrT="[Text]"/>
      <dgm:spPr/>
      <dgm:t>
        <a:bodyPr/>
        <a:lstStyle/>
        <a:p>
          <a:r>
            <a:rPr lang="en-US" dirty="0"/>
            <a:t>Replicate</a:t>
          </a:r>
        </a:p>
      </dgm:t>
    </dgm:pt>
    <dgm:pt modelId="{761EBC24-6353-44AC-8B67-DF1D0EF56D24}" type="parTrans" cxnId="{2798F864-E161-4000-A650-2DE4E8183C69}">
      <dgm:prSet/>
      <dgm:spPr/>
      <dgm:t>
        <a:bodyPr/>
        <a:lstStyle/>
        <a:p>
          <a:endParaRPr lang="en-US"/>
        </a:p>
      </dgm:t>
    </dgm:pt>
    <dgm:pt modelId="{3D1E812C-00E5-45EA-9F40-405762C3E432}" type="sibTrans" cxnId="{2798F864-E161-4000-A650-2DE4E8183C69}">
      <dgm:prSet/>
      <dgm:spPr/>
      <dgm:t>
        <a:bodyPr/>
        <a:lstStyle/>
        <a:p>
          <a:endParaRPr lang="en-US"/>
        </a:p>
      </dgm:t>
    </dgm:pt>
    <dgm:pt modelId="{225EA2A2-B0A9-4AC4-A6FF-FC5D8A988DCE}">
      <dgm:prSet phldrT="[Text]"/>
      <dgm:spPr/>
      <dgm:t>
        <a:bodyPr/>
        <a:lstStyle/>
        <a:p>
          <a:r>
            <a:rPr lang="en-US" dirty="0"/>
            <a:t>Test</a:t>
          </a:r>
        </a:p>
      </dgm:t>
    </dgm:pt>
    <dgm:pt modelId="{4A6D1D15-B3F3-4252-BF4D-AB9BEF6D3FAF}" type="parTrans" cxnId="{A5D8D8AC-A105-4C3A-8E0F-55AE1E8FBCCD}">
      <dgm:prSet/>
      <dgm:spPr/>
      <dgm:t>
        <a:bodyPr/>
        <a:lstStyle/>
        <a:p>
          <a:endParaRPr lang="en-US"/>
        </a:p>
      </dgm:t>
    </dgm:pt>
    <dgm:pt modelId="{5F6348BB-FAE2-47A0-89CB-FDEC46EB3771}" type="sibTrans" cxnId="{A5D8D8AC-A105-4C3A-8E0F-55AE1E8FBCCD}">
      <dgm:prSet/>
      <dgm:spPr/>
      <dgm:t>
        <a:bodyPr/>
        <a:lstStyle/>
        <a:p>
          <a:endParaRPr lang="en-US"/>
        </a:p>
      </dgm:t>
    </dgm:pt>
    <dgm:pt modelId="{F6E3B5D0-4F9B-419E-85AC-41C78D8BDE58}">
      <dgm:prSet phldrT="[Text]"/>
      <dgm:spPr/>
      <dgm:t>
        <a:bodyPr/>
        <a:lstStyle/>
        <a:p>
          <a:r>
            <a:rPr lang="en-US" dirty="0"/>
            <a:t>Migrate</a:t>
          </a:r>
        </a:p>
      </dgm:t>
    </dgm:pt>
    <dgm:pt modelId="{42E3258A-D4D2-4B13-95F3-89847BF25584}" type="parTrans" cxnId="{C2B7E1FA-1FF6-4B5A-83C2-F20F3213E361}">
      <dgm:prSet/>
      <dgm:spPr/>
      <dgm:t>
        <a:bodyPr/>
        <a:lstStyle/>
        <a:p>
          <a:endParaRPr lang="en-US"/>
        </a:p>
      </dgm:t>
    </dgm:pt>
    <dgm:pt modelId="{7522EA24-F4BF-4B16-B3AF-F3F3338DA6E4}" type="sibTrans" cxnId="{C2B7E1FA-1FF6-4B5A-83C2-F20F3213E361}">
      <dgm:prSet/>
      <dgm:spPr/>
      <dgm:t>
        <a:bodyPr/>
        <a:lstStyle/>
        <a:p>
          <a:endParaRPr lang="en-US"/>
        </a:p>
      </dgm:t>
    </dgm:pt>
    <dgm:pt modelId="{86535F6B-18E0-496E-A87A-2EFB734C6F13}">
      <dgm:prSet phldrT="[Text]"/>
      <dgm:spPr/>
      <dgm:t>
        <a:bodyPr/>
        <a:lstStyle/>
        <a:p>
          <a:r>
            <a:rPr lang="en-US" dirty="0"/>
            <a:t>Plan</a:t>
          </a:r>
        </a:p>
      </dgm:t>
    </dgm:pt>
    <dgm:pt modelId="{A237F028-FC11-4DB8-8798-F68B04096A3A}" type="parTrans" cxnId="{4E0E6C3D-5E9E-406B-9F73-D34CEADD6C2F}">
      <dgm:prSet/>
      <dgm:spPr/>
      <dgm:t>
        <a:bodyPr/>
        <a:lstStyle/>
        <a:p>
          <a:endParaRPr lang="en-IN"/>
        </a:p>
      </dgm:t>
    </dgm:pt>
    <dgm:pt modelId="{FC0DAC09-449A-44A0-B4E6-7350FED00FDD}" type="sibTrans" cxnId="{4E0E6C3D-5E9E-406B-9F73-D34CEADD6C2F}">
      <dgm:prSet/>
      <dgm:spPr/>
      <dgm:t>
        <a:bodyPr/>
        <a:lstStyle/>
        <a:p>
          <a:endParaRPr lang="en-IN"/>
        </a:p>
      </dgm:t>
    </dgm:pt>
    <dgm:pt modelId="{7369263C-B1CA-4261-A8C1-5A7C19D82CA6}" type="pres">
      <dgm:prSet presAssocID="{830F20E8-6DD5-42A4-8FF3-F6CBD44B6577}" presName="Name0" presStyleCnt="0">
        <dgm:presLayoutVars>
          <dgm:chMax val="7"/>
          <dgm:chPref val="7"/>
          <dgm:dir/>
          <dgm:animLvl val="lvl"/>
        </dgm:presLayoutVars>
      </dgm:prSet>
      <dgm:spPr/>
    </dgm:pt>
    <dgm:pt modelId="{E19C48AE-C5D3-49CB-9D74-7116C57A8CFB}" type="pres">
      <dgm:prSet presAssocID="{86535F6B-18E0-496E-A87A-2EFB734C6F13}" presName="Accent1" presStyleCnt="0"/>
      <dgm:spPr/>
    </dgm:pt>
    <dgm:pt modelId="{AFCE9908-1EA6-4935-988F-963FE035EC64}" type="pres">
      <dgm:prSet presAssocID="{86535F6B-18E0-496E-A87A-2EFB734C6F13}" presName="Accent" presStyleLbl="node1" presStyleIdx="0" presStyleCnt="4"/>
      <dgm:spPr/>
    </dgm:pt>
    <dgm:pt modelId="{AD5CEAB1-288A-454F-9242-BA496B547299}" type="pres">
      <dgm:prSet presAssocID="{86535F6B-18E0-496E-A87A-2EFB734C6F13}" presName="Parent1" presStyleLbl="revTx" presStyleIdx="0" presStyleCnt="4">
        <dgm:presLayoutVars>
          <dgm:chMax val="1"/>
          <dgm:chPref val="1"/>
          <dgm:bulletEnabled val="1"/>
        </dgm:presLayoutVars>
      </dgm:prSet>
      <dgm:spPr/>
    </dgm:pt>
    <dgm:pt modelId="{7FA293B7-812F-41DB-96FB-4DA899AC2F9B}" type="pres">
      <dgm:prSet presAssocID="{F6DC7FCE-9E03-4238-BEEE-825FB8EB6D74}" presName="Accent2" presStyleCnt="0"/>
      <dgm:spPr/>
    </dgm:pt>
    <dgm:pt modelId="{EB987A10-934F-4029-95A7-6EDF0FE314C2}" type="pres">
      <dgm:prSet presAssocID="{F6DC7FCE-9E03-4238-BEEE-825FB8EB6D74}" presName="Accent" presStyleLbl="node1" presStyleIdx="1" presStyleCnt="4"/>
      <dgm:spPr/>
    </dgm:pt>
    <dgm:pt modelId="{53F0BAAC-B872-406A-9962-FDF159401D6D}" type="pres">
      <dgm:prSet presAssocID="{F6DC7FCE-9E03-4238-BEEE-825FB8EB6D74}" presName="Parent2" presStyleLbl="revTx" presStyleIdx="1" presStyleCnt="4">
        <dgm:presLayoutVars>
          <dgm:chMax val="1"/>
          <dgm:chPref val="1"/>
          <dgm:bulletEnabled val="1"/>
        </dgm:presLayoutVars>
      </dgm:prSet>
      <dgm:spPr/>
    </dgm:pt>
    <dgm:pt modelId="{5C978B65-FD9C-436C-84C9-DAA677D459D7}" type="pres">
      <dgm:prSet presAssocID="{225EA2A2-B0A9-4AC4-A6FF-FC5D8A988DCE}" presName="Accent3" presStyleCnt="0"/>
      <dgm:spPr/>
    </dgm:pt>
    <dgm:pt modelId="{BD8214CB-F2D0-49DA-9E57-3A772C43F064}" type="pres">
      <dgm:prSet presAssocID="{225EA2A2-B0A9-4AC4-A6FF-FC5D8A988DCE}" presName="Accent" presStyleLbl="node1" presStyleIdx="2" presStyleCnt="4"/>
      <dgm:spPr>
        <a:solidFill>
          <a:schemeClr val="accent6"/>
        </a:solidFill>
      </dgm:spPr>
    </dgm:pt>
    <dgm:pt modelId="{CC1DCBEF-225B-4068-8955-F4CE3277FCF6}" type="pres">
      <dgm:prSet presAssocID="{225EA2A2-B0A9-4AC4-A6FF-FC5D8A988DCE}" presName="Parent3" presStyleLbl="revTx" presStyleIdx="2" presStyleCnt="4">
        <dgm:presLayoutVars>
          <dgm:chMax val="1"/>
          <dgm:chPref val="1"/>
          <dgm:bulletEnabled val="1"/>
        </dgm:presLayoutVars>
      </dgm:prSet>
      <dgm:spPr/>
    </dgm:pt>
    <dgm:pt modelId="{CD61F8B0-DDC7-4BAD-A417-AB766CC06D97}" type="pres">
      <dgm:prSet presAssocID="{F6E3B5D0-4F9B-419E-85AC-41C78D8BDE58}" presName="Accent4" presStyleCnt="0"/>
      <dgm:spPr/>
    </dgm:pt>
    <dgm:pt modelId="{79A7EDC5-AF8F-4905-B1A7-981EBB66428B}" type="pres">
      <dgm:prSet presAssocID="{F6E3B5D0-4F9B-419E-85AC-41C78D8BDE58}" presName="Accent" presStyleLbl="node1" presStyleIdx="3" presStyleCnt="4"/>
      <dgm:spPr>
        <a:solidFill>
          <a:srgbClr val="92D050"/>
        </a:solidFill>
      </dgm:spPr>
    </dgm:pt>
    <dgm:pt modelId="{1F3D7D43-D2AA-4BA6-8652-C107EC6B27BA}" type="pres">
      <dgm:prSet presAssocID="{F6E3B5D0-4F9B-419E-85AC-41C78D8BDE58}" presName="Parent4" presStyleLbl="revTx" presStyleIdx="3" presStyleCnt="4">
        <dgm:presLayoutVars>
          <dgm:chMax val="1"/>
          <dgm:chPref val="1"/>
          <dgm:bulletEnabled val="1"/>
        </dgm:presLayoutVars>
      </dgm:prSet>
      <dgm:spPr/>
    </dgm:pt>
  </dgm:ptLst>
  <dgm:cxnLst>
    <dgm:cxn modelId="{4E0E6C3D-5E9E-406B-9F73-D34CEADD6C2F}" srcId="{830F20E8-6DD5-42A4-8FF3-F6CBD44B6577}" destId="{86535F6B-18E0-496E-A87A-2EFB734C6F13}" srcOrd="0" destOrd="0" parTransId="{A237F028-FC11-4DB8-8798-F68B04096A3A}" sibTransId="{FC0DAC09-449A-44A0-B4E6-7350FED00FDD}"/>
    <dgm:cxn modelId="{E4BDF25C-CD55-478A-A903-8DEA16C76434}" type="presOf" srcId="{830F20E8-6DD5-42A4-8FF3-F6CBD44B6577}" destId="{7369263C-B1CA-4261-A8C1-5A7C19D82CA6}" srcOrd="0" destOrd="0" presId="urn:microsoft.com/office/officeart/2009/layout/CircleArrowProcess"/>
    <dgm:cxn modelId="{2798F864-E161-4000-A650-2DE4E8183C69}" srcId="{830F20E8-6DD5-42A4-8FF3-F6CBD44B6577}" destId="{F6DC7FCE-9E03-4238-BEEE-825FB8EB6D74}" srcOrd="1" destOrd="0" parTransId="{761EBC24-6353-44AC-8B67-DF1D0EF56D24}" sibTransId="{3D1E812C-00E5-45EA-9F40-405762C3E432}"/>
    <dgm:cxn modelId="{EECAE053-27C5-4ADF-B89E-E14161747844}" type="presOf" srcId="{225EA2A2-B0A9-4AC4-A6FF-FC5D8A988DCE}" destId="{CC1DCBEF-225B-4068-8955-F4CE3277FCF6}" srcOrd="0" destOrd="0" presId="urn:microsoft.com/office/officeart/2009/layout/CircleArrowProcess"/>
    <dgm:cxn modelId="{012DC4A3-BD8A-4EDB-AAA8-55487B4966B8}" type="presOf" srcId="{F6DC7FCE-9E03-4238-BEEE-825FB8EB6D74}" destId="{53F0BAAC-B872-406A-9962-FDF159401D6D}" srcOrd="0" destOrd="0" presId="urn:microsoft.com/office/officeart/2009/layout/CircleArrowProcess"/>
    <dgm:cxn modelId="{A5D8D8AC-A105-4C3A-8E0F-55AE1E8FBCCD}" srcId="{830F20E8-6DD5-42A4-8FF3-F6CBD44B6577}" destId="{225EA2A2-B0A9-4AC4-A6FF-FC5D8A988DCE}" srcOrd="2" destOrd="0" parTransId="{4A6D1D15-B3F3-4252-BF4D-AB9BEF6D3FAF}" sibTransId="{5F6348BB-FAE2-47A0-89CB-FDEC46EB3771}"/>
    <dgm:cxn modelId="{0A5DBBB1-EEE0-40A4-A867-ABD5B3B79B9A}" type="presOf" srcId="{F6E3B5D0-4F9B-419E-85AC-41C78D8BDE58}" destId="{1F3D7D43-D2AA-4BA6-8652-C107EC6B27BA}" srcOrd="0" destOrd="0" presId="urn:microsoft.com/office/officeart/2009/layout/CircleArrowProcess"/>
    <dgm:cxn modelId="{A8CE55E3-8313-48EE-BF69-344E2304BC1A}" type="presOf" srcId="{86535F6B-18E0-496E-A87A-2EFB734C6F13}" destId="{AD5CEAB1-288A-454F-9242-BA496B547299}" srcOrd="0" destOrd="0" presId="urn:microsoft.com/office/officeart/2009/layout/CircleArrowProcess"/>
    <dgm:cxn modelId="{C2B7E1FA-1FF6-4B5A-83C2-F20F3213E361}" srcId="{830F20E8-6DD5-42A4-8FF3-F6CBD44B6577}" destId="{F6E3B5D0-4F9B-419E-85AC-41C78D8BDE58}" srcOrd="3" destOrd="0" parTransId="{42E3258A-D4D2-4B13-95F3-89847BF25584}" sibTransId="{7522EA24-F4BF-4B16-B3AF-F3F3338DA6E4}"/>
    <dgm:cxn modelId="{E578E48D-A560-45C7-BCDC-F73CB3924E62}" type="presParOf" srcId="{7369263C-B1CA-4261-A8C1-5A7C19D82CA6}" destId="{E19C48AE-C5D3-49CB-9D74-7116C57A8CFB}" srcOrd="0" destOrd="0" presId="urn:microsoft.com/office/officeart/2009/layout/CircleArrowProcess"/>
    <dgm:cxn modelId="{B2004467-64A0-43AB-857F-0F18BCA5D286}" type="presParOf" srcId="{E19C48AE-C5D3-49CB-9D74-7116C57A8CFB}" destId="{AFCE9908-1EA6-4935-988F-963FE035EC64}" srcOrd="0" destOrd="0" presId="urn:microsoft.com/office/officeart/2009/layout/CircleArrowProcess"/>
    <dgm:cxn modelId="{4E695AE2-0129-4140-B5E9-357DD9167489}" type="presParOf" srcId="{7369263C-B1CA-4261-A8C1-5A7C19D82CA6}" destId="{AD5CEAB1-288A-454F-9242-BA496B547299}" srcOrd="1" destOrd="0" presId="urn:microsoft.com/office/officeart/2009/layout/CircleArrowProcess"/>
    <dgm:cxn modelId="{B67A64C8-94F5-4DB0-9779-4C05E391803E}" type="presParOf" srcId="{7369263C-B1CA-4261-A8C1-5A7C19D82CA6}" destId="{7FA293B7-812F-41DB-96FB-4DA899AC2F9B}" srcOrd="2" destOrd="0" presId="urn:microsoft.com/office/officeart/2009/layout/CircleArrowProcess"/>
    <dgm:cxn modelId="{3462C30F-0962-43E6-8A40-C738DD62C3A0}" type="presParOf" srcId="{7FA293B7-812F-41DB-96FB-4DA899AC2F9B}" destId="{EB987A10-934F-4029-95A7-6EDF0FE314C2}" srcOrd="0" destOrd="0" presId="urn:microsoft.com/office/officeart/2009/layout/CircleArrowProcess"/>
    <dgm:cxn modelId="{9AE2DD07-263A-48CB-B658-91E79687F62A}" type="presParOf" srcId="{7369263C-B1CA-4261-A8C1-5A7C19D82CA6}" destId="{53F0BAAC-B872-406A-9962-FDF159401D6D}" srcOrd="3" destOrd="0" presId="urn:microsoft.com/office/officeart/2009/layout/CircleArrowProcess"/>
    <dgm:cxn modelId="{E2E7B00C-B6B9-4DAF-9530-6F408F287A80}" type="presParOf" srcId="{7369263C-B1CA-4261-A8C1-5A7C19D82CA6}" destId="{5C978B65-FD9C-436C-84C9-DAA677D459D7}" srcOrd="4" destOrd="0" presId="urn:microsoft.com/office/officeart/2009/layout/CircleArrowProcess"/>
    <dgm:cxn modelId="{88291FC9-695B-46C3-9F5F-ABC0F16275F5}" type="presParOf" srcId="{5C978B65-FD9C-436C-84C9-DAA677D459D7}" destId="{BD8214CB-F2D0-49DA-9E57-3A772C43F064}" srcOrd="0" destOrd="0" presId="urn:microsoft.com/office/officeart/2009/layout/CircleArrowProcess"/>
    <dgm:cxn modelId="{67257DA2-CACE-4095-84C4-0BCBA88A8FE4}" type="presParOf" srcId="{7369263C-B1CA-4261-A8C1-5A7C19D82CA6}" destId="{CC1DCBEF-225B-4068-8955-F4CE3277FCF6}" srcOrd="5" destOrd="0" presId="urn:microsoft.com/office/officeart/2009/layout/CircleArrowProcess"/>
    <dgm:cxn modelId="{52917B54-4405-445E-B83A-5F823F14E871}" type="presParOf" srcId="{7369263C-B1CA-4261-A8C1-5A7C19D82CA6}" destId="{CD61F8B0-DDC7-4BAD-A417-AB766CC06D97}" srcOrd="6" destOrd="0" presId="urn:microsoft.com/office/officeart/2009/layout/CircleArrowProcess"/>
    <dgm:cxn modelId="{1E24D7DF-7FF0-49BE-A46B-65E4CB373973}" type="presParOf" srcId="{CD61F8B0-DDC7-4BAD-A417-AB766CC06D97}" destId="{79A7EDC5-AF8F-4905-B1A7-981EBB66428B}" srcOrd="0" destOrd="0" presId="urn:microsoft.com/office/officeart/2009/layout/CircleArrowProcess"/>
    <dgm:cxn modelId="{7FA3F524-9364-43CD-8BAC-45CBA895EDAE}" type="presParOf" srcId="{7369263C-B1CA-4261-A8C1-5A7C19D82CA6}" destId="{1F3D7D43-D2AA-4BA6-8652-C107EC6B27BA}" srcOrd="7"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CE9908-1EA6-4935-988F-963FE035EC64}">
      <dsp:nvSpPr>
        <dsp:cNvPr id="0" name=""/>
        <dsp:cNvSpPr/>
      </dsp:nvSpPr>
      <dsp:spPr>
        <a:xfrm>
          <a:off x="1344587" y="0"/>
          <a:ext cx="2083845" cy="2084057"/>
        </a:xfrm>
        <a:prstGeom prst="circularArrow">
          <a:avLst>
            <a:gd name="adj1" fmla="val 10980"/>
            <a:gd name="adj2" fmla="val 1142322"/>
            <a:gd name="adj3" fmla="val 4500000"/>
            <a:gd name="adj4" fmla="val 10800000"/>
            <a:gd name="adj5" fmla="val 12500"/>
          </a:avLst>
        </a:prstGeom>
        <a:solidFill>
          <a:schemeClr val="accent2">
            <a:hueOff val="0"/>
            <a:satOff val="0"/>
            <a:lumOff val="0"/>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AD5CEAB1-288A-454F-9242-BA496B547299}">
      <dsp:nvSpPr>
        <dsp:cNvPr id="0" name=""/>
        <dsp:cNvSpPr/>
      </dsp:nvSpPr>
      <dsp:spPr>
        <a:xfrm>
          <a:off x="1804667" y="754372"/>
          <a:ext cx="1162903" cy="58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Plan</a:t>
          </a:r>
        </a:p>
      </dsp:txBody>
      <dsp:txXfrm>
        <a:off x="1804667" y="754372"/>
        <a:ext cx="1162903" cy="581391"/>
      </dsp:txXfrm>
    </dsp:sp>
    <dsp:sp modelId="{EB987A10-934F-4029-95A7-6EDF0FE314C2}">
      <dsp:nvSpPr>
        <dsp:cNvPr id="0" name=""/>
        <dsp:cNvSpPr/>
      </dsp:nvSpPr>
      <dsp:spPr>
        <a:xfrm>
          <a:off x="765676" y="1197600"/>
          <a:ext cx="2083845" cy="2084057"/>
        </a:xfrm>
        <a:prstGeom prst="leftCircularArrow">
          <a:avLst>
            <a:gd name="adj1" fmla="val 10980"/>
            <a:gd name="adj2" fmla="val 1142322"/>
            <a:gd name="adj3" fmla="val 6300000"/>
            <a:gd name="adj4" fmla="val 18900000"/>
            <a:gd name="adj5" fmla="val 12500"/>
          </a:avLst>
        </a:prstGeom>
        <a:solidFill>
          <a:schemeClr val="accent2">
            <a:hueOff val="-3746672"/>
            <a:satOff val="-7617"/>
            <a:lumOff val="-2615"/>
            <a:alphaOff val="0"/>
          </a:schemeClr>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53F0BAAC-B872-406A-9962-FDF159401D6D}">
      <dsp:nvSpPr>
        <dsp:cNvPr id="0" name=""/>
        <dsp:cNvSpPr/>
      </dsp:nvSpPr>
      <dsp:spPr>
        <a:xfrm>
          <a:off x="1223410" y="1954183"/>
          <a:ext cx="1162903" cy="58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Replicate</a:t>
          </a:r>
        </a:p>
      </dsp:txBody>
      <dsp:txXfrm>
        <a:off x="1223410" y="1954183"/>
        <a:ext cx="1162903" cy="581391"/>
      </dsp:txXfrm>
    </dsp:sp>
    <dsp:sp modelId="{BD8214CB-F2D0-49DA-9E57-3A772C43F064}">
      <dsp:nvSpPr>
        <dsp:cNvPr id="0" name=""/>
        <dsp:cNvSpPr/>
      </dsp:nvSpPr>
      <dsp:spPr>
        <a:xfrm>
          <a:off x="1344587" y="2399622"/>
          <a:ext cx="2083845" cy="2084057"/>
        </a:xfrm>
        <a:prstGeom prst="circularArrow">
          <a:avLst>
            <a:gd name="adj1" fmla="val 10980"/>
            <a:gd name="adj2" fmla="val 1142322"/>
            <a:gd name="adj3" fmla="val 4500000"/>
            <a:gd name="adj4" fmla="val 13500000"/>
            <a:gd name="adj5" fmla="val 12500"/>
          </a:avLst>
        </a:prstGeom>
        <a:solidFill>
          <a:schemeClr val="accent6"/>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CC1DCBEF-225B-4068-8955-F4CE3277FCF6}">
      <dsp:nvSpPr>
        <dsp:cNvPr id="0" name=""/>
        <dsp:cNvSpPr/>
      </dsp:nvSpPr>
      <dsp:spPr>
        <a:xfrm>
          <a:off x="1804667" y="3153995"/>
          <a:ext cx="1162903" cy="58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Test</a:t>
          </a:r>
        </a:p>
      </dsp:txBody>
      <dsp:txXfrm>
        <a:off x="1804667" y="3153995"/>
        <a:ext cx="1162903" cy="581391"/>
      </dsp:txXfrm>
    </dsp:sp>
    <dsp:sp modelId="{79A7EDC5-AF8F-4905-B1A7-981EBB66428B}">
      <dsp:nvSpPr>
        <dsp:cNvPr id="0" name=""/>
        <dsp:cNvSpPr/>
      </dsp:nvSpPr>
      <dsp:spPr>
        <a:xfrm>
          <a:off x="914215" y="3735387"/>
          <a:ext cx="1790285" cy="1791150"/>
        </a:xfrm>
        <a:prstGeom prst="blockArc">
          <a:avLst>
            <a:gd name="adj1" fmla="val 0"/>
            <a:gd name="adj2" fmla="val 18900000"/>
            <a:gd name="adj3" fmla="val 12740"/>
          </a:avLst>
        </a:prstGeom>
        <a:solidFill>
          <a:srgbClr val="92D050"/>
        </a:solidFill>
        <a:ln w="1714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1F3D7D43-D2AA-4BA6-8652-C107EC6B27BA}">
      <dsp:nvSpPr>
        <dsp:cNvPr id="0" name=""/>
        <dsp:cNvSpPr/>
      </dsp:nvSpPr>
      <dsp:spPr>
        <a:xfrm>
          <a:off x="1223410" y="4353806"/>
          <a:ext cx="1162903" cy="5813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Migrate</a:t>
          </a:r>
        </a:p>
      </dsp:txBody>
      <dsp:txXfrm>
        <a:off x="1223410" y="4353806"/>
        <a:ext cx="1162903" cy="581391"/>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F47189-32C2-4FD6-9574-EABC8E2879EF}" type="datetime8">
              <a:rPr lang="en-US" smtClean="0">
                <a:latin typeface="Segoe UI" pitchFamily="34" charset="0"/>
              </a:rPr>
              <a:t>6/17/2025 3:30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MOTC - Confidential</a:t>
            </a:r>
            <a:endPar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72FEC49E-D386-4400-BF2C-F10AFE14B7CE}" type="datetime8">
              <a:rPr lang="en-US" smtClean="0"/>
              <a:t>6/17/2025 3:30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5599A20D-D07F-4071-A96A-3C4E628F0D61}"/>
              </a:ext>
            </a:extLst>
          </p:cNvPr>
          <p:cNvSpPr>
            <a:spLocks noGrp="1"/>
          </p:cNvSpPr>
          <p:nvPr>
            <p:ph type="sldNum" sz="quarter" idx="5"/>
          </p:nvPr>
        </p:nvSpPr>
        <p:spPr/>
        <p:txBody>
          <a:bodyPr/>
          <a:lstStyle/>
          <a:p>
            <a:fld id="{B4008EB6-D09E-4580-8CD6-DDB14511944F}" type="slidenum">
              <a:rPr lang="en-US" smtClean="0"/>
              <a:pPr/>
              <a:t>1</a:t>
            </a:fld>
            <a:endParaRPr lang="en-US" dirty="0"/>
          </a:p>
        </p:txBody>
      </p:sp>
      <p:sp>
        <p:nvSpPr>
          <p:cNvPr id="6" name="Date Placeholder 5">
            <a:extLst>
              <a:ext uri="{FF2B5EF4-FFF2-40B4-BE49-F238E27FC236}">
                <a16:creationId xmlns:a16="http://schemas.microsoft.com/office/drawing/2014/main" id="{2D25F8B4-52A4-4E86-A34D-629C3E037C5C}"/>
              </a:ext>
            </a:extLst>
          </p:cNvPr>
          <p:cNvSpPr>
            <a:spLocks noGrp="1"/>
          </p:cNvSpPr>
          <p:nvPr>
            <p:ph type="dt" idx="1"/>
          </p:nvPr>
        </p:nvSpPr>
        <p:spPr/>
        <p:txBody>
          <a:bodyPr/>
          <a:lstStyle/>
          <a:p>
            <a:fld id="{1BFA4D4D-B050-40C7-AD56-2FB62E5B4BF3}" type="datetime8">
              <a:rPr lang="en-US" smtClean="0"/>
              <a:t>6/17/2025 3:30 PM</a:t>
            </a:fld>
            <a:endParaRPr lang="en-US" dirty="0"/>
          </a:p>
        </p:txBody>
      </p:sp>
    </p:spTree>
    <p:extLst>
      <p:ext uri="{BB962C8B-B14F-4D97-AF65-F5344CB8AC3E}">
        <p14:creationId xmlns:p14="http://schemas.microsoft.com/office/powerpoint/2010/main" val="1743785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a:extLst>
              <a:ext uri="{FF2B5EF4-FFF2-40B4-BE49-F238E27FC236}">
                <a16:creationId xmlns:a16="http://schemas.microsoft.com/office/drawing/2014/main" id="{00985BA1-6EE4-401D-814F-3E83C3D8C403}"/>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44AA4DE1-E939-457D-A3A9-85208C562B5B}"/>
              </a:ext>
            </a:extLst>
          </p:cNvPr>
          <p:cNvSpPr>
            <a:spLocks noGrp="1"/>
          </p:cNvSpPr>
          <p:nvPr>
            <p:ph type="sldNum" sz="quarter" idx="5"/>
          </p:nvPr>
        </p:nvSpPr>
        <p:spPr/>
        <p:txBody>
          <a:bodyPr/>
          <a:lstStyle/>
          <a:p>
            <a:fld id="{B4008EB6-D09E-4580-8CD6-DDB14511944F}" type="slidenum">
              <a:rPr lang="en-US" smtClean="0"/>
              <a:pPr/>
              <a:t>2</a:t>
            </a:fld>
            <a:endParaRPr lang="en-US" dirty="0"/>
          </a:p>
        </p:txBody>
      </p:sp>
      <p:sp>
        <p:nvSpPr>
          <p:cNvPr id="6" name="Date Placeholder 5">
            <a:extLst>
              <a:ext uri="{FF2B5EF4-FFF2-40B4-BE49-F238E27FC236}">
                <a16:creationId xmlns:a16="http://schemas.microsoft.com/office/drawing/2014/main" id="{112C4CD9-F262-4DC6-8F97-8FF162D51399}"/>
              </a:ext>
            </a:extLst>
          </p:cNvPr>
          <p:cNvSpPr>
            <a:spLocks noGrp="1"/>
          </p:cNvSpPr>
          <p:nvPr>
            <p:ph type="dt" idx="1"/>
          </p:nvPr>
        </p:nvSpPr>
        <p:spPr/>
        <p:txBody>
          <a:bodyPr/>
          <a:lstStyle/>
          <a:p>
            <a:fld id="{8A16D18D-1DAB-4F69-B49C-451222C3733C}" type="datetime8">
              <a:rPr lang="en-US" smtClean="0"/>
              <a:t>6/17/2025 3:30 PM</a:t>
            </a:fld>
            <a:endParaRPr lang="en-US" dirty="0"/>
          </a:p>
        </p:txBody>
      </p:sp>
    </p:spTree>
    <p:extLst>
      <p:ext uri="{BB962C8B-B14F-4D97-AF65-F5344CB8AC3E}">
        <p14:creationId xmlns:p14="http://schemas.microsoft.com/office/powerpoint/2010/main" val="2304182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Footer Placeholder 5"/>
          <p:cNvSpPr>
            <a:spLocks noGrp="1"/>
          </p:cNvSpPr>
          <p:nvPr>
            <p:ph type="ftr" sz="quarter" idx="12"/>
          </p:nvPr>
        </p:nvSpPr>
        <p:spPr>
          <a:xfrm>
            <a:off x="0" y="8685213"/>
            <a:ext cx="6172200" cy="457200"/>
          </a:xfrm>
          <a:prstGeom prst="rect">
            <a:avLst/>
          </a:prstGeom>
        </p:spPr>
        <p:txBody>
          <a:bodyPr/>
          <a:lstStyle/>
          <a:p>
            <a:r>
              <a:rPr lang="en-US">
                <a:solidFill>
                  <a:srgbClr val="000000"/>
                </a:solidFill>
                <a:latin typeface="Segoe UI" pitchFamily="34" charset="0"/>
              </a:rPr>
              <a:t>MOTC - Confidential</a:t>
            </a:r>
            <a:endParaRPr lang="en-US" dirty="0">
              <a:solidFill>
                <a:srgbClr val="000000"/>
              </a:solidFill>
              <a:latin typeface="Segoe UI" pitchFamily="34" charset="0"/>
            </a:endParaRPr>
          </a:p>
        </p:txBody>
      </p:sp>
      <p:sp>
        <p:nvSpPr>
          <p:cNvPr id="4" name="Slide Number Placeholder 3">
            <a:extLst>
              <a:ext uri="{FF2B5EF4-FFF2-40B4-BE49-F238E27FC236}">
                <a16:creationId xmlns:a16="http://schemas.microsoft.com/office/drawing/2014/main" id="{D3C489B7-77B8-4DA5-8689-A2BF75AC7A31}"/>
              </a:ext>
            </a:extLst>
          </p:cNvPr>
          <p:cNvSpPr>
            <a:spLocks noGrp="1"/>
          </p:cNvSpPr>
          <p:nvPr>
            <p:ph type="sldNum" sz="quarter" idx="5"/>
          </p:nvPr>
        </p:nvSpPr>
        <p:spPr/>
        <p:txBody>
          <a:bodyPr/>
          <a:lstStyle/>
          <a:p>
            <a:fld id="{B4008EB6-D09E-4580-8CD6-DDB14511944F}" type="slidenum">
              <a:rPr lang="en-US" smtClean="0"/>
              <a:pPr/>
              <a:t>6</a:t>
            </a:fld>
            <a:endParaRPr lang="en-US" dirty="0"/>
          </a:p>
        </p:txBody>
      </p:sp>
      <p:sp>
        <p:nvSpPr>
          <p:cNvPr id="5" name="Date Placeholder 4">
            <a:extLst>
              <a:ext uri="{FF2B5EF4-FFF2-40B4-BE49-F238E27FC236}">
                <a16:creationId xmlns:a16="http://schemas.microsoft.com/office/drawing/2014/main" id="{86207A39-4DD4-4D9E-B6E6-CE130BD0B1D2}"/>
              </a:ext>
            </a:extLst>
          </p:cNvPr>
          <p:cNvSpPr>
            <a:spLocks noGrp="1"/>
          </p:cNvSpPr>
          <p:nvPr>
            <p:ph type="dt" idx="1"/>
          </p:nvPr>
        </p:nvSpPr>
        <p:spPr/>
        <p:txBody>
          <a:bodyPr/>
          <a:lstStyle/>
          <a:p>
            <a:fld id="{53469CEE-5BBD-4C45-9235-4E96F239694C}" type="datetime8">
              <a:rPr lang="en-US" smtClean="0"/>
              <a:t>6/17/2025 3:30 PM</a:t>
            </a:fld>
            <a:endParaRPr lang="en-US" dirty="0"/>
          </a:p>
        </p:txBody>
      </p:sp>
    </p:spTree>
    <p:extLst>
      <p:ext uri="{BB962C8B-B14F-4D97-AF65-F5344CB8AC3E}">
        <p14:creationId xmlns:p14="http://schemas.microsoft.com/office/powerpoint/2010/main" val="4056951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6" name="Footer Placeholder 5"/>
          <p:cNvSpPr>
            <a:spLocks noGrp="1"/>
          </p:cNvSpPr>
          <p:nvPr>
            <p:ph type="ftr" sz="quarter" idx="12"/>
          </p:nvPr>
        </p:nvSpPr>
        <p:spPr>
          <a:xfrm>
            <a:off x="0" y="8685213"/>
            <a:ext cx="6172200" cy="457200"/>
          </a:xfrm>
          <a:prstGeom prst="rect">
            <a:avLst/>
          </a:prstGeom>
        </p:spPr>
        <p:txBody>
          <a:bodyPr/>
          <a:lstStyle/>
          <a:p>
            <a:r>
              <a:rPr lang="en-US">
                <a:solidFill>
                  <a:srgbClr val="000000"/>
                </a:solidFill>
                <a:latin typeface="Segoe UI" pitchFamily="34" charset="0"/>
              </a:rPr>
              <a:t>MOTC - Confidential</a:t>
            </a:r>
            <a:endParaRPr lang="en-US" dirty="0">
              <a:solidFill>
                <a:srgbClr val="000000"/>
              </a:solidFill>
              <a:latin typeface="Segoe UI" pitchFamily="34" charset="0"/>
            </a:endParaRPr>
          </a:p>
        </p:txBody>
      </p:sp>
      <p:sp>
        <p:nvSpPr>
          <p:cNvPr id="4" name="Slide Number Placeholder 3">
            <a:extLst>
              <a:ext uri="{FF2B5EF4-FFF2-40B4-BE49-F238E27FC236}">
                <a16:creationId xmlns:a16="http://schemas.microsoft.com/office/drawing/2014/main" id="{B4D231E1-999E-4A06-8DE0-EED9CD6104DF}"/>
              </a:ext>
            </a:extLst>
          </p:cNvPr>
          <p:cNvSpPr>
            <a:spLocks noGrp="1"/>
          </p:cNvSpPr>
          <p:nvPr>
            <p:ph type="sldNum" sz="quarter" idx="5"/>
          </p:nvPr>
        </p:nvSpPr>
        <p:spPr/>
        <p:txBody>
          <a:bodyPr/>
          <a:lstStyle/>
          <a:p>
            <a:fld id="{B4008EB6-D09E-4580-8CD6-DDB14511944F}" type="slidenum">
              <a:rPr lang="en-US" smtClean="0"/>
              <a:pPr/>
              <a:t>7</a:t>
            </a:fld>
            <a:endParaRPr lang="en-US" dirty="0"/>
          </a:p>
        </p:txBody>
      </p:sp>
      <p:sp>
        <p:nvSpPr>
          <p:cNvPr id="5" name="Date Placeholder 4">
            <a:extLst>
              <a:ext uri="{FF2B5EF4-FFF2-40B4-BE49-F238E27FC236}">
                <a16:creationId xmlns:a16="http://schemas.microsoft.com/office/drawing/2014/main" id="{33E82BB3-E623-4E57-9D95-8C794F6ED072}"/>
              </a:ext>
            </a:extLst>
          </p:cNvPr>
          <p:cNvSpPr>
            <a:spLocks noGrp="1"/>
          </p:cNvSpPr>
          <p:nvPr>
            <p:ph type="dt" idx="1"/>
          </p:nvPr>
        </p:nvSpPr>
        <p:spPr/>
        <p:txBody>
          <a:bodyPr/>
          <a:lstStyle/>
          <a:p>
            <a:fld id="{C97632C5-EAF9-499F-AF3A-A2B9511A95DB}" type="datetime8">
              <a:rPr lang="en-US" smtClean="0"/>
              <a:t>6/17/2025 3:30 PM</a:t>
            </a:fld>
            <a:endParaRPr lang="en-US" dirty="0"/>
          </a:p>
        </p:txBody>
      </p:sp>
    </p:spTree>
    <p:extLst>
      <p:ext uri="{BB962C8B-B14F-4D97-AF65-F5344CB8AC3E}">
        <p14:creationId xmlns:p14="http://schemas.microsoft.com/office/powerpoint/2010/main" val="4056951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pPr marL="0" marR="0" lvl="0" indent="0" algn="l" defTabSz="931774" rtl="0" eaLnBrk="1" fontAlgn="auto" latinLnBrk="0" hangingPunct="1">
              <a:lnSpc>
                <a:spcPct val="100000"/>
              </a:lnSpc>
              <a:spcBef>
                <a:spcPts val="0"/>
              </a:spcBef>
              <a:spcAft>
                <a:spcPts val="0"/>
              </a:spcAft>
              <a:buClrTx/>
              <a:buSzTx/>
              <a:buFontTx/>
              <a:buNone/>
              <a:tabLst/>
              <a:defRPr/>
            </a:pPr>
            <a:r>
              <a:rPr kumimoji="0" lang="en-US" altLang="en-US" sz="1800" b="0" i="0" u="none" strike="noStrike" kern="0" cap="none" spc="0" normalizeH="0" baseline="0" noProof="0">
                <a:ln>
                  <a:noFill/>
                </a:ln>
                <a:solidFill>
                  <a:sysClr val="windowText" lastClr="000000"/>
                </a:solidFill>
                <a:effectLst/>
                <a:uLnTx/>
                <a:uFillTx/>
                <a:latin typeface="Calibri"/>
                <a:ea typeface="+mn-ea"/>
                <a:cs typeface="+mn-cs"/>
              </a:rPr>
              <a:t>MOTC - Confidential</a:t>
            </a:r>
          </a:p>
        </p:txBody>
      </p:sp>
      <p:sp>
        <p:nvSpPr>
          <p:cNvPr id="4" name="Slide Number Placeholder 3">
            <a:extLst>
              <a:ext uri="{FF2B5EF4-FFF2-40B4-BE49-F238E27FC236}">
                <a16:creationId xmlns:a16="http://schemas.microsoft.com/office/drawing/2014/main" id="{5A0E7E6D-4B39-435D-9487-A5A9D9942ED9}"/>
              </a:ext>
            </a:extLst>
          </p:cNvPr>
          <p:cNvSpPr>
            <a:spLocks noGrp="1"/>
          </p:cNvSpPr>
          <p:nvPr>
            <p:ph type="sldNum" sz="quarter" idx="5"/>
          </p:nvPr>
        </p:nvSpPr>
        <p:spPr/>
        <p:txBody>
          <a:bodyPr/>
          <a:lstStyle/>
          <a:p>
            <a:fld id="{B4008EB6-D09E-4580-8CD6-DDB14511944F}" type="slidenum">
              <a:rPr lang="en-US" smtClean="0"/>
              <a:pPr/>
              <a:t>8</a:t>
            </a:fld>
            <a:endParaRPr lang="en-US" dirty="0"/>
          </a:p>
        </p:txBody>
      </p:sp>
      <p:sp>
        <p:nvSpPr>
          <p:cNvPr id="6" name="Date Placeholder 5">
            <a:extLst>
              <a:ext uri="{FF2B5EF4-FFF2-40B4-BE49-F238E27FC236}">
                <a16:creationId xmlns:a16="http://schemas.microsoft.com/office/drawing/2014/main" id="{98D69665-5BFC-4B26-AB8F-9724FB7287D4}"/>
              </a:ext>
            </a:extLst>
          </p:cNvPr>
          <p:cNvSpPr>
            <a:spLocks noGrp="1"/>
          </p:cNvSpPr>
          <p:nvPr>
            <p:ph type="dt" idx="1"/>
          </p:nvPr>
        </p:nvSpPr>
        <p:spPr/>
        <p:txBody>
          <a:bodyPr/>
          <a:lstStyle/>
          <a:p>
            <a:fld id="{86ADD816-8544-4EF4-89C4-C3EF3BC24E92}" type="datetime8">
              <a:rPr lang="en-US" smtClean="0"/>
              <a:t>6/17/2025 3:30 PM</a:t>
            </a:fld>
            <a:endParaRPr lang="en-US" dirty="0"/>
          </a:p>
        </p:txBody>
      </p:sp>
    </p:spTree>
    <p:extLst>
      <p:ext uri="{BB962C8B-B14F-4D97-AF65-F5344CB8AC3E}">
        <p14:creationId xmlns:p14="http://schemas.microsoft.com/office/powerpoint/2010/main" val="447847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Slide Number Placeholder 4">
            <a:extLst>
              <a:ext uri="{FF2B5EF4-FFF2-40B4-BE49-F238E27FC236}">
                <a16:creationId xmlns:a16="http://schemas.microsoft.com/office/drawing/2014/main" id="{40334800-1812-4073-A8E5-312F435F892C}"/>
              </a:ext>
            </a:extLst>
          </p:cNvPr>
          <p:cNvSpPr>
            <a:spLocks noGrp="1"/>
          </p:cNvSpPr>
          <p:nvPr>
            <p:ph type="sldNum" sz="quarter" idx="5"/>
          </p:nvPr>
        </p:nvSpPr>
        <p:spPr/>
        <p:txBody>
          <a:bodyPr/>
          <a:lstStyle/>
          <a:p>
            <a:fld id="{B4008EB6-D09E-4580-8CD6-DDB14511944F}" type="slidenum">
              <a:rPr lang="en-US" smtClean="0"/>
              <a:pPr/>
              <a:t>9</a:t>
            </a:fld>
            <a:endParaRPr lang="en-US" dirty="0"/>
          </a:p>
        </p:txBody>
      </p:sp>
      <p:sp>
        <p:nvSpPr>
          <p:cNvPr id="6" name="Date Placeholder 5">
            <a:extLst>
              <a:ext uri="{FF2B5EF4-FFF2-40B4-BE49-F238E27FC236}">
                <a16:creationId xmlns:a16="http://schemas.microsoft.com/office/drawing/2014/main" id="{E358D60E-A479-4B70-932C-9FF6F1988707}"/>
              </a:ext>
            </a:extLst>
          </p:cNvPr>
          <p:cNvSpPr>
            <a:spLocks noGrp="1"/>
          </p:cNvSpPr>
          <p:nvPr>
            <p:ph type="dt" idx="1"/>
          </p:nvPr>
        </p:nvSpPr>
        <p:spPr/>
        <p:txBody>
          <a:bodyPr/>
          <a:lstStyle/>
          <a:p>
            <a:fld id="{79A0ACBF-7275-4C4F-8B64-138EB5781895}" type="datetime8">
              <a:rPr lang="en-US" smtClean="0"/>
              <a:t>6/17/2025 3:30 PM</a:t>
            </a:fld>
            <a:endParaRPr lang="en-US" dirty="0"/>
          </a:p>
        </p:txBody>
      </p:sp>
    </p:spTree>
    <p:extLst>
      <p:ext uri="{BB962C8B-B14F-4D97-AF65-F5344CB8AC3E}">
        <p14:creationId xmlns:p14="http://schemas.microsoft.com/office/powerpoint/2010/main" val="2782951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a:extLst>
              <a:ext uri="{FF2B5EF4-FFF2-40B4-BE49-F238E27FC236}">
                <a16:creationId xmlns:a16="http://schemas.microsoft.com/office/drawing/2014/main" id="{A03C4F62-CAD6-41F7-82EA-1F20A700A15B}"/>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038F3056-2CC2-4439-958F-6B10360FFD23}"/>
              </a:ext>
            </a:extLst>
          </p:cNvPr>
          <p:cNvSpPr>
            <a:spLocks noGrp="1"/>
          </p:cNvSpPr>
          <p:nvPr>
            <p:ph type="sldNum" sz="quarter" idx="5"/>
          </p:nvPr>
        </p:nvSpPr>
        <p:spPr/>
        <p:txBody>
          <a:bodyPr/>
          <a:lstStyle/>
          <a:p>
            <a:fld id="{B4008EB6-D09E-4580-8CD6-DDB14511944F}" type="slidenum">
              <a:rPr lang="en-US" smtClean="0"/>
              <a:pPr/>
              <a:t>10</a:t>
            </a:fld>
            <a:endParaRPr lang="en-US" dirty="0"/>
          </a:p>
        </p:txBody>
      </p:sp>
      <p:sp>
        <p:nvSpPr>
          <p:cNvPr id="6" name="Date Placeholder 5">
            <a:extLst>
              <a:ext uri="{FF2B5EF4-FFF2-40B4-BE49-F238E27FC236}">
                <a16:creationId xmlns:a16="http://schemas.microsoft.com/office/drawing/2014/main" id="{D65DC694-EBAE-4E95-98FB-FB538635AB8E}"/>
              </a:ext>
            </a:extLst>
          </p:cNvPr>
          <p:cNvSpPr>
            <a:spLocks noGrp="1"/>
          </p:cNvSpPr>
          <p:nvPr>
            <p:ph type="dt" idx="1"/>
          </p:nvPr>
        </p:nvSpPr>
        <p:spPr/>
        <p:txBody>
          <a:bodyPr/>
          <a:lstStyle/>
          <a:p>
            <a:fld id="{BB306FD8-F87F-4421-983C-3F647CC5BF78}" type="datetime8">
              <a:rPr lang="en-US" smtClean="0"/>
              <a:t>6/17/2025 3:30 PM</a:t>
            </a:fld>
            <a:endParaRPr lang="en-US" dirty="0"/>
          </a:p>
        </p:txBody>
      </p:sp>
    </p:spTree>
    <p:extLst>
      <p:ext uri="{BB962C8B-B14F-4D97-AF65-F5344CB8AC3E}">
        <p14:creationId xmlns:p14="http://schemas.microsoft.com/office/powerpoint/2010/main" val="4239622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Slide Number Placeholder 4">
            <a:extLst>
              <a:ext uri="{FF2B5EF4-FFF2-40B4-BE49-F238E27FC236}">
                <a16:creationId xmlns:a16="http://schemas.microsoft.com/office/drawing/2014/main" id="{A5B5F62E-99D4-4A19-8DFF-37332BAD3387}"/>
              </a:ext>
            </a:extLst>
          </p:cNvPr>
          <p:cNvSpPr>
            <a:spLocks noGrp="1"/>
          </p:cNvSpPr>
          <p:nvPr>
            <p:ph type="sldNum" sz="quarter" idx="5"/>
          </p:nvPr>
        </p:nvSpPr>
        <p:spPr/>
        <p:txBody>
          <a:bodyPr/>
          <a:lstStyle/>
          <a:p>
            <a:fld id="{B4008EB6-D09E-4580-8CD6-DDB14511944F}" type="slidenum">
              <a:rPr lang="en-US" smtClean="0"/>
              <a:pPr/>
              <a:t>11</a:t>
            </a:fld>
            <a:endParaRPr lang="en-US" dirty="0"/>
          </a:p>
        </p:txBody>
      </p:sp>
      <p:sp>
        <p:nvSpPr>
          <p:cNvPr id="6" name="Date Placeholder 5">
            <a:extLst>
              <a:ext uri="{FF2B5EF4-FFF2-40B4-BE49-F238E27FC236}">
                <a16:creationId xmlns:a16="http://schemas.microsoft.com/office/drawing/2014/main" id="{D1CB62B2-D46E-4F5D-9B48-7A474489DC61}"/>
              </a:ext>
            </a:extLst>
          </p:cNvPr>
          <p:cNvSpPr>
            <a:spLocks noGrp="1"/>
          </p:cNvSpPr>
          <p:nvPr>
            <p:ph type="dt" idx="1"/>
          </p:nvPr>
        </p:nvSpPr>
        <p:spPr/>
        <p:txBody>
          <a:bodyPr/>
          <a:lstStyle/>
          <a:p>
            <a:fld id="{DFAF5E3D-D975-40CB-A0AB-24BBE895575D}" type="datetime8">
              <a:rPr lang="en-US" smtClean="0"/>
              <a:t>6/17/2025 3:30 PM</a:t>
            </a:fld>
            <a:endParaRPr lang="en-US" dirty="0"/>
          </a:p>
        </p:txBody>
      </p:sp>
    </p:spTree>
    <p:extLst>
      <p:ext uri="{BB962C8B-B14F-4D97-AF65-F5344CB8AC3E}">
        <p14:creationId xmlns:p14="http://schemas.microsoft.com/office/powerpoint/2010/main" val="3362896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Slide Number Placeholder 4">
            <a:extLst>
              <a:ext uri="{FF2B5EF4-FFF2-40B4-BE49-F238E27FC236}">
                <a16:creationId xmlns:a16="http://schemas.microsoft.com/office/drawing/2014/main" id="{F4197285-9DE2-496F-94CD-DCF7316BF7DD}"/>
              </a:ext>
            </a:extLst>
          </p:cNvPr>
          <p:cNvSpPr>
            <a:spLocks noGrp="1"/>
          </p:cNvSpPr>
          <p:nvPr>
            <p:ph type="sldNum" sz="quarter" idx="5"/>
          </p:nvPr>
        </p:nvSpPr>
        <p:spPr/>
        <p:txBody>
          <a:bodyPr/>
          <a:lstStyle/>
          <a:p>
            <a:fld id="{B4008EB6-D09E-4580-8CD6-DDB14511944F}" type="slidenum">
              <a:rPr lang="en-US" smtClean="0"/>
              <a:pPr/>
              <a:t>12</a:t>
            </a:fld>
            <a:endParaRPr lang="en-US" dirty="0"/>
          </a:p>
        </p:txBody>
      </p:sp>
      <p:sp>
        <p:nvSpPr>
          <p:cNvPr id="6" name="Date Placeholder 5">
            <a:extLst>
              <a:ext uri="{FF2B5EF4-FFF2-40B4-BE49-F238E27FC236}">
                <a16:creationId xmlns:a16="http://schemas.microsoft.com/office/drawing/2014/main" id="{3650204E-FA21-4051-869D-9994762A4A7C}"/>
              </a:ext>
            </a:extLst>
          </p:cNvPr>
          <p:cNvSpPr>
            <a:spLocks noGrp="1"/>
          </p:cNvSpPr>
          <p:nvPr>
            <p:ph type="dt" idx="1"/>
          </p:nvPr>
        </p:nvSpPr>
        <p:spPr/>
        <p:txBody>
          <a:bodyPr/>
          <a:lstStyle/>
          <a:p>
            <a:fld id="{5AA07EA6-1DCA-4783-8433-12DA0D62A06A}" type="datetime8">
              <a:rPr lang="en-US" smtClean="0"/>
              <a:t>6/17/2025 3:30 PM</a:t>
            </a:fld>
            <a:endParaRPr lang="en-US" dirty="0"/>
          </a:p>
        </p:txBody>
      </p:sp>
    </p:spTree>
    <p:extLst>
      <p:ext uri="{BB962C8B-B14F-4D97-AF65-F5344CB8AC3E}">
        <p14:creationId xmlns:p14="http://schemas.microsoft.com/office/powerpoint/2010/main" val="4031113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5" name="Footer Placeholder 4">
            <a:extLst>
              <a:ext uri="{FF2B5EF4-FFF2-40B4-BE49-F238E27FC236}">
                <a16:creationId xmlns:a16="http://schemas.microsoft.com/office/drawing/2014/main" id="{5E9B40C9-ABB8-419A-B6B7-A5620C8B425E}"/>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02B5C8E6-6463-4260-8C46-6913B19EAEF3}"/>
              </a:ext>
            </a:extLst>
          </p:cNvPr>
          <p:cNvSpPr>
            <a:spLocks noGrp="1"/>
          </p:cNvSpPr>
          <p:nvPr>
            <p:ph type="sldNum" sz="quarter" idx="5"/>
          </p:nvPr>
        </p:nvSpPr>
        <p:spPr/>
        <p:txBody>
          <a:bodyPr/>
          <a:lstStyle/>
          <a:p>
            <a:fld id="{B4008EB6-D09E-4580-8CD6-DDB14511944F}" type="slidenum">
              <a:rPr lang="en-US" smtClean="0"/>
              <a:pPr/>
              <a:t>14</a:t>
            </a:fld>
            <a:endParaRPr lang="en-US" dirty="0"/>
          </a:p>
        </p:txBody>
      </p:sp>
      <p:sp>
        <p:nvSpPr>
          <p:cNvPr id="6" name="Date Placeholder 5">
            <a:extLst>
              <a:ext uri="{FF2B5EF4-FFF2-40B4-BE49-F238E27FC236}">
                <a16:creationId xmlns:a16="http://schemas.microsoft.com/office/drawing/2014/main" id="{7163C9C0-A07E-4158-96BB-66460DE267A5}"/>
              </a:ext>
            </a:extLst>
          </p:cNvPr>
          <p:cNvSpPr>
            <a:spLocks noGrp="1"/>
          </p:cNvSpPr>
          <p:nvPr>
            <p:ph type="dt" idx="1"/>
          </p:nvPr>
        </p:nvSpPr>
        <p:spPr/>
        <p:txBody>
          <a:bodyPr/>
          <a:lstStyle/>
          <a:p>
            <a:fld id="{0C14AC6A-910C-4568-BB52-DF9549D8B085}" type="datetime8">
              <a:rPr lang="en-US" smtClean="0"/>
              <a:t>6/17/2025 3:30 PM</a:t>
            </a:fld>
            <a:endParaRPr lang="en-US" dirty="0"/>
          </a:p>
        </p:txBody>
      </p:sp>
    </p:spTree>
    <p:extLst>
      <p:ext uri="{BB962C8B-B14F-4D97-AF65-F5344CB8AC3E}">
        <p14:creationId xmlns:p14="http://schemas.microsoft.com/office/powerpoint/2010/main" val="2522618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5" name="Footer Placeholder 4">
            <a:extLst>
              <a:ext uri="{FF2B5EF4-FFF2-40B4-BE49-F238E27FC236}">
                <a16:creationId xmlns:a16="http://schemas.microsoft.com/office/drawing/2014/main" id="{898D82AC-4917-4613-BB57-CB9554CC1029}"/>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A2D65D97-58EF-40AD-9C1D-E13C748391B5}"/>
              </a:ext>
            </a:extLst>
          </p:cNvPr>
          <p:cNvSpPr>
            <a:spLocks noGrp="1"/>
          </p:cNvSpPr>
          <p:nvPr>
            <p:ph type="sldNum" sz="quarter" idx="5"/>
          </p:nvPr>
        </p:nvSpPr>
        <p:spPr/>
        <p:txBody>
          <a:bodyPr/>
          <a:lstStyle/>
          <a:p>
            <a:fld id="{B4008EB6-D09E-4580-8CD6-DDB14511944F}" type="slidenum">
              <a:rPr lang="en-US" smtClean="0"/>
              <a:pPr/>
              <a:t>15</a:t>
            </a:fld>
            <a:endParaRPr lang="en-US" dirty="0"/>
          </a:p>
        </p:txBody>
      </p:sp>
      <p:sp>
        <p:nvSpPr>
          <p:cNvPr id="6" name="Date Placeholder 5">
            <a:extLst>
              <a:ext uri="{FF2B5EF4-FFF2-40B4-BE49-F238E27FC236}">
                <a16:creationId xmlns:a16="http://schemas.microsoft.com/office/drawing/2014/main" id="{54C16FBC-4869-4D49-9174-161AFD17C152}"/>
              </a:ext>
            </a:extLst>
          </p:cNvPr>
          <p:cNvSpPr>
            <a:spLocks noGrp="1"/>
          </p:cNvSpPr>
          <p:nvPr>
            <p:ph type="dt" idx="1"/>
          </p:nvPr>
        </p:nvSpPr>
        <p:spPr/>
        <p:txBody>
          <a:bodyPr/>
          <a:lstStyle/>
          <a:p>
            <a:fld id="{DA6BCCCB-F57E-404D-A70D-683315CD9B48}" type="datetime8">
              <a:rPr lang="en-US" smtClean="0"/>
              <a:t>6/17/2025 3:30 PM</a:t>
            </a:fld>
            <a:endParaRPr lang="en-US" dirty="0"/>
          </a:p>
        </p:txBody>
      </p:sp>
    </p:spTree>
    <p:extLst>
      <p:ext uri="{BB962C8B-B14F-4D97-AF65-F5344CB8AC3E}">
        <p14:creationId xmlns:p14="http://schemas.microsoft.com/office/powerpoint/2010/main" val="289560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5" name="Footer Placeholder 4">
            <a:extLst>
              <a:ext uri="{FF2B5EF4-FFF2-40B4-BE49-F238E27FC236}">
                <a16:creationId xmlns:a16="http://schemas.microsoft.com/office/drawing/2014/main" id="{853F0B9E-7A5C-4102-AE99-B15BD58672E6}"/>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8729B62D-E451-411B-9629-D10DC1DC2D2F}"/>
              </a:ext>
            </a:extLst>
          </p:cNvPr>
          <p:cNvSpPr>
            <a:spLocks noGrp="1"/>
          </p:cNvSpPr>
          <p:nvPr>
            <p:ph type="sldNum" sz="quarter" idx="5"/>
          </p:nvPr>
        </p:nvSpPr>
        <p:spPr/>
        <p:txBody>
          <a:bodyPr/>
          <a:lstStyle/>
          <a:p>
            <a:fld id="{B4008EB6-D09E-4580-8CD6-DDB14511944F}" type="slidenum">
              <a:rPr lang="en-US" smtClean="0"/>
              <a:pPr/>
              <a:t>16</a:t>
            </a:fld>
            <a:endParaRPr lang="en-US" dirty="0"/>
          </a:p>
        </p:txBody>
      </p:sp>
      <p:sp>
        <p:nvSpPr>
          <p:cNvPr id="6" name="Date Placeholder 5">
            <a:extLst>
              <a:ext uri="{FF2B5EF4-FFF2-40B4-BE49-F238E27FC236}">
                <a16:creationId xmlns:a16="http://schemas.microsoft.com/office/drawing/2014/main" id="{4AC79321-9370-4B1C-AADB-F30F9FD2CB0A}"/>
              </a:ext>
            </a:extLst>
          </p:cNvPr>
          <p:cNvSpPr>
            <a:spLocks noGrp="1"/>
          </p:cNvSpPr>
          <p:nvPr>
            <p:ph type="dt" idx="1"/>
          </p:nvPr>
        </p:nvSpPr>
        <p:spPr/>
        <p:txBody>
          <a:bodyPr/>
          <a:lstStyle/>
          <a:p>
            <a:fld id="{0B983968-D3BB-49C2-BC2B-31C11A142BF5}" type="datetime8">
              <a:rPr lang="en-US" smtClean="0"/>
              <a:t>6/17/2025 3:30 PM</a:t>
            </a:fld>
            <a:endParaRPr lang="en-US" dirty="0"/>
          </a:p>
        </p:txBody>
      </p:sp>
    </p:spTree>
    <p:extLst>
      <p:ext uri="{BB962C8B-B14F-4D97-AF65-F5344CB8AC3E}">
        <p14:creationId xmlns:p14="http://schemas.microsoft.com/office/powerpoint/2010/main" val="1946464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5" name="Footer Placeholder 4">
            <a:extLst>
              <a:ext uri="{FF2B5EF4-FFF2-40B4-BE49-F238E27FC236}">
                <a16:creationId xmlns:a16="http://schemas.microsoft.com/office/drawing/2014/main" id="{00E531CE-74C2-4E9D-A062-4E2D28C856F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F663CE4E-0996-4461-8D12-2FD5A89AE606}"/>
              </a:ext>
            </a:extLst>
          </p:cNvPr>
          <p:cNvSpPr>
            <a:spLocks noGrp="1"/>
          </p:cNvSpPr>
          <p:nvPr>
            <p:ph type="sldNum" sz="quarter" idx="5"/>
          </p:nvPr>
        </p:nvSpPr>
        <p:spPr/>
        <p:txBody>
          <a:bodyPr/>
          <a:lstStyle/>
          <a:p>
            <a:fld id="{B4008EB6-D09E-4580-8CD6-DDB14511944F}" type="slidenum">
              <a:rPr lang="en-US" smtClean="0"/>
              <a:pPr/>
              <a:t>17</a:t>
            </a:fld>
            <a:endParaRPr lang="en-US" dirty="0"/>
          </a:p>
        </p:txBody>
      </p:sp>
      <p:sp>
        <p:nvSpPr>
          <p:cNvPr id="6" name="Date Placeholder 5">
            <a:extLst>
              <a:ext uri="{FF2B5EF4-FFF2-40B4-BE49-F238E27FC236}">
                <a16:creationId xmlns:a16="http://schemas.microsoft.com/office/drawing/2014/main" id="{597D8E43-774C-411E-AEEB-194079AECC8A}"/>
              </a:ext>
            </a:extLst>
          </p:cNvPr>
          <p:cNvSpPr>
            <a:spLocks noGrp="1"/>
          </p:cNvSpPr>
          <p:nvPr>
            <p:ph type="dt" idx="1"/>
          </p:nvPr>
        </p:nvSpPr>
        <p:spPr/>
        <p:txBody>
          <a:bodyPr/>
          <a:lstStyle/>
          <a:p>
            <a:fld id="{E42968CC-8F2A-4A6D-99ED-C4562E08C2B5}" type="datetime8">
              <a:rPr lang="en-US" smtClean="0"/>
              <a:t>6/17/2025 3:30 PM</a:t>
            </a:fld>
            <a:endParaRPr lang="en-US" dirty="0"/>
          </a:p>
        </p:txBody>
      </p:sp>
    </p:spTree>
    <p:extLst>
      <p:ext uri="{BB962C8B-B14F-4D97-AF65-F5344CB8AC3E}">
        <p14:creationId xmlns:p14="http://schemas.microsoft.com/office/powerpoint/2010/main" val="3606767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74B8D355-A3ED-4DF0-8C3F-E9A37412C7C1}"/>
              </a:ext>
            </a:extLst>
          </p:cNvPr>
          <p:cNvSpPr>
            <a:spLocks noGrp="1"/>
          </p:cNvSpPr>
          <p:nvPr>
            <p:ph type="sldNum" sz="quarter" idx="5"/>
          </p:nvPr>
        </p:nvSpPr>
        <p:spPr/>
        <p:txBody>
          <a:bodyPr/>
          <a:lstStyle/>
          <a:p>
            <a:fld id="{B4008EB6-D09E-4580-8CD6-DDB14511944F}" type="slidenum">
              <a:rPr lang="en-US" smtClean="0"/>
              <a:pPr/>
              <a:t>19</a:t>
            </a:fld>
            <a:endParaRPr lang="en-US" dirty="0"/>
          </a:p>
        </p:txBody>
      </p:sp>
      <p:sp>
        <p:nvSpPr>
          <p:cNvPr id="6" name="Date Placeholder 5">
            <a:extLst>
              <a:ext uri="{FF2B5EF4-FFF2-40B4-BE49-F238E27FC236}">
                <a16:creationId xmlns:a16="http://schemas.microsoft.com/office/drawing/2014/main" id="{DE298974-844A-4560-983F-A29593D583A6}"/>
              </a:ext>
            </a:extLst>
          </p:cNvPr>
          <p:cNvSpPr>
            <a:spLocks noGrp="1"/>
          </p:cNvSpPr>
          <p:nvPr>
            <p:ph type="dt" idx="1"/>
          </p:nvPr>
        </p:nvSpPr>
        <p:spPr/>
        <p:txBody>
          <a:bodyPr/>
          <a:lstStyle/>
          <a:p>
            <a:fld id="{7E2D35B9-DE27-4C58-A8E4-B46BEFDDCD84}" type="datetime8">
              <a:rPr lang="en-US" smtClean="0"/>
              <a:t>6/17/2025 3:30 PM</a:t>
            </a:fld>
            <a:endParaRPr lang="en-US" dirty="0"/>
          </a:p>
        </p:txBody>
      </p:sp>
    </p:spTree>
    <p:extLst>
      <p:ext uri="{BB962C8B-B14F-4D97-AF65-F5344CB8AC3E}">
        <p14:creationId xmlns:p14="http://schemas.microsoft.com/office/powerpoint/2010/main" val="4012279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74B8D355-A3ED-4DF0-8C3F-E9A37412C7C1}"/>
              </a:ext>
            </a:extLst>
          </p:cNvPr>
          <p:cNvSpPr>
            <a:spLocks noGrp="1"/>
          </p:cNvSpPr>
          <p:nvPr>
            <p:ph type="sldNum" sz="quarter" idx="5"/>
          </p:nvPr>
        </p:nvSpPr>
        <p:spPr/>
        <p:txBody>
          <a:bodyPr/>
          <a:lstStyle/>
          <a:p>
            <a:fld id="{B4008EB6-D09E-4580-8CD6-DDB14511944F}" type="slidenum">
              <a:rPr lang="en-US" smtClean="0"/>
              <a:pPr/>
              <a:t>21</a:t>
            </a:fld>
            <a:endParaRPr lang="en-US" dirty="0"/>
          </a:p>
        </p:txBody>
      </p:sp>
      <p:sp>
        <p:nvSpPr>
          <p:cNvPr id="6" name="Date Placeholder 5">
            <a:extLst>
              <a:ext uri="{FF2B5EF4-FFF2-40B4-BE49-F238E27FC236}">
                <a16:creationId xmlns:a16="http://schemas.microsoft.com/office/drawing/2014/main" id="{DE298974-844A-4560-983F-A29593D583A6}"/>
              </a:ext>
            </a:extLst>
          </p:cNvPr>
          <p:cNvSpPr>
            <a:spLocks noGrp="1"/>
          </p:cNvSpPr>
          <p:nvPr>
            <p:ph type="dt" idx="1"/>
          </p:nvPr>
        </p:nvSpPr>
        <p:spPr/>
        <p:txBody>
          <a:bodyPr/>
          <a:lstStyle/>
          <a:p>
            <a:fld id="{7E2D35B9-DE27-4C58-A8E4-B46BEFDDCD84}" type="datetime8">
              <a:rPr lang="en-US" smtClean="0"/>
              <a:t>6/17/2025 3:30 PM</a:t>
            </a:fld>
            <a:endParaRPr lang="en-US" dirty="0"/>
          </a:p>
        </p:txBody>
      </p:sp>
    </p:spTree>
    <p:extLst>
      <p:ext uri="{BB962C8B-B14F-4D97-AF65-F5344CB8AC3E}">
        <p14:creationId xmlns:p14="http://schemas.microsoft.com/office/powerpoint/2010/main" val="24080668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74B8D355-A3ED-4DF0-8C3F-E9A37412C7C1}"/>
              </a:ext>
            </a:extLst>
          </p:cNvPr>
          <p:cNvSpPr>
            <a:spLocks noGrp="1"/>
          </p:cNvSpPr>
          <p:nvPr>
            <p:ph type="sldNum" sz="quarter" idx="5"/>
          </p:nvPr>
        </p:nvSpPr>
        <p:spPr/>
        <p:txBody>
          <a:bodyPr/>
          <a:lstStyle/>
          <a:p>
            <a:fld id="{B4008EB6-D09E-4580-8CD6-DDB14511944F}" type="slidenum">
              <a:rPr lang="en-US" smtClean="0"/>
              <a:pPr/>
              <a:t>23</a:t>
            </a:fld>
            <a:endParaRPr lang="en-US" dirty="0"/>
          </a:p>
        </p:txBody>
      </p:sp>
      <p:sp>
        <p:nvSpPr>
          <p:cNvPr id="6" name="Date Placeholder 5">
            <a:extLst>
              <a:ext uri="{FF2B5EF4-FFF2-40B4-BE49-F238E27FC236}">
                <a16:creationId xmlns:a16="http://schemas.microsoft.com/office/drawing/2014/main" id="{DE298974-844A-4560-983F-A29593D583A6}"/>
              </a:ext>
            </a:extLst>
          </p:cNvPr>
          <p:cNvSpPr>
            <a:spLocks noGrp="1"/>
          </p:cNvSpPr>
          <p:nvPr>
            <p:ph type="dt" idx="1"/>
          </p:nvPr>
        </p:nvSpPr>
        <p:spPr/>
        <p:txBody>
          <a:bodyPr/>
          <a:lstStyle/>
          <a:p>
            <a:fld id="{7E2D35B9-DE27-4C58-A8E4-B46BEFDDCD84}" type="datetime8">
              <a:rPr lang="en-US" smtClean="0"/>
              <a:t>6/17/2025 3:30 PM</a:t>
            </a:fld>
            <a:endParaRPr lang="en-US" dirty="0"/>
          </a:p>
        </p:txBody>
      </p:sp>
    </p:spTree>
    <p:extLst>
      <p:ext uri="{BB962C8B-B14F-4D97-AF65-F5344CB8AC3E}">
        <p14:creationId xmlns:p14="http://schemas.microsoft.com/office/powerpoint/2010/main" val="3804460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74B8D355-A3ED-4DF0-8C3F-E9A37412C7C1}"/>
              </a:ext>
            </a:extLst>
          </p:cNvPr>
          <p:cNvSpPr>
            <a:spLocks noGrp="1"/>
          </p:cNvSpPr>
          <p:nvPr>
            <p:ph type="sldNum" sz="quarter" idx="5"/>
          </p:nvPr>
        </p:nvSpPr>
        <p:spPr/>
        <p:txBody>
          <a:bodyPr/>
          <a:lstStyle/>
          <a:p>
            <a:fld id="{B4008EB6-D09E-4580-8CD6-DDB14511944F}" type="slidenum">
              <a:rPr lang="en-US" smtClean="0"/>
              <a:pPr/>
              <a:t>26</a:t>
            </a:fld>
            <a:endParaRPr lang="en-US" dirty="0"/>
          </a:p>
        </p:txBody>
      </p:sp>
      <p:sp>
        <p:nvSpPr>
          <p:cNvPr id="6" name="Date Placeholder 5">
            <a:extLst>
              <a:ext uri="{FF2B5EF4-FFF2-40B4-BE49-F238E27FC236}">
                <a16:creationId xmlns:a16="http://schemas.microsoft.com/office/drawing/2014/main" id="{DE298974-844A-4560-983F-A29593D583A6}"/>
              </a:ext>
            </a:extLst>
          </p:cNvPr>
          <p:cNvSpPr>
            <a:spLocks noGrp="1"/>
          </p:cNvSpPr>
          <p:nvPr>
            <p:ph type="dt" idx="1"/>
          </p:nvPr>
        </p:nvSpPr>
        <p:spPr/>
        <p:txBody>
          <a:bodyPr/>
          <a:lstStyle/>
          <a:p>
            <a:fld id="{7E2D35B9-DE27-4C58-A8E4-B46BEFDDCD84}" type="datetime8">
              <a:rPr lang="en-US" smtClean="0"/>
              <a:t>6/17/2025 3:30 PM</a:t>
            </a:fld>
            <a:endParaRPr lang="en-US" dirty="0"/>
          </a:p>
        </p:txBody>
      </p:sp>
    </p:spTree>
    <p:extLst>
      <p:ext uri="{BB962C8B-B14F-4D97-AF65-F5344CB8AC3E}">
        <p14:creationId xmlns:p14="http://schemas.microsoft.com/office/powerpoint/2010/main" val="3483688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74B8D355-A3ED-4DF0-8C3F-E9A37412C7C1}"/>
              </a:ext>
            </a:extLst>
          </p:cNvPr>
          <p:cNvSpPr>
            <a:spLocks noGrp="1"/>
          </p:cNvSpPr>
          <p:nvPr>
            <p:ph type="sldNum" sz="quarter" idx="5"/>
          </p:nvPr>
        </p:nvSpPr>
        <p:spPr/>
        <p:txBody>
          <a:bodyPr/>
          <a:lstStyle/>
          <a:p>
            <a:fld id="{B4008EB6-D09E-4580-8CD6-DDB14511944F}" type="slidenum">
              <a:rPr lang="en-US" smtClean="0"/>
              <a:pPr/>
              <a:t>28</a:t>
            </a:fld>
            <a:endParaRPr lang="en-US" dirty="0"/>
          </a:p>
        </p:txBody>
      </p:sp>
      <p:sp>
        <p:nvSpPr>
          <p:cNvPr id="6" name="Date Placeholder 5">
            <a:extLst>
              <a:ext uri="{FF2B5EF4-FFF2-40B4-BE49-F238E27FC236}">
                <a16:creationId xmlns:a16="http://schemas.microsoft.com/office/drawing/2014/main" id="{DE298974-844A-4560-983F-A29593D583A6}"/>
              </a:ext>
            </a:extLst>
          </p:cNvPr>
          <p:cNvSpPr>
            <a:spLocks noGrp="1"/>
          </p:cNvSpPr>
          <p:nvPr>
            <p:ph type="dt" idx="1"/>
          </p:nvPr>
        </p:nvSpPr>
        <p:spPr/>
        <p:txBody>
          <a:bodyPr/>
          <a:lstStyle/>
          <a:p>
            <a:fld id="{7E2D35B9-DE27-4C58-A8E4-B46BEFDDCD84}" type="datetime8">
              <a:rPr lang="en-US" smtClean="0"/>
              <a:t>6/17/2025 3:30 PM</a:t>
            </a:fld>
            <a:endParaRPr lang="en-US" dirty="0"/>
          </a:p>
        </p:txBody>
      </p:sp>
    </p:spTree>
    <p:extLst>
      <p:ext uri="{BB962C8B-B14F-4D97-AF65-F5344CB8AC3E}">
        <p14:creationId xmlns:p14="http://schemas.microsoft.com/office/powerpoint/2010/main" val="3642708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74B8D355-A3ED-4DF0-8C3F-E9A37412C7C1}"/>
              </a:ext>
            </a:extLst>
          </p:cNvPr>
          <p:cNvSpPr>
            <a:spLocks noGrp="1"/>
          </p:cNvSpPr>
          <p:nvPr>
            <p:ph type="sldNum" sz="quarter" idx="5"/>
          </p:nvPr>
        </p:nvSpPr>
        <p:spPr/>
        <p:txBody>
          <a:bodyPr/>
          <a:lstStyle/>
          <a:p>
            <a:fld id="{B4008EB6-D09E-4580-8CD6-DDB14511944F}" type="slidenum">
              <a:rPr lang="en-US" smtClean="0"/>
              <a:pPr/>
              <a:t>30</a:t>
            </a:fld>
            <a:endParaRPr lang="en-US" dirty="0"/>
          </a:p>
        </p:txBody>
      </p:sp>
      <p:sp>
        <p:nvSpPr>
          <p:cNvPr id="6" name="Date Placeholder 5">
            <a:extLst>
              <a:ext uri="{FF2B5EF4-FFF2-40B4-BE49-F238E27FC236}">
                <a16:creationId xmlns:a16="http://schemas.microsoft.com/office/drawing/2014/main" id="{DE298974-844A-4560-983F-A29593D583A6}"/>
              </a:ext>
            </a:extLst>
          </p:cNvPr>
          <p:cNvSpPr>
            <a:spLocks noGrp="1"/>
          </p:cNvSpPr>
          <p:nvPr>
            <p:ph type="dt" idx="1"/>
          </p:nvPr>
        </p:nvSpPr>
        <p:spPr/>
        <p:txBody>
          <a:bodyPr/>
          <a:lstStyle/>
          <a:p>
            <a:fld id="{7E2D35B9-DE27-4C58-A8E4-B46BEFDDCD84}" type="datetime8">
              <a:rPr lang="en-US" smtClean="0"/>
              <a:t>6/17/2025 3:30 PM</a:t>
            </a:fld>
            <a:endParaRPr lang="en-US" dirty="0"/>
          </a:p>
        </p:txBody>
      </p:sp>
    </p:spTree>
    <p:extLst>
      <p:ext uri="{BB962C8B-B14F-4D97-AF65-F5344CB8AC3E}">
        <p14:creationId xmlns:p14="http://schemas.microsoft.com/office/powerpoint/2010/main" val="8276788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74B8D355-A3ED-4DF0-8C3F-E9A37412C7C1}"/>
              </a:ext>
            </a:extLst>
          </p:cNvPr>
          <p:cNvSpPr>
            <a:spLocks noGrp="1"/>
          </p:cNvSpPr>
          <p:nvPr>
            <p:ph type="sldNum" sz="quarter" idx="5"/>
          </p:nvPr>
        </p:nvSpPr>
        <p:spPr/>
        <p:txBody>
          <a:bodyPr/>
          <a:lstStyle/>
          <a:p>
            <a:fld id="{B4008EB6-D09E-4580-8CD6-DDB14511944F}" type="slidenum">
              <a:rPr lang="en-US" smtClean="0"/>
              <a:pPr/>
              <a:t>32</a:t>
            </a:fld>
            <a:endParaRPr lang="en-US" dirty="0"/>
          </a:p>
        </p:txBody>
      </p:sp>
      <p:sp>
        <p:nvSpPr>
          <p:cNvPr id="6" name="Date Placeholder 5">
            <a:extLst>
              <a:ext uri="{FF2B5EF4-FFF2-40B4-BE49-F238E27FC236}">
                <a16:creationId xmlns:a16="http://schemas.microsoft.com/office/drawing/2014/main" id="{DE298974-844A-4560-983F-A29593D583A6}"/>
              </a:ext>
            </a:extLst>
          </p:cNvPr>
          <p:cNvSpPr>
            <a:spLocks noGrp="1"/>
          </p:cNvSpPr>
          <p:nvPr>
            <p:ph type="dt" idx="1"/>
          </p:nvPr>
        </p:nvSpPr>
        <p:spPr/>
        <p:txBody>
          <a:bodyPr/>
          <a:lstStyle/>
          <a:p>
            <a:fld id="{7E2D35B9-DE27-4C58-A8E4-B46BEFDDCD84}" type="datetime8">
              <a:rPr lang="en-US" smtClean="0"/>
              <a:t>6/17/2025 3:30 PM</a:t>
            </a:fld>
            <a:endParaRPr lang="en-US" dirty="0"/>
          </a:p>
        </p:txBody>
      </p:sp>
    </p:spTree>
    <p:extLst>
      <p:ext uri="{BB962C8B-B14F-4D97-AF65-F5344CB8AC3E}">
        <p14:creationId xmlns:p14="http://schemas.microsoft.com/office/powerpoint/2010/main" val="7398548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25CB9C39-EAFD-484F-80A0-09660E4E6A81}"/>
              </a:ext>
            </a:extLst>
          </p:cNvPr>
          <p:cNvSpPr>
            <a:spLocks noGrp="1"/>
          </p:cNvSpPr>
          <p:nvPr>
            <p:ph type="sldNum" sz="quarter" idx="5"/>
          </p:nvPr>
        </p:nvSpPr>
        <p:spPr/>
        <p:txBody>
          <a:bodyPr/>
          <a:lstStyle/>
          <a:p>
            <a:fld id="{B4008EB6-D09E-4580-8CD6-DDB14511944F}" type="slidenum">
              <a:rPr lang="en-US" smtClean="0"/>
              <a:pPr/>
              <a:t>33</a:t>
            </a:fld>
            <a:endParaRPr lang="en-US" dirty="0"/>
          </a:p>
        </p:txBody>
      </p:sp>
      <p:sp>
        <p:nvSpPr>
          <p:cNvPr id="6" name="Date Placeholder 5">
            <a:extLst>
              <a:ext uri="{FF2B5EF4-FFF2-40B4-BE49-F238E27FC236}">
                <a16:creationId xmlns:a16="http://schemas.microsoft.com/office/drawing/2014/main" id="{C0E2CB56-8479-4CCE-B67F-58B2568F6657}"/>
              </a:ext>
            </a:extLst>
          </p:cNvPr>
          <p:cNvSpPr>
            <a:spLocks noGrp="1"/>
          </p:cNvSpPr>
          <p:nvPr>
            <p:ph type="dt" idx="1"/>
          </p:nvPr>
        </p:nvSpPr>
        <p:spPr/>
        <p:txBody>
          <a:bodyPr/>
          <a:lstStyle/>
          <a:p>
            <a:fld id="{34CC40B6-8BEA-4174-B924-236FB86F7913}" type="datetime8">
              <a:rPr lang="en-US" smtClean="0"/>
              <a:t>6/17/2025 3:30 PM</a:t>
            </a:fld>
            <a:endParaRPr lang="en-US" dirty="0"/>
          </a:p>
        </p:txBody>
      </p:sp>
    </p:spTree>
    <p:extLst>
      <p:ext uri="{BB962C8B-B14F-4D97-AF65-F5344CB8AC3E}">
        <p14:creationId xmlns:p14="http://schemas.microsoft.com/office/powerpoint/2010/main" val="40419390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a:extLst>
              <a:ext uri="{FF2B5EF4-FFF2-40B4-BE49-F238E27FC236}">
                <a16:creationId xmlns:a16="http://schemas.microsoft.com/office/drawing/2014/main" id="{031FB422-8528-43A9-9C1C-D84A49D92D4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0EB6768D-61F5-4BDB-83D5-D124BEDB778C}"/>
              </a:ext>
            </a:extLst>
          </p:cNvPr>
          <p:cNvSpPr>
            <a:spLocks noGrp="1"/>
          </p:cNvSpPr>
          <p:nvPr>
            <p:ph type="sldNum" sz="quarter" idx="5"/>
          </p:nvPr>
        </p:nvSpPr>
        <p:spPr/>
        <p:txBody>
          <a:bodyPr/>
          <a:lstStyle/>
          <a:p>
            <a:fld id="{B4008EB6-D09E-4580-8CD6-DDB14511944F}" type="slidenum">
              <a:rPr lang="en-US" smtClean="0"/>
              <a:pPr/>
              <a:t>38</a:t>
            </a:fld>
            <a:endParaRPr lang="en-US" dirty="0"/>
          </a:p>
        </p:txBody>
      </p:sp>
      <p:sp>
        <p:nvSpPr>
          <p:cNvPr id="6" name="Date Placeholder 5">
            <a:extLst>
              <a:ext uri="{FF2B5EF4-FFF2-40B4-BE49-F238E27FC236}">
                <a16:creationId xmlns:a16="http://schemas.microsoft.com/office/drawing/2014/main" id="{F90A364C-13BF-47E1-949F-EB69F362BF34}"/>
              </a:ext>
            </a:extLst>
          </p:cNvPr>
          <p:cNvSpPr>
            <a:spLocks noGrp="1"/>
          </p:cNvSpPr>
          <p:nvPr>
            <p:ph type="dt" idx="1"/>
          </p:nvPr>
        </p:nvSpPr>
        <p:spPr/>
        <p:txBody>
          <a:bodyPr/>
          <a:lstStyle/>
          <a:p>
            <a:fld id="{371A18B0-56CF-44DA-AEBA-628D3C1EBD5E}" type="datetime8">
              <a:rPr lang="en-US" smtClean="0"/>
              <a:t>6/17/2025 3:30 PM</a:t>
            </a:fld>
            <a:endParaRPr lang="en-US" dirty="0"/>
          </a:p>
        </p:txBody>
      </p:sp>
    </p:spTree>
    <p:extLst>
      <p:ext uri="{BB962C8B-B14F-4D97-AF65-F5344CB8AC3E}">
        <p14:creationId xmlns:p14="http://schemas.microsoft.com/office/powerpoint/2010/main" val="2818985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AAACB41A-77FD-4DD9-BF2A-40096C9C8189}"/>
              </a:ext>
            </a:extLst>
          </p:cNvPr>
          <p:cNvSpPr>
            <a:spLocks noGrp="1"/>
          </p:cNvSpPr>
          <p:nvPr>
            <p:ph type="sldNum" sz="quarter" idx="5"/>
          </p:nvPr>
        </p:nvSpPr>
        <p:spPr/>
        <p:txBody>
          <a:bodyPr/>
          <a:lstStyle/>
          <a:p>
            <a:fld id="{B4008EB6-D09E-4580-8CD6-DDB14511944F}" type="slidenum">
              <a:rPr lang="en-US" smtClean="0"/>
              <a:pPr/>
              <a:t>39</a:t>
            </a:fld>
            <a:endParaRPr lang="en-US" dirty="0"/>
          </a:p>
        </p:txBody>
      </p:sp>
      <p:sp>
        <p:nvSpPr>
          <p:cNvPr id="6" name="Date Placeholder 5">
            <a:extLst>
              <a:ext uri="{FF2B5EF4-FFF2-40B4-BE49-F238E27FC236}">
                <a16:creationId xmlns:a16="http://schemas.microsoft.com/office/drawing/2014/main" id="{E356FAFA-3889-4DB2-BD42-534826F7FFAC}"/>
              </a:ext>
            </a:extLst>
          </p:cNvPr>
          <p:cNvSpPr>
            <a:spLocks noGrp="1"/>
          </p:cNvSpPr>
          <p:nvPr>
            <p:ph type="dt" idx="1"/>
          </p:nvPr>
        </p:nvSpPr>
        <p:spPr/>
        <p:txBody>
          <a:bodyPr/>
          <a:lstStyle/>
          <a:p>
            <a:fld id="{F3A79174-8EE2-4181-8D0C-D16CA1466C08}" type="datetime8">
              <a:rPr lang="en-US" smtClean="0"/>
              <a:t>6/17/2025 3:30 PM</a:t>
            </a:fld>
            <a:endParaRPr lang="en-US" dirty="0"/>
          </a:p>
        </p:txBody>
      </p:sp>
    </p:spTree>
    <p:extLst>
      <p:ext uri="{BB962C8B-B14F-4D97-AF65-F5344CB8AC3E}">
        <p14:creationId xmlns:p14="http://schemas.microsoft.com/office/powerpoint/2010/main" val="129873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pPr marL="0" marR="0" lvl="0" indent="0" defTabSz="914099"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endParaRPr kumimoji="0" lang="en-US" sz="400" b="0" i="0" u="none" strike="noStrike" kern="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C56403B4-DB7D-45A6-A42D-EE85EDB8600F}"/>
              </a:ext>
            </a:extLst>
          </p:cNvPr>
          <p:cNvSpPr>
            <a:spLocks noGrp="1"/>
          </p:cNvSpPr>
          <p:nvPr>
            <p:ph type="sldNum" sz="quarter" idx="5"/>
          </p:nvPr>
        </p:nvSpPr>
        <p:spPr/>
        <p:txBody>
          <a:bodyPr/>
          <a:lstStyle/>
          <a:p>
            <a:fld id="{B4008EB6-D09E-4580-8CD6-DDB14511944F}" type="slidenum">
              <a:rPr lang="en-US" smtClean="0"/>
              <a:pPr/>
              <a:t>45</a:t>
            </a:fld>
            <a:endParaRPr lang="en-US" dirty="0"/>
          </a:p>
        </p:txBody>
      </p:sp>
      <p:sp>
        <p:nvSpPr>
          <p:cNvPr id="6" name="Date Placeholder 5">
            <a:extLst>
              <a:ext uri="{FF2B5EF4-FFF2-40B4-BE49-F238E27FC236}">
                <a16:creationId xmlns:a16="http://schemas.microsoft.com/office/drawing/2014/main" id="{072DB34E-01A6-49CB-A1D9-A7DD8A1BDC2F}"/>
              </a:ext>
            </a:extLst>
          </p:cNvPr>
          <p:cNvSpPr>
            <a:spLocks noGrp="1"/>
          </p:cNvSpPr>
          <p:nvPr>
            <p:ph type="dt" idx="1"/>
          </p:nvPr>
        </p:nvSpPr>
        <p:spPr/>
        <p:txBody>
          <a:bodyPr/>
          <a:lstStyle/>
          <a:p>
            <a:fld id="{8D268D52-C50D-4490-8C9B-1AC2988D3F69}" type="datetime8">
              <a:rPr lang="en-US" smtClean="0"/>
              <a:t>6/17/2025 3:30 PM</a:t>
            </a:fld>
            <a:endParaRPr lang="en-US" dirty="0"/>
          </a:p>
        </p:txBody>
      </p:sp>
    </p:spTree>
    <p:extLst>
      <p:ext uri="{BB962C8B-B14F-4D97-AF65-F5344CB8AC3E}">
        <p14:creationId xmlns:p14="http://schemas.microsoft.com/office/powerpoint/2010/main" val="6346714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2F741D4E-3AD0-47ED-9852-1343D10EC509}"/>
              </a:ext>
            </a:extLst>
          </p:cNvPr>
          <p:cNvSpPr>
            <a:spLocks noGrp="1"/>
          </p:cNvSpPr>
          <p:nvPr>
            <p:ph type="sldNum" sz="quarter" idx="5"/>
          </p:nvPr>
        </p:nvSpPr>
        <p:spPr/>
        <p:txBody>
          <a:bodyPr/>
          <a:lstStyle/>
          <a:p>
            <a:fld id="{B4008EB6-D09E-4580-8CD6-DDB14511944F}" type="slidenum">
              <a:rPr lang="en-US" smtClean="0"/>
              <a:pPr/>
              <a:t>46</a:t>
            </a:fld>
            <a:endParaRPr lang="en-US" dirty="0"/>
          </a:p>
        </p:txBody>
      </p:sp>
      <p:sp>
        <p:nvSpPr>
          <p:cNvPr id="6" name="Date Placeholder 5">
            <a:extLst>
              <a:ext uri="{FF2B5EF4-FFF2-40B4-BE49-F238E27FC236}">
                <a16:creationId xmlns:a16="http://schemas.microsoft.com/office/drawing/2014/main" id="{D560AFAC-897A-4DBE-B98B-C249A6D6D457}"/>
              </a:ext>
            </a:extLst>
          </p:cNvPr>
          <p:cNvSpPr>
            <a:spLocks noGrp="1"/>
          </p:cNvSpPr>
          <p:nvPr>
            <p:ph type="dt" idx="1"/>
          </p:nvPr>
        </p:nvSpPr>
        <p:spPr/>
        <p:txBody>
          <a:bodyPr/>
          <a:lstStyle/>
          <a:p>
            <a:fld id="{83E2353E-33F2-426E-BA1A-2714AF7D74BF}" type="datetime8">
              <a:rPr lang="en-US" smtClean="0"/>
              <a:t>6/17/2025 3:30 PM</a:t>
            </a:fld>
            <a:endParaRPr lang="en-US" dirty="0"/>
          </a:p>
        </p:txBody>
      </p:sp>
    </p:spTree>
    <p:extLst>
      <p:ext uri="{BB962C8B-B14F-4D97-AF65-F5344CB8AC3E}">
        <p14:creationId xmlns:p14="http://schemas.microsoft.com/office/powerpoint/2010/main" val="21299164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baseline="0"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40C39B23-0917-4179-98A4-EF6149D25486}"/>
              </a:ext>
            </a:extLst>
          </p:cNvPr>
          <p:cNvSpPr>
            <a:spLocks noGrp="1"/>
          </p:cNvSpPr>
          <p:nvPr>
            <p:ph type="sldNum" sz="quarter" idx="5"/>
          </p:nvPr>
        </p:nvSpPr>
        <p:spPr/>
        <p:txBody>
          <a:bodyPr/>
          <a:lstStyle/>
          <a:p>
            <a:fld id="{B4008EB6-D09E-4580-8CD6-DDB14511944F}" type="slidenum">
              <a:rPr lang="en-US" smtClean="0"/>
              <a:pPr/>
              <a:t>48</a:t>
            </a:fld>
            <a:endParaRPr lang="en-US" dirty="0"/>
          </a:p>
        </p:txBody>
      </p:sp>
      <p:sp>
        <p:nvSpPr>
          <p:cNvPr id="6" name="Date Placeholder 5">
            <a:extLst>
              <a:ext uri="{FF2B5EF4-FFF2-40B4-BE49-F238E27FC236}">
                <a16:creationId xmlns:a16="http://schemas.microsoft.com/office/drawing/2014/main" id="{E52A5162-9FC1-42BC-8BC3-15E476866E5C}"/>
              </a:ext>
            </a:extLst>
          </p:cNvPr>
          <p:cNvSpPr>
            <a:spLocks noGrp="1"/>
          </p:cNvSpPr>
          <p:nvPr>
            <p:ph type="dt" idx="1"/>
          </p:nvPr>
        </p:nvSpPr>
        <p:spPr/>
        <p:txBody>
          <a:bodyPr/>
          <a:lstStyle/>
          <a:p>
            <a:fld id="{64839CDD-B291-4DD3-8C3D-8BBA1E01B7D9}" type="datetime8">
              <a:rPr lang="en-US" smtClean="0"/>
              <a:t>6/17/2025 3:30 PM</a:t>
            </a:fld>
            <a:endParaRPr lang="en-US" dirty="0"/>
          </a:p>
        </p:txBody>
      </p:sp>
    </p:spTree>
    <p:extLst>
      <p:ext uri="{BB962C8B-B14F-4D97-AF65-F5344CB8AC3E}">
        <p14:creationId xmlns:p14="http://schemas.microsoft.com/office/powerpoint/2010/main" val="13856523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b="0" baseline="0" dirty="0"/>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MOTC - Confidential</a:t>
            </a:r>
          </a:p>
        </p:txBody>
      </p:sp>
      <p:sp>
        <p:nvSpPr>
          <p:cNvPr id="4" name="Slide Number Placeholder 3">
            <a:extLst>
              <a:ext uri="{FF2B5EF4-FFF2-40B4-BE49-F238E27FC236}">
                <a16:creationId xmlns:a16="http://schemas.microsoft.com/office/drawing/2014/main" id="{74B8D355-A3ED-4DF0-8C3F-E9A37412C7C1}"/>
              </a:ext>
            </a:extLst>
          </p:cNvPr>
          <p:cNvSpPr>
            <a:spLocks noGrp="1"/>
          </p:cNvSpPr>
          <p:nvPr>
            <p:ph type="sldNum" sz="quarter" idx="5"/>
          </p:nvPr>
        </p:nvSpPr>
        <p:spPr/>
        <p:txBody>
          <a:bodyPr/>
          <a:lstStyle/>
          <a:p>
            <a:fld id="{B4008EB6-D09E-4580-8CD6-DDB14511944F}" type="slidenum">
              <a:rPr lang="en-US" smtClean="0"/>
              <a:pPr/>
              <a:t>49</a:t>
            </a:fld>
            <a:endParaRPr lang="en-US" dirty="0"/>
          </a:p>
        </p:txBody>
      </p:sp>
      <p:sp>
        <p:nvSpPr>
          <p:cNvPr id="6" name="Date Placeholder 5">
            <a:extLst>
              <a:ext uri="{FF2B5EF4-FFF2-40B4-BE49-F238E27FC236}">
                <a16:creationId xmlns:a16="http://schemas.microsoft.com/office/drawing/2014/main" id="{DE298974-844A-4560-983F-A29593D583A6}"/>
              </a:ext>
            </a:extLst>
          </p:cNvPr>
          <p:cNvSpPr>
            <a:spLocks noGrp="1"/>
          </p:cNvSpPr>
          <p:nvPr>
            <p:ph type="dt" idx="1"/>
          </p:nvPr>
        </p:nvSpPr>
        <p:spPr/>
        <p:txBody>
          <a:bodyPr/>
          <a:lstStyle/>
          <a:p>
            <a:fld id="{7E2D35B9-DE27-4C58-A8E4-B46BEFDDCD84}" type="datetime8">
              <a:rPr lang="en-US" smtClean="0"/>
              <a:t>6/17/2025 3:30 PM</a:t>
            </a:fld>
            <a:endParaRPr lang="en-US" dirty="0"/>
          </a:p>
        </p:txBody>
      </p:sp>
    </p:spTree>
    <p:extLst>
      <p:ext uri="{BB962C8B-B14F-4D97-AF65-F5344CB8AC3E}">
        <p14:creationId xmlns:p14="http://schemas.microsoft.com/office/powerpoint/2010/main" val="18357983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6" name="Footer Placeholder 5"/>
          <p:cNvSpPr>
            <a:spLocks noGrp="1"/>
          </p:cNvSpPr>
          <p:nvPr>
            <p:ph type="ftr" sz="quarter" idx="1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MOTC - Confidential</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8E77B9CE-A869-43E5-9E74-F713280F39D2}"/>
              </a:ext>
            </a:extLst>
          </p:cNvPr>
          <p:cNvSpPr>
            <a:spLocks noGrp="1"/>
          </p:cNvSpPr>
          <p:nvPr>
            <p:ph type="sldNum" sz="quarter" idx="5"/>
          </p:nvPr>
        </p:nvSpPr>
        <p:spPr/>
        <p:txBody>
          <a:bodyPr/>
          <a:lstStyle/>
          <a:p>
            <a:fld id="{B4008EB6-D09E-4580-8CD6-DDB14511944F}" type="slidenum">
              <a:rPr lang="en-US" smtClean="0"/>
              <a:pPr/>
              <a:t>52</a:t>
            </a:fld>
            <a:endParaRPr lang="en-US" dirty="0"/>
          </a:p>
        </p:txBody>
      </p:sp>
      <p:sp>
        <p:nvSpPr>
          <p:cNvPr id="5" name="Date Placeholder 4">
            <a:extLst>
              <a:ext uri="{FF2B5EF4-FFF2-40B4-BE49-F238E27FC236}">
                <a16:creationId xmlns:a16="http://schemas.microsoft.com/office/drawing/2014/main" id="{784F5178-1AD7-4D71-9054-010C47FC4CF7}"/>
              </a:ext>
            </a:extLst>
          </p:cNvPr>
          <p:cNvSpPr>
            <a:spLocks noGrp="1"/>
          </p:cNvSpPr>
          <p:nvPr>
            <p:ph type="dt" idx="1"/>
          </p:nvPr>
        </p:nvSpPr>
        <p:spPr/>
        <p:txBody>
          <a:bodyPr/>
          <a:lstStyle/>
          <a:p>
            <a:fld id="{BB568557-FB9A-47A1-949D-A7650D4D21C3}" type="datetime8">
              <a:rPr lang="en-US" smtClean="0"/>
              <a:t>6/17/2025 3:30 PM</a:t>
            </a:fld>
            <a:endParaRPr lang="en-US" dirty="0"/>
          </a:p>
        </p:txBody>
      </p:sp>
    </p:spTree>
    <p:extLst>
      <p:ext uri="{BB962C8B-B14F-4D97-AF65-F5344CB8AC3E}">
        <p14:creationId xmlns:p14="http://schemas.microsoft.com/office/powerpoint/2010/main" val="21855107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bin"/><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image" Target="../media/image12.bin"/><Relationship Id="rId1" Type="http://schemas.openxmlformats.org/officeDocument/2006/relationships/slideMaster" Target="../slideMasters/slideMaster3.xml"/><Relationship Id="rId4" Type="http://schemas.openxmlformats.org/officeDocument/2006/relationships/image" Target="../media/image14.bin"/></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event nam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4"/>
            <a:ext cx="9143936" cy="1828800"/>
          </a:xfrm>
          <a:noFill/>
        </p:spPr>
        <p:txBody>
          <a:bodyPr lIns="146304" tIns="91440" rIns="146304" bIns="91440" anchor="b" anchorCtr="0"/>
          <a:lstStyle>
            <a:lvl1pPr>
              <a:defRPr sz="5400" spc="-100" baseline="0">
                <a:gradFill>
                  <a:gsLst>
                    <a:gs pos="62564">
                      <a:schemeClr val="tx1"/>
                    </a:gs>
                    <a:gs pos="55000">
                      <a:schemeClr val="tx1"/>
                    </a:gs>
                  </a:gsLst>
                  <a:lin ang="5400000" scaled="0"/>
                </a:gradFill>
              </a:defRPr>
            </a:lvl1pPr>
          </a:lstStyle>
          <a:p>
            <a:r>
              <a:rPr lang="en-US" dirty="0"/>
              <a:t>Event name</a:t>
            </a:r>
          </a:p>
        </p:txBody>
      </p:sp>
      <p:sp>
        <p:nvSpPr>
          <p:cNvPr id="5" name="Text Placeholder 4"/>
          <p:cNvSpPr>
            <a:spLocks noGrp="1"/>
          </p:cNvSpPr>
          <p:nvPr>
            <p:ph type="body" sz="quarter" idx="12" hasCustomPrompt="1"/>
          </p:nvPr>
        </p:nvSpPr>
        <p:spPr>
          <a:xfrm>
            <a:off x="274701" y="3040063"/>
            <a:ext cx="9143937" cy="730183"/>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Date</a:t>
            </a:r>
          </a:p>
        </p:txBody>
      </p:sp>
      <p:sp>
        <p:nvSpPr>
          <p:cNvPr id="3" name="Text Placeholder 2"/>
          <p:cNvSpPr>
            <a:spLocks noGrp="1"/>
          </p:cNvSpPr>
          <p:nvPr>
            <p:ph type="body" sz="quarter" idx="13" hasCustomPrompt="1"/>
          </p:nvPr>
        </p:nvSpPr>
        <p:spPr>
          <a:xfrm>
            <a:off x="274639" y="3770246"/>
            <a:ext cx="9144000" cy="461665"/>
          </a:xfrm>
        </p:spPr>
        <p:txBody>
          <a:bodyPr/>
          <a:lstStyle>
            <a:lvl1pPr marL="0" indent="0">
              <a:buNone/>
              <a:defRPr lang="en-US" sz="2000" kern="1200" spc="0" baseline="0" dirty="0" smtClean="0">
                <a:gradFill>
                  <a:gsLst>
                    <a:gs pos="91000">
                      <a:schemeClr val="tx1"/>
                    </a:gs>
                    <a:gs pos="0">
                      <a:schemeClr val="tx1"/>
                    </a:gs>
                  </a:gsLst>
                  <a:lin ang="5400000" scaled="0"/>
                </a:gradFill>
                <a:latin typeface="Segoe UI" panose="020B0502040204020203" pitchFamily="34" charset="0"/>
                <a:ea typeface="+mn-ea"/>
                <a:cs typeface="Segoe UI" panose="020B0502040204020203" pitchFamily="34" charset="0"/>
              </a:defRPr>
            </a:lvl1pPr>
          </a:lstStyle>
          <a:p>
            <a:r>
              <a:rPr lang="en-US" dirty="0"/>
              <a:t>Optional (City, State or venue)</a:t>
            </a:r>
          </a:p>
        </p:txBody>
      </p:sp>
      <p:pic>
        <p:nvPicPr>
          <p:cNvPr id="11" name="Picture 10"/>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258823187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photo and tile">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t="21189" r="15525" b="7567"/>
          <a:stretch/>
        </p:blipFill>
        <p:spPr>
          <a:xfrm>
            <a:off x="0" y="0"/>
            <a:ext cx="12436475" cy="6995517"/>
          </a:xfrm>
          <a:prstGeom prst="rect">
            <a:avLst/>
          </a:prstGeom>
        </p:spPr>
      </p:pic>
      <p:pic>
        <p:nvPicPr>
          <p:cNvPr id="10" name="MS logo gray - EMF"/>
          <p:cNvPicPr>
            <a:picLocks noChangeAspect="1"/>
          </p:cNvPicPr>
          <p:nvPr userDrawn="1"/>
        </p:nvPicPr>
        <p:blipFill>
          <a:blip r:embed="rId3"/>
          <a:stretch>
            <a:fillRect/>
          </a:stretch>
        </p:blipFill>
        <p:spPr bwMode="black">
          <a:xfrm>
            <a:off x="460688" y="479425"/>
            <a:ext cx="1451843" cy="310896"/>
          </a:xfrm>
          <a:prstGeom prst="rect">
            <a:avLst/>
          </a:prstGeom>
        </p:spPr>
      </p:pic>
      <p:sp>
        <p:nvSpPr>
          <p:cNvPr id="4" name="Rectangle 3"/>
          <p:cNvSpPr/>
          <p:nvPr userDrawn="1"/>
        </p:nvSpPr>
        <p:spPr bwMode="auto">
          <a:xfrm>
            <a:off x="274702" y="2119177"/>
            <a:ext cx="6400800" cy="3657600"/>
          </a:xfrm>
          <a:prstGeom prst="rect">
            <a:avLst/>
          </a:prstGeom>
          <a:solidFill>
            <a:srgbClr val="FFFFFF">
              <a:alpha val="68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bwMode="auto">
          <a:xfrm>
            <a:off x="274702" y="2119177"/>
            <a:ext cx="6400736" cy="1828800"/>
          </a:xfrm>
          <a:noFill/>
        </p:spPr>
        <p:txBody>
          <a:bodyPr lIns="146304" tIns="91440" rIns="146304" bIns="91440" anchor="t" anchorCtr="0"/>
          <a:lstStyle>
            <a:lvl1pPr>
              <a:defRPr sz="4800" spc="-100" baseline="0">
                <a:gradFill>
                  <a:gsLst>
                    <a:gs pos="18471">
                      <a:srgbClr val="353535"/>
                    </a:gs>
                    <a:gs pos="46000">
                      <a:srgbClr val="353535"/>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62"/>
            <a:ext cx="6402388" cy="664797"/>
          </a:xfrm>
        </p:spPr>
        <p:txBody>
          <a:bodyPr wrap="square" lIns="164592" tIns="109728" rIns="164592" bIns="109728">
            <a:spAutoFit/>
          </a:bodyPr>
          <a:lstStyle>
            <a:lvl1pPr marL="0" indent="0">
              <a:spcBef>
                <a:spcPts val="0"/>
              </a:spcBef>
              <a:buNone/>
              <a:defRPr sz="3200">
                <a:gradFill>
                  <a:gsLst>
                    <a:gs pos="18471">
                      <a:srgbClr val="353535"/>
                    </a:gs>
                    <a:gs pos="46000">
                      <a:srgbClr val="353535"/>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4090115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955786"/>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pic>
        <p:nvPicPr>
          <p:cNvPr id="11" name="Picture 10"/>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345185017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quare photo">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bwMode="auto">
          <a:xfrm>
            <a:off x="274702" y="2119178"/>
            <a:ext cx="4937760" cy="1835285"/>
          </a:xfrm>
          <a:noFill/>
        </p:spPr>
        <p:txBody>
          <a:bodyPr lIns="146304" tIns="91440" rIns="146304" bIns="91440" anchor="t" anchorCtr="0"/>
          <a:lstStyle>
            <a:lvl1pPr>
              <a:defRPr sz="4800" spc="-100" baseline="0">
                <a:gradFill>
                  <a:gsLst>
                    <a:gs pos="74359">
                      <a:schemeClr val="tx1"/>
                    </a:gs>
                    <a:gs pos="57576">
                      <a:schemeClr val="tx1"/>
                    </a:gs>
                  </a:gsLst>
                  <a:lin ang="5400000" scaled="0"/>
                </a:gradFill>
              </a:defRPr>
            </a:lvl1pPr>
          </a:lstStyle>
          <a:p>
            <a:r>
              <a:rPr lang="en-US" dirty="0"/>
              <a:t>Presentation title</a:t>
            </a:r>
          </a:p>
        </p:txBody>
      </p:sp>
      <p:sp>
        <p:nvSpPr>
          <p:cNvPr id="3" name="Text Placeholder 2"/>
          <p:cNvSpPr>
            <a:spLocks noGrp="1"/>
          </p:cNvSpPr>
          <p:nvPr>
            <p:ph type="body" sz="quarter" idx="14" hasCustomPrompt="1"/>
          </p:nvPr>
        </p:nvSpPr>
        <p:spPr bwMode="auto">
          <a:xfrm>
            <a:off x="273050" y="3954463"/>
            <a:ext cx="4937760" cy="731528"/>
          </a:xfrm>
        </p:spPr>
        <p:txBody>
          <a:bodyPr lIns="164592" tIns="109728" rIns="164592" bIns="109728">
            <a:noAutofit/>
          </a:bodyPr>
          <a:lstStyle>
            <a:lvl1pPr marL="0" indent="0">
              <a:spcBef>
                <a:spcPts val="0"/>
              </a:spcBef>
              <a:buNone/>
              <a:defRPr lang="en-US" sz="3200" kern="1200" spc="0" baseline="0" dirty="0">
                <a:gradFill>
                  <a:gsLst>
                    <a:gs pos="91000">
                      <a:schemeClr val="tx1"/>
                    </a:gs>
                    <a:gs pos="0">
                      <a:schemeClr val="tx1"/>
                    </a:gs>
                  </a:gsLst>
                  <a:lin ang="5400000" scaled="0"/>
                </a:gradFill>
                <a:latin typeface="+mn-lt"/>
                <a:ea typeface="+mn-ea"/>
                <a:cs typeface="+mn-cs"/>
              </a:defRPr>
            </a:lvl1pPr>
          </a:lstStyle>
          <a:p>
            <a:pPr marL="0" marR="0" lvl="0" indent="0" algn="l" defTabSz="932742" rtl="0" eaLnBrk="1" fontAlgn="auto" latinLnBrk="0" hangingPunct="1">
              <a:lnSpc>
                <a:spcPct val="90000"/>
              </a:lnSpc>
              <a:spcBef>
                <a:spcPts val="0"/>
              </a:spcBef>
              <a:spcAft>
                <a:spcPts val="0"/>
              </a:spcAft>
              <a:buClrTx/>
              <a:buSzPct val="90000"/>
              <a:buFont typeface="Arial" pitchFamily="34" charset="0"/>
              <a:buNone/>
              <a:tabLst/>
            </a:pPr>
            <a:r>
              <a:rPr lang="en-US" dirty="0"/>
              <a:t>Speaker name</a:t>
            </a:r>
          </a:p>
        </p:txBody>
      </p:sp>
      <p:pic>
        <p:nvPicPr>
          <p:cNvPr id="12" name="Picture 11"/>
          <p:cNvPicPr>
            <a:picLocks noChangeAspect="1"/>
          </p:cNvPicPr>
          <p:nvPr userDrawn="1"/>
        </p:nvPicPr>
        <p:blipFill>
          <a:blip r:embed="rId2"/>
          <a:stretch>
            <a:fillRect/>
          </a:stretch>
        </p:blipFill>
        <p:spPr bwMode="black">
          <a:xfrm>
            <a:off x="457200" y="479425"/>
            <a:ext cx="1483418" cy="310896"/>
          </a:xfrm>
          <a:prstGeom prst="rect">
            <a:avLst/>
          </a:prstGeom>
        </p:spPr>
      </p:pic>
      <p:pic>
        <p:nvPicPr>
          <p:cNvPr id="7" name="Picture 6"/>
          <p:cNvPicPr>
            <a:picLocks noChangeAspect="1"/>
          </p:cNvPicPr>
          <p:nvPr userDrawn="1"/>
        </p:nvPicPr>
        <p:blipFill rotWithShape="1">
          <a:blip r:embed="rId3"/>
          <a:srcRect l="36954" t="21189" r="15525" b="7567"/>
          <a:stretch/>
        </p:blipFill>
        <p:spPr>
          <a:xfrm>
            <a:off x="5440363" y="0"/>
            <a:ext cx="6996112" cy="6995517"/>
          </a:xfrm>
          <a:prstGeom prst="rect">
            <a:avLst/>
          </a:prstGeom>
        </p:spPr>
      </p:pic>
    </p:spTree>
    <p:extLst>
      <p:ext uri="{BB962C8B-B14F-4D97-AF65-F5344CB8AC3E}">
        <p14:creationId xmlns:p14="http://schemas.microsoft.com/office/powerpoint/2010/main" val="13681652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42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326847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2192018982"/>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417994670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18933552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20258259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7" name="Picture Placeholder 4"/>
          <p:cNvSpPr>
            <a:spLocks noGrp="1" noChangeAspect="1"/>
          </p:cNvSpPr>
          <p:nvPr>
            <p:ph type="pic" sz="quarter" idx="10"/>
          </p:nvPr>
        </p:nvSpPr>
        <p:spPr bwMode="ltGray">
          <a:xfrm>
            <a:off x="5441315" y="0"/>
            <a:ext cx="6995160" cy="6992587"/>
          </a:xfrm>
          <a:prstGeom prst="rect">
            <a:avLst/>
          </a:prstGeo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3216358242"/>
      </p:ext>
    </p:extLst>
  </p:cSld>
  <p:clrMapOvr>
    <a:masterClrMapping/>
  </p:clrMapOvr>
  <p:transition>
    <p:fade/>
  </p:transition>
  <p:extLst>
    <p:ext uri="{DCECCB84-F9BA-43D5-87BE-67443E8EF086}">
      <p15:sldGuideLst xmlns:p15="http://schemas.microsoft.com/office/powerpoint/2012/main">
        <p15:guide id="1" pos="342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29962453"/>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alkin">
    <p:bg>
      <p:bgRef idx="1001">
        <a:schemeClr val="bg2"/>
      </p:bgRef>
    </p:bg>
    <p:spTree>
      <p:nvGrpSpPr>
        <p:cNvPr id="1" name=""/>
        <p:cNvGrpSpPr/>
        <p:nvPr/>
      </p:nvGrpSpPr>
      <p:grpSpPr>
        <a:xfrm>
          <a:off x="0" y="0"/>
          <a:ext cx="0" cy="0"/>
          <a:chOff x="0" y="0"/>
          <a:chExt cx="0" cy="0"/>
        </a:xfrm>
      </p:grpSpPr>
      <p:sp>
        <p:nvSpPr>
          <p:cNvPr id="87" name="Freeform 16"/>
          <p:cNvSpPr>
            <a:spLocks/>
          </p:cNvSpPr>
          <p:nvPr userDrawn="1"/>
        </p:nvSpPr>
        <p:spPr bwMode="auto">
          <a:xfrm>
            <a:off x="0" y="4032251"/>
            <a:ext cx="5659438" cy="2962275"/>
          </a:xfrm>
          <a:custGeom>
            <a:avLst/>
            <a:gdLst>
              <a:gd name="T0" fmla="*/ 128 w 3565"/>
              <a:gd name="T1" fmla="*/ 957 h 1866"/>
              <a:gd name="T2" fmla="*/ 187 w 3565"/>
              <a:gd name="T3" fmla="*/ 982 h 1866"/>
              <a:gd name="T4" fmla="*/ 246 w 3565"/>
              <a:gd name="T5" fmla="*/ 909 h 1866"/>
              <a:gd name="T6" fmla="*/ 463 w 3565"/>
              <a:gd name="T7" fmla="*/ 816 h 1866"/>
              <a:gd name="T8" fmla="*/ 501 w 3565"/>
              <a:gd name="T9" fmla="*/ 874 h 1866"/>
              <a:gd name="T10" fmla="*/ 543 w 3565"/>
              <a:gd name="T11" fmla="*/ 926 h 1866"/>
              <a:gd name="T12" fmla="*/ 632 w 3565"/>
              <a:gd name="T13" fmla="*/ 677 h 1866"/>
              <a:gd name="T14" fmla="*/ 774 w 3565"/>
              <a:gd name="T15" fmla="*/ 719 h 1866"/>
              <a:gd name="T16" fmla="*/ 822 w 3565"/>
              <a:gd name="T17" fmla="*/ 771 h 1866"/>
              <a:gd name="T18" fmla="*/ 1040 w 3565"/>
              <a:gd name="T19" fmla="*/ 691 h 1866"/>
              <a:gd name="T20" fmla="*/ 1151 w 3565"/>
              <a:gd name="T21" fmla="*/ 823 h 1866"/>
              <a:gd name="T22" fmla="*/ 1209 w 3565"/>
              <a:gd name="T23" fmla="*/ 608 h 1866"/>
              <a:gd name="T24" fmla="*/ 1251 w 3565"/>
              <a:gd name="T25" fmla="*/ 543 h 1866"/>
              <a:gd name="T26" fmla="*/ 1372 w 3565"/>
              <a:gd name="T27" fmla="*/ 608 h 1866"/>
              <a:gd name="T28" fmla="*/ 1413 w 3565"/>
              <a:gd name="T29" fmla="*/ 567 h 1866"/>
              <a:gd name="T30" fmla="*/ 1458 w 3565"/>
              <a:gd name="T31" fmla="*/ 629 h 1866"/>
              <a:gd name="T32" fmla="*/ 1510 w 3565"/>
              <a:gd name="T33" fmla="*/ 871 h 1866"/>
              <a:gd name="T34" fmla="*/ 1548 w 3565"/>
              <a:gd name="T35" fmla="*/ 608 h 1866"/>
              <a:gd name="T36" fmla="*/ 1600 w 3565"/>
              <a:gd name="T37" fmla="*/ 563 h 1866"/>
              <a:gd name="T38" fmla="*/ 1627 w 3565"/>
              <a:gd name="T39" fmla="*/ 619 h 1866"/>
              <a:gd name="T40" fmla="*/ 1648 w 3565"/>
              <a:gd name="T41" fmla="*/ 764 h 1866"/>
              <a:gd name="T42" fmla="*/ 1683 w 3565"/>
              <a:gd name="T43" fmla="*/ 950 h 1866"/>
              <a:gd name="T44" fmla="*/ 1721 w 3565"/>
              <a:gd name="T45" fmla="*/ 847 h 1866"/>
              <a:gd name="T46" fmla="*/ 1752 w 3565"/>
              <a:gd name="T47" fmla="*/ 536 h 1866"/>
              <a:gd name="T48" fmla="*/ 2038 w 3565"/>
              <a:gd name="T49" fmla="*/ 456 h 1866"/>
              <a:gd name="T50" fmla="*/ 2059 w 3565"/>
              <a:gd name="T51" fmla="*/ 539 h 1866"/>
              <a:gd name="T52" fmla="*/ 2173 w 3565"/>
              <a:gd name="T53" fmla="*/ 246 h 1866"/>
              <a:gd name="T54" fmla="*/ 2252 w 3565"/>
              <a:gd name="T55" fmla="*/ 201 h 1866"/>
              <a:gd name="T56" fmla="*/ 2287 w 3565"/>
              <a:gd name="T57" fmla="*/ 259 h 1866"/>
              <a:gd name="T58" fmla="*/ 2356 w 3565"/>
              <a:gd name="T59" fmla="*/ 843 h 1866"/>
              <a:gd name="T60" fmla="*/ 2384 w 3565"/>
              <a:gd name="T61" fmla="*/ 612 h 1866"/>
              <a:gd name="T62" fmla="*/ 2398 w 3565"/>
              <a:gd name="T63" fmla="*/ 432 h 1866"/>
              <a:gd name="T64" fmla="*/ 2436 w 3565"/>
              <a:gd name="T65" fmla="*/ 139 h 1866"/>
              <a:gd name="T66" fmla="*/ 2567 w 3565"/>
              <a:gd name="T67" fmla="*/ 0 h 1866"/>
              <a:gd name="T68" fmla="*/ 2598 w 3565"/>
              <a:gd name="T69" fmla="*/ 121 h 1866"/>
              <a:gd name="T70" fmla="*/ 2629 w 3565"/>
              <a:gd name="T71" fmla="*/ 173 h 1866"/>
              <a:gd name="T72" fmla="*/ 2670 w 3565"/>
              <a:gd name="T73" fmla="*/ 491 h 1866"/>
              <a:gd name="T74" fmla="*/ 2988 w 3565"/>
              <a:gd name="T75" fmla="*/ 346 h 1866"/>
              <a:gd name="T76" fmla="*/ 3071 w 3565"/>
              <a:gd name="T77" fmla="*/ 532 h 1866"/>
              <a:gd name="T78" fmla="*/ 3126 w 3565"/>
              <a:gd name="T79" fmla="*/ 498 h 1866"/>
              <a:gd name="T80" fmla="*/ 3233 w 3565"/>
              <a:gd name="T81" fmla="*/ 550 h 1866"/>
              <a:gd name="T82" fmla="*/ 3320 w 3565"/>
              <a:gd name="T83" fmla="*/ 463 h 1866"/>
              <a:gd name="T84" fmla="*/ 3382 w 3565"/>
              <a:gd name="T85" fmla="*/ 398 h 1866"/>
              <a:gd name="T86" fmla="*/ 3565 w 3565"/>
              <a:gd name="T87" fmla="*/ 446 h 1866"/>
              <a:gd name="T88" fmla="*/ 3565 w 3565"/>
              <a:gd name="T89" fmla="*/ 1866 h 1866"/>
              <a:gd name="T90" fmla="*/ 0 w 3565"/>
              <a:gd name="T91" fmla="*/ 957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65" h="1866">
                <a:moveTo>
                  <a:pt x="0" y="957"/>
                </a:moveTo>
                <a:lnTo>
                  <a:pt x="128" y="957"/>
                </a:lnTo>
                <a:lnTo>
                  <a:pt x="128" y="982"/>
                </a:lnTo>
                <a:lnTo>
                  <a:pt x="187" y="982"/>
                </a:lnTo>
                <a:lnTo>
                  <a:pt x="187" y="909"/>
                </a:lnTo>
                <a:lnTo>
                  <a:pt x="246" y="909"/>
                </a:lnTo>
                <a:lnTo>
                  <a:pt x="246" y="816"/>
                </a:lnTo>
                <a:lnTo>
                  <a:pt x="463" y="816"/>
                </a:lnTo>
                <a:lnTo>
                  <a:pt x="463" y="874"/>
                </a:lnTo>
                <a:lnTo>
                  <a:pt x="501" y="874"/>
                </a:lnTo>
                <a:lnTo>
                  <a:pt x="501" y="926"/>
                </a:lnTo>
                <a:lnTo>
                  <a:pt x="543" y="926"/>
                </a:lnTo>
                <a:lnTo>
                  <a:pt x="543" y="677"/>
                </a:lnTo>
                <a:lnTo>
                  <a:pt x="632" y="677"/>
                </a:lnTo>
                <a:lnTo>
                  <a:pt x="632" y="719"/>
                </a:lnTo>
                <a:lnTo>
                  <a:pt x="774" y="719"/>
                </a:lnTo>
                <a:lnTo>
                  <a:pt x="774" y="771"/>
                </a:lnTo>
                <a:lnTo>
                  <a:pt x="822" y="771"/>
                </a:lnTo>
                <a:lnTo>
                  <a:pt x="822" y="691"/>
                </a:lnTo>
                <a:lnTo>
                  <a:pt x="1040" y="691"/>
                </a:lnTo>
                <a:lnTo>
                  <a:pt x="1040" y="823"/>
                </a:lnTo>
                <a:lnTo>
                  <a:pt x="1151" y="823"/>
                </a:lnTo>
                <a:lnTo>
                  <a:pt x="1151" y="608"/>
                </a:lnTo>
                <a:lnTo>
                  <a:pt x="1209" y="608"/>
                </a:lnTo>
                <a:lnTo>
                  <a:pt x="1209" y="543"/>
                </a:lnTo>
                <a:lnTo>
                  <a:pt x="1251" y="543"/>
                </a:lnTo>
                <a:lnTo>
                  <a:pt x="1251" y="608"/>
                </a:lnTo>
                <a:lnTo>
                  <a:pt x="1372" y="608"/>
                </a:lnTo>
                <a:lnTo>
                  <a:pt x="1372" y="567"/>
                </a:lnTo>
                <a:lnTo>
                  <a:pt x="1413" y="567"/>
                </a:lnTo>
                <a:lnTo>
                  <a:pt x="1413" y="629"/>
                </a:lnTo>
                <a:lnTo>
                  <a:pt x="1458" y="629"/>
                </a:lnTo>
                <a:lnTo>
                  <a:pt x="1458" y="871"/>
                </a:lnTo>
                <a:lnTo>
                  <a:pt x="1510" y="871"/>
                </a:lnTo>
                <a:lnTo>
                  <a:pt x="1510" y="608"/>
                </a:lnTo>
                <a:lnTo>
                  <a:pt x="1548" y="608"/>
                </a:lnTo>
                <a:lnTo>
                  <a:pt x="1548" y="563"/>
                </a:lnTo>
                <a:lnTo>
                  <a:pt x="1600" y="563"/>
                </a:lnTo>
                <a:lnTo>
                  <a:pt x="1600" y="619"/>
                </a:lnTo>
                <a:lnTo>
                  <a:pt x="1627" y="619"/>
                </a:lnTo>
                <a:lnTo>
                  <a:pt x="1627" y="764"/>
                </a:lnTo>
                <a:lnTo>
                  <a:pt x="1648" y="764"/>
                </a:lnTo>
                <a:lnTo>
                  <a:pt x="1648" y="950"/>
                </a:lnTo>
                <a:lnTo>
                  <a:pt x="1683" y="950"/>
                </a:lnTo>
                <a:lnTo>
                  <a:pt x="1683" y="847"/>
                </a:lnTo>
                <a:lnTo>
                  <a:pt x="1721" y="847"/>
                </a:lnTo>
                <a:lnTo>
                  <a:pt x="1721" y="536"/>
                </a:lnTo>
                <a:lnTo>
                  <a:pt x="1752" y="536"/>
                </a:lnTo>
                <a:lnTo>
                  <a:pt x="1752" y="456"/>
                </a:lnTo>
                <a:lnTo>
                  <a:pt x="2038" y="456"/>
                </a:lnTo>
                <a:lnTo>
                  <a:pt x="2038" y="539"/>
                </a:lnTo>
                <a:lnTo>
                  <a:pt x="2059" y="539"/>
                </a:lnTo>
                <a:lnTo>
                  <a:pt x="2059" y="246"/>
                </a:lnTo>
                <a:lnTo>
                  <a:pt x="2173" y="246"/>
                </a:lnTo>
                <a:lnTo>
                  <a:pt x="2173" y="201"/>
                </a:lnTo>
                <a:lnTo>
                  <a:pt x="2252" y="201"/>
                </a:lnTo>
                <a:lnTo>
                  <a:pt x="2252" y="259"/>
                </a:lnTo>
                <a:lnTo>
                  <a:pt x="2287" y="259"/>
                </a:lnTo>
                <a:lnTo>
                  <a:pt x="2287" y="843"/>
                </a:lnTo>
                <a:lnTo>
                  <a:pt x="2356" y="843"/>
                </a:lnTo>
                <a:lnTo>
                  <a:pt x="2356" y="612"/>
                </a:lnTo>
                <a:lnTo>
                  <a:pt x="2384" y="612"/>
                </a:lnTo>
                <a:lnTo>
                  <a:pt x="2384" y="449"/>
                </a:lnTo>
                <a:lnTo>
                  <a:pt x="2398" y="432"/>
                </a:lnTo>
                <a:lnTo>
                  <a:pt x="2398" y="139"/>
                </a:lnTo>
                <a:lnTo>
                  <a:pt x="2436" y="139"/>
                </a:lnTo>
                <a:lnTo>
                  <a:pt x="2436" y="0"/>
                </a:lnTo>
                <a:lnTo>
                  <a:pt x="2567" y="0"/>
                </a:lnTo>
                <a:lnTo>
                  <a:pt x="2567" y="121"/>
                </a:lnTo>
                <a:lnTo>
                  <a:pt x="2598" y="121"/>
                </a:lnTo>
                <a:lnTo>
                  <a:pt x="2598" y="173"/>
                </a:lnTo>
                <a:lnTo>
                  <a:pt x="2629" y="173"/>
                </a:lnTo>
                <a:lnTo>
                  <a:pt x="2629" y="491"/>
                </a:lnTo>
                <a:lnTo>
                  <a:pt x="2670" y="491"/>
                </a:lnTo>
                <a:lnTo>
                  <a:pt x="2670" y="346"/>
                </a:lnTo>
                <a:lnTo>
                  <a:pt x="2988" y="346"/>
                </a:lnTo>
                <a:lnTo>
                  <a:pt x="2988" y="532"/>
                </a:lnTo>
                <a:lnTo>
                  <a:pt x="3071" y="532"/>
                </a:lnTo>
                <a:lnTo>
                  <a:pt x="3071" y="498"/>
                </a:lnTo>
                <a:lnTo>
                  <a:pt x="3126" y="498"/>
                </a:lnTo>
                <a:lnTo>
                  <a:pt x="3126" y="550"/>
                </a:lnTo>
                <a:lnTo>
                  <a:pt x="3233" y="550"/>
                </a:lnTo>
                <a:lnTo>
                  <a:pt x="3233" y="463"/>
                </a:lnTo>
                <a:lnTo>
                  <a:pt x="3320" y="463"/>
                </a:lnTo>
                <a:lnTo>
                  <a:pt x="3320" y="398"/>
                </a:lnTo>
                <a:lnTo>
                  <a:pt x="3382" y="398"/>
                </a:lnTo>
                <a:lnTo>
                  <a:pt x="3382" y="446"/>
                </a:lnTo>
                <a:lnTo>
                  <a:pt x="3565" y="446"/>
                </a:lnTo>
                <a:lnTo>
                  <a:pt x="3565" y="1040"/>
                </a:lnTo>
                <a:lnTo>
                  <a:pt x="3565" y="1866"/>
                </a:lnTo>
                <a:lnTo>
                  <a:pt x="0" y="1866"/>
                </a:lnTo>
                <a:lnTo>
                  <a:pt x="0" y="957"/>
                </a:ln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endParaRPr lang="en-US" sz="1800"/>
          </a:p>
        </p:txBody>
      </p:sp>
      <p:sp>
        <p:nvSpPr>
          <p:cNvPr id="88" name="Freeform 17"/>
          <p:cNvSpPr>
            <a:spLocks/>
          </p:cNvSpPr>
          <p:nvPr userDrawn="1"/>
        </p:nvSpPr>
        <p:spPr bwMode="auto">
          <a:xfrm>
            <a:off x="5503864" y="4559300"/>
            <a:ext cx="3146425" cy="2435225"/>
          </a:xfrm>
          <a:custGeom>
            <a:avLst/>
            <a:gdLst>
              <a:gd name="T0" fmla="*/ 1882 w 1982"/>
              <a:gd name="T1" fmla="*/ 456 h 1534"/>
              <a:gd name="T2" fmla="*/ 1882 w 1982"/>
              <a:gd name="T3" fmla="*/ 546 h 1534"/>
              <a:gd name="T4" fmla="*/ 1830 w 1982"/>
              <a:gd name="T5" fmla="*/ 546 h 1534"/>
              <a:gd name="T6" fmla="*/ 1830 w 1982"/>
              <a:gd name="T7" fmla="*/ 629 h 1534"/>
              <a:gd name="T8" fmla="*/ 1699 w 1982"/>
              <a:gd name="T9" fmla="*/ 629 h 1534"/>
              <a:gd name="T10" fmla="*/ 1699 w 1982"/>
              <a:gd name="T11" fmla="*/ 822 h 1534"/>
              <a:gd name="T12" fmla="*/ 1668 w 1982"/>
              <a:gd name="T13" fmla="*/ 822 h 1534"/>
              <a:gd name="T14" fmla="*/ 1668 w 1982"/>
              <a:gd name="T15" fmla="*/ 59 h 1534"/>
              <a:gd name="T16" fmla="*/ 1388 w 1982"/>
              <a:gd name="T17" fmla="*/ 59 h 1534"/>
              <a:gd name="T18" fmla="*/ 1388 w 1982"/>
              <a:gd name="T19" fmla="*/ 200 h 1534"/>
              <a:gd name="T20" fmla="*/ 1226 w 1982"/>
              <a:gd name="T21" fmla="*/ 200 h 1534"/>
              <a:gd name="T22" fmla="*/ 1226 w 1982"/>
              <a:gd name="T23" fmla="*/ 688 h 1534"/>
              <a:gd name="T24" fmla="*/ 1119 w 1982"/>
              <a:gd name="T25" fmla="*/ 688 h 1534"/>
              <a:gd name="T26" fmla="*/ 1119 w 1982"/>
              <a:gd name="T27" fmla="*/ 629 h 1534"/>
              <a:gd name="T28" fmla="*/ 1043 w 1982"/>
              <a:gd name="T29" fmla="*/ 629 h 1534"/>
              <a:gd name="T30" fmla="*/ 1043 w 1982"/>
              <a:gd name="T31" fmla="*/ 542 h 1534"/>
              <a:gd name="T32" fmla="*/ 839 w 1982"/>
              <a:gd name="T33" fmla="*/ 542 h 1534"/>
              <a:gd name="T34" fmla="*/ 839 w 1982"/>
              <a:gd name="T35" fmla="*/ 629 h 1534"/>
              <a:gd name="T36" fmla="*/ 736 w 1982"/>
              <a:gd name="T37" fmla="*/ 629 h 1534"/>
              <a:gd name="T38" fmla="*/ 736 w 1982"/>
              <a:gd name="T39" fmla="*/ 698 h 1534"/>
              <a:gd name="T40" fmla="*/ 694 w 1982"/>
              <a:gd name="T41" fmla="*/ 698 h 1534"/>
              <a:gd name="T42" fmla="*/ 694 w 1982"/>
              <a:gd name="T43" fmla="*/ 0 h 1534"/>
              <a:gd name="T44" fmla="*/ 331 w 1982"/>
              <a:gd name="T45" fmla="*/ 0 h 1534"/>
              <a:gd name="T46" fmla="*/ 331 w 1982"/>
              <a:gd name="T47" fmla="*/ 663 h 1534"/>
              <a:gd name="T48" fmla="*/ 245 w 1982"/>
              <a:gd name="T49" fmla="*/ 663 h 1534"/>
              <a:gd name="T50" fmla="*/ 245 w 1982"/>
              <a:gd name="T51" fmla="*/ 456 h 1534"/>
              <a:gd name="T52" fmla="*/ 93 w 1982"/>
              <a:gd name="T53" fmla="*/ 456 h 1534"/>
              <a:gd name="T54" fmla="*/ 93 w 1982"/>
              <a:gd name="T55" fmla="*/ 826 h 1534"/>
              <a:gd name="T56" fmla="*/ 0 w 1982"/>
              <a:gd name="T57" fmla="*/ 826 h 1534"/>
              <a:gd name="T58" fmla="*/ 0 w 1982"/>
              <a:gd name="T59" fmla="*/ 1534 h 1534"/>
              <a:gd name="T60" fmla="*/ 1982 w 1982"/>
              <a:gd name="T61" fmla="*/ 1534 h 1534"/>
              <a:gd name="T62" fmla="*/ 1982 w 1982"/>
              <a:gd name="T63" fmla="*/ 456 h 1534"/>
              <a:gd name="T64" fmla="*/ 1882 w 1982"/>
              <a:gd name="T65" fmla="*/ 456 h 1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82" h="1534">
                <a:moveTo>
                  <a:pt x="1882" y="456"/>
                </a:moveTo>
                <a:lnTo>
                  <a:pt x="1882" y="546"/>
                </a:lnTo>
                <a:lnTo>
                  <a:pt x="1830" y="546"/>
                </a:lnTo>
                <a:lnTo>
                  <a:pt x="1830" y="629"/>
                </a:lnTo>
                <a:lnTo>
                  <a:pt x="1699" y="629"/>
                </a:lnTo>
                <a:lnTo>
                  <a:pt x="1699" y="822"/>
                </a:lnTo>
                <a:lnTo>
                  <a:pt x="1668" y="822"/>
                </a:lnTo>
                <a:lnTo>
                  <a:pt x="1668" y="59"/>
                </a:lnTo>
                <a:lnTo>
                  <a:pt x="1388" y="59"/>
                </a:lnTo>
                <a:lnTo>
                  <a:pt x="1388" y="200"/>
                </a:lnTo>
                <a:lnTo>
                  <a:pt x="1226" y="200"/>
                </a:lnTo>
                <a:lnTo>
                  <a:pt x="1226" y="688"/>
                </a:lnTo>
                <a:lnTo>
                  <a:pt x="1119" y="688"/>
                </a:lnTo>
                <a:lnTo>
                  <a:pt x="1119" y="629"/>
                </a:lnTo>
                <a:lnTo>
                  <a:pt x="1043" y="629"/>
                </a:lnTo>
                <a:lnTo>
                  <a:pt x="1043" y="542"/>
                </a:lnTo>
                <a:lnTo>
                  <a:pt x="839" y="542"/>
                </a:lnTo>
                <a:lnTo>
                  <a:pt x="839" y="629"/>
                </a:lnTo>
                <a:lnTo>
                  <a:pt x="736" y="629"/>
                </a:lnTo>
                <a:lnTo>
                  <a:pt x="736" y="698"/>
                </a:lnTo>
                <a:lnTo>
                  <a:pt x="694" y="698"/>
                </a:lnTo>
                <a:lnTo>
                  <a:pt x="694" y="0"/>
                </a:lnTo>
                <a:lnTo>
                  <a:pt x="331" y="0"/>
                </a:lnTo>
                <a:lnTo>
                  <a:pt x="331" y="663"/>
                </a:lnTo>
                <a:lnTo>
                  <a:pt x="245" y="663"/>
                </a:lnTo>
                <a:lnTo>
                  <a:pt x="245" y="456"/>
                </a:lnTo>
                <a:lnTo>
                  <a:pt x="93" y="456"/>
                </a:lnTo>
                <a:lnTo>
                  <a:pt x="93" y="826"/>
                </a:lnTo>
                <a:lnTo>
                  <a:pt x="0" y="826"/>
                </a:lnTo>
                <a:lnTo>
                  <a:pt x="0" y="1534"/>
                </a:lnTo>
                <a:lnTo>
                  <a:pt x="1982" y="1534"/>
                </a:lnTo>
                <a:lnTo>
                  <a:pt x="1982" y="456"/>
                </a:lnTo>
                <a:lnTo>
                  <a:pt x="1882" y="456"/>
                </a:ln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endParaRPr lang="en-US" sz="1800"/>
          </a:p>
        </p:txBody>
      </p:sp>
      <p:sp>
        <p:nvSpPr>
          <p:cNvPr id="89" name="Freeform 18"/>
          <p:cNvSpPr>
            <a:spLocks/>
          </p:cNvSpPr>
          <p:nvPr userDrawn="1"/>
        </p:nvSpPr>
        <p:spPr bwMode="auto">
          <a:xfrm flipH="1">
            <a:off x="8636001" y="3024188"/>
            <a:ext cx="3800475" cy="3970338"/>
          </a:xfrm>
          <a:custGeom>
            <a:avLst/>
            <a:gdLst>
              <a:gd name="T0" fmla="*/ 2308 w 2394"/>
              <a:gd name="T1" fmla="*/ 1385 h 2501"/>
              <a:gd name="T2" fmla="*/ 2270 w 2394"/>
              <a:gd name="T3" fmla="*/ 1420 h 2501"/>
              <a:gd name="T4" fmla="*/ 2228 w 2394"/>
              <a:gd name="T5" fmla="*/ 1323 h 2501"/>
              <a:gd name="T6" fmla="*/ 2083 w 2394"/>
              <a:gd name="T7" fmla="*/ 1202 h 2501"/>
              <a:gd name="T8" fmla="*/ 2055 w 2394"/>
              <a:gd name="T9" fmla="*/ 1278 h 2501"/>
              <a:gd name="T10" fmla="*/ 2031 w 2394"/>
              <a:gd name="T11" fmla="*/ 1344 h 2501"/>
              <a:gd name="T12" fmla="*/ 1969 w 2394"/>
              <a:gd name="T13" fmla="*/ 1019 h 2501"/>
              <a:gd name="T14" fmla="*/ 1872 w 2394"/>
              <a:gd name="T15" fmla="*/ 1071 h 2501"/>
              <a:gd name="T16" fmla="*/ 1845 w 2394"/>
              <a:gd name="T17" fmla="*/ 1140 h 2501"/>
              <a:gd name="T18" fmla="*/ 1696 w 2394"/>
              <a:gd name="T19" fmla="*/ 1036 h 2501"/>
              <a:gd name="T20" fmla="*/ 1620 w 2394"/>
              <a:gd name="T21" fmla="*/ 1209 h 2501"/>
              <a:gd name="T22" fmla="*/ 1582 w 2394"/>
              <a:gd name="T23" fmla="*/ 929 h 2501"/>
              <a:gd name="T24" fmla="*/ 1555 w 2394"/>
              <a:gd name="T25" fmla="*/ 843 h 2501"/>
              <a:gd name="T26" fmla="*/ 1472 w 2394"/>
              <a:gd name="T27" fmla="*/ 929 h 2501"/>
              <a:gd name="T28" fmla="*/ 1447 w 2394"/>
              <a:gd name="T29" fmla="*/ 874 h 2501"/>
              <a:gd name="T30" fmla="*/ 1416 w 2394"/>
              <a:gd name="T31" fmla="*/ 953 h 2501"/>
              <a:gd name="T32" fmla="*/ 1382 w 2394"/>
              <a:gd name="T33" fmla="*/ 1274 h 2501"/>
              <a:gd name="T34" fmla="*/ 1354 w 2394"/>
              <a:gd name="T35" fmla="*/ 929 h 2501"/>
              <a:gd name="T36" fmla="*/ 1320 w 2394"/>
              <a:gd name="T37" fmla="*/ 867 h 2501"/>
              <a:gd name="T38" fmla="*/ 1302 w 2394"/>
              <a:gd name="T39" fmla="*/ 939 h 2501"/>
              <a:gd name="T40" fmla="*/ 1285 w 2394"/>
              <a:gd name="T41" fmla="*/ 1133 h 2501"/>
              <a:gd name="T42" fmla="*/ 1264 w 2394"/>
              <a:gd name="T43" fmla="*/ 1378 h 2501"/>
              <a:gd name="T44" fmla="*/ 1240 w 2394"/>
              <a:gd name="T45" fmla="*/ 1243 h 2501"/>
              <a:gd name="T46" fmla="*/ 1216 w 2394"/>
              <a:gd name="T47" fmla="*/ 701 h 2501"/>
              <a:gd name="T48" fmla="*/ 1026 w 2394"/>
              <a:gd name="T49" fmla="*/ 597 h 2501"/>
              <a:gd name="T50" fmla="*/ 1009 w 2394"/>
              <a:gd name="T51" fmla="*/ 708 h 2501"/>
              <a:gd name="T52" fmla="*/ 933 w 2394"/>
              <a:gd name="T53" fmla="*/ 324 h 2501"/>
              <a:gd name="T54" fmla="*/ 881 w 2394"/>
              <a:gd name="T55" fmla="*/ 262 h 2501"/>
              <a:gd name="T56" fmla="*/ 857 w 2394"/>
              <a:gd name="T57" fmla="*/ 338 h 2501"/>
              <a:gd name="T58" fmla="*/ 812 w 2394"/>
              <a:gd name="T59" fmla="*/ 1243 h 2501"/>
              <a:gd name="T60" fmla="*/ 795 w 2394"/>
              <a:gd name="T61" fmla="*/ 939 h 2501"/>
              <a:gd name="T62" fmla="*/ 784 w 2394"/>
              <a:gd name="T63" fmla="*/ 566 h 2501"/>
              <a:gd name="T64" fmla="*/ 757 w 2394"/>
              <a:gd name="T65" fmla="*/ 183 h 2501"/>
              <a:gd name="T66" fmla="*/ 670 w 2394"/>
              <a:gd name="T67" fmla="*/ 0 h 2501"/>
              <a:gd name="T68" fmla="*/ 646 w 2394"/>
              <a:gd name="T69" fmla="*/ 155 h 2501"/>
              <a:gd name="T70" fmla="*/ 629 w 2394"/>
              <a:gd name="T71" fmla="*/ 228 h 2501"/>
              <a:gd name="T72" fmla="*/ 598 w 2394"/>
              <a:gd name="T73" fmla="*/ 642 h 2501"/>
              <a:gd name="T74" fmla="*/ 387 w 2394"/>
              <a:gd name="T75" fmla="*/ 456 h 2501"/>
              <a:gd name="T76" fmla="*/ 332 w 2394"/>
              <a:gd name="T77" fmla="*/ 698 h 2501"/>
              <a:gd name="T78" fmla="*/ 294 w 2394"/>
              <a:gd name="T79" fmla="*/ 653 h 2501"/>
              <a:gd name="T80" fmla="*/ 221 w 2394"/>
              <a:gd name="T81" fmla="*/ 722 h 2501"/>
              <a:gd name="T82" fmla="*/ 163 w 2394"/>
              <a:gd name="T83" fmla="*/ 604 h 2501"/>
              <a:gd name="T84" fmla="*/ 121 w 2394"/>
              <a:gd name="T85" fmla="*/ 521 h 2501"/>
              <a:gd name="T86" fmla="*/ 0 w 2394"/>
              <a:gd name="T87" fmla="*/ 587 h 2501"/>
              <a:gd name="T88" fmla="*/ 0 w 2394"/>
              <a:gd name="T89" fmla="*/ 2501 h 2501"/>
              <a:gd name="T90" fmla="*/ 2394 w 2394"/>
              <a:gd name="T91" fmla="*/ 1385 h 25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94" h="2501">
                <a:moveTo>
                  <a:pt x="2394" y="1385"/>
                </a:moveTo>
                <a:lnTo>
                  <a:pt x="2308" y="1385"/>
                </a:lnTo>
                <a:lnTo>
                  <a:pt x="2308" y="1420"/>
                </a:lnTo>
                <a:lnTo>
                  <a:pt x="2270" y="1420"/>
                </a:lnTo>
                <a:lnTo>
                  <a:pt x="2270" y="1323"/>
                </a:lnTo>
                <a:lnTo>
                  <a:pt x="2228" y="1323"/>
                </a:lnTo>
                <a:lnTo>
                  <a:pt x="2228" y="1202"/>
                </a:lnTo>
                <a:lnTo>
                  <a:pt x="2083" y="1202"/>
                </a:lnTo>
                <a:lnTo>
                  <a:pt x="2083" y="1278"/>
                </a:lnTo>
                <a:lnTo>
                  <a:pt x="2055" y="1278"/>
                </a:lnTo>
                <a:lnTo>
                  <a:pt x="2055" y="1344"/>
                </a:lnTo>
                <a:lnTo>
                  <a:pt x="2031" y="1344"/>
                </a:lnTo>
                <a:lnTo>
                  <a:pt x="2031" y="1019"/>
                </a:lnTo>
                <a:lnTo>
                  <a:pt x="1969" y="1019"/>
                </a:lnTo>
                <a:lnTo>
                  <a:pt x="1969" y="1071"/>
                </a:lnTo>
                <a:lnTo>
                  <a:pt x="1872" y="1071"/>
                </a:lnTo>
                <a:lnTo>
                  <a:pt x="1872" y="1140"/>
                </a:lnTo>
                <a:lnTo>
                  <a:pt x="1845" y="1140"/>
                </a:lnTo>
                <a:lnTo>
                  <a:pt x="1845" y="1036"/>
                </a:lnTo>
                <a:lnTo>
                  <a:pt x="1696" y="1036"/>
                </a:lnTo>
                <a:lnTo>
                  <a:pt x="1696" y="1209"/>
                </a:lnTo>
                <a:lnTo>
                  <a:pt x="1620" y="1209"/>
                </a:lnTo>
                <a:lnTo>
                  <a:pt x="1620" y="929"/>
                </a:lnTo>
                <a:lnTo>
                  <a:pt x="1582" y="929"/>
                </a:lnTo>
                <a:lnTo>
                  <a:pt x="1582" y="843"/>
                </a:lnTo>
                <a:lnTo>
                  <a:pt x="1555" y="843"/>
                </a:lnTo>
                <a:lnTo>
                  <a:pt x="1555" y="929"/>
                </a:lnTo>
                <a:lnTo>
                  <a:pt x="1472" y="929"/>
                </a:lnTo>
                <a:lnTo>
                  <a:pt x="1472" y="874"/>
                </a:lnTo>
                <a:lnTo>
                  <a:pt x="1447" y="874"/>
                </a:lnTo>
                <a:lnTo>
                  <a:pt x="1447" y="953"/>
                </a:lnTo>
                <a:lnTo>
                  <a:pt x="1416" y="953"/>
                </a:lnTo>
                <a:lnTo>
                  <a:pt x="1416" y="1274"/>
                </a:lnTo>
                <a:lnTo>
                  <a:pt x="1382" y="1274"/>
                </a:lnTo>
                <a:lnTo>
                  <a:pt x="1382" y="929"/>
                </a:lnTo>
                <a:lnTo>
                  <a:pt x="1354" y="929"/>
                </a:lnTo>
                <a:lnTo>
                  <a:pt x="1354" y="867"/>
                </a:lnTo>
                <a:lnTo>
                  <a:pt x="1320" y="867"/>
                </a:lnTo>
                <a:lnTo>
                  <a:pt x="1320" y="939"/>
                </a:lnTo>
                <a:lnTo>
                  <a:pt x="1302" y="939"/>
                </a:lnTo>
                <a:lnTo>
                  <a:pt x="1302" y="1133"/>
                </a:lnTo>
                <a:lnTo>
                  <a:pt x="1285" y="1133"/>
                </a:lnTo>
                <a:lnTo>
                  <a:pt x="1285" y="1378"/>
                </a:lnTo>
                <a:lnTo>
                  <a:pt x="1264" y="1378"/>
                </a:lnTo>
                <a:lnTo>
                  <a:pt x="1264" y="1243"/>
                </a:lnTo>
                <a:lnTo>
                  <a:pt x="1240" y="1243"/>
                </a:lnTo>
                <a:lnTo>
                  <a:pt x="1240" y="701"/>
                </a:lnTo>
                <a:lnTo>
                  <a:pt x="1216" y="701"/>
                </a:lnTo>
                <a:lnTo>
                  <a:pt x="1216" y="597"/>
                </a:lnTo>
                <a:lnTo>
                  <a:pt x="1026" y="597"/>
                </a:lnTo>
                <a:lnTo>
                  <a:pt x="1026" y="708"/>
                </a:lnTo>
                <a:lnTo>
                  <a:pt x="1009" y="708"/>
                </a:lnTo>
                <a:lnTo>
                  <a:pt x="1009" y="324"/>
                </a:lnTo>
                <a:lnTo>
                  <a:pt x="933" y="324"/>
                </a:lnTo>
                <a:lnTo>
                  <a:pt x="933" y="262"/>
                </a:lnTo>
                <a:lnTo>
                  <a:pt x="881" y="262"/>
                </a:lnTo>
                <a:lnTo>
                  <a:pt x="881" y="338"/>
                </a:lnTo>
                <a:lnTo>
                  <a:pt x="857" y="338"/>
                </a:lnTo>
                <a:lnTo>
                  <a:pt x="857" y="1243"/>
                </a:lnTo>
                <a:lnTo>
                  <a:pt x="812" y="1243"/>
                </a:lnTo>
                <a:lnTo>
                  <a:pt x="812" y="939"/>
                </a:lnTo>
                <a:lnTo>
                  <a:pt x="795" y="939"/>
                </a:lnTo>
                <a:lnTo>
                  <a:pt x="795" y="590"/>
                </a:lnTo>
                <a:lnTo>
                  <a:pt x="784" y="566"/>
                </a:lnTo>
                <a:lnTo>
                  <a:pt x="784" y="183"/>
                </a:lnTo>
                <a:lnTo>
                  <a:pt x="757" y="183"/>
                </a:lnTo>
                <a:lnTo>
                  <a:pt x="757" y="0"/>
                </a:lnTo>
                <a:lnTo>
                  <a:pt x="670" y="0"/>
                </a:lnTo>
                <a:lnTo>
                  <a:pt x="670" y="155"/>
                </a:lnTo>
                <a:lnTo>
                  <a:pt x="646" y="155"/>
                </a:lnTo>
                <a:lnTo>
                  <a:pt x="646" y="228"/>
                </a:lnTo>
                <a:lnTo>
                  <a:pt x="629" y="228"/>
                </a:lnTo>
                <a:lnTo>
                  <a:pt x="629" y="642"/>
                </a:lnTo>
                <a:lnTo>
                  <a:pt x="598" y="642"/>
                </a:lnTo>
                <a:lnTo>
                  <a:pt x="598" y="456"/>
                </a:lnTo>
                <a:lnTo>
                  <a:pt x="387" y="456"/>
                </a:lnTo>
                <a:lnTo>
                  <a:pt x="387" y="698"/>
                </a:lnTo>
                <a:lnTo>
                  <a:pt x="332" y="698"/>
                </a:lnTo>
                <a:lnTo>
                  <a:pt x="332" y="653"/>
                </a:lnTo>
                <a:lnTo>
                  <a:pt x="294" y="653"/>
                </a:lnTo>
                <a:lnTo>
                  <a:pt x="294" y="722"/>
                </a:lnTo>
                <a:lnTo>
                  <a:pt x="221" y="722"/>
                </a:lnTo>
                <a:lnTo>
                  <a:pt x="221" y="604"/>
                </a:lnTo>
                <a:lnTo>
                  <a:pt x="163" y="604"/>
                </a:lnTo>
                <a:lnTo>
                  <a:pt x="163" y="521"/>
                </a:lnTo>
                <a:lnTo>
                  <a:pt x="121" y="521"/>
                </a:lnTo>
                <a:lnTo>
                  <a:pt x="121" y="587"/>
                </a:lnTo>
                <a:lnTo>
                  <a:pt x="0" y="587"/>
                </a:lnTo>
                <a:lnTo>
                  <a:pt x="0" y="1503"/>
                </a:lnTo>
                <a:lnTo>
                  <a:pt x="0" y="2501"/>
                </a:lnTo>
                <a:lnTo>
                  <a:pt x="2394" y="2501"/>
                </a:lnTo>
                <a:lnTo>
                  <a:pt x="2394" y="1385"/>
                </a:lnTo>
                <a:close/>
              </a:path>
            </a:pathLst>
          </a:custGeom>
          <a:solidFill>
            <a:schemeClr val="accent2"/>
          </a:solidFill>
          <a:ln>
            <a:noFill/>
          </a:ln>
        </p:spPr>
        <p:txBody>
          <a:bodyPr vert="horz" wrap="square" lIns="91427" tIns="45713" rIns="91427" bIns="45713" numCol="1" anchor="t" anchorCtr="0" compatLnSpc="1">
            <a:prstTxWarp prst="textNoShape">
              <a:avLst/>
            </a:prstTxWarp>
          </a:bodyPr>
          <a:lstStyle/>
          <a:p>
            <a:pPr lvl="0"/>
            <a:endParaRPr lang="en-US" sz="1800"/>
          </a:p>
        </p:txBody>
      </p:sp>
      <p:sp>
        <p:nvSpPr>
          <p:cNvPr id="91" name="Freeform 20"/>
          <p:cNvSpPr>
            <a:spLocks noEditPoints="1"/>
          </p:cNvSpPr>
          <p:nvPr userDrawn="1"/>
        </p:nvSpPr>
        <p:spPr bwMode="auto">
          <a:xfrm>
            <a:off x="8267995" y="309233"/>
            <a:ext cx="546100" cy="5896513"/>
          </a:xfrm>
          <a:custGeom>
            <a:avLst/>
            <a:gdLst>
              <a:gd name="T0" fmla="*/ 51 w 93"/>
              <a:gd name="T1" fmla="*/ 1003 h 1003"/>
              <a:gd name="T2" fmla="*/ 51 w 93"/>
              <a:gd name="T3" fmla="*/ 1002 h 1003"/>
              <a:gd name="T4" fmla="*/ 42 w 93"/>
              <a:gd name="T5" fmla="*/ 1002 h 1003"/>
              <a:gd name="T6" fmla="*/ 42 w 93"/>
              <a:gd name="T7" fmla="*/ 1003 h 1003"/>
              <a:gd name="T8" fmla="*/ 0 w 93"/>
              <a:gd name="T9" fmla="*/ 1003 h 1003"/>
              <a:gd name="T10" fmla="*/ 34 w 93"/>
              <a:gd name="T11" fmla="*/ 384 h 1003"/>
              <a:gd name="T12" fmla="*/ 4 w 93"/>
              <a:gd name="T13" fmla="*/ 370 h 1003"/>
              <a:gd name="T14" fmla="*/ 13 w 93"/>
              <a:gd name="T15" fmla="*/ 360 h 1003"/>
              <a:gd name="T16" fmla="*/ 3 w 93"/>
              <a:gd name="T17" fmla="*/ 344 h 1003"/>
              <a:gd name="T18" fmla="*/ 15 w 93"/>
              <a:gd name="T19" fmla="*/ 325 h 1003"/>
              <a:gd name="T20" fmla="*/ 15 w 93"/>
              <a:gd name="T21" fmla="*/ 324 h 1003"/>
              <a:gd name="T22" fmla="*/ 29 w 93"/>
              <a:gd name="T23" fmla="*/ 309 h 1003"/>
              <a:gd name="T24" fmla="*/ 35 w 93"/>
              <a:gd name="T25" fmla="*/ 309 h 1003"/>
              <a:gd name="T26" fmla="*/ 35 w 93"/>
              <a:gd name="T27" fmla="*/ 300 h 1003"/>
              <a:gd name="T28" fmla="*/ 35 w 93"/>
              <a:gd name="T29" fmla="*/ 300 h 1003"/>
              <a:gd name="T30" fmla="*/ 29 w 93"/>
              <a:gd name="T31" fmla="*/ 294 h 1003"/>
              <a:gd name="T32" fmla="*/ 35 w 93"/>
              <a:gd name="T33" fmla="*/ 288 h 1003"/>
              <a:gd name="T34" fmla="*/ 35 w 93"/>
              <a:gd name="T35" fmla="*/ 288 h 1003"/>
              <a:gd name="T36" fmla="*/ 35 w 93"/>
              <a:gd name="T37" fmla="*/ 178 h 1003"/>
              <a:gd name="T38" fmla="*/ 58 w 93"/>
              <a:gd name="T39" fmla="*/ 178 h 1003"/>
              <a:gd name="T40" fmla="*/ 58 w 93"/>
              <a:gd name="T41" fmla="*/ 288 h 1003"/>
              <a:gd name="T42" fmla="*/ 58 w 93"/>
              <a:gd name="T43" fmla="*/ 288 h 1003"/>
              <a:gd name="T44" fmla="*/ 64 w 93"/>
              <a:gd name="T45" fmla="*/ 294 h 1003"/>
              <a:gd name="T46" fmla="*/ 58 w 93"/>
              <a:gd name="T47" fmla="*/ 300 h 1003"/>
              <a:gd name="T48" fmla="*/ 58 w 93"/>
              <a:gd name="T49" fmla="*/ 300 h 1003"/>
              <a:gd name="T50" fmla="*/ 58 w 93"/>
              <a:gd name="T51" fmla="*/ 309 h 1003"/>
              <a:gd name="T52" fmla="*/ 63 w 93"/>
              <a:gd name="T53" fmla="*/ 309 h 1003"/>
              <a:gd name="T54" fmla="*/ 78 w 93"/>
              <a:gd name="T55" fmla="*/ 324 h 1003"/>
              <a:gd name="T56" fmla="*/ 78 w 93"/>
              <a:gd name="T57" fmla="*/ 325 h 1003"/>
              <a:gd name="T58" fmla="*/ 90 w 93"/>
              <a:gd name="T59" fmla="*/ 344 h 1003"/>
              <a:gd name="T60" fmla="*/ 80 w 93"/>
              <a:gd name="T61" fmla="*/ 360 h 1003"/>
              <a:gd name="T62" fmla="*/ 89 w 93"/>
              <a:gd name="T63" fmla="*/ 370 h 1003"/>
              <a:gd name="T64" fmla="*/ 59 w 93"/>
              <a:gd name="T65" fmla="*/ 384 h 1003"/>
              <a:gd name="T66" fmla="*/ 93 w 93"/>
              <a:gd name="T67" fmla="*/ 1003 h 1003"/>
              <a:gd name="T68" fmla="*/ 51 w 93"/>
              <a:gd name="T69" fmla="*/ 1003 h 1003"/>
              <a:gd name="T70" fmla="*/ 63 w 93"/>
              <a:gd name="T71" fmla="*/ 177 h 1003"/>
              <a:gd name="T72" fmla="*/ 53 w 93"/>
              <a:gd name="T73" fmla="*/ 165 h 1003"/>
              <a:gd name="T74" fmla="*/ 53 w 93"/>
              <a:gd name="T75" fmla="*/ 94 h 1003"/>
              <a:gd name="T76" fmla="*/ 51 w 93"/>
              <a:gd name="T77" fmla="*/ 94 h 1003"/>
              <a:gd name="T78" fmla="*/ 51 w 93"/>
              <a:gd name="T79" fmla="*/ 66 h 1003"/>
              <a:gd name="T80" fmla="*/ 50 w 93"/>
              <a:gd name="T81" fmla="*/ 66 h 1003"/>
              <a:gd name="T82" fmla="*/ 50 w 93"/>
              <a:gd name="T83" fmla="*/ 35 h 1003"/>
              <a:gd name="T84" fmla="*/ 49 w 93"/>
              <a:gd name="T85" fmla="*/ 35 h 1003"/>
              <a:gd name="T86" fmla="*/ 49 w 93"/>
              <a:gd name="T87" fmla="*/ 0 h 1003"/>
              <a:gd name="T88" fmla="*/ 44 w 93"/>
              <a:gd name="T89" fmla="*/ 0 h 1003"/>
              <a:gd name="T90" fmla="*/ 44 w 93"/>
              <a:gd name="T91" fmla="*/ 35 h 1003"/>
              <a:gd name="T92" fmla="*/ 43 w 93"/>
              <a:gd name="T93" fmla="*/ 35 h 1003"/>
              <a:gd name="T94" fmla="*/ 43 w 93"/>
              <a:gd name="T95" fmla="*/ 66 h 1003"/>
              <a:gd name="T96" fmla="*/ 42 w 93"/>
              <a:gd name="T97" fmla="*/ 66 h 1003"/>
              <a:gd name="T98" fmla="*/ 42 w 93"/>
              <a:gd name="T99" fmla="*/ 94 h 1003"/>
              <a:gd name="T100" fmla="*/ 40 w 93"/>
              <a:gd name="T101" fmla="*/ 94 h 1003"/>
              <a:gd name="T102" fmla="*/ 40 w 93"/>
              <a:gd name="T103" fmla="*/ 165 h 1003"/>
              <a:gd name="T104" fmla="*/ 29 w 93"/>
              <a:gd name="T105" fmla="*/ 177 h 1003"/>
              <a:gd name="T106" fmla="*/ 29 w 93"/>
              <a:gd name="T107" fmla="*/ 177 h 1003"/>
              <a:gd name="T108" fmla="*/ 63 w 93"/>
              <a:gd name="T109" fmla="*/ 177 h 1003"/>
              <a:gd name="T110" fmla="*/ 63 w 93"/>
              <a:gd name="T111" fmla="*/ 177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3" h="1003">
                <a:moveTo>
                  <a:pt x="51" y="1003"/>
                </a:moveTo>
                <a:cubicBezTo>
                  <a:pt x="51" y="1002"/>
                  <a:pt x="51" y="1002"/>
                  <a:pt x="51" y="1002"/>
                </a:cubicBezTo>
                <a:cubicBezTo>
                  <a:pt x="42" y="1002"/>
                  <a:pt x="42" y="1002"/>
                  <a:pt x="42" y="1002"/>
                </a:cubicBezTo>
                <a:cubicBezTo>
                  <a:pt x="42" y="1003"/>
                  <a:pt x="42" y="1003"/>
                  <a:pt x="42" y="1003"/>
                </a:cubicBezTo>
                <a:cubicBezTo>
                  <a:pt x="0" y="1003"/>
                  <a:pt x="0" y="1003"/>
                  <a:pt x="0" y="1003"/>
                </a:cubicBezTo>
                <a:cubicBezTo>
                  <a:pt x="0" y="1003"/>
                  <a:pt x="25" y="599"/>
                  <a:pt x="34" y="384"/>
                </a:cubicBezTo>
                <a:cubicBezTo>
                  <a:pt x="17" y="382"/>
                  <a:pt x="4" y="377"/>
                  <a:pt x="4" y="370"/>
                </a:cubicBezTo>
                <a:cubicBezTo>
                  <a:pt x="4" y="366"/>
                  <a:pt x="8" y="363"/>
                  <a:pt x="13" y="360"/>
                </a:cubicBezTo>
                <a:cubicBezTo>
                  <a:pt x="7" y="356"/>
                  <a:pt x="3" y="350"/>
                  <a:pt x="3" y="344"/>
                </a:cubicBezTo>
                <a:cubicBezTo>
                  <a:pt x="3" y="336"/>
                  <a:pt x="8" y="330"/>
                  <a:pt x="15" y="325"/>
                </a:cubicBezTo>
                <a:cubicBezTo>
                  <a:pt x="15" y="324"/>
                  <a:pt x="15" y="324"/>
                  <a:pt x="15" y="324"/>
                </a:cubicBezTo>
                <a:cubicBezTo>
                  <a:pt x="15" y="316"/>
                  <a:pt x="22" y="309"/>
                  <a:pt x="29" y="309"/>
                </a:cubicBezTo>
                <a:cubicBezTo>
                  <a:pt x="35" y="309"/>
                  <a:pt x="35" y="309"/>
                  <a:pt x="35" y="309"/>
                </a:cubicBezTo>
                <a:cubicBezTo>
                  <a:pt x="35" y="300"/>
                  <a:pt x="35" y="300"/>
                  <a:pt x="35" y="300"/>
                </a:cubicBezTo>
                <a:cubicBezTo>
                  <a:pt x="35" y="300"/>
                  <a:pt x="35" y="300"/>
                  <a:pt x="35" y="300"/>
                </a:cubicBezTo>
                <a:cubicBezTo>
                  <a:pt x="31" y="300"/>
                  <a:pt x="29" y="297"/>
                  <a:pt x="29" y="294"/>
                </a:cubicBezTo>
                <a:cubicBezTo>
                  <a:pt x="29" y="291"/>
                  <a:pt x="31" y="288"/>
                  <a:pt x="35" y="288"/>
                </a:cubicBezTo>
                <a:cubicBezTo>
                  <a:pt x="35" y="288"/>
                  <a:pt x="35" y="288"/>
                  <a:pt x="35" y="288"/>
                </a:cubicBezTo>
                <a:cubicBezTo>
                  <a:pt x="35" y="178"/>
                  <a:pt x="35" y="178"/>
                  <a:pt x="35" y="178"/>
                </a:cubicBezTo>
                <a:cubicBezTo>
                  <a:pt x="58" y="178"/>
                  <a:pt x="58" y="178"/>
                  <a:pt x="58" y="178"/>
                </a:cubicBezTo>
                <a:cubicBezTo>
                  <a:pt x="58" y="288"/>
                  <a:pt x="58" y="288"/>
                  <a:pt x="58" y="288"/>
                </a:cubicBezTo>
                <a:cubicBezTo>
                  <a:pt x="58" y="288"/>
                  <a:pt x="58" y="288"/>
                  <a:pt x="58" y="288"/>
                </a:cubicBezTo>
                <a:cubicBezTo>
                  <a:pt x="62" y="288"/>
                  <a:pt x="64" y="291"/>
                  <a:pt x="64" y="294"/>
                </a:cubicBezTo>
                <a:cubicBezTo>
                  <a:pt x="64" y="297"/>
                  <a:pt x="62" y="300"/>
                  <a:pt x="58" y="300"/>
                </a:cubicBezTo>
                <a:cubicBezTo>
                  <a:pt x="58" y="300"/>
                  <a:pt x="58" y="300"/>
                  <a:pt x="58" y="300"/>
                </a:cubicBezTo>
                <a:cubicBezTo>
                  <a:pt x="58" y="309"/>
                  <a:pt x="58" y="309"/>
                  <a:pt x="58" y="309"/>
                </a:cubicBezTo>
                <a:cubicBezTo>
                  <a:pt x="63" y="309"/>
                  <a:pt x="63" y="309"/>
                  <a:pt x="63" y="309"/>
                </a:cubicBezTo>
                <a:cubicBezTo>
                  <a:pt x="71" y="309"/>
                  <a:pt x="78" y="316"/>
                  <a:pt x="78" y="324"/>
                </a:cubicBezTo>
                <a:cubicBezTo>
                  <a:pt x="78" y="325"/>
                  <a:pt x="78" y="325"/>
                  <a:pt x="78" y="325"/>
                </a:cubicBezTo>
                <a:cubicBezTo>
                  <a:pt x="85" y="330"/>
                  <a:pt x="90" y="336"/>
                  <a:pt x="90" y="344"/>
                </a:cubicBezTo>
                <a:cubicBezTo>
                  <a:pt x="90" y="350"/>
                  <a:pt x="86" y="356"/>
                  <a:pt x="80" y="360"/>
                </a:cubicBezTo>
                <a:cubicBezTo>
                  <a:pt x="85" y="363"/>
                  <a:pt x="89" y="366"/>
                  <a:pt x="89" y="370"/>
                </a:cubicBezTo>
                <a:cubicBezTo>
                  <a:pt x="89" y="377"/>
                  <a:pt x="76" y="382"/>
                  <a:pt x="59" y="384"/>
                </a:cubicBezTo>
                <a:cubicBezTo>
                  <a:pt x="68" y="599"/>
                  <a:pt x="93" y="1003"/>
                  <a:pt x="93" y="1003"/>
                </a:cubicBezTo>
                <a:lnTo>
                  <a:pt x="51" y="1003"/>
                </a:lnTo>
                <a:close/>
                <a:moveTo>
                  <a:pt x="63" y="177"/>
                </a:moveTo>
                <a:cubicBezTo>
                  <a:pt x="63" y="171"/>
                  <a:pt x="59" y="167"/>
                  <a:pt x="53" y="165"/>
                </a:cubicBezTo>
                <a:cubicBezTo>
                  <a:pt x="53" y="94"/>
                  <a:pt x="53" y="94"/>
                  <a:pt x="53" y="94"/>
                </a:cubicBezTo>
                <a:cubicBezTo>
                  <a:pt x="51" y="94"/>
                  <a:pt x="51" y="94"/>
                  <a:pt x="51" y="94"/>
                </a:cubicBezTo>
                <a:cubicBezTo>
                  <a:pt x="51" y="66"/>
                  <a:pt x="51" y="66"/>
                  <a:pt x="51" y="66"/>
                </a:cubicBezTo>
                <a:cubicBezTo>
                  <a:pt x="50" y="66"/>
                  <a:pt x="50" y="66"/>
                  <a:pt x="50" y="66"/>
                </a:cubicBezTo>
                <a:cubicBezTo>
                  <a:pt x="50" y="35"/>
                  <a:pt x="50" y="35"/>
                  <a:pt x="50" y="35"/>
                </a:cubicBezTo>
                <a:cubicBezTo>
                  <a:pt x="49" y="35"/>
                  <a:pt x="49" y="35"/>
                  <a:pt x="49" y="35"/>
                </a:cubicBezTo>
                <a:cubicBezTo>
                  <a:pt x="49" y="0"/>
                  <a:pt x="49" y="0"/>
                  <a:pt x="49" y="0"/>
                </a:cubicBezTo>
                <a:cubicBezTo>
                  <a:pt x="44" y="0"/>
                  <a:pt x="44" y="0"/>
                  <a:pt x="44" y="0"/>
                </a:cubicBezTo>
                <a:cubicBezTo>
                  <a:pt x="44" y="35"/>
                  <a:pt x="44" y="35"/>
                  <a:pt x="44" y="35"/>
                </a:cubicBezTo>
                <a:cubicBezTo>
                  <a:pt x="43" y="35"/>
                  <a:pt x="43" y="35"/>
                  <a:pt x="43" y="35"/>
                </a:cubicBezTo>
                <a:cubicBezTo>
                  <a:pt x="43" y="66"/>
                  <a:pt x="43" y="66"/>
                  <a:pt x="43" y="66"/>
                </a:cubicBezTo>
                <a:cubicBezTo>
                  <a:pt x="42" y="66"/>
                  <a:pt x="42" y="66"/>
                  <a:pt x="42" y="66"/>
                </a:cubicBezTo>
                <a:cubicBezTo>
                  <a:pt x="42" y="94"/>
                  <a:pt x="42" y="94"/>
                  <a:pt x="42" y="94"/>
                </a:cubicBezTo>
                <a:cubicBezTo>
                  <a:pt x="40" y="94"/>
                  <a:pt x="40" y="94"/>
                  <a:pt x="40" y="94"/>
                </a:cubicBezTo>
                <a:cubicBezTo>
                  <a:pt x="40" y="165"/>
                  <a:pt x="40" y="165"/>
                  <a:pt x="40" y="165"/>
                </a:cubicBezTo>
                <a:cubicBezTo>
                  <a:pt x="34" y="167"/>
                  <a:pt x="29" y="171"/>
                  <a:pt x="29" y="177"/>
                </a:cubicBezTo>
                <a:cubicBezTo>
                  <a:pt x="29" y="177"/>
                  <a:pt x="29" y="177"/>
                  <a:pt x="29" y="177"/>
                </a:cubicBezTo>
                <a:cubicBezTo>
                  <a:pt x="63" y="177"/>
                  <a:pt x="63" y="177"/>
                  <a:pt x="63" y="177"/>
                </a:cubicBezTo>
                <a:cubicBezTo>
                  <a:pt x="63" y="177"/>
                  <a:pt x="63" y="177"/>
                  <a:pt x="63" y="177"/>
                </a:cubicBezTo>
                <a:close/>
              </a:path>
            </a:pathLst>
          </a:custGeom>
          <a:solidFill>
            <a:schemeClr val="accent4">
              <a:lumMod val="50000"/>
            </a:schemeClr>
          </a:solidFill>
          <a:ln>
            <a:noFill/>
          </a:ln>
        </p:spPr>
        <p:txBody>
          <a:bodyPr vert="horz" wrap="square" lIns="91427" tIns="45713" rIns="91427" bIns="45713" numCol="1" anchor="t" anchorCtr="0" compatLnSpc="1">
            <a:prstTxWarp prst="textNoShape">
              <a:avLst/>
            </a:prstTxWarp>
          </a:bodyPr>
          <a:lstStyle/>
          <a:p>
            <a:endParaRPr lang="en-US" sz="1800"/>
          </a:p>
        </p:txBody>
      </p:sp>
      <p:pic>
        <p:nvPicPr>
          <p:cNvPr id="19" name="Picture 18" hidden="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9231" y="6240963"/>
            <a:ext cx="1278510" cy="274137"/>
          </a:xfrm>
          <a:prstGeom prst="rect">
            <a:avLst/>
          </a:prstGeom>
        </p:spPr>
      </p:pic>
      <p:pic>
        <p:nvPicPr>
          <p:cNvPr id="8" name="Picture 7"/>
          <p:cNvPicPr>
            <a:picLocks noChangeAspect="1"/>
          </p:cNvPicPr>
          <p:nvPr userDrawn="1"/>
        </p:nvPicPr>
        <p:blipFill rotWithShape="1">
          <a:blip r:embed="rId3" cstate="screen">
            <a:extLst>
              <a:ext uri="{28A0092B-C50C-407E-A947-70E740481C1C}">
                <a14:useLocalDpi xmlns:a14="http://schemas.microsoft.com/office/drawing/2010/main"/>
              </a:ext>
            </a:extLst>
          </a:blip>
          <a:srcRect b="1380"/>
          <a:stretch/>
        </p:blipFill>
        <p:spPr bwMode="invGray">
          <a:xfrm>
            <a:off x="457200" y="479425"/>
            <a:ext cx="1449939" cy="306604"/>
          </a:xfrm>
          <a:prstGeom prst="rect">
            <a:avLst/>
          </a:prstGeom>
        </p:spPr>
      </p:pic>
      <p:grpSp>
        <p:nvGrpSpPr>
          <p:cNvPr id="6" name="Group 4"/>
          <p:cNvGrpSpPr>
            <a:grpSpLocks noChangeAspect="1"/>
          </p:cNvGrpSpPr>
          <p:nvPr userDrawn="1"/>
        </p:nvGrpSpPr>
        <p:grpSpPr bwMode="auto">
          <a:xfrm>
            <a:off x="394443" y="1325247"/>
            <a:ext cx="2592656" cy="2967353"/>
            <a:chOff x="1343" y="-743"/>
            <a:chExt cx="5148" cy="5892"/>
          </a:xfrm>
          <a:solidFill>
            <a:schemeClr val="tx1"/>
          </a:solidFill>
        </p:grpSpPr>
        <p:sp>
          <p:nvSpPr>
            <p:cNvPr id="11" name="Freeform 5"/>
            <p:cNvSpPr>
              <a:spLocks/>
            </p:cNvSpPr>
            <p:nvPr userDrawn="1"/>
          </p:nvSpPr>
          <p:spPr bwMode="auto">
            <a:xfrm>
              <a:off x="1426" y="-689"/>
              <a:ext cx="745" cy="743"/>
            </a:xfrm>
            <a:custGeom>
              <a:avLst/>
              <a:gdLst>
                <a:gd name="T0" fmla="*/ 315 w 315"/>
                <a:gd name="T1" fmla="*/ 314 h 314"/>
                <a:gd name="T2" fmla="*/ 279 w 315"/>
                <a:gd name="T3" fmla="*/ 314 h 314"/>
                <a:gd name="T4" fmla="*/ 279 w 315"/>
                <a:gd name="T5" fmla="*/ 103 h 314"/>
                <a:gd name="T6" fmla="*/ 282 w 315"/>
                <a:gd name="T7" fmla="*/ 42 h 314"/>
                <a:gd name="T8" fmla="*/ 281 w 315"/>
                <a:gd name="T9" fmla="*/ 42 h 314"/>
                <a:gd name="T10" fmla="*/ 272 w 315"/>
                <a:gd name="T11" fmla="*/ 72 h 314"/>
                <a:gd name="T12" fmla="*/ 166 w 315"/>
                <a:gd name="T13" fmla="*/ 314 h 314"/>
                <a:gd name="T14" fmla="*/ 149 w 315"/>
                <a:gd name="T15" fmla="*/ 314 h 314"/>
                <a:gd name="T16" fmla="*/ 43 w 315"/>
                <a:gd name="T17" fmla="*/ 74 h 314"/>
                <a:gd name="T18" fmla="*/ 34 w 315"/>
                <a:gd name="T19" fmla="*/ 42 h 314"/>
                <a:gd name="T20" fmla="*/ 33 w 315"/>
                <a:gd name="T21" fmla="*/ 42 h 314"/>
                <a:gd name="T22" fmla="*/ 35 w 315"/>
                <a:gd name="T23" fmla="*/ 103 h 314"/>
                <a:gd name="T24" fmla="*/ 35 w 315"/>
                <a:gd name="T25" fmla="*/ 314 h 314"/>
                <a:gd name="T26" fmla="*/ 0 w 315"/>
                <a:gd name="T27" fmla="*/ 314 h 314"/>
                <a:gd name="T28" fmla="*/ 0 w 315"/>
                <a:gd name="T29" fmla="*/ 0 h 314"/>
                <a:gd name="T30" fmla="*/ 48 w 315"/>
                <a:gd name="T31" fmla="*/ 0 h 314"/>
                <a:gd name="T32" fmla="*/ 142 w 315"/>
                <a:gd name="T33" fmla="*/ 219 h 314"/>
                <a:gd name="T34" fmla="*/ 156 w 315"/>
                <a:gd name="T35" fmla="*/ 256 h 314"/>
                <a:gd name="T36" fmla="*/ 158 w 315"/>
                <a:gd name="T37" fmla="*/ 256 h 314"/>
                <a:gd name="T38" fmla="*/ 173 w 315"/>
                <a:gd name="T39" fmla="*/ 218 h 314"/>
                <a:gd name="T40" fmla="*/ 270 w 315"/>
                <a:gd name="T41" fmla="*/ 0 h 314"/>
                <a:gd name="T42" fmla="*/ 315 w 315"/>
                <a:gd name="T43" fmla="*/ 0 h 314"/>
                <a:gd name="T44" fmla="*/ 315 w 315"/>
                <a:gd name="T45"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15" h="314">
                  <a:moveTo>
                    <a:pt x="315" y="314"/>
                  </a:moveTo>
                  <a:cubicBezTo>
                    <a:pt x="279" y="314"/>
                    <a:pt x="279" y="314"/>
                    <a:pt x="279" y="314"/>
                  </a:cubicBezTo>
                  <a:cubicBezTo>
                    <a:pt x="279" y="103"/>
                    <a:pt x="279" y="103"/>
                    <a:pt x="279" y="103"/>
                  </a:cubicBezTo>
                  <a:cubicBezTo>
                    <a:pt x="279" y="86"/>
                    <a:pt x="280" y="66"/>
                    <a:pt x="282" y="42"/>
                  </a:cubicBezTo>
                  <a:cubicBezTo>
                    <a:pt x="281" y="42"/>
                    <a:pt x="281" y="42"/>
                    <a:pt x="281" y="42"/>
                  </a:cubicBezTo>
                  <a:cubicBezTo>
                    <a:pt x="277" y="56"/>
                    <a:pt x="274" y="66"/>
                    <a:pt x="272" y="72"/>
                  </a:cubicBezTo>
                  <a:cubicBezTo>
                    <a:pt x="166" y="314"/>
                    <a:pt x="166" y="314"/>
                    <a:pt x="166" y="314"/>
                  </a:cubicBezTo>
                  <a:cubicBezTo>
                    <a:pt x="149" y="314"/>
                    <a:pt x="149" y="314"/>
                    <a:pt x="149" y="314"/>
                  </a:cubicBezTo>
                  <a:cubicBezTo>
                    <a:pt x="43" y="74"/>
                    <a:pt x="43" y="74"/>
                    <a:pt x="43" y="74"/>
                  </a:cubicBezTo>
                  <a:cubicBezTo>
                    <a:pt x="40" y="68"/>
                    <a:pt x="37" y="57"/>
                    <a:pt x="34" y="42"/>
                  </a:cubicBezTo>
                  <a:cubicBezTo>
                    <a:pt x="33" y="42"/>
                    <a:pt x="33" y="42"/>
                    <a:pt x="33" y="42"/>
                  </a:cubicBezTo>
                  <a:cubicBezTo>
                    <a:pt x="34" y="54"/>
                    <a:pt x="35" y="75"/>
                    <a:pt x="35" y="103"/>
                  </a:cubicBezTo>
                  <a:cubicBezTo>
                    <a:pt x="35" y="314"/>
                    <a:pt x="35" y="314"/>
                    <a:pt x="35" y="314"/>
                  </a:cubicBezTo>
                  <a:cubicBezTo>
                    <a:pt x="0" y="314"/>
                    <a:pt x="0" y="314"/>
                    <a:pt x="0" y="314"/>
                  </a:cubicBezTo>
                  <a:cubicBezTo>
                    <a:pt x="0" y="0"/>
                    <a:pt x="0" y="0"/>
                    <a:pt x="0" y="0"/>
                  </a:cubicBezTo>
                  <a:cubicBezTo>
                    <a:pt x="48" y="0"/>
                    <a:pt x="48" y="0"/>
                    <a:pt x="48" y="0"/>
                  </a:cubicBezTo>
                  <a:cubicBezTo>
                    <a:pt x="142" y="219"/>
                    <a:pt x="142" y="219"/>
                    <a:pt x="142" y="219"/>
                  </a:cubicBezTo>
                  <a:cubicBezTo>
                    <a:pt x="150" y="235"/>
                    <a:pt x="154" y="248"/>
                    <a:pt x="156" y="256"/>
                  </a:cubicBezTo>
                  <a:cubicBezTo>
                    <a:pt x="158" y="256"/>
                    <a:pt x="158" y="256"/>
                    <a:pt x="158" y="256"/>
                  </a:cubicBezTo>
                  <a:cubicBezTo>
                    <a:pt x="165" y="236"/>
                    <a:pt x="170" y="223"/>
                    <a:pt x="173" y="218"/>
                  </a:cubicBezTo>
                  <a:cubicBezTo>
                    <a:pt x="270" y="0"/>
                    <a:pt x="270" y="0"/>
                    <a:pt x="270" y="0"/>
                  </a:cubicBezTo>
                  <a:cubicBezTo>
                    <a:pt x="315" y="0"/>
                    <a:pt x="315" y="0"/>
                    <a:pt x="315" y="0"/>
                  </a:cubicBezTo>
                  <a:lnTo>
                    <a:pt x="315" y="3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2" name="Freeform 6"/>
            <p:cNvSpPr>
              <a:spLocks noEditPoints="1"/>
            </p:cNvSpPr>
            <p:nvPr userDrawn="1"/>
          </p:nvSpPr>
          <p:spPr bwMode="auto">
            <a:xfrm>
              <a:off x="2339" y="-722"/>
              <a:ext cx="111" cy="776"/>
            </a:xfrm>
            <a:custGeom>
              <a:avLst/>
              <a:gdLst>
                <a:gd name="T0" fmla="*/ 47 w 47"/>
                <a:gd name="T1" fmla="*/ 23 h 328"/>
                <a:gd name="T2" fmla="*/ 40 w 47"/>
                <a:gd name="T3" fmla="*/ 40 h 328"/>
                <a:gd name="T4" fmla="*/ 23 w 47"/>
                <a:gd name="T5" fmla="*/ 46 h 328"/>
                <a:gd name="T6" fmla="*/ 7 w 47"/>
                <a:gd name="T7" fmla="*/ 40 h 328"/>
                <a:gd name="T8" fmla="*/ 0 w 47"/>
                <a:gd name="T9" fmla="*/ 23 h 328"/>
                <a:gd name="T10" fmla="*/ 7 w 47"/>
                <a:gd name="T11" fmla="*/ 7 h 328"/>
                <a:gd name="T12" fmla="*/ 23 w 47"/>
                <a:gd name="T13" fmla="*/ 0 h 328"/>
                <a:gd name="T14" fmla="*/ 40 w 47"/>
                <a:gd name="T15" fmla="*/ 7 h 328"/>
                <a:gd name="T16" fmla="*/ 47 w 47"/>
                <a:gd name="T17" fmla="*/ 23 h 328"/>
                <a:gd name="T18" fmla="*/ 41 w 47"/>
                <a:gd name="T19" fmla="*/ 328 h 328"/>
                <a:gd name="T20" fmla="*/ 5 w 47"/>
                <a:gd name="T21" fmla="*/ 328 h 328"/>
                <a:gd name="T22" fmla="*/ 5 w 47"/>
                <a:gd name="T23" fmla="*/ 103 h 328"/>
                <a:gd name="T24" fmla="*/ 41 w 47"/>
                <a:gd name="T25" fmla="*/ 103 h 328"/>
                <a:gd name="T26" fmla="*/ 41 w 47"/>
                <a:gd name="T27"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328">
                  <a:moveTo>
                    <a:pt x="47" y="23"/>
                  </a:moveTo>
                  <a:cubicBezTo>
                    <a:pt x="47" y="30"/>
                    <a:pt x="44" y="35"/>
                    <a:pt x="40" y="40"/>
                  </a:cubicBezTo>
                  <a:cubicBezTo>
                    <a:pt x="35" y="44"/>
                    <a:pt x="30" y="46"/>
                    <a:pt x="23" y="46"/>
                  </a:cubicBezTo>
                  <a:cubicBezTo>
                    <a:pt x="17" y="46"/>
                    <a:pt x="11" y="44"/>
                    <a:pt x="7" y="40"/>
                  </a:cubicBezTo>
                  <a:cubicBezTo>
                    <a:pt x="3" y="36"/>
                    <a:pt x="0" y="30"/>
                    <a:pt x="0" y="23"/>
                  </a:cubicBezTo>
                  <a:cubicBezTo>
                    <a:pt x="0" y="17"/>
                    <a:pt x="2" y="11"/>
                    <a:pt x="7" y="7"/>
                  </a:cubicBezTo>
                  <a:cubicBezTo>
                    <a:pt x="11" y="2"/>
                    <a:pt x="17" y="0"/>
                    <a:pt x="23" y="0"/>
                  </a:cubicBezTo>
                  <a:cubicBezTo>
                    <a:pt x="30" y="0"/>
                    <a:pt x="35" y="2"/>
                    <a:pt x="40" y="7"/>
                  </a:cubicBezTo>
                  <a:cubicBezTo>
                    <a:pt x="44" y="11"/>
                    <a:pt x="47" y="17"/>
                    <a:pt x="47" y="23"/>
                  </a:cubicBezTo>
                  <a:close/>
                  <a:moveTo>
                    <a:pt x="41" y="328"/>
                  </a:moveTo>
                  <a:cubicBezTo>
                    <a:pt x="5" y="328"/>
                    <a:pt x="5" y="328"/>
                    <a:pt x="5" y="328"/>
                  </a:cubicBezTo>
                  <a:cubicBezTo>
                    <a:pt x="5" y="103"/>
                    <a:pt x="5" y="103"/>
                    <a:pt x="5" y="103"/>
                  </a:cubicBezTo>
                  <a:cubicBezTo>
                    <a:pt x="41" y="103"/>
                    <a:pt x="41" y="103"/>
                    <a:pt x="41" y="103"/>
                  </a:cubicBezTo>
                  <a:lnTo>
                    <a:pt x="41"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4" name="Freeform 7"/>
            <p:cNvSpPr>
              <a:spLocks/>
            </p:cNvSpPr>
            <p:nvPr userDrawn="1"/>
          </p:nvSpPr>
          <p:spPr bwMode="auto">
            <a:xfrm>
              <a:off x="2564" y="-490"/>
              <a:ext cx="393" cy="555"/>
            </a:xfrm>
            <a:custGeom>
              <a:avLst/>
              <a:gdLst>
                <a:gd name="T0" fmla="*/ 166 w 166"/>
                <a:gd name="T1" fmla="*/ 219 h 235"/>
                <a:gd name="T2" fmla="*/ 105 w 166"/>
                <a:gd name="T3" fmla="*/ 235 h 235"/>
                <a:gd name="T4" fmla="*/ 51 w 166"/>
                <a:gd name="T5" fmla="*/ 221 h 235"/>
                <a:gd name="T6" fmla="*/ 14 w 166"/>
                <a:gd name="T7" fmla="*/ 181 h 235"/>
                <a:gd name="T8" fmla="*/ 0 w 166"/>
                <a:gd name="T9" fmla="*/ 123 h 235"/>
                <a:gd name="T10" fmla="*/ 32 w 166"/>
                <a:gd name="T11" fmla="*/ 34 h 235"/>
                <a:gd name="T12" fmla="*/ 115 w 166"/>
                <a:gd name="T13" fmla="*/ 0 h 235"/>
                <a:gd name="T14" fmla="*/ 166 w 166"/>
                <a:gd name="T15" fmla="*/ 11 h 235"/>
                <a:gd name="T16" fmla="*/ 166 w 166"/>
                <a:gd name="T17" fmla="*/ 48 h 235"/>
                <a:gd name="T18" fmla="*/ 114 w 166"/>
                <a:gd name="T19" fmla="*/ 31 h 235"/>
                <a:gd name="T20" fmla="*/ 58 w 166"/>
                <a:gd name="T21" fmla="*/ 55 h 235"/>
                <a:gd name="T22" fmla="*/ 37 w 166"/>
                <a:gd name="T23" fmla="*/ 120 h 235"/>
                <a:gd name="T24" fmla="*/ 57 w 166"/>
                <a:gd name="T25" fmla="*/ 182 h 235"/>
                <a:gd name="T26" fmla="*/ 111 w 166"/>
                <a:gd name="T27" fmla="*/ 204 h 235"/>
                <a:gd name="T28" fmla="*/ 166 w 166"/>
                <a:gd name="T29" fmla="*/ 185 h 235"/>
                <a:gd name="T30" fmla="*/ 166 w 166"/>
                <a:gd name="T31" fmla="*/ 21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6" h="235">
                  <a:moveTo>
                    <a:pt x="166" y="219"/>
                  </a:moveTo>
                  <a:cubicBezTo>
                    <a:pt x="149" y="230"/>
                    <a:pt x="129" y="235"/>
                    <a:pt x="105" y="235"/>
                  </a:cubicBezTo>
                  <a:cubicBezTo>
                    <a:pt x="85" y="235"/>
                    <a:pt x="67" y="230"/>
                    <a:pt x="51" y="221"/>
                  </a:cubicBezTo>
                  <a:cubicBezTo>
                    <a:pt x="35" y="212"/>
                    <a:pt x="23" y="198"/>
                    <a:pt x="14" y="181"/>
                  </a:cubicBezTo>
                  <a:cubicBezTo>
                    <a:pt x="5" y="164"/>
                    <a:pt x="0" y="144"/>
                    <a:pt x="0" y="123"/>
                  </a:cubicBezTo>
                  <a:cubicBezTo>
                    <a:pt x="0" y="86"/>
                    <a:pt x="11" y="56"/>
                    <a:pt x="32" y="34"/>
                  </a:cubicBezTo>
                  <a:cubicBezTo>
                    <a:pt x="53" y="11"/>
                    <a:pt x="80" y="0"/>
                    <a:pt x="115" y="0"/>
                  </a:cubicBezTo>
                  <a:cubicBezTo>
                    <a:pt x="134" y="0"/>
                    <a:pt x="151" y="4"/>
                    <a:pt x="166" y="11"/>
                  </a:cubicBezTo>
                  <a:cubicBezTo>
                    <a:pt x="166" y="48"/>
                    <a:pt x="166" y="48"/>
                    <a:pt x="166" y="48"/>
                  </a:cubicBezTo>
                  <a:cubicBezTo>
                    <a:pt x="150" y="36"/>
                    <a:pt x="132" y="31"/>
                    <a:pt x="114" y="31"/>
                  </a:cubicBezTo>
                  <a:cubicBezTo>
                    <a:pt x="91" y="31"/>
                    <a:pt x="72" y="39"/>
                    <a:pt x="58" y="55"/>
                  </a:cubicBezTo>
                  <a:cubicBezTo>
                    <a:pt x="44" y="72"/>
                    <a:pt x="37" y="93"/>
                    <a:pt x="37" y="120"/>
                  </a:cubicBezTo>
                  <a:cubicBezTo>
                    <a:pt x="37" y="146"/>
                    <a:pt x="43" y="166"/>
                    <a:pt x="57" y="182"/>
                  </a:cubicBezTo>
                  <a:cubicBezTo>
                    <a:pt x="70" y="197"/>
                    <a:pt x="89" y="204"/>
                    <a:pt x="111" y="204"/>
                  </a:cubicBezTo>
                  <a:cubicBezTo>
                    <a:pt x="131" y="204"/>
                    <a:pt x="149" y="198"/>
                    <a:pt x="166" y="185"/>
                  </a:cubicBezTo>
                  <a:lnTo>
                    <a:pt x="166"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5" name="Freeform 8"/>
            <p:cNvSpPr>
              <a:spLocks/>
            </p:cNvSpPr>
            <p:nvPr userDrawn="1"/>
          </p:nvSpPr>
          <p:spPr bwMode="auto">
            <a:xfrm>
              <a:off x="3082" y="-488"/>
              <a:ext cx="272" cy="542"/>
            </a:xfrm>
            <a:custGeom>
              <a:avLst/>
              <a:gdLst>
                <a:gd name="T0" fmla="*/ 115 w 115"/>
                <a:gd name="T1" fmla="*/ 41 h 229"/>
                <a:gd name="T2" fmla="*/ 88 w 115"/>
                <a:gd name="T3" fmla="*/ 33 h 229"/>
                <a:gd name="T4" fmla="*/ 50 w 115"/>
                <a:gd name="T5" fmla="*/ 56 h 229"/>
                <a:gd name="T6" fmla="*/ 36 w 115"/>
                <a:gd name="T7" fmla="*/ 114 h 229"/>
                <a:gd name="T8" fmla="*/ 36 w 115"/>
                <a:gd name="T9" fmla="*/ 229 h 229"/>
                <a:gd name="T10" fmla="*/ 0 w 115"/>
                <a:gd name="T11" fmla="*/ 229 h 229"/>
                <a:gd name="T12" fmla="*/ 0 w 115"/>
                <a:gd name="T13" fmla="*/ 4 h 229"/>
                <a:gd name="T14" fmla="*/ 36 w 115"/>
                <a:gd name="T15" fmla="*/ 4 h 229"/>
                <a:gd name="T16" fmla="*/ 36 w 115"/>
                <a:gd name="T17" fmla="*/ 51 h 229"/>
                <a:gd name="T18" fmla="*/ 36 w 115"/>
                <a:gd name="T19" fmla="*/ 51 h 229"/>
                <a:gd name="T20" fmla="*/ 59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9" y="36"/>
                    <a:pt x="100" y="33"/>
                    <a:pt x="88" y="33"/>
                  </a:cubicBezTo>
                  <a:cubicBezTo>
                    <a:pt x="73" y="33"/>
                    <a:pt x="60" y="41"/>
                    <a:pt x="50" y="56"/>
                  </a:cubicBezTo>
                  <a:cubicBezTo>
                    <a:pt x="40" y="71"/>
                    <a:pt x="36" y="90"/>
                    <a:pt x="36" y="114"/>
                  </a:cubicBezTo>
                  <a:cubicBezTo>
                    <a:pt x="36" y="229"/>
                    <a:pt x="36" y="229"/>
                    <a:pt x="36" y="229"/>
                  </a:cubicBezTo>
                  <a:cubicBezTo>
                    <a:pt x="0" y="229"/>
                    <a:pt x="0" y="229"/>
                    <a:pt x="0" y="229"/>
                  </a:cubicBezTo>
                  <a:cubicBezTo>
                    <a:pt x="0" y="4"/>
                    <a:pt x="0" y="4"/>
                    <a:pt x="0" y="4"/>
                  </a:cubicBezTo>
                  <a:cubicBezTo>
                    <a:pt x="36" y="4"/>
                    <a:pt x="36" y="4"/>
                    <a:pt x="36" y="4"/>
                  </a:cubicBezTo>
                  <a:cubicBezTo>
                    <a:pt x="36" y="51"/>
                    <a:pt x="36" y="51"/>
                    <a:pt x="36" y="51"/>
                  </a:cubicBezTo>
                  <a:cubicBezTo>
                    <a:pt x="36" y="51"/>
                    <a:pt x="36" y="51"/>
                    <a:pt x="36" y="51"/>
                  </a:cubicBezTo>
                  <a:cubicBezTo>
                    <a:pt x="41" y="35"/>
                    <a:pt x="49" y="23"/>
                    <a:pt x="59" y="14"/>
                  </a:cubicBezTo>
                  <a:cubicBezTo>
                    <a:pt x="69" y="5"/>
                    <a:pt x="81"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6" name="Freeform 9"/>
            <p:cNvSpPr>
              <a:spLocks noEditPoints="1"/>
            </p:cNvSpPr>
            <p:nvPr userDrawn="1"/>
          </p:nvSpPr>
          <p:spPr bwMode="auto">
            <a:xfrm>
              <a:off x="3392" y="-490"/>
              <a:ext cx="513" cy="555"/>
            </a:xfrm>
            <a:custGeom>
              <a:avLst/>
              <a:gdLst>
                <a:gd name="T0" fmla="*/ 217 w 217"/>
                <a:gd name="T1" fmla="*/ 117 h 235"/>
                <a:gd name="T2" fmla="*/ 188 w 217"/>
                <a:gd name="T3" fmla="*/ 203 h 235"/>
                <a:gd name="T4" fmla="*/ 108 w 217"/>
                <a:gd name="T5" fmla="*/ 235 h 235"/>
                <a:gd name="T6" fmla="*/ 29 w 217"/>
                <a:gd name="T7" fmla="*/ 203 h 235"/>
                <a:gd name="T8" fmla="*/ 0 w 217"/>
                <a:gd name="T9" fmla="*/ 120 h 235"/>
                <a:gd name="T10" fmla="*/ 30 w 217"/>
                <a:gd name="T11" fmla="*/ 32 h 235"/>
                <a:gd name="T12" fmla="*/ 113 w 217"/>
                <a:gd name="T13" fmla="*/ 0 h 235"/>
                <a:gd name="T14" fmla="*/ 190 w 217"/>
                <a:gd name="T15" fmla="*/ 31 h 235"/>
                <a:gd name="T16" fmla="*/ 217 w 217"/>
                <a:gd name="T17" fmla="*/ 117 h 235"/>
                <a:gd name="T18" fmla="*/ 181 w 217"/>
                <a:gd name="T19" fmla="*/ 118 h 235"/>
                <a:gd name="T20" fmla="*/ 163 w 217"/>
                <a:gd name="T21" fmla="*/ 53 h 235"/>
                <a:gd name="T22" fmla="*/ 110 w 217"/>
                <a:gd name="T23" fmla="*/ 31 h 235"/>
                <a:gd name="T24" fmla="*/ 56 w 217"/>
                <a:gd name="T25" fmla="*/ 54 h 235"/>
                <a:gd name="T26" fmla="*/ 36 w 217"/>
                <a:gd name="T27" fmla="*/ 119 h 235"/>
                <a:gd name="T28" fmla="*/ 56 w 217"/>
                <a:gd name="T29" fmla="*/ 182 h 235"/>
                <a:gd name="T30" fmla="*/ 110 w 217"/>
                <a:gd name="T31" fmla="*/ 204 h 235"/>
                <a:gd name="T32" fmla="*/ 163 w 217"/>
                <a:gd name="T33" fmla="*/ 182 h 235"/>
                <a:gd name="T34" fmla="*/ 181 w 217"/>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7" h="235">
                  <a:moveTo>
                    <a:pt x="217" y="117"/>
                  </a:moveTo>
                  <a:cubicBezTo>
                    <a:pt x="217" y="152"/>
                    <a:pt x="207" y="181"/>
                    <a:pt x="188" y="203"/>
                  </a:cubicBezTo>
                  <a:cubicBezTo>
                    <a:pt x="168" y="224"/>
                    <a:pt x="141" y="235"/>
                    <a:pt x="108" y="235"/>
                  </a:cubicBezTo>
                  <a:cubicBezTo>
                    <a:pt x="75" y="235"/>
                    <a:pt x="49" y="225"/>
                    <a:pt x="29" y="203"/>
                  </a:cubicBezTo>
                  <a:cubicBezTo>
                    <a:pt x="10" y="182"/>
                    <a:pt x="0" y="155"/>
                    <a:pt x="0" y="120"/>
                  </a:cubicBezTo>
                  <a:cubicBezTo>
                    <a:pt x="0" y="83"/>
                    <a:pt x="10" y="54"/>
                    <a:pt x="30" y="32"/>
                  </a:cubicBezTo>
                  <a:cubicBezTo>
                    <a:pt x="50" y="11"/>
                    <a:pt x="78" y="0"/>
                    <a:pt x="113" y="0"/>
                  </a:cubicBezTo>
                  <a:cubicBezTo>
                    <a:pt x="145" y="0"/>
                    <a:pt x="171" y="10"/>
                    <a:pt x="190" y="31"/>
                  </a:cubicBezTo>
                  <a:cubicBezTo>
                    <a:pt x="208" y="52"/>
                    <a:pt x="217" y="80"/>
                    <a:pt x="217" y="117"/>
                  </a:cubicBezTo>
                  <a:close/>
                  <a:moveTo>
                    <a:pt x="181" y="118"/>
                  </a:moveTo>
                  <a:cubicBezTo>
                    <a:pt x="181" y="90"/>
                    <a:pt x="175" y="68"/>
                    <a:pt x="163" y="53"/>
                  </a:cubicBezTo>
                  <a:cubicBezTo>
                    <a:pt x="151" y="38"/>
                    <a:pt x="133" y="31"/>
                    <a:pt x="110" y="31"/>
                  </a:cubicBezTo>
                  <a:cubicBezTo>
                    <a:pt x="87" y="31"/>
                    <a:pt x="69" y="38"/>
                    <a:pt x="56" y="54"/>
                  </a:cubicBezTo>
                  <a:cubicBezTo>
                    <a:pt x="43" y="69"/>
                    <a:pt x="36" y="91"/>
                    <a:pt x="36" y="119"/>
                  </a:cubicBezTo>
                  <a:cubicBezTo>
                    <a:pt x="36" y="146"/>
                    <a:pt x="43" y="167"/>
                    <a:pt x="56" y="182"/>
                  </a:cubicBezTo>
                  <a:cubicBezTo>
                    <a:pt x="70" y="197"/>
                    <a:pt x="88" y="204"/>
                    <a:pt x="110" y="204"/>
                  </a:cubicBezTo>
                  <a:cubicBezTo>
                    <a:pt x="133" y="204"/>
                    <a:pt x="151"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7" name="Freeform 10"/>
            <p:cNvSpPr>
              <a:spLocks/>
            </p:cNvSpPr>
            <p:nvPr userDrawn="1"/>
          </p:nvSpPr>
          <p:spPr bwMode="auto">
            <a:xfrm>
              <a:off x="4000" y="-490"/>
              <a:ext cx="322" cy="555"/>
            </a:xfrm>
            <a:custGeom>
              <a:avLst/>
              <a:gdLst>
                <a:gd name="T0" fmla="*/ 136 w 136"/>
                <a:gd name="T1" fmla="*/ 170 h 235"/>
                <a:gd name="T2" fmla="*/ 113 w 136"/>
                <a:gd name="T3" fmla="*/ 217 h 235"/>
                <a:gd name="T4" fmla="*/ 55 w 136"/>
                <a:gd name="T5" fmla="*/ 235 h 235"/>
                <a:gd name="T6" fmla="*/ 0 w 136"/>
                <a:gd name="T7" fmla="*/ 222 h 235"/>
                <a:gd name="T8" fmla="*/ 0 w 136"/>
                <a:gd name="T9" fmla="*/ 183 h 235"/>
                <a:gd name="T10" fmla="*/ 57 w 136"/>
                <a:gd name="T11" fmla="*/ 204 h 235"/>
                <a:gd name="T12" fmla="*/ 99 w 136"/>
                <a:gd name="T13" fmla="*/ 173 h 235"/>
                <a:gd name="T14" fmla="*/ 91 w 136"/>
                <a:gd name="T15" fmla="*/ 152 h 235"/>
                <a:gd name="T16" fmla="*/ 54 w 136"/>
                <a:gd name="T17" fmla="*/ 131 h 235"/>
                <a:gd name="T18" fmla="*/ 13 w 136"/>
                <a:gd name="T19" fmla="*/ 104 h 235"/>
                <a:gd name="T20" fmla="*/ 0 w 136"/>
                <a:gd name="T21" fmla="*/ 65 h 235"/>
                <a:gd name="T22" fmla="*/ 22 w 136"/>
                <a:gd name="T23" fmla="*/ 18 h 235"/>
                <a:gd name="T24" fmla="*/ 78 w 136"/>
                <a:gd name="T25" fmla="*/ 0 h 235"/>
                <a:gd name="T26" fmla="*/ 125 w 136"/>
                <a:gd name="T27" fmla="*/ 10 h 235"/>
                <a:gd name="T28" fmla="*/ 125 w 136"/>
                <a:gd name="T29" fmla="*/ 47 h 235"/>
                <a:gd name="T30" fmla="*/ 75 w 136"/>
                <a:gd name="T31" fmla="*/ 31 h 235"/>
                <a:gd name="T32" fmla="*/ 47 w 136"/>
                <a:gd name="T33" fmla="*/ 39 h 235"/>
                <a:gd name="T34" fmla="*/ 37 w 136"/>
                <a:gd name="T35" fmla="*/ 62 h 235"/>
                <a:gd name="T36" fmla="*/ 45 w 136"/>
                <a:gd name="T37" fmla="*/ 85 h 235"/>
                <a:gd name="T38" fmla="*/ 79 w 136"/>
                <a:gd name="T39" fmla="*/ 104 h 235"/>
                <a:gd name="T40" fmla="*/ 123 w 136"/>
                <a:gd name="T41" fmla="*/ 132 h 235"/>
                <a:gd name="T42" fmla="*/ 136 w 136"/>
                <a:gd name="T43" fmla="*/ 17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6" h="235">
                  <a:moveTo>
                    <a:pt x="136" y="170"/>
                  </a:moveTo>
                  <a:cubicBezTo>
                    <a:pt x="136" y="189"/>
                    <a:pt x="128" y="205"/>
                    <a:pt x="113" y="217"/>
                  </a:cubicBezTo>
                  <a:cubicBezTo>
                    <a:pt x="99" y="229"/>
                    <a:pt x="79" y="235"/>
                    <a:pt x="55" y="235"/>
                  </a:cubicBezTo>
                  <a:cubicBezTo>
                    <a:pt x="34" y="235"/>
                    <a:pt x="16" y="231"/>
                    <a:pt x="0" y="222"/>
                  </a:cubicBezTo>
                  <a:cubicBezTo>
                    <a:pt x="0" y="183"/>
                    <a:pt x="0" y="183"/>
                    <a:pt x="0" y="183"/>
                  </a:cubicBezTo>
                  <a:cubicBezTo>
                    <a:pt x="17" y="197"/>
                    <a:pt x="37" y="204"/>
                    <a:pt x="57" y="204"/>
                  </a:cubicBezTo>
                  <a:cubicBezTo>
                    <a:pt x="85" y="204"/>
                    <a:pt x="99" y="194"/>
                    <a:pt x="99" y="173"/>
                  </a:cubicBezTo>
                  <a:cubicBezTo>
                    <a:pt x="99" y="165"/>
                    <a:pt x="97" y="158"/>
                    <a:pt x="91" y="152"/>
                  </a:cubicBezTo>
                  <a:cubicBezTo>
                    <a:pt x="86" y="147"/>
                    <a:pt x="73" y="140"/>
                    <a:pt x="54" y="131"/>
                  </a:cubicBezTo>
                  <a:cubicBezTo>
                    <a:pt x="34" y="122"/>
                    <a:pt x="21" y="113"/>
                    <a:pt x="13" y="104"/>
                  </a:cubicBezTo>
                  <a:cubicBezTo>
                    <a:pt x="5" y="94"/>
                    <a:pt x="0" y="81"/>
                    <a:pt x="0" y="65"/>
                  </a:cubicBezTo>
                  <a:cubicBezTo>
                    <a:pt x="0" y="46"/>
                    <a:pt x="8" y="31"/>
                    <a:pt x="22" y="18"/>
                  </a:cubicBezTo>
                  <a:cubicBezTo>
                    <a:pt x="37" y="6"/>
                    <a:pt x="56" y="0"/>
                    <a:pt x="78" y="0"/>
                  </a:cubicBezTo>
                  <a:cubicBezTo>
                    <a:pt x="96" y="0"/>
                    <a:pt x="111" y="3"/>
                    <a:pt x="125" y="10"/>
                  </a:cubicBezTo>
                  <a:cubicBezTo>
                    <a:pt x="125" y="47"/>
                    <a:pt x="125" y="47"/>
                    <a:pt x="125" y="47"/>
                  </a:cubicBezTo>
                  <a:cubicBezTo>
                    <a:pt x="111" y="36"/>
                    <a:pt x="94" y="31"/>
                    <a:pt x="75" y="31"/>
                  </a:cubicBezTo>
                  <a:cubicBezTo>
                    <a:pt x="64" y="31"/>
                    <a:pt x="54" y="33"/>
                    <a:pt x="47" y="39"/>
                  </a:cubicBezTo>
                  <a:cubicBezTo>
                    <a:pt x="40" y="45"/>
                    <a:pt x="37" y="53"/>
                    <a:pt x="37" y="62"/>
                  </a:cubicBezTo>
                  <a:cubicBezTo>
                    <a:pt x="37" y="72"/>
                    <a:pt x="39" y="79"/>
                    <a:pt x="45" y="85"/>
                  </a:cubicBezTo>
                  <a:cubicBezTo>
                    <a:pt x="50" y="90"/>
                    <a:pt x="62" y="96"/>
                    <a:pt x="79" y="104"/>
                  </a:cubicBezTo>
                  <a:cubicBezTo>
                    <a:pt x="100" y="113"/>
                    <a:pt x="114" y="122"/>
                    <a:pt x="123" y="132"/>
                  </a:cubicBezTo>
                  <a:cubicBezTo>
                    <a:pt x="131" y="142"/>
                    <a:pt x="136" y="155"/>
                    <a:pt x="136" y="1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18" name="Freeform 11"/>
            <p:cNvSpPr>
              <a:spLocks noEditPoints="1"/>
            </p:cNvSpPr>
            <p:nvPr userDrawn="1"/>
          </p:nvSpPr>
          <p:spPr bwMode="auto">
            <a:xfrm>
              <a:off x="4402" y="-490"/>
              <a:ext cx="516" cy="555"/>
            </a:xfrm>
            <a:custGeom>
              <a:avLst/>
              <a:gdLst>
                <a:gd name="T0" fmla="*/ 218 w 218"/>
                <a:gd name="T1" fmla="*/ 117 h 235"/>
                <a:gd name="T2" fmla="*/ 188 w 218"/>
                <a:gd name="T3" fmla="*/ 203 h 235"/>
                <a:gd name="T4" fmla="*/ 108 w 218"/>
                <a:gd name="T5" fmla="*/ 235 h 235"/>
                <a:gd name="T6" fmla="*/ 30 w 218"/>
                <a:gd name="T7" fmla="*/ 203 h 235"/>
                <a:gd name="T8" fmla="*/ 0 w 218"/>
                <a:gd name="T9" fmla="*/ 120 h 235"/>
                <a:gd name="T10" fmla="*/ 30 w 218"/>
                <a:gd name="T11" fmla="*/ 32 h 235"/>
                <a:gd name="T12" fmla="*/ 113 w 218"/>
                <a:gd name="T13" fmla="*/ 0 h 235"/>
                <a:gd name="T14" fmla="*/ 190 w 218"/>
                <a:gd name="T15" fmla="*/ 31 h 235"/>
                <a:gd name="T16" fmla="*/ 218 w 218"/>
                <a:gd name="T17" fmla="*/ 117 h 235"/>
                <a:gd name="T18" fmla="*/ 181 w 218"/>
                <a:gd name="T19" fmla="*/ 118 h 235"/>
                <a:gd name="T20" fmla="*/ 163 w 218"/>
                <a:gd name="T21" fmla="*/ 53 h 235"/>
                <a:gd name="T22" fmla="*/ 110 w 218"/>
                <a:gd name="T23" fmla="*/ 31 h 235"/>
                <a:gd name="T24" fmla="*/ 57 w 218"/>
                <a:gd name="T25" fmla="*/ 54 h 235"/>
                <a:gd name="T26" fmla="*/ 37 w 218"/>
                <a:gd name="T27" fmla="*/ 119 h 235"/>
                <a:gd name="T28" fmla="*/ 57 w 218"/>
                <a:gd name="T29" fmla="*/ 182 h 235"/>
                <a:gd name="T30" fmla="*/ 110 w 218"/>
                <a:gd name="T31" fmla="*/ 204 h 235"/>
                <a:gd name="T32" fmla="*/ 163 w 218"/>
                <a:gd name="T33" fmla="*/ 182 h 235"/>
                <a:gd name="T34" fmla="*/ 181 w 218"/>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8" h="235">
                  <a:moveTo>
                    <a:pt x="218" y="117"/>
                  </a:moveTo>
                  <a:cubicBezTo>
                    <a:pt x="218" y="152"/>
                    <a:pt x="208" y="181"/>
                    <a:pt x="188" y="203"/>
                  </a:cubicBezTo>
                  <a:cubicBezTo>
                    <a:pt x="168" y="224"/>
                    <a:pt x="141" y="235"/>
                    <a:pt x="108" y="235"/>
                  </a:cubicBezTo>
                  <a:cubicBezTo>
                    <a:pt x="75" y="235"/>
                    <a:pt x="49" y="225"/>
                    <a:pt x="30" y="203"/>
                  </a:cubicBezTo>
                  <a:cubicBezTo>
                    <a:pt x="10" y="182"/>
                    <a:pt x="0" y="155"/>
                    <a:pt x="0" y="120"/>
                  </a:cubicBezTo>
                  <a:cubicBezTo>
                    <a:pt x="0" y="83"/>
                    <a:pt x="10" y="54"/>
                    <a:pt x="30" y="32"/>
                  </a:cubicBezTo>
                  <a:cubicBezTo>
                    <a:pt x="50" y="11"/>
                    <a:pt x="78" y="0"/>
                    <a:pt x="113" y="0"/>
                  </a:cubicBezTo>
                  <a:cubicBezTo>
                    <a:pt x="146" y="0"/>
                    <a:pt x="171" y="10"/>
                    <a:pt x="190" y="31"/>
                  </a:cubicBezTo>
                  <a:cubicBezTo>
                    <a:pt x="208" y="52"/>
                    <a:pt x="218" y="80"/>
                    <a:pt x="218" y="117"/>
                  </a:cubicBezTo>
                  <a:close/>
                  <a:moveTo>
                    <a:pt x="181" y="118"/>
                  </a:moveTo>
                  <a:cubicBezTo>
                    <a:pt x="181" y="90"/>
                    <a:pt x="175" y="68"/>
                    <a:pt x="163" y="53"/>
                  </a:cubicBezTo>
                  <a:cubicBezTo>
                    <a:pt x="151" y="38"/>
                    <a:pt x="133" y="31"/>
                    <a:pt x="110" y="31"/>
                  </a:cubicBezTo>
                  <a:cubicBezTo>
                    <a:pt x="88" y="31"/>
                    <a:pt x="70" y="38"/>
                    <a:pt x="57" y="54"/>
                  </a:cubicBezTo>
                  <a:cubicBezTo>
                    <a:pt x="43" y="69"/>
                    <a:pt x="37" y="91"/>
                    <a:pt x="37" y="119"/>
                  </a:cubicBezTo>
                  <a:cubicBezTo>
                    <a:pt x="37" y="146"/>
                    <a:pt x="43" y="167"/>
                    <a:pt x="57" y="182"/>
                  </a:cubicBezTo>
                  <a:cubicBezTo>
                    <a:pt x="70" y="197"/>
                    <a:pt x="88" y="204"/>
                    <a:pt x="110" y="204"/>
                  </a:cubicBezTo>
                  <a:cubicBezTo>
                    <a:pt x="133" y="204"/>
                    <a:pt x="151"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0" name="Freeform 12"/>
            <p:cNvSpPr>
              <a:spLocks/>
            </p:cNvSpPr>
            <p:nvPr userDrawn="1"/>
          </p:nvSpPr>
          <p:spPr bwMode="auto">
            <a:xfrm>
              <a:off x="4970" y="-743"/>
              <a:ext cx="314" cy="797"/>
            </a:xfrm>
            <a:custGeom>
              <a:avLst/>
              <a:gdLst>
                <a:gd name="T0" fmla="*/ 133 w 133"/>
                <a:gd name="T1" fmla="*/ 36 h 337"/>
                <a:gd name="T2" fmla="*/ 110 w 133"/>
                <a:gd name="T3" fmla="*/ 30 h 337"/>
                <a:gd name="T4" fmla="*/ 73 w 133"/>
                <a:gd name="T5" fmla="*/ 78 h 337"/>
                <a:gd name="T6" fmla="*/ 73 w 133"/>
                <a:gd name="T7" fmla="*/ 112 h 337"/>
                <a:gd name="T8" fmla="*/ 125 w 133"/>
                <a:gd name="T9" fmla="*/ 112 h 337"/>
                <a:gd name="T10" fmla="*/ 125 w 133"/>
                <a:gd name="T11" fmla="*/ 143 h 337"/>
                <a:gd name="T12" fmla="*/ 73 w 133"/>
                <a:gd name="T13" fmla="*/ 143 h 337"/>
                <a:gd name="T14" fmla="*/ 73 w 133"/>
                <a:gd name="T15" fmla="*/ 337 h 337"/>
                <a:gd name="T16" fmla="*/ 38 w 133"/>
                <a:gd name="T17" fmla="*/ 337 h 337"/>
                <a:gd name="T18" fmla="*/ 38 w 133"/>
                <a:gd name="T19" fmla="*/ 143 h 337"/>
                <a:gd name="T20" fmla="*/ 0 w 133"/>
                <a:gd name="T21" fmla="*/ 143 h 337"/>
                <a:gd name="T22" fmla="*/ 0 w 133"/>
                <a:gd name="T23" fmla="*/ 112 h 337"/>
                <a:gd name="T24" fmla="*/ 38 w 133"/>
                <a:gd name="T25" fmla="*/ 112 h 337"/>
                <a:gd name="T26" fmla="*/ 38 w 133"/>
                <a:gd name="T27" fmla="*/ 76 h 337"/>
                <a:gd name="T28" fmla="*/ 57 w 133"/>
                <a:gd name="T29" fmla="*/ 21 h 337"/>
                <a:gd name="T30" fmla="*/ 108 w 133"/>
                <a:gd name="T31" fmla="*/ 0 h 337"/>
                <a:gd name="T32" fmla="*/ 133 w 133"/>
                <a:gd name="T33" fmla="*/ 4 h 337"/>
                <a:gd name="T34" fmla="*/ 133 w 133"/>
                <a:gd name="T35" fmla="*/ 36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3" h="337">
                  <a:moveTo>
                    <a:pt x="133" y="36"/>
                  </a:moveTo>
                  <a:cubicBezTo>
                    <a:pt x="127" y="32"/>
                    <a:pt x="119" y="30"/>
                    <a:pt x="110" y="30"/>
                  </a:cubicBezTo>
                  <a:cubicBezTo>
                    <a:pt x="85" y="30"/>
                    <a:pt x="73" y="46"/>
                    <a:pt x="73" y="78"/>
                  </a:cubicBezTo>
                  <a:cubicBezTo>
                    <a:pt x="73" y="112"/>
                    <a:pt x="73" y="112"/>
                    <a:pt x="73" y="112"/>
                  </a:cubicBezTo>
                  <a:cubicBezTo>
                    <a:pt x="125" y="112"/>
                    <a:pt x="125" y="112"/>
                    <a:pt x="125" y="112"/>
                  </a:cubicBezTo>
                  <a:cubicBezTo>
                    <a:pt x="125" y="143"/>
                    <a:pt x="125" y="143"/>
                    <a:pt x="125" y="143"/>
                  </a:cubicBezTo>
                  <a:cubicBezTo>
                    <a:pt x="73" y="143"/>
                    <a:pt x="73" y="143"/>
                    <a:pt x="73" y="143"/>
                  </a:cubicBezTo>
                  <a:cubicBezTo>
                    <a:pt x="73" y="337"/>
                    <a:pt x="73" y="337"/>
                    <a:pt x="73" y="337"/>
                  </a:cubicBezTo>
                  <a:cubicBezTo>
                    <a:pt x="38" y="337"/>
                    <a:pt x="38" y="337"/>
                    <a:pt x="38" y="337"/>
                  </a:cubicBezTo>
                  <a:cubicBezTo>
                    <a:pt x="38" y="143"/>
                    <a:pt x="38" y="143"/>
                    <a:pt x="38" y="143"/>
                  </a:cubicBezTo>
                  <a:cubicBezTo>
                    <a:pt x="0" y="143"/>
                    <a:pt x="0" y="143"/>
                    <a:pt x="0" y="143"/>
                  </a:cubicBezTo>
                  <a:cubicBezTo>
                    <a:pt x="0" y="112"/>
                    <a:pt x="0" y="112"/>
                    <a:pt x="0" y="112"/>
                  </a:cubicBezTo>
                  <a:cubicBezTo>
                    <a:pt x="38" y="112"/>
                    <a:pt x="38" y="112"/>
                    <a:pt x="38" y="112"/>
                  </a:cubicBezTo>
                  <a:cubicBezTo>
                    <a:pt x="38" y="76"/>
                    <a:pt x="38" y="76"/>
                    <a:pt x="38" y="76"/>
                  </a:cubicBezTo>
                  <a:cubicBezTo>
                    <a:pt x="38" y="53"/>
                    <a:pt x="44" y="35"/>
                    <a:pt x="57" y="21"/>
                  </a:cubicBezTo>
                  <a:cubicBezTo>
                    <a:pt x="71" y="7"/>
                    <a:pt x="87" y="0"/>
                    <a:pt x="108" y="0"/>
                  </a:cubicBezTo>
                  <a:cubicBezTo>
                    <a:pt x="119" y="0"/>
                    <a:pt x="127" y="1"/>
                    <a:pt x="133" y="4"/>
                  </a:cubicBezTo>
                  <a:lnTo>
                    <a:pt x="133"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1" name="Freeform 13"/>
            <p:cNvSpPr>
              <a:spLocks/>
            </p:cNvSpPr>
            <p:nvPr userDrawn="1"/>
          </p:nvSpPr>
          <p:spPr bwMode="auto">
            <a:xfrm>
              <a:off x="5310" y="-635"/>
              <a:ext cx="305" cy="700"/>
            </a:xfrm>
            <a:custGeom>
              <a:avLst/>
              <a:gdLst>
                <a:gd name="T0" fmla="*/ 129 w 129"/>
                <a:gd name="T1" fmla="*/ 288 h 296"/>
                <a:gd name="T2" fmla="*/ 96 w 129"/>
                <a:gd name="T3" fmla="*/ 296 h 296"/>
                <a:gd name="T4" fmla="*/ 38 w 129"/>
                <a:gd name="T5" fmla="*/ 230 h 296"/>
                <a:gd name="T6" fmla="*/ 38 w 129"/>
                <a:gd name="T7" fmla="*/ 97 h 296"/>
                <a:gd name="T8" fmla="*/ 0 w 129"/>
                <a:gd name="T9" fmla="*/ 97 h 296"/>
                <a:gd name="T10" fmla="*/ 0 w 129"/>
                <a:gd name="T11" fmla="*/ 66 h 296"/>
                <a:gd name="T12" fmla="*/ 38 w 129"/>
                <a:gd name="T13" fmla="*/ 66 h 296"/>
                <a:gd name="T14" fmla="*/ 38 w 129"/>
                <a:gd name="T15" fmla="*/ 12 h 296"/>
                <a:gd name="T16" fmla="*/ 73 w 129"/>
                <a:gd name="T17" fmla="*/ 0 h 296"/>
                <a:gd name="T18" fmla="*/ 73 w 129"/>
                <a:gd name="T19" fmla="*/ 66 h 296"/>
                <a:gd name="T20" fmla="*/ 129 w 129"/>
                <a:gd name="T21" fmla="*/ 66 h 296"/>
                <a:gd name="T22" fmla="*/ 129 w 129"/>
                <a:gd name="T23" fmla="*/ 97 h 296"/>
                <a:gd name="T24" fmla="*/ 73 w 129"/>
                <a:gd name="T25" fmla="*/ 97 h 296"/>
                <a:gd name="T26" fmla="*/ 73 w 129"/>
                <a:gd name="T27" fmla="*/ 223 h 296"/>
                <a:gd name="T28" fmla="*/ 81 w 129"/>
                <a:gd name="T29" fmla="*/ 255 h 296"/>
                <a:gd name="T30" fmla="*/ 106 w 129"/>
                <a:gd name="T31" fmla="*/ 265 h 296"/>
                <a:gd name="T32" fmla="*/ 129 w 129"/>
                <a:gd name="T33" fmla="*/ 258 h 296"/>
                <a:gd name="T34" fmla="*/ 129 w 129"/>
                <a:gd name="T35" fmla="*/ 288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9" h="296">
                  <a:moveTo>
                    <a:pt x="129" y="288"/>
                  </a:moveTo>
                  <a:cubicBezTo>
                    <a:pt x="120" y="293"/>
                    <a:pt x="109" y="296"/>
                    <a:pt x="96" y="296"/>
                  </a:cubicBezTo>
                  <a:cubicBezTo>
                    <a:pt x="57" y="296"/>
                    <a:pt x="38" y="274"/>
                    <a:pt x="38" y="230"/>
                  </a:cubicBezTo>
                  <a:cubicBezTo>
                    <a:pt x="38" y="97"/>
                    <a:pt x="38" y="97"/>
                    <a:pt x="38" y="97"/>
                  </a:cubicBezTo>
                  <a:cubicBezTo>
                    <a:pt x="0" y="97"/>
                    <a:pt x="0" y="97"/>
                    <a:pt x="0" y="97"/>
                  </a:cubicBezTo>
                  <a:cubicBezTo>
                    <a:pt x="0" y="66"/>
                    <a:pt x="0" y="66"/>
                    <a:pt x="0" y="66"/>
                  </a:cubicBezTo>
                  <a:cubicBezTo>
                    <a:pt x="38" y="66"/>
                    <a:pt x="38" y="66"/>
                    <a:pt x="38" y="66"/>
                  </a:cubicBezTo>
                  <a:cubicBezTo>
                    <a:pt x="38" y="12"/>
                    <a:pt x="38" y="12"/>
                    <a:pt x="38" y="12"/>
                  </a:cubicBezTo>
                  <a:cubicBezTo>
                    <a:pt x="73" y="0"/>
                    <a:pt x="73" y="0"/>
                    <a:pt x="73" y="0"/>
                  </a:cubicBezTo>
                  <a:cubicBezTo>
                    <a:pt x="73" y="66"/>
                    <a:pt x="73" y="66"/>
                    <a:pt x="73" y="66"/>
                  </a:cubicBezTo>
                  <a:cubicBezTo>
                    <a:pt x="129" y="66"/>
                    <a:pt x="129" y="66"/>
                    <a:pt x="129" y="66"/>
                  </a:cubicBezTo>
                  <a:cubicBezTo>
                    <a:pt x="129" y="97"/>
                    <a:pt x="129" y="97"/>
                    <a:pt x="129" y="97"/>
                  </a:cubicBezTo>
                  <a:cubicBezTo>
                    <a:pt x="73" y="97"/>
                    <a:pt x="73" y="97"/>
                    <a:pt x="73" y="97"/>
                  </a:cubicBezTo>
                  <a:cubicBezTo>
                    <a:pt x="73" y="223"/>
                    <a:pt x="73" y="223"/>
                    <a:pt x="73" y="223"/>
                  </a:cubicBezTo>
                  <a:cubicBezTo>
                    <a:pt x="73" y="238"/>
                    <a:pt x="76" y="249"/>
                    <a:pt x="81" y="255"/>
                  </a:cubicBezTo>
                  <a:cubicBezTo>
                    <a:pt x="86" y="262"/>
                    <a:pt x="94" y="265"/>
                    <a:pt x="106" y="265"/>
                  </a:cubicBezTo>
                  <a:cubicBezTo>
                    <a:pt x="115" y="265"/>
                    <a:pt x="122" y="263"/>
                    <a:pt x="129" y="258"/>
                  </a:cubicBezTo>
                  <a:lnTo>
                    <a:pt x="129" y="2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2" name="Freeform 14"/>
            <p:cNvSpPr>
              <a:spLocks/>
            </p:cNvSpPr>
            <p:nvPr userDrawn="1"/>
          </p:nvSpPr>
          <p:spPr bwMode="auto">
            <a:xfrm>
              <a:off x="1343" y="434"/>
              <a:ext cx="949" cy="743"/>
            </a:xfrm>
            <a:custGeom>
              <a:avLst/>
              <a:gdLst>
                <a:gd name="T0" fmla="*/ 401 w 401"/>
                <a:gd name="T1" fmla="*/ 0 h 314"/>
                <a:gd name="T2" fmla="*/ 314 w 401"/>
                <a:gd name="T3" fmla="*/ 314 h 314"/>
                <a:gd name="T4" fmla="*/ 271 w 401"/>
                <a:gd name="T5" fmla="*/ 314 h 314"/>
                <a:gd name="T6" fmla="*/ 208 w 401"/>
                <a:gd name="T7" fmla="*/ 84 h 314"/>
                <a:gd name="T8" fmla="*/ 203 w 401"/>
                <a:gd name="T9" fmla="*/ 52 h 314"/>
                <a:gd name="T10" fmla="*/ 202 w 401"/>
                <a:gd name="T11" fmla="*/ 52 h 314"/>
                <a:gd name="T12" fmla="*/ 196 w 401"/>
                <a:gd name="T13" fmla="*/ 83 h 314"/>
                <a:gd name="T14" fmla="*/ 132 w 401"/>
                <a:gd name="T15" fmla="*/ 314 h 314"/>
                <a:gd name="T16" fmla="*/ 90 w 401"/>
                <a:gd name="T17" fmla="*/ 314 h 314"/>
                <a:gd name="T18" fmla="*/ 0 w 401"/>
                <a:gd name="T19" fmla="*/ 0 h 314"/>
                <a:gd name="T20" fmla="*/ 40 w 401"/>
                <a:gd name="T21" fmla="*/ 0 h 314"/>
                <a:gd name="T22" fmla="*/ 105 w 401"/>
                <a:gd name="T23" fmla="*/ 240 h 314"/>
                <a:gd name="T24" fmla="*/ 111 w 401"/>
                <a:gd name="T25" fmla="*/ 272 h 314"/>
                <a:gd name="T26" fmla="*/ 112 w 401"/>
                <a:gd name="T27" fmla="*/ 272 h 314"/>
                <a:gd name="T28" fmla="*/ 118 w 401"/>
                <a:gd name="T29" fmla="*/ 240 h 314"/>
                <a:gd name="T30" fmla="*/ 187 w 401"/>
                <a:gd name="T31" fmla="*/ 0 h 314"/>
                <a:gd name="T32" fmla="*/ 222 w 401"/>
                <a:gd name="T33" fmla="*/ 0 h 314"/>
                <a:gd name="T34" fmla="*/ 287 w 401"/>
                <a:gd name="T35" fmla="*/ 242 h 314"/>
                <a:gd name="T36" fmla="*/ 292 w 401"/>
                <a:gd name="T37" fmla="*/ 271 h 314"/>
                <a:gd name="T38" fmla="*/ 293 w 401"/>
                <a:gd name="T39" fmla="*/ 271 h 314"/>
                <a:gd name="T40" fmla="*/ 299 w 401"/>
                <a:gd name="T41" fmla="*/ 241 h 314"/>
                <a:gd name="T42" fmla="*/ 362 w 401"/>
                <a:gd name="T43" fmla="*/ 0 h 314"/>
                <a:gd name="T44" fmla="*/ 401 w 401"/>
                <a:gd name="T45"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1" h="314">
                  <a:moveTo>
                    <a:pt x="401" y="0"/>
                  </a:moveTo>
                  <a:cubicBezTo>
                    <a:pt x="314" y="314"/>
                    <a:pt x="314" y="314"/>
                    <a:pt x="314" y="314"/>
                  </a:cubicBezTo>
                  <a:cubicBezTo>
                    <a:pt x="271" y="314"/>
                    <a:pt x="271" y="314"/>
                    <a:pt x="271" y="314"/>
                  </a:cubicBezTo>
                  <a:cubicBezTo>
                    <a:pt x="208" y="84"/>
                    <a:pt x="208" y="84"/>
                    <a:pt x="208" y="84"/>
                  </a:cubicBezTo>
                  <a:cubicBezTo>
                    <a:pt x="205" y="75"/>
                    <a:pt x="204" y="65"/>
                    <a:pt x="203" y="52"/>
                  </a:cubicBezTo>
                  <a:cubicBezTo>
                    <a:pt x="202" y="52"/>
                    <a:pt x="202" y="52"/>
                    <a:pt x="202" y="52"/>
                  </a:cubicBezTo>
                  <a:cubicBezTo>
                    <a:pt x="201" y="63"/>
                    <a:pt x="199" y="73"/>
                    <a:pt x="196" y="83"/>
                  </a:cubicBezTo>
                  <a:cubicBezTo>
                    <a:pt x="132" y="314"/>
                    <a:pt x="132" y="314"/>
                    <a:pt x="132" y="314"/>
                  </a:cubicBezTo>
                  <a:cubicBezTo>
                    <a:pt x="90" y="314"/>
                    <a:pt x="90" y="314"/>
                    <a:pt x="90" y="314"/>
                  </a:cubicBezTo>
                  <a:cubicBezTo>
                    <a:pt x="0" y="0"/>
                    <a:pt x="0" y="0"/>
                    <a:pt x="0" y="0"/>
                  </a:cubicBezTo>
                  <a:cubicBezTo>
                    <a:pt x="40" y="0"/>
                    <a:pt x="40" y="0"/>
                    <a:pt x="40" y="0"/>
                  </a:cubicBezTo>
                  <a:cubicBezTo>
                    <a:pt x="105" y="240"/>
                    <a:pt x="105" y="240"/>
                    <a:pt x="105" y="240"/>
                  </a:cubicBezTo>
                  <a:cubicBezTo>
                    <a:pt x="108" y="251"/>
                    <a:pt x="110" y="262"/>
                    <a:pt x="111" y="272"/>
                  </a:cubicBezTo>
                  <a:cubicBezTo>
                    <a:pt x="112" y="272"/>
                    <a:pt x="112" y="272"/>
                    <a:pt x="112" y="272"/>
                  </a:cubicBezTo>
                  <a:cubicBezTo>
                    <a:pt x="112" y="263"/>
                    <a:pt x="115" y="253"/>
                    <a:pt x="118" y="240"/>
                  </a:cubicBezTo>
                  <a:cubicBezTo>
                    <a:pt x="187" y="0"/>
                    <a:pt x="187" y="0"/>
                    <a:pt x="187" y="0"/>
                  </a:cubicBezTo>
                  <a:cubicBezTo>
                    <a:pt x="222" y="0"/>
                    <a:pt x="222" y="0"/>
                    <a:pt x="222" y="0"/>
                  </a:cubicBezTo>
                  <a:cubicBezTo>
                    <a:pt x="287" y="242"/>
                    <a:pt x="287" y="242"/>
                    <a:pt x="287" y="242"/>
                  </a:cubicBezTo>
                  <a:cubicBezTo>
                    <a:pt x="289" y="251"/>
                    <a:pt x="291" y="261"/>
                    <a:pt x="292" y="271"/>
                  </a:cubicBezTo>
                  <a:cubicBezTo>
                    <a:pt x="293" y="271"/>
                    <a:pt x="293" y="271"/>
                    <a:pt x="293" y="271"/>
                  </a:cubicBezTo>
                  <a:cubicBezTo>
                    <a:pt x="294" y="264"/>
                    <a:pt x="296" y="254"/>
                    <a:pt x="299" y="241"/>
                  </a:cubicBezTo>
                  <a:cubicBezTo>
                    <a:pt x="362" y="0"/>
                    <a:pt x="362" y="0"/>
                    <a:pt x="362" y="0"/>
                  </a:cubicBezTo>
                  <a:lnTo>
                    <a:pt x="40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3" name="Freeform 15"/>
            <p:cNvSpPr>
              <a:spLocks noEditPoints="1"/>
            </p:cNvSpPr>
            <p:nvPr userDrawn="1"/>
          </p:nvSpPr>
          <p:spPr bwMode="auto">
            <a:xfrm>
              <a:off x="2325" y="633"/>
              <a:ext cx="513" cy="556"/>
            </a:xfrm>
            <a:custGeom>
              <a:avLst/>
              <a:gdLst>
                <a:gd name="T0" fmla="*/ 217 w 217"/>
                <a:gd name="T1" fmla="*/ 117 h 235"/>
                <a:gd name="T2" fmla="*/ 187 w 217"/>
                <a:gd name="T3" fmla="*/ 203 h 235"/>
                <a:gd name="T4" fmla="*/ 107 w 217"/>
                <a:gd name="T5" fmla="*/ 235 h 235"/>
                <a:gd name="T6" fmla="*/ 29 w 217"/>
                <a:gd name="T7" fmla="*/ 203 h 235"/>
                <a:gd name="T8" fmla="*/ 0 w 217"/>
                <a:gd name="T9" fmla="*/ 120 h 235"/>
                <a:gd name="T10" fmla="*/ 30 w 217"/>
                <a:gd name="T11" fmla="*/ 32 h 235"/>
                <a:gd name="T12" fmla="*/ 112 w 217"/>
                <a:gd name="T13" fmla="*/ 0 h 235"/>
                <a:gd name="T14" fmla="*/ 189 w 217"/>
                <a:gd name="T15" fmla="*/ 31 h 235"/>
                <a:gd name="T16" fmla="*/ 217 w 217"/>
                <a:gd name="T17" fmla="*/ 117 h 235"/>
                <a:gd name="T18" fmla="*/ 181 w 217"/>
                <a:gd name="T19" fmla="*/ 118 h 235"/>
                <a:gd name="T20" fmla="*/ 162 w 217"/>
                <a:gd name="T21" fmla="*/ 53 h 235"/>
                <a:gd name="T22" fmla="*/ 110 w 217"/>
                <a:gd name="T23" fmla="*/ 31 h 235"/>
                <a:gd name="T24" fmla="*/ 56 w 217"/>
                <a:gd name="T25" fmla="*/ 54 h 235"/>
                <a:gd name="T26" fmla="*/ 36 w 217"/>
                <a:gd name="T27" fmla="*/ 119 h 235"/>
                <a:gd name="T28" fmla="*/ 56 w 217"/>
                <a:gd name="T29" fmla="*/ 182 h 235"/>
                <a:gd name="T30" fmla="*/ 110 w 217"/>
                <a:gd name="T31" fmla="*/ 204 h 235"/>
                <a:gd name="T32" fmla="*/ 163 w 217"/>
                <a:gd name="T33" fmla="*/ 182 h 235"/>
                <a:gd name="T34" fmla="*/ 181 w 217"/>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7" h="235">
                  <a:moveTo>
                    <a:pt x="217" y="117"/>
                  </a:moveTo>
                  <a:cubicBezTo>
                    <a:pt x="217" y="152"/>
                    <a:pt x="207" y="181"/>
                    <a:pt x="187" y="203"/>
                  </a:cubicBezTo>
                  <a:cubicBezTo>
                    <a:pt x="167" y="224"/>
                    <a:pt x="141" y="235"/>
                    <a:pt x="107" y="235"/>
                  </a:cubicBezTo>
                  <a:cubicBezTo>
                    <a:pt x="75" y="235"/>
                    <a:pt x="48" y="225"/>
                    <a:pt x="29" y="203"/>
                  </a:cubicBezTo>
                  <a:cubicBezTo>
                    <a:pt x="10" y="182"/>
                    <a:pt x="0" y="155"/>
                    <a:pt x="0" y="120"/>
                  </a:cubicBezTo>
                  <a:cubicBezTo>
                    <a:pt x="0" y="83"/>
                    <a:pt x="10" y="54"/>
                    <a:pt x="30" y="32"/>
                  </a:cubicBezTo>
                  <a:cubicBezTo>
                    <a:pt x="50" y="11"/>
                    <a:pt x="77" y="0"/>
                    <a:pt x="112" y="0"/>
                  </a:cubicBezTo>
                  <a:cubicBezTo>
                    <a:pt x="145" y="0"/>
                    <a:pt x="171" y="10"/>
                    <a:pt x="189" y="31"/>
                  </a:cubicBezTo>
                  <a:cubicBezTo>
                    <a:pt x="208" y="52"/>
                    <a:pt x="217" y="80"/>
                    <a:pt x="217" y="117"/>
                  </a:cubicBezTo>
                  <a:close/>
                  <a:moveTo>
                    <a:pt x="181" y="118"/>
                  </a:moveTo>
                  <a:cubicBezTo>
                    <a:pt x="181" y="90"/>
                    <a:pt x="175" y="68"/>
                    <a:pt x="162" y="53"/>
                  </a:cubicBezTo>
                  <a:cubicBezTo>
                    <a:pt x="150" y="38"/>
                    <a:pt x="133" y="31"/>
                    <a:pt x="110" y="31"/>
                  </a:cubicBezTo>
                  <a:cubicBezTo>
                    <a:pt x="87" y="31"/>
                    <a:pt x="69" y="38"/>
                    <a:pt x="56" y="54"/>
                  </a:cubicBezTo>
                  <a:cubicBezTo>
                    <a:pt x="43" y="69"/>
                    <a:pt x="36" y="91"/>
                    <a:pt x="36" y="119"/>
                  </a:cubicBezTo>
                  <a:cubicBezTo>
                    <a:pt x="36" y="146"/>
                    <a:pt x="43" y="167"/>
                    <a:pt x="56" y="182"/>
                  </a:cubicBezTo>
                  <a:cubicBezTo>
                    <a:pt x="69" y="197"/>
                    <a:pt x="87" y="204"/>
                    <a:pt x="110" y="204"/>
                  </a:cubicBezTo>
                  <a:cubicBezTo>
                    <a:pt x="133" y="204"/>
                    <a:pt x="150"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4" name="Freeform 16"/>
            <p:cNvSpPr>
              <a:spLocks/>
            </p:cNvSpPr>
            <p:nvPr userDrawn="1"/>
          </p:nvSpPr>
          <p:spPr bwMode="auto">
            <a:xfrm>
              <a:off x="2968" y="635"/>
              <a:ext cx="272" cy="542"/>
            </a:xfrm>
            <a:custGeom>
              <a:avLst/>
              <a:gdLst>
                <a:gd name="T0" fmla="*/ 115 w 115"/>
                <a:gd name="T1" fmla="*/ 41 h 229"/>
                <a:gd name="T2" fmla="*/ 88 w 115"/>
                <a:gd name="T3" fmla="*/ 33 h 229"/>
                <a:gd name="T4" fmla="*/ 50 w 115"/>
                <a:gd name="T5" fmla="*/ 56 h 229"/>
                <a:gd name="T6" fmla="*/ 35 w 115"/>
                <a:gd name="T7" fmla="*/ 114 h 229"/>
                <a:gd name="T8" fmla="*/ 35 w 115"/>
                <a:gd name="T9" fmla="*/ 229 h 229"/>
                <a:gd name="T10" fmla="*/ 0 w 115"/>
                <a:gd name="T11" fmla="*/ 229 h 229"/>
                <a:gd name="T12" fmla="*/ 0 w 115"/>
                <a:gd name="T13" fmla="*/ 4 h 229"/>
                <a:gd name="T14" fmla="*/ 35 w 115"/>
                <a:gd name="T15" fmla="*/ 4 h 229"/>
                <a:gd name="T16" fmla="*/ 35 w 115"/>
                <a:gd name="T17" fmla="*/ 51 h 229"/>
                <a:gd name="T18" fmla="*/ 36 w 115"/>
                <a:gd name="T19" fmla="*/ 51 h 229"/>
                <a:gd name="T20" fmla="*/ 59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8" y="36"/>
                    <a:pt x="100" y="33"/>
                    <a:pt x="88" y="33"/>
                  </a:cubicBezTo>
                  <a:cubicBezTo>
                    <a:pt x="72" y="33"/>
                    <a:pt x="59" y="41"/>
                    <a:pt x="50" y="56"/>
                  </a:cubicBezTo>
                  <a:cubicBezTo>
                    <a:pt x="40" y="71"/>
                    <a:pt x="35" y="90"/>
                    <a:pt x="35" y="114"/>
                  </a:cubicBezTo>
                  <a:cubicBezTo>
                    <a:pt x="35" y="229"/>
                    <a:pt x="35" y="229"/>
                    <a:pt x="35" y="229"/>
                  </a:cubicBezTo>
                  <a:cubicBezTo>
                    <a:pt x="0" y="229"/>
                    <a:pt x="0" y="229"/>
                    <a:pt x="0" y="229"/>
                  </a:cubicBezTo>
                  <a:cubicBezTo>
                    <a:pt x="0" y="4"/>
                    <a:pt x="0" y="4"/>
                    <a:pt x="0" y="4"/>
                  </a:cubicBezTo>
                  <a:cubicBezTo>
                    <a:pt x="35" y="4"/>
                    <a:pt x="35" y="4"/>
                    <a:pt x="35" y="4"/>
                  </a:cubicBezTo>
                  <a:cubicBezTo>
                    <a:pt x="35" y="51"/>
                    <a:pt x="35" y="51"/>
                    <a:pt x="35" y="51"/>
                  </a:cubicBezTo>
                  <a:cubicBezTo>
                    <a:pt x="36" y="51"/>
                    <a:pt x="36" y="51"/>
                    <a:pt x="36" y="51"/>
                  </a:cubicBezTo>
                  <a:cubicBezTo>
                    <a:pt x="41" y="35"/>
                    <a:pt x="48" y="23"/>
                    <a:pt x="59" y="14"/>
                  </a:cubicBezTo>
                  <a:cubicBezTo>
                    <a:pt x="69" y="5"/>
                    <a:pt x="80"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5" name="Rectangle 17"/>
            <p:cNvSpPr>
              <a:spLocks noChangeArrowheads="1"/>
            </p:cNvSpPr>
            <p:nvPr userDrawn="1"/>
          </p:nvSpPr>
          <p:spPr bwMode="auto">
            <a:xfrm>
              <a:off x="3330" y="392"/>
              <a:ext cx="86" cy="78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6" name="Freeform 18"/>
            <p:cNvSpPr>
              <a:spLocks noEditPoints="1"/>
            </p:cNvSpPr>
            <p:nvPr userDrawn="1"/>
          </p:nvSpPr>
          <p:spPr bwMode="auto">
            <a:xfrm>
              <a:off x="3543" y="392"/>
              <a:ext cx="483" cy="797"/>
            </a:xfrm>
            <a:custGeom>
              <a:avLst/>
              <a:gdLst>
                <a:gd name="T0" fmla="*/ 204 w 204"/>
                <a:gd name="T1" fmla="*/ 332 h 337"/>
                <a:gd name="T2" fmla="*/ 168 w 204"/>
                <a:gd name="T3" fmla="*/ 332 h 337"/>
                <a:gd name="T4" fmla="*/ 168 w 204"/>
                <a:gd name="T5" fmla="*/ 294 h 337"/>
                <a:gd name="T6" fmla="*/ 168 w 204"/>
                <a:gd name="T7" fmla="*/ 294 h 337"/>
                <a:gd name="T8" fmla="*/ 92 w 204"/>
                <a:gd name="T9" fmla="*/ 337 h 337"/>
                <a:gd name="T10" fmla="*/ 25 w 204"/>
                <a:gd name="T11" fmla="*/ 307 h 337"/>
                <a:gd name="T12" fmla="*/ 0 w 204"/>
                <a:gd name="T13" fmla="*/ 225 h 337"/>
                <a:gd name="T14" fmla="*/ 28 w 204"/>
                <a:gd name="T15" fmla="*/ 136 h 337"/>
                <a:gd name="T16" fmla="*/ 101 w 204"/>
                <a:gd name="T17" fmla="*/ 102 h 337"/>
                <a:gd name="T18" fmla="*/ 168 w 204"/>
                <a:gd name="T19" fmla="*/ 138 h 337"/>
                <a:gd name="T20" fmla="*/ 168 w 204"/>
                <a:gd name="T21" fmla="*/ 138 h 337"/>
                <a:gd name="T22" fmla="*/ 168 w 204"/>
                <a:gd name="T23" fmla="*/ 0 h 337"/>
                <a:gd name="T24" fmla="*/ 204 w 204"/>
                <a:gd name="T25" fmla="*/ 0 h 337"/>
                <a:gd name="T26" fmla="*/ 204 w 204"/>
                <a:gd name="T27" fmla="*/ 332 h 337"/>
                <a:gd name="T28" fmla="*/ 168 w 204"/>
                <a:gd name="T29" fmla="*/ 230 h 337"/>
                <a:gd name="T30" fmla="*/ 168 w 204"/>
                <a:gd name="T31" fmla="*/ 197 h 337"/>
                <a:gd name="T32" fmla="*/ 150 w 204"/>
                <a:gd name="T33" fmla="*/ 151 h 337"/>
                <a:gd name="T34" fmla="*/ 106 w 204"/>
                <a:gd name="T35" fmla="*/ 133 h 337"/>
                <a:gd name="T36" fmla="*/ 55 w 204"/>
                <a:gd name="T37" fmla="*/ 157 h 337"/>
                <a:gd name="T38" fmla="*/ 37 w 204"/>
                <a:gd name="T39" fmla="*/ 223 h 337"/>
                <a:gd name="T40" fmla="*/ 54 w 204"/>
                <a:gd name="T41" fmla="*/ 284 h 337"/>
                <a:gd name="T42" fmla="*/ 102 w 204"/>
                <a:gd name="T43" fmla="*/ 306 h 337"/>
                <a:gd name="T44" fmla="*/ 150 w 204"/>
                <a:gd name="T45" fmla="*/ 285 h 337"/>
                <a:gd name="T46" fmla="*/ 168 w 204"/>
                <a:gd name="T47" fmla="*/ 23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4" h="337">
                  <a:moveTo>
                    <a:pt x="204" y="332"/>
                  </a:moveTo>
                  <a:cubicBezTo>
                    <a:pt x="168" y="332"/>
                    <a:pt x="168" y="332"/>
                    <a:pt x="168" y="332"/>
                  </a:cubicBezTo>
                  <a:cubicBezTo>
                    <a:pt x="168" y="294"/>
                    <a:pt x="168" y="294"/>
                    <a:pt x="168" y="294"/>
                  </a:cubicBezTo>
                  <a:cubicBezTo>
                    <a:pt x="168" y="294"/>
                    <a:pt x="168" y="294"/>
                    <a:pt x="168" y="294"/>
                  </a:cubicBezTo>
                  <a:cubicBezTo>
                    <a:pt x="151" y="323"/>
                    <a:pt x="126" y="337"/>
                    <a:pt x="92" y="337"/>
                  </a:cubicBezTo>
                  <a:cubicBezTo>
                    <a:pt x="64" y="337"/>
                    <a:pt x="42" y="327"/>
                    <a:pt x="25" y="307"/>
                  </a:cubicBezTo>
                  <a:cubicBezTo>
                    <a:pt x="9" y="286"/>
                    <a:pt x="0" y="259"/>
                    <a:pt x="0" y="225"/>
                  </a:cubicBezTo>
                  <a:cubicBezTo>
                    <a:pt x="0" y="188"/>
                    <a:pt x="10" y="158"/>
                    <a:pt x="28" y="136"/>
                  </a:cubicBezTo>
                  <a:cubicBezTo>
                    <a:pt x="46" y="113"/>
                    <a:pt x="71" y="102"/>
                    <a:pt x="101" y="102"/>
                  </a:cubicBezTo>
                  <a:cubicBezTo>
                    <a:pt x="132" y="102"/>
                    <a:pt x="154" y="114"/>
                    <a:pt x="168" y="138"/>
                  </a:cubicBezTo>
                  <a:cubicBezTo>
                    <a:pt x="168" y="138"/>
                    <a:pt x="168" y="138"/>
                    <a:pt x="168" y="138"/>
                  </a:cubicBezTo>
                  <a:cubicBezTo>
                    <a:pt x="168" y="0"/>
                    <a:pt x="168" y="0"/>
                    <a:pt x="168" y="0"/>
                  </a:cubicBezTo>
                  <a:cubicBezTo>
                    <a:pt x="204" y="0"/>
                    <a:pt x="204" y="0"/>
                    <a:pt x="204" y="0"/>
                  </a:cubicBezTo>
                  <a:lnTo>
                    <a:pt x="204" y="332"/>
                  </a:lnTo>
                  <a:close/>
                  <a:moveTo>
                    <a:pt x="168" y="230"/>
                  </a:moveTo>
                  <a:cubicBezTo>
                    <a:pt x="168" y="197"/>
                    <a:pt x="168" y="197"/>
                    <a:pt x="168" y="197"/>
                  </a:cubicBezTo>
                  <a:cubicBezTo>
                    <a:pt x="168" y="179"/>
                    <a:pt x="162" y="163"/>
                    <a:pt x="150" y="151"/>
                  </a:cubicBezTo>
                  <a:cubicBezTo>
                    <a:pt x="138" y="139"/>
                    <a:pt x="123" y="133"/>
                    <a:pt x="106" y="133"/>
                  </a:cubicBezTo>
                  <a:cubicBezTo>
                    <a:pt x="85" y="133"/>
                    <a:pt x="68" y="141"/>
                    <a:pt x="55" y="157"/>
                  </a:cubicBezTo>
                  <a:cubicBezTo>
                    <a:pt x="43" y="173"/>
                    <a:pt x="37" y="195"/>
                    <a:pt x="37" y="223"/>
                  </a:cubicBezTo>
                  <a:cubicBezTo>
                    <a:pt x="37" y="249"/>
                    <a:pt x="43" y="269"/>
                    <a:pt x="54" y="284"/>
                  </a:cubicBezTo>
                  <a:cubicBezTo>
                    <a:pt x="66" y="299"/>
                    <a:pt x="82" y="306"/>
                    <a:pt x="102" y="306"/>
                  </a:cubicBezTo>
                  <a:cubicBezTo>
                    <a:pt x="121" y="306"/>
                    <a:pt x="137" y="299"/>
                    <a:pt x="150" y="285"/>
                  </a:cubicBezTo>
                  <a:cubicBezTo>
                    <a:pt x="162" y="271"/>
                    <a:pt x="168" y="252"/>
                    <a:pt x="168" y="2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7" name="Freeform 19"/>
            <p:cNvSpPr>
              <a:spLocks/>
            </p:cNvSpPr>
            <p:nvPr userDrawn="1"/>
          </p:nvSpPr>
          <p:spPr bwMode="auto">
            <a:xfrm>
              <a:off x="4123" y="645"/>
              <a:ext cx="728" cy="532"/>
            </a:xfrm>
            <a:custGeom>
              <a:avLst/>
              <a:gdLst>
                <a:gd name="T0" fmla="*/ 308 w 308"/>
                <a:gd name="T1" fmla="*/ 0 h 225"/>
                <a:gd name="T2" fmla="*/ 242 w 308"/>
                <a:gd name="T3" fmla="*/ 225 h 225"/>
                <a:gd name="T4" fmla="*/ 206 w 308"/>
                <a:gd name="T5" fmla="*/ 225 h 225"/>
                <a:gd name="T6" fmla="*/ 160 w 308"/>
                <a:gd name="T7" fmla="*/ 64 h 225"/>
                <a:gd name="T8" fmla="*/ 157 w 308"/>
                <a:gd name="T9" fmla="*/ 43 h 225"/>
                <a:gd name="T10" fmla="*/ 156 w 308"/>
                <a:gd name="T11" fmla="*/ 43 h 225"/>
                <a:gd name="T12" fmla="*/ 151 w 308"/>
                <a:gd name="T13" fmla="*/ 64 h 225"/>
                <a:gd name="T14" fmla="*/ 102 w 308"/>
                <a:gd name="T15" fmla="*/ 225 h 225"/>
                <a:gd name="T16" fmla="*/ 67 w 308"/>
                <a:gd name="T17" fmla="*/ 225 h 225"/>
                <a:gd name="T18" fmla="*/ 0 w 308"/>
                <a:gd name="T19" fmla="*/ 0 h 225"/>
                <a:gd name="T20" fmla="*/ 37 w 308"/>
                <a:gd name="T21" fmla="*/ 0 h 225"/>
                <a:gd name="T22" fmla="*/ 83 w 308"/>
                <a:gd name="T23" fmla="*/ 169 h 225"/>
                <a:gd name="T24" fmla="*/ 86 w 308"/>
                <a:gd name="T25" fmla="*/ 189 h 225"/>
                <a:gd name="T26" fmla="*/ 87 w 308"/>
                <a:gd name="T27" fmla="*/ 189 h 225"/>
                <a:gd name="T28" fmla="*/ 91 w 308"/>
                <a:gd name="T29" fmla="*/ 169 h 225"/>
                <a:gd name="T30" fmla="*/ 142 w 308"/>
                <a:gd name="T31" fmla="*/ 0 h 225"/>
                <a:gd name="T32" fmla="*/ 174 w 308"/>
                <a:gd name="T33" fmla="*/ 0 h 225"/>
                <a:gd name="T34" fmla="*/ 220 w 308"/>
                <a:gd name="T35" fmla="*/ 169 h 225"/>
                <a:gd name="T36" fmla="*/ 223 w 308"/>
                <a:gd name="T37" fmla="*/ 190 h 225"/>
                <a:gd name="T38" fmla="*/ 225 w 308"/>
                <a:gd name="T39" fmla="*/ 190 h 225"/>
                <a:gd name="T40" fmla="*/ 228 w 308"/>
                <a:gd name="T41" fmla="*/ 169 h 225"/>
                <a:gd name="T42" fmla="*/ 273 w 308"/>
                <a:gd name="T43" fmla="*/ 0 h 225"/>
                <a:gd name="T44" fmla="*/ 308 w 308"/>
                <a:gd name="T45" fmla="*/ 0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8" h="225">
                  <a:moveTo>
                    <a:pt x="308" y="0"/>
                  </a:moveTo>
                  <a:cubicBezTo>
                    <a:pt x="242" y="225"/>
                    <a:pt x="242" y="225"/>
                    <a:pt x="242" y="225"/>
                  </a:cubicBezTo>
                  <a:cubicBezTo>
                    <a:pt x="206" y="225"/>
                    <a:pt x="206" y="225"/>
                    <a:pt x="206" y="225"/>
                  </a:cubicBezTo>
                  <a:cubicBezTo>
                    <a:pt x="160" y="64"/>
                    <a:pt x="160" y="64"/>
                    <a:pt x="160" y="64"/>
                  </a:cubicBezTo>
                  <a:cubicBezTo>
                    <a:pt x="158" y="59"/>
                    <a:pt x="157" y="52"/>
                    <a:pt x="157" y="43"/>
                  </a:cubicBezTo>
                  <a:cubicBezTo>
                    <a:pt x="156" y="43"/>
                    <a:pt x="156" y="43"/>
                    <a:pt x="156" y="43"/>
                  </a:cubicBezTo>
                  <a:cubicBezTo>
                    <a:pt x="155" y="49"/>
                    <a:pt x="154" y="55"/>
                    <a:pt x="151" y="64"/>
                  </a:cubicBezTo>
                  <a:cubicBezTo>
                    <a:pt x="102" y="225"/>
                    <a:pt x="102" y="225"/>
                    <a:pt x="102" y="225"/>
                  </a:cubicBezTo>
                  <a:cubicBezTo>
                    <a:pt x="67" y="225"/>
                    <a:pt x="67" y="225"/>
                    <a:pt x="67" y="225"/>
                  </a:cubicBezTo>
                  <a:cubicBezTo>
                    <a:pt x="0" y="0"/>
                    <a:pt x="0" y="0"/>
                    <a:pt x="0" y="0"/>
                  </a:cubicBezTo>
                  <a:cubicBezTo>
                    <a:pt x="37" y="0"/>
                    <a:pt x="37" y="0"/>
                    <a:pt x="37" y="0"/>
                  </a:cubicBezTo>
                  <a:cubicBezTo>
                    <a:pt x="83" y="169"/>
                    <a:pt x="83" y="169"/>
                    <a:pt x="83" y="169"/>
                  </a:cubicBezTo>
                  <a:cubicBezTo>
                    <a:pt x="84" y="175"/>
                    <a:pt x="85" y="182"/>
                    <a:pt x="86" y="189"/>
                  </a:cubicBezTo>
                  <a:cubicBezTo>
                    <a:pt x="87" y="189"/>
                    <a:pt x="87" y="189"/>
                    <a:pt x="87" y="189"/>
                  </a:cubicBezTo>
                  <a:cubicBezTo>
                    <a:pt x="88" y="184"/>
                    <a:pt x="89" y="177"/>
                    <a:pt x="91" y="169"/>
                  </a:cubicBezTo>
                  <a:cubicBezTo>
                    <a:pt x="142" y="0"/>
                    <a:pt x="142" y="0"/>
                    <a:pt x="142" y="0"/>
                  </a:cubicBezTo>
                  <a:cubicBezTo>
                    <a:pt x="174" y="0"/>
                    <a:pt x="174" y="0"/>
                    <a:pt x="174" y="0"/>
                  </a:cubicBezTo>
                  <a:cubicBezTo>
                    <a:pt x="220" y="169"/>
                    <a:pt x="220" y="169"/>
                    <a:pt x="220" y="169"/>
                  </a:cubicBezTo>
                  <a:cubicBezTo>
                    <a:pt x="222" y="175"/>
                    <a:pt x="223" y="182"/>
                    <a:pt x="223" y="190"/>
                  </a:cubicBezTo>
                  <a:cubicBezTo>
                    <a:pt x="225" y="190"/>
                    <a:pt x="225" y="190"/>
                    <a:pt x="225" y="190"/>
                  </a:cubicBezTo>
                  <a:cubicBezTo>
                    <a:pt x="225" y="183"/>
                    <a:pt x="226" y="176"/>
                    <a:pt x="228" y="169"/>
                  </a:cubicBezTo>
                  <a:cubicBezTo>
                    <a:pt x="273" y="0"/>
                    <a:pt x="273" y="0"/>
                    <a:pt x="273" y="0"/>
                  </a:cubicBezTo>
                  <a:lnTo>
                    <a:pt x="30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8" name="Freeform 20"/>
            <p:cNvSpPr>
              <a:spLocks noEditPoints="1"/>
            </p:cNvSpPr>
            <p:nvPr userDrawn="1"/>
          </p:nvSpPr>
          <p:spPr bwMode="auto">
            <a:xfrm>
              <a:off x="4939" y="401"/>
              <a:ext cx="109" cy="776"/>
            </a:xfrm>
            <a:custGeom>
              <a:avLst/>
              <a:gdLst>
                <a:gd name="T0" fmla="*/ 46 w 46"/>
                <a:gd name="T1" fmla="*/ 23 h 328"/>
                <a:gd name="T2" fmla="*/ 39 w 46"/>
                <a:gd name="T3" fmla="*/ 40 h 328"/>
                <a:gd name="T4" fmla="*/ 23 w 46"/>
                <a:gd name="T5" fmla="*/ 46 h 328"/>
                <a:gd name="T6" fmla="*/ 6 w 46"/>
                <a:gd name="T7" fmla="*/ 40 h 328"/>
                <a:gd name="T8" fmla="*/ 0 w 46"/>
                <a:gd name="T9" fmla="*/ 23 h 328"/>
                <a:gd name="T10" fmla="*/ 6 w 46"/>
                <a:gd name="T11" fmla="*/ 7 h 328"/>
                <a:gd name="T12" fmla="*/ 23 w 46"/>
                <a:gd name="T13" fmla="*/ 0 h 328"/>
                <a:gd name="T14" fmla="*/ 39 w 46"/>
                <a:gd name="T15" fmla="*/ 7 h 328"/>
                <a:gd name="T16" fmla="*/ 46 w 46"/>
                <a:gd name="T17" fmla="*/ 23 h 328"/>
                <a:gd name="T18" fmla="*/ 40 w 46"/>
                <a:gd name="T19" fmla="*/ 328 h 328"/>
                <a:gd name="T20" fmla="*/ 4 w 46"/>
                <a:gd name="T21" fmla="*/ 328 h 328"/>
                <a:gd name="T22" fmla="*/ 4 w 46"/>
                <a:gd name="T23" fmla="*/ 103 h 328"/>
                <a:gd name="T24" fmla="*/ 40 w 46"/>
                <a:gd name="T25" fmla="*/ 103 h 328"/>
                <a:gd name="T26" fmla="*/ 40 w 46"/>
                <a:gd name="T27"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 h="328">
                  <a:moveTo>
                    <a:pt x="46" y="23"/>
                  </a:moveTo>
                  <a:cubicBezTo>
                    <a:pt x="46" y="30"/>
                    <a:pt x="44" y="35"/>
                    <a:pt x="39" y="40"/>
                  </a:cubicBezTo>
                  <a:cubicBezTo>
                    <a:pt x="34" y="44"/>
                    <a:pt x="29" y="46"/>
                    <a:pt x="23" y="46"/>
                  </a:cubicBezTo>
                  <a:cubicBezTo>
                    <a:pt x="16" y="46"/>
                    <a:pt x="11" y="44"/>
                    <a:pt x="6" y="40"/>
                  </a:cubicBezTo>
                  <a:cubicBezTo>
                    <a:pt x="2" y="36"/>
                    <a:pt x="0" y="30"/>
                    <a:pt x="0" y="23"/>
                  </a:cubicBezTo>
                  <a:cubicBezTo>
                    <a:pt x="0" y="17"/>
                    <a:pt x="2" y="11"/>
                    <a:pt x="6" y="7"/>
                  </a:cubicBezTo>
                  <a:cubicBezTo>
                    <a:pt x="10" y="2"/>
                    <a:pt x="16" y="0"/>
                    <a:pt x="23" y="0"/>
                  </a:cubicBezTo>
                  <a:cubicBezTo>
                    <a:pt x="29" y="0"/>
                    <a:pt x="35" y="2"/>
                    <a:pt x="39" y="7"/>
                  </a:cubicBezTo>
                  <a:cubicBezTo>
                    <a:pt x="44" y="11"/>
                    <a:pt x="46" y="17"/>
                    <a:pt x="46" y="23"/>
                  </a:cubicBezTo>
                  <a:close/>
                  <a:moveTo>
                    <a:pt x="40" y="328"/>
                  </a:moveTo>
                  <a:cubicBezTo>
                    <a:pt x="4" y="328"/>
                    <a:pt x="4" y="328"/>
                    <a:pt x="4" y="328"/>
                  </a:cubicBezTo>
                  <a:cubicBezTo>
                    <a:pt x="4" y="103"/>
                    <a:pt x="4" y="103"/>
                    <a:pt x="4" y="103"/>
                  </a:cubicBezTo>
                  <a:cubicBezTo>
                    <a:pt x="40" y="103"/>
                    <a:pt x="40" y="103"/>
                    <a:pt x="40" y="103"/>
                  </a:cubicBezTo>
                  <a:lnTo>
                    <a:pt x="40"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29" name="Freeform 21"/>
            <p:cNvSpPr>
              <a:spLocks noEditPoints="1"/>
            </p:cNvSpPr>
            <p:nvPr userDrawn="1"/>
          </p:nvSpPr>
          <p:spPr bwMode="auto">
            <a:xfrm>
              <a:off x="5164" y="392"/>
              <a:ext cx="480" cy="797"/>
            </a:xfrm>
            <a:custGeom>
              <a:avLst/>
              <a:gdLst>
                <a:gd name="T0" fmla="*/ 203 w 203"/>
                <a:gd name="T1" fmla="*/ 332 h 337"/>
                <a:gd name="T2" fmla="*/ 168 w 203"/>
                <a:gd name="T3" fmla="*/ 332 h 337"/>
                <a:gd name="T4" fmla="*/ 168 w 203"/>
                <a:gd name="T5" fmla="*/ 294 h 337"/>
                <a:gd name="T6" fmla="*/ 167 w 203"/>
                <a:gd name="T7" fmla="*/ 294 h 337"/>
                <a:gd name="T8" fmla="*/ 91 w 203"/>
                <a:gd name="T9" fmla="*/ 337 h 337"/>
                <a:gd name="T10" fmla="*/ 24 w 203"/>
                <a:gd name="T11" fmla="*/ 307 h 337"/>
                <a:gd name="T12" fmla="*/ 0 w 203"/>
                <a:gd name="T13" fmla="*/ 225 h 337"/>
                <a:gd name="T14" fmla="*/ 27 w 203"/>
                <a:gd name="T15" fmla="*/ 136 h 337"/>
                <a:gd name="T16" fmla="*/ 101 w 203"/>
                <a:gd name="T17" fmla="*/ 102 h 337"/>
                <a:gd name="T18" fmla="*/ 167 w 203"/>
                <a:gd name="T19" fmla="*/ 138 h 337"/>
                <a:gd name="T20" fmla="*/ 168 w 203"/>
                <a:gd name="T21" fmla="*/ 138 h 337"/>
                <a:gd name="T22" fmla="*/ 168 w 203"/>
                <a:gd name="T23" fmla="*/ 0 h 337"/>
                <a:gd name="T24" fmla="*/ 203 w 203"/>
                <a:gd name="T25" fmla="*/ 0 h 337"/>
                <a:gd name="T26" fmla="*/ 203 w 203"/>
                <a:gd name="T27" fmla="*/ 332 h 337"/>
                <a:gd name="T28" fmla="*/ 168 w 203"/>
                <a:gd name="T29" fmla="*/ 230 h 337"/>
                <a:gd name="T30" fmla="*/ 168 w 203"/>
                <a:gd name="T31" fmla="*/ 197 h 337"/>
                <a:gd name="T32" fmla="*/ 149 w 203"/>
                <a:gd name="T33" fmla="*/ 151 h 337"/>
                <a:gd name="T34" fmla="*/ 105 w 203"/>
                <a:gd name="T35" fmla="*/ 133 h 337"/>
                <a:gd name="T36" fmla="*/ 54 w 203"/>
                <a:gd name="T37" fmla="*/ 157 h 337"/>
                <a:gd name="T38" fmla="*/ 36 w 203"/>
                <a:gd name="T39" fmla="*/ 223 h 337"/>
                <a:gd name="T40" fmla="*/ 53 w 203"/>
                <a:gd name="T41" fmla="*/ 284 h 337"/>
                <a:gd name="T42" fmla="*/ 101 w 203"/>
                <a:gd name="T43" fmla="*/ 306 h 337"/>
                <a:gd name="T44" fmla="*/ 149 w 203"/>
                <a:gd name="T45" fmla="*/ 285 h 337"/>
                <a:gd name="T46" fmla="*/ 168 w 203"/>
                <a:gd name="T47" fmla="*/ 230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337">
                  <a:moveTo>
                    <a:pt x="203" y="332"/>
                  </a:moveTo>
                  <a:cubicBezTo>
                    <a:pt x="168" y="332"/>
                    <a:pt x="168" y="332"/>
                    <a:pt x="168" y="332"/>
                  </a:cubicBezTo>
                  <a:cubicBezTo>
                    <a:pt x="168" y="294"/>
                    <a:pt x="168" y="294"/>
                    <a:pt x="168" y="294"/>
                  </a:cubicBezTo>
                  <a:cubicBezTo>
                    <a:pt x="167" y="294"/>
                    <a:pt x="167" y="294"/>
                    <a:pt x="167" y="294"/>
                  </a:cubicBezTo>
                  <a:cubicBezTo>
                    <a:pt x="150" y="323"/>
                    <a:pt x="125" y="337"/>
                    <a:pt x="91" y="337"/>
                  </a:cubicBezTo>
                  <a:cubicBezTo>
                    <a:pt x="63" y="337"/>
                    <a:pt x="41" y="327"/>
                    <a:pt x="24" y="307"/>
                  </a:cubicBezTo>
                  <a:cubicBezTo>
                    <a:pt x="8" y="286"/>
                    <a:pt x="0" y="259"/>
                    <a:pt x="0" y="225"/>
                  </a:cubicBezTo>
                  <a:cubicBezTo>
                    <a:pt x="0" y="188"/>
                    <a:pt x="9" y="158"/>
                    <a:pt x="27" y="136"/>
                  </a:cubicBezTo>
                  <a:cubicBezTo>
                    <a:pt x="45" y="113"/>
                    <a:pt x="70" y="102"/>
                    <a:pt x="101" y="102"/>
                  </a:cubicBezTo>
                  <a:cubicBezTo>
                    <a:pt x="131" y="102"/>
                    <a:pt x="153" y="114"/>
                    <a:pt x="167" y="138"/>
                  </a:cubicBezTo>
                  <a:cubicBezTo>
                    <a:pt x="168" y="138"/>
                    <a:pt x="168" y="138"/>
                    <a:pt x="168" y="138"/>
                  </a:cubicBezTo>
                  <a:cubicBezTo>
                    <a:pt x="168" y="0"/>
                    <a:pt x="168" y="0"/>
                    <a:pt x="168" y="0"/>
                  </a:cubicBezTo>
                  <a:cubicBezTo>
                    <a:pt x="203" y="0"/>
                    <a:pt x="203" y="0"/>
                    <a:pt x="203" y="0"/>
                  </a:cubicBezTo>
                  <a:lnTo>
                    <a:pt x="203" y="332"/>
                  </a:lnTo>
                  <a:close/>
                  <a:moveTo>
                    <a:pt x="168" y="230"/>
                  </a:moveTo>
                  <a:cubicBezTo>
                    <a:pt x="168" y="197"/>
                    <a:pt x="168" y="197"/>
                    <a:pt x="168" y="197"/>
                  </a:cubicBezTo>
                  <a:cubicBezTo>
                    <a:pt x="168" y="179"/>
                    <a:pt x="162" y="163"/>
                    <a:pt x="149" y="151"/>
                  </a:cubicBezTo>
                  <a:cubicBezTo>
                    <a:pt x="137" y="139"/>
                    <a:pt x="122" y="133"/>
                    <a:pt x="105" y="133"/>
                  </a:cubicBezTo>
                  <a:cubicBezTo>
                    <a:pt x="84" y="133"/>
                    <a:pt x="67" y="141"/>
                    <a:pt x="54" y="157"/>
                  </a:cubicBezTo>
                  <a:cubicBezTo>
                    <a:pt x="42" y="173"/>
                    <a:pt x="36" y="195"/>
                    <a:pt x="36" y="223"/>
                  </a:cubicBezTo>
                  <a:cubicBezTo>
                    <a:pt x="36" y="249"/>
                    <a:pt x="42" y="269"/>
                    <a:pt x="53" y="284"/>
                  </a:cubicBezTo>
                  <a:cubicBezTo>
                    <a:pt x="65" y="299"/>
                    <a:pt x="81" y="306"/>
                    <a:pt x="101" y="306"/>
                  </a:cubicBezTo>
                  <a:cubicBezTo>
                    <a:pt x="120" y="306"/>
                    <a:pt x="136" y="299"/>
                    <a:pt x="149" y="285"/>
                  </a:cubicBezTo>
                  <a:cubicBezTo>
                    <a:pt x="161" y="271"/>
                    <a:pt x="168" y="252"/>
                    <a:pt x="168" y="2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0" name="Freeform 22"/>
            <p:cNvSpPr>
              <a:spLocks noEditPoints="1"/>
            </p:cNvSpPr>
            <p:nvPr userDrawn="1"/>
          </p:nvSpPr>
          <p:spPr bwMode="auto">
            <a:xfrm>
              <a:off x="5774" y="633"/>
              <a:ext cx="454" cy="556"/>
            </a:xfrm>
            <a:custGeom>
              <a:avLst/>
              <a:gdLst>
                <a:gd name="T0" fmla="*/ 192 w 192"/>
                <a:gd name="T1" fmla="*/ 126 h 235"/>
                <a:gd name="T2" fmla="*/ 36 w 192"/>
                <a:gd name="T3" fmla="*/ 126 h 235"/>
                <a:gd name="T4" fmla="*/ 56 w 192"/>
                <a:gd name="T5" fmla="*/ 184 h 235"/>
                <a:gd name="T6" fmla="*/ 108 w 192"/>
                <a:gd name="T7" fmla="*/ 204 h 235"/>
                <a:gd name="T8" fmla="*/ 177 w 192"/>
                <a:gd name="T9" fmla="*/ 180 h 235"/>
                <a:gd name="T10" fmla="*/ 177 w 192"/>
                <a:gd name="T11" fmla="*/ 213 h 235"/>
                <a:gd name="T12" fmla="*/ 100 w 192"/>
                <a:gd name="T13" fmla="*/ 235 h 235"/>
                <a:gd name="T14" fmla="*/ 26 w 192"/>
                <a:gd name="T15" fmla="*/ 204 h 235"/>
                <a:gd name="T16" fmla="*/ 0 w 192"/>
                <a:gd name="T17" fmla="*/ 118 h 235"/>
                <a:gd name="T18" fmla="*/ 13 w 192"/>
                <a:gd name="T19" fmla="*/ 58 h 235"/>
                <a:gd name="T20" fmla="*/ 49 w 192"/>
                <a:gd name="T21" fmla="*/ 15 h 235"/>
                <a:gd name="T22" fmla="*/ 101 w 192"/>
                <a:gd name="T23" fmla="*/ 0 h 235"/>
                <a:gd name="T24" fmla="*/ 168 w 192"/>
                <a:gd name="T25" fmla="*/ 28 h 235"/>
                <a:gd name="T26" fmla="*/ 192 w 192"/>
                <a:gd name="T27" fmla="*/ 108 h 235"/>
                <a:gd name="T28" fmla="*/ 192 w 192"/>
                <a:gd name="T29" fmla="*/ 126 h 235"/>
                <a:gd name="T30" fmla="*/ 156 w 192"/>
                <a:gd name="T31" fmla="*/ 96 h 235"/>
                <a:gd name="T32" fmla="*/ 141 w 192"/>
                <a:gd name="T33" fmla="*/ 48 h 235"/>
                <a:gd name="T34" fmla="*/ 101 w 192"/>
                <a:gd name="T35" fmla="*/ 31 h 235"/>
                <a:gd name="T36" fmla="*/ 59 w 192"/>
                <a:gd name="T37" fmla="*/ 48 h 235"/>
                <a:gd name="T38" fmla="*/ 37 w 192"/>
                <a:gd name="T39" fmla="*/ 96 h 235"/>
                <a:gd name="T40" fmla="*/ 156 w 192"/>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2" h="235">
                  <a:moveTo>
                    <a:pt x="192" y="126"/>
                  </a:moveTo>
                  <a:cubicBezTo>
                    <a:pt x="36" y="126"/>
                    <a:pt x="36" y="126"/>
                    <a:pt x="36" y="126"/>
                  </a:cubicBezTo>
                  <a:cubicBezTo>
                    <a:pt x="37" y="152"/>
                    <a:pt x="43" y="171"/>
                    <a:pt x="56" y="184"/>
                  </a:cubicBezTo>
                  <a:cubicBezTo>
                    <a:pt x="69" y="198"/>
                    <a:pt x="86" y="204"/>
                    <a:pt x="108" y="204"/>
                  </a:cubicBezTo>
                  <a:cubicBezTo>
                    <a:pt x="133" y="204"/>
                    <a:pt x="156" y="196"/>
                    <a:pt x="177" y="180"/>
                  </a:cubicBezTo>
                  <a:cubicBezTo>
                    <a:pt x="177" y="213"/>
                    <a:pt x="177" y="213"/>
                    <a:pt x="177" y="213"/>
                  </a:cubicBezTo>
                  <a:cubicBezTo>
                    <a:pt x="157" y="228"/>
                    <a:pt x="132" y="235"/>
                    <a:pt x="100" y="235"/>
                  </a:cubicBezTo>
                  <a:cubicBezTo>
                    <a:pt x="68" y="235"/>
                    <a:pt x="44" y="225"/>
                    <a:pt x="26" y="204"/>
                  </a:cubicBezTo>
                  <a:cubicBezTo>
                    <a:pt x="8" y="183"/>
                    <a:pt x="0" y="155"/>
                    <a:pt x="0" y="118"/>
                  </a:cubicBezTo>
                  <a:cubicBezTo>
                    <a:pt x="0" y="96"/>
                    <a:pt x="4" y="76"/>
                    <a:pt x="13" y="58"/>
                  </a:cubicBezTo>
                  <a:cubicBezTo>
                    <a:pt x="22" y="39"/>
                    <a:pt x="34" y="25"/>
                    <a:pt x="49" y="15"/>
                  </a:cubicBezTo>
                  <a:cubicBezTo>
                    <a:pt x="65" y="5"/>
                    <a:pt x="82" y="0"/>
                    <a:pt x="101" y="0"/>
                  </a:cubicBezTo>
                  <a:cubicBezTo>
                    <a:pt x="130" y="0"/>
                    <a:pt x="152" y="9"/>
                    <a:pt x="168" y="28"/>
                  </a:cubicBezTo>
                  <a:cubicBezTo>
                    <a:pt x="184" y="47"/>
                    <a:pt x="192" y="74"/>
                    <a:pt x="192" y="108"/>
                  </a:cubicBezTo>
                  <a:lnTo>
                    <a:pt x="192" y="126"/>
                  </a:lnTo>
                  <a:close/>
                  <a:moveTo>
                    <a:pt x="156" y="96"/>
                  </a:moveTo>
                  <a:cubicBezTo>
                    <a:pt x="156" y="75"/>
                    <a:pt x="151" y="59"/>
                    <a:pt x="141" y="48"/>
                  </a:cubicBezTo>
                  <a:cubicBezTo>
                    <a:pt x="132" y="36"/>
                    <a:pt x="118" y="31"/>
                    <a:pt x="101" y="31"/>
                  </a:cubicBezTo>
                  <a:cubicBezTo>
                    <a:pt x="84" y="31"/>
                    <a:pt x="70" y="37"/>
                    <a:pt x="59" y="48"/>
                  </a:cubicBezTo>
                  <a:cubicBezTo>
                    <a:pt x="47" y="60"/>
                    <a:pt x="40" y="76"/>
                    <a:pt x="37" y="96"/>
                  </a:cubicBezTo>
                  <a:lnTo>
                    <a:pt x="156"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1" name="Freeform 23"/>
            <p:cNvSpPr>
              <a:spLocks noEditPoints="1"/>
            </p:cNvSpPr>
            <p:nvPr userDrawn="1"/>
          </p:nvSpPr>
          <p:spPr bwMode="auto">
            <a:xfrm>
              <a:off x="1426" y="1557"/>
              <a:ext cx="447" cy="743"/>
            </a:xfrm>
            <a:custGeom>
              <a:avLst/>
              <a:gdLst>
                <a:gd name="T0" fmla="*/ 189 w 189"/>
                <a:gd name="T1" fmla="*/ 93 h 314"/>
                <a:gd name="T2" fmla="*/ 158 w 189"/>
                <a:gd name="T3" fmla="*/ 167 h 314"/>
                <a:gd name="T4" fmla="*/ 77 w 189"/>
                <a:gd name="T5" fmla="*/ 195 h 314"/>
                <a:gd name="T6" fmla="*/ 36 w 189"/>
                <a:gd name="T7" fmla="*/ 195 h 314"/>
                <a:gd name="T8" fmla="*/ 36 w 189"/>
                <a:gd name="T9" fmla="*/ 314 h 314"/>
                <a:gd name="T10" fmla="*/ 0 w 189"/>
                <a:gd name="T11" fmla="*/ 314 h 314"/>
                <a:gd name="T12" fmla="*/ 0 w 189"/>
                <a:gd name="T13" fmla="*/ 0 h 314"/>
                <a:gd name="T14" fmla="*/ 85 w 189"/>
                <a:gd name="T15" fmla="*/ 0 h 314"/>
                <a:gd name="T16" fmla="*/ 161 w 189"/>
                <a:gd name="T17" fmla="*/ 24 h 314"/>
                <a:gd name="T18" fmla="*/ 189 w 189"/>
                <a:gd name="T19" fmla="*/ 93 h 314"/>
                <a:gd name="T20" fmla="*/ 151 w 189"/>
                <a:gd name="T21" fmla="*/ 95 h 314"/>
                <a:gd name="T22" fmla="*/ 78 w 189"/>
                <a:gd name="T23" fmla="*/ 33 h 314"/>
                <a:gd name="T24" fmla="*/ 36 w 189"/>
                <a:gd name="T25" fmla="*/ 33 h 314"/>
                <a:gd name="T26" fmla="*/ 36 w 189"/>
                <a:gd name="T27" fmla="*/ 162 h 314"/>
                <a:gd name="T28" fmla="*/ 74 w 189"/>
                <a:gd name="T29" fmla="*/ 162 h 314"/>
                <a:gd name="T30" fmla="*/ 131 w 189"/>
                <a:gd name="T31" fmla="*/ 144 h 314"/>
                <a:gd name="T32" fmla="*/ 151 w 189"/>
                <a:gd name="T33" fmla="*/ 9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9" h="314">
                  <a:moveTo>
                    <a:pt x="189" y="93"/>
                  </a:moveTo>
                  <a:cubicBezTo>
                    <a:pt x="189" y="124"/>
                    <a:pt x="178" y="148"/>
                    <a:pt x="158" y="167"/>
                  </a:cubicBezTo>
                  <a:cubicBezTo>
                    <a:pt x="137" y="185"/>
                    <a:pt x="110" y="195"/>
                    <a:pt x="77" y="195"/>
                  </a:cubicBezTo>
                  <a:cubicBezTo>
                    <a:pt x="36" y="195"/>
                    <a:pt x="36" y="195"/>
                    <a:pt x="36" y="195"/>
                  </a:cubicBezTo>
                  <a:cubicBezTo>
                    <a:pt x="36" y="314"/>
                    <a:pt x="36" y="314"/>
                    <a:pt x="36" y="314"/>
                  </a:cubicBezTo>
                  <a:cubicBezTo>
                    <a:pt x="0" y="314"/>
                    <a:pt x="0" y="314"/>
                    <a:pt x="0" y="314"/>
                  </a:cubicBezTo>
                  <a:cubicBezTo>
                    <a:pt x="0" y="0"/>
                    <a:pt x="0" y="0"/>
                    <a:pt x="0" y="0"/>
                  </a:cubicBezTo>
                  <a:cubicBezTo>
                    <a:pt x="85" y="0"/>
                    <a:pt x="85" y="0"/>
                    <a:pt x="85" y="0"/>
                  </a:cubicBezTo>
                  <a:cubicBezTo>
                    <a:pt x="118" y="0"/>
                    <a:pt x="143" y="8"/>
                    <a:pt x="161" y="24"/>
                  </a:cubicBezTo>
                  <a:cubicBezTo>
                    <a:pt x="180" y="41"/>
                    <a:pt x="189" y="64"/>
                    <a:pt x="189" y="93"/>
                  </a:cubicBezTo>
                  <a:close/>
                  <a:moveTo>
                    <a:pt x="151" y="95"/>
                  </a:moveTo>
                  <a:cubicBezTo>
                    <a:pt x="151" y="54"/>
                    <a:pt x="127" y="33"/>
                    <a:pt x="78" y="33"/>
                  </a:cubicBezTo>
                  <a:cubicBezTo>
                    <a:pt x="36" y="33"/>
                    <a:pt x="36" y="33"/>
                    <a:pt x="36" y="33"/>
                  </a:cubicBezTo>
                  <a:cubicBezTo>
                    <a:pt x="36" y="162"/>
                    <a:pt x="36" y="162"/>
                    <a:pt x="36" y="162"/>
                  </a:cubicBezTo>
                  <a:cubicBezTo>
                    <a:pt x="74" y="162"/>
                    <a:pt x="74" y="162"/>
                    <a:pt x="74" y="162"/>
                  </a:cubicBezTo>
                  <a:cubicBezTo>
                    <a:pt x="99" y="162"/>
                    <a:pt x="118" y="156"/>
                    <a:pt x="131" y="144"/>
                  </a:cubicBezTo>
                  <a:cubicBezTo>
                    <a:pt x="144" y="133"/>
                    <a:pt x="151" y="117"/>
                    <a:pt x="151" y="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2" name="Freeform 24"/>
            <p:cNvSpPr>
              <a:spLocks noEditPoints="1"/>
            </p:cNvSpPr>
            <p:nvPr userDrawn="1"/>
          </p:nvSpPr>
          <p:spPr bwMode="auto">
            <a:xfrm>
              <a:off x="1923" y="1756"/>
              <a:ext cx="411" cy="556"/>
            </a:xfrm>
            <a:custGeom>
              <a:avLst/>
              <a:gdLst>
                <a:gd name="T0" fmla="*/ 174 w 174"/>
                <a:gd name="T1" fmla="*/ 230 h 235"/>
                <a:gd name="T2" fmla="*/ 139 w 174"/>
                <a:gd name="T3" fmla="*/ 230 h 235"/>
                <a:gd name="T4" fmla="*/ 139 w 174"/>
                <a:gd name="T5" fmla="*/ 195 h 235"/>
                <a:gd name="T6" fmla="*/ 138 w 174"/>
                <a:gd name="T7" fmla="*/ 195 h 235"/>
                <a:gd name="T8" fmla="*/ 70 w 174"/>
                <a:gd name="T9" fmla="*/ 235 h 235"/>
                <a:gd name="T10" fmla="*/ 19 w 174"/>
                <a:gd name="T11" fmla="*/ 218 h 235"/>
                <a:gd name="T12" fmla="*/ 0 w 174"/>
                <a:gd name="T13" fmla="*/ 170 h 235"/>
                <a:gd name="T14" fmla="*/ 73 w 174"/>
                <a:gd name="T15" fmla="*/ 97 h 235"/>
                <a:gd name="T16" fmla="*/ 139 w 174"/>
                <a:gd name="T17" fmla="*/ 87 h 235"/>
                <a:gd name="T18" fmla="*/ 93 w 174"/>
                <a:gd name="T19" fmla="*/ 31 h 235"/>
                <a:gd name="T20" fmla="*/ 21 w 174"/>
                <a:gd name="T21" fmla="*/ 58 h 235"/>
                <a:gd name="T22" fmla="*/ 21 w 174"/>
                <a:gd name="T23" fmla="*/ 21 h 235"/>
                <a:gd name="T24" fmla="*/ 55 w 174"/>
                <a:gd name="T25" fmla="*/ 7 h 235"/>
                <a:gd name="T26" fmla="*/ 96 w 174"/>
                <a:gd name="T27" fmla="*/ 0 h 235"/>
                <a:gd name="T28" fmla="*/ 174 w 174"/>
                <a:gd name="T29" fmla="*/ 84 h 235"/>
                <a:gd name="T30" fmla="*/ 174 w 174"/>
                <a:gd name="T31" fmla="*/ 230 h 235"/>
                <a:gd name="T32" fmla="*/ 139 w 174"/>
                <a:gd name="T33" fmla="*/ 116 h 235"/>
                <a:gd name="T34" fmla="*/ 85 w 174"/>
                <a:gd name="T35" fmla="*/ 124 h 235"/>
                <a:gd name="T36" fmla="*/ 47 w 174"/>
                <a:gd name="T37" fmla="*/ 137 h 235"/>
                <a:gd name="T38" fmla="*/ 36 w 174"/>
                <a:gd name="T39" fmla="*/ 167 h 235"/>
                <a:gd name="T40" fmla="*/ 48 w 174"/>
                <a:gd name="T41" fmla="*/ 194 h 235"/>
                <a:gd name="T42" fmla="*/ 78 w 174"/>
                <a:gd name="T43" fmla="*/ 204 h 235"/>
                <a:gd name="T44" fmla="*/ 122 w 174"/>
                <a:gd name="T45" fmla="*/ 186 h 235"/>
                <a:gd name="T46" fmla="*/ 139 w 174"/>
                <a:gd name="T47" fmla="*/ 139 h 235"/>
                <a:gd name="T48" fmla="*/ 139 w 174"/>
                <a:gd name="T49" fmla="*/ 11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4" h="235">
                  <a:moveTo>
                    <a:pt x="174" y="230"/>
                  </a:moveTo>
                  <a:cubicBezTo>
                    <a:pt x="139" y="230"/>
                    <a:pt x="139" y="230"/>
                    <a:pt x="139" y="230"/>
                  </a:cubicBezTo>
                  <a:cubicBezTo>
                    <a:pt x="139" y="195"/>
                    <a:pt x="139" y="195"/>
                    <a:pt x="139" y="195"/>
                  </a:cubicBezTo>
                  <a:cubicBezTo>
                    <a:pt x="138" y="195"/>
                    <a:pt x="138" y="195"/>
                    <a:pt x="138" y="195"/>
                  </a:cubicBezTo>
                  <a:cubicBezTo>
                    <a:pt x="123" y="222"/>
                    <a:pt x="100" y="235"/>
                    <a:pt x="70" y="235"/>
                  </a:cubicBezTo>
                  <a:cubicBezTo>
                    <a:pt x="49" y="235"/>
                    <a:pt x="32" y="229"/>
                    <a:pt x="19" y="218"/>
                  </a:cubicBezTo>
                  <a:cubicBezTo>
                    <a:pt x="6" y="206"/>
                    <a:pt x="0" y="190"/>
                    <a:pt x="0" y="170"/>
                  </a:cubicBezTo>
                  <a:cubicBezTo>
                    <a:pt x="0" y="128"/>
                    <a:pt x="24" y="104"/>
                    <a:pt x="73" y="97"/>
                  </a:cubicBezTo>
                  <a:cubicBezTo>
                    <a:pt x="139" y="87"/>
                    <a:pt x="139" y="87"/>
                    <a:pt x="139" y="87"/>
                  </a:cubicBezTo>
                  <a:cubicBezTo>
                    <a:pt x="139" y="50"/>
                    <a:pt x="124" y="31"/>
                    <a:pt x="93" y="31"/>
                  </a:cubicBezTo>
                  <a:cubicBezTo>
                    <a:pt x="67" y="31"/>
                    <a:pt x="43" y="40"/>
                    <a:pt x="21" y="58"/>
                  </a:cubicBezTo>
                  <a:cubicBezTo>
                    <a:pt x="21" y="21"/>
                    <a:pt x="21" y="21"/>
                    <a:pt x="21" y="21"/>
                  </a:cubicBezTo>
                  <a:cubicBezTo>
                    <a:pt x="28" y="16"/>
                    <a:pt x="39" y="11"/>
                    <a:pt x="55" y="7"/>
                  </a:cubicBezTo>
                  <a:cubicBezTo>
                    <a:pt x="70" y="2"/>
                    <a:pt x="84" y="0"/>
                    <a:pt x="96" y="0"/>
                  </a:cubicBezTo>
                  <a:cubicBezTo>
                    <a:pt x="148" y="0"/>
                    <a:pt x="174" y="28"/>
                    <a:pt x="174" y="84"/>
                  </a:cubicBezTo>
                  <a:lnTo>
                    <a:pt x="174" y="230"/>
                  </a:lnTo>
                  <a:close/>
                  <a:moveTo>
                    <a:pt x="139" y="116"/>
                  </a:moveTo>
                  <a:cubicBezTo>
                    <a:pt x="85" y="124"/>
                    <a:pt x="85" y="124"/>
                    <a:pt x="85" y="124"/>
                  </a:cubicBezTo>
                  <a:cubicBezTo>
                    <a:pt x="67" y="126"/>
                    <a:pt x="54" y="131"/>
                    <a:pt x="47" y="137"/>
                  </a:cubicBezTo>
                  <a:cubicBezTo>
                    <a:pt x="40" y="143"/>
                    <a:pt x="36" y="153"/>
                    <a:pt x="36" y="167"/>
                  </a:cubicBezTo>
                  <a:cubicBezTo>
                    <a:pt x="36" y="178"/>
                    <a:pt x="40" y="187"/>
                    <a:pt x="48" y="194"/>
                  </a:cubicBezTo>
                  <a:cubicBezTo>
                    <a:pt x="56" y="201"/>
                    <a:pt x="66" y="204"/>
                    <a:pt x="78" y="204"/>
                  </a:cubicBezTo>
                  <a:cubicBezTo>
                    <a:pt x="96" y="204"/>
                    <a:pt x="110" y="198"/>
                    <a:pt x="122" y="186"/>
                  </a:cubicBezTo>
                  <a:cubicBezTo>
                    <a:pt x="133" y="173"/>
                    <a:pt x="139" y="157"/>
                    <a:pt x="139" y="139"/>
                  </a:cubicBezTo>
                  <a:lnTo>
                    <a:pt x="139" y="1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3" name="Freeform 25"/>
            <p:cNvSpPr>
              <a:spLocks/>
            </p:cNvSpPr>
            <p:nvPr userDrawn="1"/>
          </p:nvSpPr>
          <p:spPr bwMode="auto">
            <a:xfrm>
              <a:off x="2493" y="1758"/>
              <a:ext cx="272" cy="542"/>
            </a:xfrm>
            <a:custGeom>
              <a:avLst/>
              <a:gdLst>
                <a:gd name="T0" fmla="*/ 115 w 115"/>
                <a:gd name="T1" fmla="*/ 41 h 229"/>
                <a:gd name="T2" fmla="*/ 88 w 115"/>
                <a:gd name="T3" fmla="*/ 33 h 229"/>
                <a:gd name="T4" fmla="*/ 50 w 115"/>
                <a:gd name="T5" fmla="*/ 56 h 229"/>
                <a:gd name="T6" fmla="*/ 35 w 115"/>
                <a:gd name="T7" fmla="*/ 114 h 229"/>
                <a:gd name="T8" fmla="*/ 35 w 115"/>
                <a:gd name="T9" fmla="*/ 229 h 229"/>
                <a:gd name="T10" fmla="*/ 0 w 115"/>
                <a:gd name="T11" fmla="*/ 229 h 229"/>
                <a:gd name="T12" fmla="*/ 0 w 115"/>
                <a:gd name="T13" fmla="*/ 4 h 229"/>
                <a:gd name="T14" fmla="*/ 35 w 115"/>
                <a:gd name="T15" fmla="*/ 4 h 229"/>
                <a:gd name="T16" fmla="*/ 35 w 115"/>
                <a:gd name="T17" fmla="*/ 51 h 229"/>
                <a:gd name="T18" fmla="*/ 36 w 115"/>
                <a:gd name="T19" fmla="*/ 51 h 229"/>
                <a:gd name="T20" fmla="*/ 59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8" y="36"/>
                    <a:pt x="99" y="33"/>
                    <a:pt x="88" y="33"/>
                  </a:cubicBezTo>
                  <a:cubicBezTo>
                    <a:pt x="72" y="33"/>
                    <a:pt x="59" y="41"/>
                    <a:pt x="50" y="56"/>
                  </a:cubicBezTo>
                  <a:cubicBezTo>
                    <a:pt x="40" y="71"/>
                    <a:pt x="35" y="90"/>
                    <a:pt x="35" y="114"/>
                  </a:cubicBezTo>
                  <a:cubicBezTo>
                    <a:pt x="35" y="229"/>
                    <a:pt x="35" y="229"/>
                    <a:pt x="35" y="229"/>
                  </a:cubicBezTo>
                  <a:cubicBezTo>
                    <a:pt x="0" y="229"/>
                    <a:pt x="0" y="229"/>
                    <a:pt x="0" y="229"/>
                  </a:cubicBezTo>
                  <a:cubicBezTo>
                    <a:pt x="0" y="4"/>
                    <a:pt x="0" y="4"/>
                    <a:pt x="0" y="4"/>
                  </a:cubicBezTo>
                  <a:cubicBezTo>
                    <a:pt x="35" y="4"/>
                    <a:pt x="35" y="4"/>
                    <a:pt x="35" y="4"/>
                  </a:cubicBezTo>
                  <a:cubicBezTo>
                    <a:pt x="35" y="51"/>
                    <a:pt x="35" y="51"/>
                    <a:pt x="35" y="51"/>
                  </a:cubicBezTo>
                  <a:cubicBezTo>
                    <a:pt x="36" y="51"/>
                    <a:pt x="36" y="51"/>
                    <a:pt x="36" y="51"/>
                  </a:cubicBezTo>
                  <a:cubicBezTo>
                    <a:pt x="41" y="35"/>
                    <a:pt x="48" y="23"/>
                    <a:pt x="59" y="14"/>
                  </a:cubicBezTo>
                  <a:cubicBezTo>
                    <a:pt x="69" y="5"/>
                    <a:pt x="80"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4" name="Freeform 26"/>
            <p:cNvSpPr>
              <a:spLocks/>
            </p:cNvSpPr>
            <p:nvPr userDrawn="1"/>
          </p:nvSpPr>
          <p:spPr bwMode="auto">
            <a:xfrm>
              <a:off x="2824" y="1612"/>
              <a:ext cx="303" cy="700"/>
            </a:xfrm>
            <a:custGeom>
              <a:avLst/>
              <a:gdLst>
                <a:gd name="T0" fmla="*/ 128 w 128"/>
                <a:gd name="T1" fmla="*/ 288 h 296"/>
                <a:gd name="T2" fmla="*/ 95 w 128"/>
                <a:gd name="T3" fmla="*/ 296 h 296"/>
                <a:gd name="T4" fmla="*/ 37 w 128"/>
                <a:gd name="T5" fmla="*/ 230 h 296"/>
                <a:gd name="T6" fmla="*/ 37 w 128"/>
                <a:gd name="T7" fmla="*/ 97 h 296"/>
                <a:gd name="T8" fmla="*/ 0 w 128"/>
                <a:gd name="T9" fmla="*/ 97 h 296"/>
                <a:gd name="T10" fmla="*/ 0 w 128"/>
                <a:gd name="T11" fmla="*/ 66 h 296"/>
                <a:gd name="T12" fmla="*/ 37 w 128"/>
                <a:gd name="T13" fmla="*/ 66 h 296"/>
                <a:gd name="T14" fmla="*/ 37 w 128"/>
                <a:gd name="T15" fmla="*/ 12 h 296"/>
                <a:gd name="T16" fmla="*/ 73 w 128"/>
                <a:gd name="T17" fmla="*/ 0 h 296"/>
                <a:gd name="T18" fmla="*/ 73 w 128"/>
                <a:gd name="T19" fmla="*/ 66 h 296"/>
                <a:gd name="T20" fmla="*/ 128 w 128"/>
                <a:gd name="T21" fmla="*/ 66 h 296"/>
                <a:gd name="T22" fmla="*/ 128 w 128"/>
                <a:gd name="T23" fmla="*/ 97 h 296"/>
                <a:gd name="T24" fmla="*/ 73 w 128"/>
                <a:gd name="T25" fmla="*/ 97 h 296"/>
                <a:gd name="T26" fmla="*/ 73 w 128"/>
                <a:gd name="T27" fmla="*/ 223 h 296"/>
                <a:gd name="T28" fmla="*/ 80 w 128"/>
                <a:gd name="T29" fmla="*/ 256 h 296"/>
                <a:gd name="T30" fmla="*/ 106 w 128"/>
                <a:gd name="T31" fmla="*/ 265 h 296"/>
                <a:gd name="T32" fmla="*/ 128 w 128"/>
                <a:gd name="T33" fmla="*/ 258 h 296"/>
                <a:gd name="T34" fmla="*/ 128 w 128"/>
                <a:gd name="T35" fmla="*/ 288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8" h="296">
                  <a:moveTo>
                    <a:pt x="128" y="288"/>
                  </a:moveTo>
                  <a:cubicBezTo>
                    <a:pt x="120" y="293"/>
                    <a:pt x="109" y="296"/>
                    <a:pt x="95" y="296"/>
                  </a:cubicBezTo>
                  <a:cubicBezTo>
                    <a:pt x="57" y="296"/>
                    <a:pt x="37" y="274"/>
                    <a:pt x="37" y="230"/>
                  </a:cubicBezTo>
                  <a:cubicBezTo>
                    <a:pt x="37" y="97"/>
                    <a:pt x="37" y="97"/>
                    <a:pt x="37" y="97"/>
                  </a:cubicBezTo>
                  <a:cubicBezTo>
                    <a:pt x="0" y="97"/>
                    <a:pt x="0" y="97"/>
                    <a:pt x="0" y="97"/>
                  </a:cubicBezTo>
                  <a:cubicBezTo>
                    <a:pt x="0" y="66"/>
                    <a:pt x="0" y="66"/>
                    <a:pt x="0" y="66"/>
                  </a:cubicBezTo>
                  <a:cubicBezTo>
                    <a:pt x="37" y="66"/>
                    <a:pt x="37" y="66"/>
                    <a:pt x="37" y="66"/>
                  </a:cubicBezTo>
                  <a:cubicBezTo>
                    <a:pt x="37" y="12"/>
                    <a:pt x="37" y="12"/>
                    <a:pt x="37" y="12"/>
                  </a:cubicBezTo>
                  <a:cubicBezTo>
                    <a:pt x="73" y="0"/>
                    <a:pt x="73" y="0"/>
                    <a:pt x="73" y="0"/>
                  </a:cubicBezTo>
                  <a:cubicBezTo>
                    <a:pt x="73" y="66"/>
                    <a:pt x="73" y="66"/>
                    <a:pt x="73" y="66"/>
                  </a:cubicBezTo>
                  <a:cubicBezTo>
                    <a:pt x="128" y="66"/>
                    <a:pt x="128" y="66"/>
                    <a:pt x="128" y="66"/>
                  </a:cubicBezTo>
                  <a:cubicBezTo>
                    <a:pt x="128" y="97"/>
                    <a:pt x="128" y="97"/>
                    <a:pt x="128" y="97"/>
                  </a:cubicBezTo>
                  <a:cubicBezTo>
                    <a:pt x="73" y="97"/>
                    <a:pt x="73" y="97"/>
                    <a:pt x="73" y="97"/>
                  </a:cubicBezTo>
                  <a:cubicBezTo>
                    <a:pt x="73" y="223"/>
                    <a:pt x="73" y="223"/>
                    <a:pt x="73" y="223"/>
                  </a:cubicBezTo>
                  <a:cubicBezTo>
                    <a:pt x="73" y="238"/>
                    <a:pt x="75" y="249"/>
                    <a:pt x="80" y="256"/>
                  </a:cubicBezTo>
                  <a:cubicBezTo>
                    <a:pt x="85" y="262"/>
                    <a:pt x="94" y="265"/>
                    <a:pt x="106" y="265"/>
                  </a:cubicBezTo>
                  <a:cubicBezTo>
                    <a:pt x="114" y="265"/>
                    <a:pt x="122" y="263"/>
                    <a:pt x="128" y="258"/>
                  </a:cubicBezTo>
                  <a:lnTo>
                    <a:pt x="128" y="2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5" name="Freeform 27"/>
            <p:cNvSpPr>
              <a:spLocks/>
            </p:cNvSpPr>
            <p:nvPr userDrawn="1"/>
          </p:nvSpPr>
          <p:spPr bwMode="auto">
            <a:xfrm>
              <a:off x="3240" y="1756"/>
              <a:ext cx="433" cy="544"/>
            </a:xfrm>
            <a:custGeom>
              <a:avLst/>
              <a:gdLst>
                <a:gd name="T0" fmla="*/ 183 w 183"/>
                <a:gd name="T1" fmla="*/ 230 h 230"/>
                <a:gd name="T2" fmla="*/ 147 w 183"/>
                <a:gd name="T3" fmla="*/ 230 h 230"/>
                <a:gd name="T4" fmla="*/ 147 w 183"/>
                <a:gd name="T5" fmla="*/ 102 h 230"/>
                <a:gd name="T6" fmla="*/ 96 w 183"/>
                <a:gd name="T7" fmla="*/ 31 h 230"/>
                <a:gd name="T8" fmla="*/ 52 w 183"/>
                <a:gd name="T9" fmla="*/ 51 h 230"/>
                <a:gd name="T10" fmla="*/ 35 w 183"/>
                <a:gd name="T11" fmla="*/ 102 h 230"/>
                <a:gd name="T12" fmla="*/ 35 w 183"/>
                <a:gd name="T13" fmla="*/ 230 h 230"/>
                <a:gd name="T14" fmla="*/ 0 w 183"/>
                <a:gd name="T15" fmla="*/ 230 h 230"/>
                <a:gd name="T16" fmla="*/ 0 w 183"/>
                <a:gd name="T17" fmla="*/ 5 h 230"/>
                <a:gd name="T18" fmla="*/ 35 w 183"/>
                <a:gd name="T19" fmla="*/ 5 h 230"/>
                <a:gd name="T20" fmla="*/ 35 w 183"/>
                <a:gd name="T21" fmla="*/ 43 h 230"/>
                <a:gd name="T22" fmla="*/ 36 w 183"/>
                <a:gd name="T23" fmla="*/ 43 h 230"/>
                <a:gd name="T24" fmla="*/ 108 w 183"/>
                <a:gd name="T25" fmla="*/ 0 h 230"/>
                <a:gd name="T26" fmla="*/ 164 w 183"/>
                <a:gd name="T27" fmla="*/ 24 h 230"/>
                <a:gd name="T28" fmla="*/ 183 w 183"/>
                <a:gd name="T29" fmla="*/ 92 h 230"/>
                <a:gd name="T30" fmla="*/ 183 w 183"/>
                <a:gd name="T31"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3" h="230">
                  <a:moveTo>
                    <a:pt x="183" y="230"/>
                  </a:moveTo>
                  <a:cubicBezTo>
                    <a:pt x="147" y="230"/>
                    <a:pt x="147" y="230"/>
                    <a:pt x="147" y="230"/>
                  </a:cubicBezTo>
                  <a:cubicBezTo>
                    <a:pt x="147" y="102"/>
                    <a:pt x="147" y="102"/>
                    <a:pt x="147" y="102"/>
                  </a:cubicBezTo>
                  <a:cubicBezTo>
                    <a:pt x="147" y="54"/>
                    <a:pt x="130" y="31"/>
                    <a:pt x="96" y="31"/>
                  </a:cubicBezTo>
                  <a:cubicBezTo>
                    <a:pt x="79" y="31"/>
                    <a:pt x="64" y="37"/>
                    <a:pt x="52" y="51"/>
                  </a:cubicBezTo>
                  <a:cubicBezTo>
                    <a:pt x="41" y="64"/>
                    <a:pt x="35" y="81"/>
                    <a:pt x="35" y="102"/>
                  </a:cubicBezTo>
                  <a:cubicBezTo>
                    <a:pt x="35" y="230"/>
                    <a:pt x="35" y="230"/>
                    <a:pt x="35" y="230"/>
                  </a:cubicBezTo>
                  <a:cubicBezTo>
                    <a:pt x="0" y="230"/>
                    <a:pt x="0" y="230"/>
                    <a:pt x="0" y="230"/>
                  </a:cubicBezTo>
                  <a:cubicBezTo>
                    <a:pt x="0" y="5"/>
                    <a:pt x="0" y="5"/>
                    <a:pt x="0" y="5"/>
                  </a:cubicBezTo>
                  <a:cubicBezTo>
                    <a:pt x="35" y="5"/>
                    <a:pt x="35" y="5"/>
                    <a:pt x="35" y="5"/>
                  </a:cubicBezTo>
                  <a:cubicBezTo>
                    <a:pt x="35" y="43"/>
                    <a:pt x="35" y="43"/>
                    <a:pt x="35" y="43"/>
                  </a:cubicBezTo>
                  <a:cubicBezTo>
                    <a:pt x="36" y="43"/>
                    <a:pt x="36" y="43"/>
                    <a:pt x="36" y="43"/>
                  </a:cubicBezTo>
                  <a:cubicBezTo>
                    <a:pt x="52" y="14"/>
                    <a:pt x="76" y="0"/>
                    <a:pt x="108" y="0"/>
                  </a:cubicBezTo>
                  <a:cubicBezTo>
                    <a:pt x="132" y="0"/>
                    <a:pt x="151" y="8"/>
                    <a:pt x="164" y="24"/>
                  </a:cubicBezTo>
                  <a:cubicBezTo>
                    <a:pt x="176" y="40"/>
                    <a:pt x="183" y="63"/>
                    <a:pt x="183" y="92"/>
                  </a:cubicBezTo>
                  <a:lnTo>
                    <a:pt x="18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6" name="Freeform 28"/>
            <p:cNvSpPr>
              <a:spLocks noEditPoints="1"/>
            </p:cNvSpPr>
            <p:nvPr userDrawn="1"/>
          </p:nvSpPr>
          <p:spPr bwMode="auto">
            <a:xfrm>
              <a:off x="3789" y="1756"/>
              <a:ext cx="457" cy="556"/>
            </a:xfrm>
            <a:custGeom>
              <a:avLst/>
              <a:gdLst>
                <a:gd name="T0" fmla="*/ 193 w 193"/>
                <a:gd name="T1" fmla="*/ 126 h 235"/>
                <a:gd name="T2" fmla="*/ 37 w 193"/>
                <a:gd name="T3" fmla="*/ 126 h 235"/>
                <a:gd name="T4" fmla="*/ 57 w 193"/>
                <a:gd name="T5" fmla="*/ 184 h 235"/>
                <a:gd name="T6" fmla="*/ 109 w 193"/>
                <a:gd name="T7" fmla="*/ 204 h 235"/>
                <a:gd name="T8" fmla="*/ 177 w 193"/>
                <a:gd name="T9" fmla="*/ 180 h 235"/>
                <a:gd name="T10" fmla="*/ 177 w 193"/>
                <a:gd name="T11" fmla="*/ 213 h 235"/>
                <a:gd name="T12" fmla="*/ 101 w 193"/>
                <a:gd name="T13" fmla="*/ 235 h 235"/>
                <a:gd name="T14" fmla="*/ 27 w 193"/>
                <a:gd name="T15" fmla="*/ 204 h 235"/>
                <a:gd name="T16" fmla="*/ 0 w 193"/>
                <a:gd name="T17" fmla="*/ 118 h 235"/>
                <a:gd name="T18" fmla="*/ 14 w 193"/>
                <a:gd name="T19" fmla="*/ 58 h 235"/>
                <a:gd name="T20" fmla="*/ 50 w 193"/>
                <a:gd name="T21" fmla="*/ 15 h 235"/>
                <a:gd name="T22" fmla="*/ 102 w 193"/>
                <a:gd name="T23" fmla="*/ 0 h 235"/>
                <a:gd name="T24" fmla="*/ 169 w 193"/>
                <a:gd name="T25" fmla="*/ 28 h 235"/>
                <a:gd name="T26" fmla="*/ 193 w 193"/>
                <a:gd name="T27" fmla="*/ 108 h 235"/>
                <a:gd name="T28" fmla="*/ 193 w 193"/>
                <a:gd name="T29" fmla="*/ 126 h 235"/>
                <a:gd name="T30" fmla="*/ 157 w 193"/>
                <a:gd name="T31" fmla="*/ 96 h 235"/>
                <a:gd name="T32" fmla="*/ 142 w 193"/>
                <a:gd name="T33" fmla="*/ 48 h 235"/>
                <a:gd name="T34" fmla="*/ 102 w 193"/>
                <a:gd name="T35" fmla="*/ 31 h 235"/>
                <a:gd name="T36" fmla="*/ 60 w 193"/>
                <a:gd name="T37" fmla="*/ 49 h 235"/>
                <a:gd name="T38" fmla="*/ 38 w 193"/>
                <a:gd name="T39" fmla="*/ 96 h 235"/>
                <a:gd name="T40" fmla="*/ 157 w 193"/>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235">
                  <a:moveTo>
                    <a:pt x="193" y="126"/>
                  </a:moveTo>
                  <a:cubicBezTo>
                    <a:pt x="37" y="126"/>
                    <a:pt x="37" y="126"/>
                    <a:pt x="37" y="126"/>
                  </a:cubicBezTo>
                  <a:cubicBezTo>
                    <a:pt x="38" y="152"/>
                    <a:pt x="44" y="171"/>
                    <a:pt x="57" y="184"/>
                  </a:cubicBezTo>
                  <a:cubicBezTo>
                    <a:pt x="69" y="198"/>
                    <a:pt x="87" y="204"/>
                    <a:pt x="109" y="204"/>
                  </a:cubicBezTo>
                  <a:cubicBezTo>
                    <a:pt x="134" y="204"/>
                    <a:pt x="157" y="196"/>
                    <a:pt x="177" y="180"/>
                  </a:cubicBezTo>
                  <a:cubicBezTo>
                    <a:pt x="177" y="213"/>
                    <a:pt x="177" y="213"/>
                    <a:pt x="177" y="213"/>
                  </a:cubicBezTo>
                  <a:cubicBezTo>
                    <a:pt x="158" y="228"/>
                    <a:pt x="133" y="235"/>
                    <a:pt x="101" y="235"/>
                  </a:cubicBezTo>
                  <a:cubicBezTo>
                    <a:pt x="69" y="235"/>
                    <a:pt x="45" y="225"/>
                    <a:pt x="27" y="204"/>
                  </a:cubicBezTo>
                  <a:cubicBezTo>
                    <a:pt x="9" y="183"/>
                    <a:pt x="0" y="155"/>
                    <a:pt x="0" y="118"/>
                  </a:cubicBezTo>
                  <a:cubicBezTo>
                    <a:pt x="0" y="96"/>
                    <a:pt x="5" y="76"/>
                    <a:pt x="14" y="58"/>
                  </a:cubicBezTo>
                  <a:cubicBezTo>
                    <a:pt x="23" y="39"/>
                    <a:pt x="35" y="25"/>
                    <a:pt x="50" y="15"/>
                  </a:cubicBezTo>
                  <a:cubicBezTo>
                    <a:pt x="66" y="5"/>
                    <a:pt x="83" y="0"/>
                    <a:pt x="102" y="0"/>
                  </a:cubicBezTo>
                  <a:cubicBezTo>
                    <a:pt x="131" y="0"/>
                    <a:pt x="153" y="9"/>
                    <a:pt x="169" y="28"/>
                  </a:cubicBezTo>
                  <a:cubicBezTo>
                    <a:pt x="185" y="47"/>
                    <a:pt x="193" y="74"/>
                    <a:pt x="193" y="108"/>
                  </a:cubicBezTo>
                  <a:lnTo>
                    <a:pt x="193" y="126"/>
                  </a:lnTo>
                  <a:close/>
                  <a:moveTo>
                    <a:pt x="157" y="96"/>
                  </a:moveTo>
                  <a:cubicBezTo>
                    <a:pt x="156" y="75"/>
                    <a:pt x="152" y="59"/>
                    <a:pt x="142" y="48"/>
                  </a:cubicBezTo>
                  <a:cubicBezTo>
                    <a:pt x="132" y="36"/>
                    <a:pt x="119" y="31"/>
                    <a:pt x="102" y="31"/>
                  </a:cubicBezTo>
                  <a:cubicBezTo>
                    <a:pt x="85" y="31"/>
                    <a:pt x="71" y="37"/>
                    <a:pt x="60" y="49"/>
                  </a:cubicBezTo>
                  <a:cubicBezTo>
                    <a:pt x="48" y="60"/>
                    <a:pt x="41" y="76"/>
                    <a:pt x="38" y="96"/>
                  </a:cubicBezTo>
                  <a:lnTo>
                    <a:pt x="157"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7" name="Freeform 29"/>
            <p:cNvSpPr>
              <a:spLocks/>
            </p:cNvSpPr>
            <p:nvPr userDrawn="1"/>
          </p:nvSpPr>
          <p:spPr bwMode="auto">
            <a:xfrm>
              <a:off x="4369" y="1758"/>
              <a:ext cx="272" cy="542"/>
            </a:xfrm>
            <a:custGeom>
              <a:avLst/>
              <a:gdLst>
                <a:gd name="T0" fmla="*/ 115 w 115"/>
                <a:gd name="T1" fmla="*/ 41 h 229"/>
                <a:gd name="T2" fmla="*/ 88 w 115"/>
                <a:gd name="T3" fmla="*/ 33 h 229"/>
                <a:gd name="T4" fmla="*/ 50 w 115"/>
                <a:gd name="T5" fmla="*/ 56 h 229"/>
                <a:gd name="T6" fmla="*/ 35 w 115"/>
                <a:gd name="T7" fmla="*/ 114 h 229"/>
                <a:gd name="T8" fmla="*/ 35 w 115"/>
                <a:gd name="T9" fmla="*/ 229 h 229"/>
                <a:gd name="T10" fmla="*/ 0 w 115"/>
                <a:gd name="T11" fmla="*/ 229 h 229"/>
                <a:gd name="T12" fmla="*/ 0 w 115"/>
                <a:gd name="T13" fmla="*/ 4 h 229"/>
                <a:gd name="T14" fmla="*/ 35 w 115"/>
                <a:gd name="T15" fmla="*/ 4 h 229"/>
                <a:gd name="T16" fmla="*/ 35 w 115"/>
                <a:gd name="T17" fmla="*/ 51 h 229"/>
                <a:gd name="T18" fmla="*/ 36 w 115"/>
                <a:gd name="T19" fmla="*/ 51 h 229"/>
                <a:gd name="T20" fmla="*/ 58 w 115"/>
                <a:gd name="T21" fmla="*/ 14 h 229"/>
                <a:gd name="T22" fmla="*/ 94 w 115"/>
                <a:gd name="T23" fmla="*/ 0 h 229"/>
                <a:gd name="T24" fmla="*/ 115 w 115"/>
                <a:gd name="T25" fmla="*/ 3 h 229"/>
                <a:gd name="T26" fmla="*/ 115 w 115"/>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229">
                  <a:moveTo>
                    <a:pt x="115" y="41"/>
                  </a:moveTo>
                  <a:cubicBezTo>
                    <a:pt x="108" y="36"/>
                    <a:pt x="99" y="33"/>
                    <a:pt x="88" y="33"/>
                  </a:cubicBezTo>
                  <a:cubicBezTo>
                    <a:pt x="72" y="33"/>
                    <a:pt x="59" y="41"/>
                    <a:pt x="50" y="56"/>
                  </a:cubicBezTo>
                  <a:cubicBezTo>
                    <a:pt x="40" y="71"/>
                    <a:pt x="35" y="90"/>
                    <a:pt x="35" y="114"/>
                  </a:cubicBezTo>
                  <a:cubicBezTo>
                    <a:pt x="35" y="229"/>
                    <a:pt x="35" y="229"/>
                    <a:pt x="35" y="229"/>
                  </a:cubicBezTo>
                  <a:cubicBezTo>
                    <a:pt x="0" y="229"/>
                    <a:pt x="0" y="229"/>
                    <a:pt x="0" y="229"/>
                  </a:cubicBezTo>
                  <a:cubicBezTo>
                    <a:pt x="0" y="4"/>
                    <a:pt x="0" y="4"/>
                    <a:pt x="0" y="4"/>
                  </a:cubicBezTo>
                  <a:cubicBezTo>
                    <a:pt x="35" y="4"/>
                    <a:pt x="35" y="4"/>
                    <a:pt x="35" y="4"/>
                  </a:cubicBezTo>
                  <a:cubicBezTo>
                    <a:pt x="35" y="51"/>
                    <a:pt x="35" y="51"/>
                    <a:pt x="35" y="51"/>
                  </a:cubicBezTo>
                  <a:cubicBezTo>
                    <a:pt x="36" y="51"/>
                    <a:pt x="36" y="51"/>
                    <a:pt x="36" y="51"/>
                  </a:cubicBezTo>
                  <a:cubicBezTo>
                    <a:pt x="41" y="35"/>
                    <a:pt x="48" y="23"/>
                    <a:pt x="58" y="14"/>
                  </a:cubicBezTo>
                  <a:cubicBezTo>
                    <a:pt x="69" y="5"/>
                    <a:pt x="80" y="0"/>
                    <a:pt x="94" y="0"/>
                  </a:cubicBezTo>
                  <a:cubicBezTo>
                    <a:pt x="103" y="0"/>
                    <a:pt x="110" y="1"/>
                    <a:pt x="115" y="3"/>
                  </a:cubicBezTo>
                  <a:lnTo>
                    <a:pt x="115"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8" name="Freeform 30"/>
            <p:cNvSpPr>
              <a:spLocks/>
            </p:cNvSpPr>
            <p:nvPr userDrawn="1"/>
          </p:nvSpPr>
          <p:spPr bwMode="auto">
            <a:xfrm>
              <a:off x="1379" y="2666"/>
              <a:ext cx="544" cy="769"/>
            </a:xfrm>
            <a:custGeom>
              <a:avLst/>
              <a:gdLst>
                <a:gd name="T0" fmla="*/ 230 w 230"/>
                <a:gd name="T1" fmla="*/ 307 h 325"/>
                <a:gd name="T2" fmla="*/ 145 w 230"/>
                <a:gd name="T3" fmla="*/ 325 h 325"/>
                <a:gd name="T4" fmla="*/ 69 w 230"/>
                <a:gd name="T5" fmla="*/ 306 h 325"/>
                <a:gd name="T6" fmla="*/ 17 w 230"/>
                <a:gd name="T7" fmla="*/ 250 h 325"/>
                <a:gd name="T8" fmla="*/ 0 w 230"/>
                <a:gd name="T9" fmla="*/ 169 h 325"/>
                <a:gd name="T10" fmla="*/ 20 w 230"/>
                <a:gd name="T11" fmla="*/ 82 h 325"/>
                <a:gd name="T12" fmla="*/ 76 w 230"/>
                <a:gd name="T13" fmla="*/ 22 h 325"/>
                <a:gd name="T14" fmla="*/ 157 w 230"/>
                <a:gd name="T15" fmla="*/ 0 h 325"/>
                <a:gd name="T16" fmla="*/ 230 w 230"/>
                <a:gd name="T17" fmla="*/ 13 h 325"/>
                <a:gd name="T18" fmla="*/ 230 w 230"/>
                <a:gd name="T19" fmla="*/ 52 h 325"/>
                <a:gd name="T20" fmla="*/ 157 w 230"/>
                <a:gd name="T21" fmla="*/ 33 h 325"/>
                <a:gd name="T22" fmla="*/ 95 w 230"/>
                <a:gd name="T23" fmla="*/ 50 h 325"/>
                <a:gd name="T24" fmla="*/ 52 w 230"/>
                <a:gd name="T25" fmla="*/ 97 h 325"/>
                <a:gd name="T26" fmla="*/ 37 w 230"/>
                <a:gd name="T27" fmla="*/ 166 h 325"/>
                <a:gd name="T28" fmla="*/ 51 w 230"/>
                <a:gd name="T29" fmla="*/ 232 h 325"/>
                <a:gd name="T30" fmla="*/ 91 w 230"/>
                <a:gd name="T31" fmla="*/ 276 h 325"/>
                <a:gd name="T32" fmla="*/ 150 w 230"/>
                <a:gd name="T33" fmla="*/ 292 h 325"/>
                <a:gd name="T34" fmla="*/ 230 w 230"/>
                <a:gd name="T35" fmla="*/ 271 h 325"/>
                <a:gd name="T36" fmla="*/ 230 w 230"/>
                <a:gd name="T37" fmla="*/ 307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0" h="325">
                  <a:moveTo>
                    <a:pt x="230" y="307"/>
                  </a:moveTo>
                  <a:cubicBezTo>
                    <a:pt x="207" y="319"/>
                    <a:pt x="179" y="325"/>
                    <a:pt x="145" y="325"/>
                  </a:cubicBezTo>
                  <a:cubicBezTo>
                    <a:pt x="116" y="325"/>
                    <a:pt x="91" y="319"/>
                    <a:pt x="69" y="306"/>
                  </a:cubicBezTo>
                  <a:cubicBezTo>
                    <a:pt x="47" y="293"/>
                    <a:pt x="29" y="274"/>
                    <a:pt x="17" y="250"/>
                  </a:cubicBezTo>
                  <a:cubicBezTo>
                    <a:pt x="6" y="226"/>
                    <a:pt x="0" y="199"/>
                    <a:pt x="0" y="169"/>
                  </a:cubicBezTo>
                  <a:cubicBezTo>
                    <a:pt x="0" y="137"/>
                    <a:pt x="6" y="108"/>
                    <a:pt x="20" y="82"/>
                  </a:cubicBezTo>
                  <a:cubicBezTo>
                    <a:pt x="33" y="56"/>
                    <a:pt x="52" y="36"/>
                    <a:pt x="76" y="22"/>
                  </a:cubicBezTo>
                  <a:cubicBezTo>
                    <a:pt x="100" y="7"/>
                    <a:pt x="127" y="0"/>
                    <a:pt x="157" y="0"/>
                  </a:cubicBezTo>
                  <a:cubicBezTo>
                    <a:pt x="186" y="0"/>
                    <a:pt x="210" y="5"/>
                    <a:pt x="230" y="13"/>
                  </a:cubicBezTo>
                  <a:cubicBezTo>
                    <a:pt x="230" y="52"/>
                    <a:pt x="230" y="52"/>
                    <a:pt x="230" y="52"/>
                  </a:cubicBezTo>
                  <a:cubicBezTo>
                    <a:pt x="208" y="40"/>
                    <a:pt x="183" y="33"/>
                    <a:pt x="157" y="33"/>
                  </a:cubicBezTo>
                  <a:cubicBezTo>
                    <a:pt x="133" y="33"/>
                    <a:pt x="113" y="39"/>
                    <a:pt x="95" y="50"/>
                  </a:cubicBezTo>
                  <a:cubicBezTo>
                    <a:pt x="76" y="61"/>
                    <a:pt x="62" y="76"/>
                    <a:pt x="52" y="97"/>
                  </a:cubicBezTo>
                  <a:cubicBezTo>
                    <a:pt x="42" y="117"/>
                    <a:pt x="37" y="140"/>
                    <a:pt x="37" y="166"/>
                  </a:cubicBezTo>
                  <a:cubicBezTo>
                    <a:pt x="37" y="191"/>
                    <a:pt x="42" y="213"/>
                    <a:pt x="51" y="232"/>
                  </a:cubicBezTo>
                  <a:cubicBezTo>
                    <a:pt x="61" y="251"/>
                    <a:pt x="74" y="266"/>
                    <a:pt x="91" y="276"/>
                  </a:cubicBezTo>
                  <a:cubicBezTo>
                    <a:pt x="108" y="287"/>
                    <a:pt x="128" y="292"/>
                    <a:pt x="150" y="292"/>
                  </a:cubicBezTo>
                  <a:cubicBezTo>
                    <a:pt x="181" y="292"/>
                    <a:pt x="207" y="285"/>
                    <a:pt x="230" y="271"/>
                  </a:cubicBezTo>
                  <a:lnTo>
                    <a:pt x="230" y="3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39" name="Freeform 31"/>
            <p:cNvSpPr>
              <a:spLocks noEditPoints="1"/>
            </p:cNvSpPr>
            <p:nvPr userDrawn="1"/>
          </p:nvSpPr>
          <p:spPr bwMode="auto">
            <a:xfrm>
              <a:off x="2020" y="2879"/>
              <a:ext cx="516" cy="556"/>
            </a:xfrm>
            <a:custGeom>
              <a:avLst/>
              <a:gdLst>
                <a:gd name="T0" fmla="*/ 218 w 218"/>
                <a:gd name="T1" fmla="*/ 117 h 235"/>
                <a:gd name="T2" fmla="*/ 188 w 218"/>
                <a:gd name="T3" fmla="*/ 203 h 235"/>
                <a:gd name="T4" fmla="*/ 108 w 218"/>
                <a:gd name="T5" fmla="*/ 235 h 235"/>
                <a:gd name="T6" fmla="*/ 30 w 218"/>
                <a:gd name="T7" fmla="*/ 203 h 235"/>
                <a:gd name="T8" fmla="*/ 0 w 218"/>
                <a:gd name="T9" fmla="*/ 120 h 235"/>
                <a:gd name="T10" fmla="*/ 30 w 218"/>
                <a:gd name="T11" fmla="*/ 32 h 235"/>
                <a:gd name="T12" fmla="*/ 113 w 218"/>
                <a:gd name="T13" fmla="*/ 0 h 235"/>
                <a:gd name="T14" fmla="*/ 190 w 218"/>
                <a:gd name="T15" fmla="*/ 31 h 235"/>
                <a:gd name="T16" fmla="*/ 218 w 218"/>
                <a:gd name="T17" fmla="*/ 117 h 235"/>
                <a:gd name="T18" fmla="*/ 181 w 218"/>
                <a:gd name="T19" fmla="*/ 118 h 235"/>
                <a:gd name="T20" fmla="*/ 163 w 218"/>
                <a:gd name="T21" fmla="*/ 53 h 235"/>
                <a:gd name="T22" fmla="*/ 110 w 218"/>
                <a:gd name="T23" fmla="*/ 31 h 235"/>
                <a:gd name="T24" fmla="*/ 56 w 218"/>
                <a:gd name="T25" fmla="*/ 54 h 235"/>
                <a:gd name="T26" fmla="*/ 37 w 218"/>
                <a:gd name="T27" fmla="*/ 119 h 235"/>
                <a:gd name="T28" fmla="*/ 57 w 218"/>
                <a:gd name="T29" fmla="*/ 182 h 235"/>
                <a:gd name="T30" fmla="*/ 110 w 218"/>
                <a:gd name="T31" fmla="*/ 204 h 235"/>
                <a:gd name="T32" fmla="*/ 163 w 218"/>
                <a:gd name="T33" fmla="*/ 182 h 235"/>
                <a:gd name="T34" fmla="*/ 181 w 218"/>
                <a:gd name="T35" fmla="*/ 118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8" h="235">
                  <a:moveTo>
                    <a:pt x="218" y="117"/>
                  </a:moveTo>
                  <a:cubicBezTo>
                    <a:pt x="218" y="152"/>
                    <a:pt x="208" y="181"/>
                    <a:pt x="188" y="203"/>
                  </a:cubicBezTo>
                  <a:cubicBezTo>
                    <a:pt x="168" y="224"/>
                    <a:pt x="141" y="235"/>
                    <a:pt x="108" y="235"/>
                  </a:cubicBezTo>
                  <a:cubicBezTo>
                    <a:pt x="75" y="235"/>
                    <a:pt x="49" y="225"/>
                    <a:pt x="30" y="203"/>
                  </a:cubicBezTo>
                  <a:cubicBezTo>
                    <a:pt x="10" y="182"/>
                    <a:pt x="0" y="155"/>
                    <a:pt x="0" y="120"/>
                  </a:cubicBezTo>
                  <a:cubicBezTo>
                    <a:pt x="0" y="83"/>
                    <a:pt x="10" y="54"/>
                    <a:pt x="30" y="32"/>
                  </a:cubicBezTo>
                  <a:cubicBezTo>
                    <a:pt x="50" y="11"/>
                    <a:pt x="78" y="0"/>
                    <a:pt x="113" y="0"/>
                  </a:cubicBezTo>
                  <a:cubicBezTo>
                    <a:pt x="146" y="0"/>
                    <a:pt x="171" y="10"/>
                    <a:pt x="190" y="31"/>
                  </a:cubicBezTo>
                  <a:cubicBezTo>
                    <a:pt x="208" y="52"/>
                    <a:pt x="218" y="80"/>
                    <a:pt x="218" y="117"/>
                  </a:cubicBezTo>
                  <a:close/>
                  <a:moveTo>
                    <a:pt x="181" y="118"/>
                  </a:moveTo>
                  <a:cubicBezTo>
                    <a:pt x="181" y="90"/>
                    <a:pt x="175" y="68"/>
                    <a:pt x="163" y="53"/>
                  </a:cubicBezTo>
                  <a:cubicBezTo>
                    <a:pt x="151" y="38"/>
                    <a:pt x="133" y="31"/>
                    <a:pt x="110" y="31"/>
                  </a:cubicBezTo>
                  <a:cubicBezTo>
                    <a:pt x="88" y="31"/>
                    <a:pt x="70" y="38"/>
                    <a:pt x="56" y="54"/>
                  </a:cubicBezTo>
                  <a:cubicBezTo>
                    <a:pt x="43" y="69"/>
                    <a:pt x="37" y="91"/>
                    <a:pt x="37" y="119"/>
                  </a:cubicBezTo>
                  <a:cubicBezTo>
                    <a:pt x="37" y="146"/>
                    <a:pt x="43" y="167"/>
                    <a:pt x="57" y="182"/>
                  </a:cubicBezTo>
                  <a:cubicBezTo>
                    <a:pt x="70" y="197"/>
                    <a:pt x="88" y="204"/>
                    <a:pt x="110" y="204"/>
                  </a:cubicBezTo>
                  <a:cubicBezTo>
                    <a:pt x="133" y="204"/>
                    <a:pt x="151" y="197"/>
                    <a:pt x="163" y="182"/>
                  </a:cubicBezTo>
                  <a:cubicBezTo>
                    <a:pt x="175" y="167"/>
                    <a:pt x="181" y="146"/>
                    <a:pt x="18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0" name="Freeform 32"/>
            <p:cNvSpPr>
              <a:spLocks/>
            </p:cNvSpPr>
            <p:nvPr userDrawn="1"/>
          </p:nvSpPr>
          <p:spPr bwMode="auto">
            <a:xfrm>
              <a:off x="2663" y="2879"/>
              <a:ext cx="433" cy="544"/>
            </a:xfrm>
            <a:custGeom>
              <a:avLst/>
              <a:gdLst>
                <a:gd name="T0" fmla="*/ 183 w 183"/>
                <a:gd name="T1" fmla="*/ 230 h 230"/>
                <a:gd name="T2" fmla="*/ 148 w 183"/>
                <a:gd name="T3" fmla="*/ 230 h 230"/>
                <a:gd name="T4" fmla="*/ 148 w 183"/>
                <a:gd name="T5" fmla="*/ 102 h 230"/>
                <a:gd name="T6" fmla="*/ 97 w 183"/>
                <a:gd name="T7" fmla="*/ 31 h 230"/>
                <a:gd name="T8" fmla="*/ 53 w 183"/>
                <a:gd name="T9" fmla="*/ 51 h 230"/>
                <a:gd name="T10" fmla="*/ 36 w 183"/>
                <a:gd name="T11" fmla="*/ 102 h 230"/>
                <a:gd name="T12" fmla="*/ 36 w 183"/>
                <a:gd name="T13" fmla="*/ 230 h 230"/>
                <a:gd name="T14" fmla="*/ 0 w 183"/>
                <a:gd name="T15" fmla="*/ 230 h 230"/>
                <a:gd name="T16" fmla="*/ 0 w 183"/>
                <a:gd name="T17" fmla="*/ 5 h 230"/>
                <a:gd name="T18" fmla="*/ 36 w 183"/>
                <a:gd name="T19" fmla="*/ 5 h 230"/>
                <a:gd name="T20" fmla="*/ 36 w 183"/>
                <a:gd name="T21" fmla="*/ 43 h 230"/>
                <a:gd name="T22" fmla="*/ 37 w 183"/>
                <a:gd name="T23" fmla="*/ 43 h 230"/>
                <a:gd name="T24" fmla="*/ 109 w 183"/>
                <a:gd name="T25" fmla="*/ 0 h 230"/>
                <a:gd name="T26" fmla="*/ 164 w 183"/>
                <a:gd name="T27" fmla="*/ 24 h 230"/>
                <a:gd name="T28" fmla="*/ 183 w 183"/>
                <a:gd name="T29" fmla="*/ 92 h 230"/>
                <a:gd name="T30" fmla="*/ 183 w 183"/>
                <a:gd name="T31"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3" h="230">
                  <a:moveTo>
                    <a:pt x="183" y="230"/>
                  </a:moveTo>
                  <a:cubicBezTo>
                    <a:pt x="148" y="230"/>
                    <a:pt x="148" y="230"/>
                    <a:pt x="148" y="230"/>
                  </a:cubicBezTo>
                  <a:cubicBezTo>
                    <a:pt x="148" y="102"/>
                    <a:pt x="148" y="102"/>
                    <a:pt x="148" y="102"/>
                  </a:cubicBezTo>
                  <a:cubicBezTo>
                    <a:pt x="148" y="54"/>
                    <a:pt x="131" y="31"/>
                    <a:pt x="97" y="31"/>
                  </a:cubicBezTo>
                  <a:cubicBezTo>
                    <a:pt x="79" y="31"/>
                    <a:pt x="65" y="37"/>
                    <a:pt x="53" y="51"/>
                  </a:cubicBezTo>
                  <a:cubicBezTo>
                    <a:pt x="42" y="64"/>
                    <a:pt x="36" y="81"/>
                    <a:pt x="36" y="102"/>
                  </a:cubicBezTo>
                  <a:cubicBezTo>
                    <a:pt x="36" y="230"/>
                    <a:pt x="36" y="230"/>
                    <a:pt x="36" y="230"/>
                  </a:cubicBezTo>
                  <a:cubicBezTo>
                    <a:pt x="0" y="230"/>
                    <a:pt x="0" y="230"/>
                    <a:pt x="0" y="230"/>
                  </a:cubicBezTo>
                  <a:cubicBezTo>
                    <a:pt x="0" y="5"/>
                    <a:pt x="0" y="5"/>
                    <a:pt x="0" y="5"/>
                  </a:cubicBezTo>
                  <a:cubicBezTo>
                    <a:pt x="36" y="5"/>
                    <a:pt x="36" y="5"/>
                    <a:pt x="36" y="5"/>
                  </a:cubicBezTo>
                  <a:cubicBezTo>
                    <a:pt x="36" y="43"/>
                    <a:pt x="36" y="43"/>
                    <a:pt x="36" y="43"/>
                  </a:cubicBezTo>
                  <a:cubicBezTo>
                    <a:pt x="37" y="43"/>
                    <a:pt x="37" y="43"/>
                    <a:pt x="37" y="43"/>
                  </a:cubicBezTo>
                  <a:cubicBezTo>
                    <a:pt x="53" y="14"/>
                    <a:pt x="77" y="0"/>
                    <a:pt x="109" y="0"/>
                  </a:cubicBezTo>
                  <a:cubicBezTo>
                    <a:pt x="133" y="0"/>
                    <a:pt x="152" y="8"/>
                    <a:pt x="164" y="24"/>
                  </a:cubicBezTo>
                  <a:cubicBezTo>
                    <a:pt x="177" y="40"/>
                    <a:pt x="183" y="63"/>
                    <a:pt x="183" y="92"/>
                  </a:cubicBezTo>
                  <a:lnTo>
                    <a:pt x="18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1" name="Freeform 33"/>
            <p:cNvSpPr>
              <a:spLocks/>
            </p:cNvSpPr>
            <p:nvPr userDrawn="1"/>
          </p:nvSpPr>
          <p:spPr bwMode="auto">
            <a:xfrm>
              <a:off x="3198" y="2626"/>
              <a:ext cx="315" cy="797"/>
            </a:xfrm>
            <a:custGeom>
              <a:avLst/>
              <a:gdLst>
                <a:gd name="T0" fmla="*/ 133 w 133"/>
                <a:gd name="T1" fmla="*/ 36 h 337"/>
                <a:gd name="T2" fmla="*/ 110 w 133"/>
                <a:gd name="T3" fmla="*/ 30 h 337"/>
                <a:gd name="T4" fmla="*/ 73 w 133"/>
                <a:gd name="T5" fmla="*/ 78 h 337"/>
                <a:gd name="T6" fmla="*/ 73 w 133"/>
                <a:gd name="T7" fmla="*/ 112 h 337"/>
                <a:gd name="T8" fmla="*/ 124 w 133"/>
                <a:gd name="T9" fmla="*/ 112 h 337"/>
                <a:gd name="T10" fmla="*/ 124 w 133"/>
                <a:gd name="T11" fmla="*/ 143 h 337"/>
                <a:gd name="T12" fmla="*/ 73 w 133"/>
                <a:gd name="T13" fmla="*/ 143 h 337"/>
                <a:gd name="T14" fmla="*/ 73 w 133"/>
                <a:gd name="T15" fmla="*/ 337 h 337"/>
                <a:gd name="T16" fmla="*/ 37 w 133"/>
                <a:gd name="T17" fmla="*/ 337 h 337"/>
                <a:gd name="T18" fmla="*/ 37 w 133"/>
                <a:gd name="T19" fmla="*/ 143 h 337"/>
                <a:gd name="T20" fmla="*/ 0 w 133"/>
                <a:gd name="T21" fmla="*/ 143 h 337"/>
                <a:gd name="T22" fmla="*/ 0 w 133"/>
                <a:gd name="T23" fmla="*/ 112 h 337"/>
                <a:gd name="T24" fmla="*/ 37 w 133"/>
                <a:gd name="T25" fmla="*/ 112 h 337"/>
                <a:gd name="T26" fmla="*/ 37 w 133"/>
                <a:gd name="T27" fmla="*/ 76 h 337"/>
                <a:gd name="T28" fmla="*/ 57 w 133"/>
                <a:gd name="T29" fmla="*/ 21 h 337"/>
                <a:gd name="T30" fmla="*/ 107 w 133"/>
                <a:gd name="T31" fmla="*/ 0 h 337"/>
                <a:gd name="T32" fmla="*/ 133 w 133"/>
                <a:gd name="T33" fmla="*/ 4 h 337"/>
                <a:gd name="T34" fmla="*/ 133 w 133"/>
                <a:gd name="T35" fmla="*/ 36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3" h="337">
                  <a:moveTo>
                    <a:pt x="133" y="36"/>
                  </a:moveTo>
                  <a:cubicBezTo>
                    <a:pt x="126" y="32"/>
                    <a:pt x="118" y="30"/>
                    <a:pt x="110" y="30"/>
                  </a:cubicBezTo>
                  <a:cubicBezTo>
                    <a:pt x="85" y="30"/>
                    <a:pt x="73" y="46"/>
                    <a:pt x="73" y="78"/>
                  </a:cubicBezTo>
                  <a:cubicBezTo>
                    <a:pt x="73" y="112"/>
                    <a:pt x="73" y="112"/>
                    <a:pt x="73" y="112"/>
                  </a:cubicBezTo>
                  <a:cubicBezTo>
                    <a:pt x="124" y="112"/>
                    <a:pt x="124" y="112"/>
                    <a:pt x="124" y="112"/>
                  </a:cubicBezTo>
                  <a:cubicBezTo>
                    <a:pt x="124" y="143"/>
                    <a:pt x="124" y="143"/>
                    <a:pt x="124" y="143"/>
                  </a:cubicBezTo>
                  <a:cubicBezTo>
                    <a:pt x="73" y="143"/>
                    <a:pt x="73" y="143"/>
                    <a:pt x="73" y="143"/>
                  </a:cubicBezTo>
                  <a:cubicBezTo>
                    <a:pt x="73" y="337"/>
                    <a:pt x="73" y="337"/>
                    <a:pt x="73" y="337"/>
                  </a:cubicBezTo>
                  <a:cubicBezTo>
                    <a:pt x="37" y="337"/>
                    <a:pt x="37" y="337"/>
                    <a:pt x="37" y="337"/>
                  </a:cubicBezTo>
                  <a:cubicBezTo>
                    <a:pt x="37" y="143"/>
                    <a:pt x="37" y="143"/>
                    <a:pt x="37" y="143"/>
                  </a:cubicBezTo>
                  <a:cubicBezTo>
                    <a:pt x="0" y="143"/>
                    <a:pt x="0" y="143"/>
                    <a:pt x="0" y="143"/>
                  </a:cubicBezTo>
                  <a:cubicBezTo>
                    <a:pt x="0" y="112"/>
                    <a:pt x="0" y="112"/>
                    <a:pt x="0" y="112"/>
                  </a:cubicBezTo>
                  <a:cubicBezTo>
                    <a:pt x="37" y="112"/>
                    <a:pt x="37" y="112"/>
                    <a:pt x="37" y="112"/>
                  </a:cubicBezTo>
                  <a:cubicBezTo>
                    <a:pt x="37" y="76"/>
                    <a:pt x="37" y="76"/>
                    <a:pt x="37" y="76"/>
                  </a:cubicBezTo>
                  <a:cubicBezTo>
                    <a:pt x="37" y="53"/>
                    <a:pt x="44" y="35"/>
                    <a:pt x="57" y="21"/>
                  </a:cubicBezTo>
                  <a:cubicBezTo>
                    <a:pt x="70" y="7"/>
                    <a:pt x="87" y="0"/>
                    <a:pt x="107" y="0"/>
                  </a:cubicBezTo>
                  <a:cubicBezTo>
                    <a:pt x="118" y="0"/>
                    <a:pt x="127" y="1"/>
                    <a:pt x="133" y="4"/>
                  </a:cubicBezTo>
                  <a:lnTo>
                    <a:pt x="133"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2" name="Freeform 34"/>
            <p:cNvSpPr>
              <a:spLocks noEditPoints="1"/>
            </p:cNvSpPr>
            <p:nvPr userDrawn="1"/>
          </p:nvSpPr>
          <p:spPr bwMode="auto">
            <a:xfrm>
              <a:off x="3541" y="2879"/>
              <a:ext cx="456" cy="556"/>
            </a:xfrm>
            <a:custGeom>
              <a:avLst/>
              <a:gdLst>
                <a:gd name="T0" fmla="*/ 193 w 193"/>
                <a:gd name="T1" fmla="*/ 126 h 235"/>
                <a:gd name="T2" fmla="*/ 37 w 193"/>
                <a:gd name="T3" fmla="*/ 126 h 235"/>
                <a:gd name="T4" fmla="*/ 57 w 193"/>
                <a:gd name="T5" fmla="*/ 184 h 235"/>
                <a:gd name="T6" fmla="*/ 109 w 193"/>
                <a:gd name="T7" fmla="*/ 204 h 235"/>
                <a:gd name="T8" fmla="*/ 177 w 193"/>
                <a:gd name="T9" fmla="*/ 180 h 235"/>
                <a:gd name="T10" fmla="*/ 177 w 193"/>
                <a:gd name="T11" fmla="*/ 213 h 235"/>
                <a:gd name="T12" fmla="*/ 101 w 193"/>
                <a:gd name="T13" fmla="*/ 235 h 235"/>
                <a:gd name="T14" fmla="*/ 27 w 193"/>
                <a:gd name="T15" fmla="*/ 204 h 235"/>
                <a:gd name="T16" fmla="*/ 0 w 193"/>
                <a:gd name="T17" fmla="*/ 118 h 235"/>
                <a:gd name="T18" fmla="*/ 14 w 193"/>
                <a:gd name="T19" fmla="*/ 58 h 235"/>
                <a:gd name="T20" fmla="*/ 50 w 193"/>
                <a:gd name="T21" fmla="*/ 15 h 235"/>
                <a:gd name="T22" fmla="*/ 102 w 193"/>
                <a:gd name="T23" fmla="*/ 0 h 235"/>
                <a:gd name="T24" fmla="*/ 169 w 193"/>
                <a:gd name="T25" fmla="*/ 28 h 235"/>
                <a:gd name="T26" fmla="*/ 193 w 193"/>
                <a:gd name="T27" fmla="*/ 108 h 235"/>
                <a:gd name="T28" fmla="*/ 193 w 193"/>
                <a:gd name="T29" fmla="*/ 126 h 235"/>
                <a:gd name="T30" fmla="*/ 157 w 193"/>
                <a:gd name="T31" fmla="*/ 96 h 235"/>
                <a:gd name="T32" fmla="*/ 142 w 193"/>
                <a:gd name="T33" fmla="*/ 48 h 235"/>
                <a:gd name="T34" fmla="*/ 101 w 193"/>
                <a:gd name="T35" fmla="*/ 31 h 235"/>
                <a:gd name="T36" fmla="*/ 59 w 193"/>
                <a:gd name="T37" fmla="*/ 49 h 235"/>
                <a:gd name="T38" fmla="*/ 37 w 193"/>
                <a:gd name="T39" fmla="*/ 96 h 235"/>
                <a:gd name="T40" fmla="*/ 157 w 193"/>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235">
                  <a:moveTo>
                    <a:pt x="193" y="126"/>
                  </a:moveTo>
                  <a:cubicBezTo>
                    <a:pt x="37" y="126"/>
                    <a:pt x="37" y="126"/>
                    <a:pt x="37" y="126"/>
                  </a:cubicBezTo>
                  <a:cubicBezTo>
                    <a:pt x="38" y="152"/>
                    <a:pt x="44" y="171"/>
                    <a:pt x="57" y="184"/>
                  </a:cubicBezTo>
                  <a:cubicBezTo>
                    <a:pt x="69" y="198"/>
                    <a:pt x="87" y="204"/>
                    <a:pt x="109" y="204"/>
                  </a:cubicBezTo>
                  <a:cubicBezTo>
                    <a:pt x="134" y="204"/>
                    <a:pt x="157" y="196"/>
                    <a:pt x="177" y="180"/>
                  </a:cubicBezTo>
                  <a:cubicBezTo>
                    <a:pt x="177" y="213"/>
                    <a:pt x="177" y="213"/>
                    <a:pt x="177" y="213"/>
                  </a:cubicBezTo>
                  <a:cubicBezTo>
                    <a:pt x="158" y="228"/>
                    <a:pt x="132" y="235"/>
                    <a:pt x="101" y="235"/>
                  </a:cubicBezTo>
                  <a:cubicBezTo>
                    <a:pt x="69" y="235"/>
                    <a:pt x="45" y="225"/>
                    <a:pt x="27" y="204"/>
                  </a:cubicBezTo>
                  <a:cubicBezTo>
                    <a:pt x="9" y="183"/>
                    <a:pt x="0" y="155"/>
                    <a:pt x="0" y="118"/>
                  </a:cubicBezTo>
                  <a:cubicBezTo>
                    <a:pt x="0" y="96"/>
                    <a:pt x="5" y="76"/>
                    <a:pt x="14" y="58"/>
                  </a:cubicBezTo>
                  <a:cubicBezTo>
                    <a:pt x="22" y="39"/>
                    <a:pt x="35" y="25"/>
                    <a:pt x="50" y="15"/>
                  </a:cubicBezTo>
                  <a:cubicBezTo>
                    <a:pt x="66" y="5"/>
                    <a:pt x="83" y="0"/>
                    <a:pt x="102" y="0"/>
                  </a:cubicBezTo>
                  <a:cubicBezTo>
                    <a:pt x="130" y="0"/>
                    <a:pt x="153" y="9"/>
                    <a:pt x="169" y="28"/>
                  </a:cubicBezTo>
                  <a:cubicBezTo>
                    <a:pt x="185" y="47"/>
                    <a:pt x="193" y="74"/>
                    <a:pt x="193" y="108"/>
                  </a:cubicBezTo>
                  <a:lnTo>
                    <a:pt x="193" y="126"/>
                  </a:lnTo>
                  <a:close/>
                  <a:moveTo>
                    <a:pt x="157" y="96"/>
                  </a:moveTo>
                  <a:cubicBezTo>
                    <a:pt x="156" y="75"/>
                    <a:pt x="151" y="59"/>
                    <a:pt x="142" y="48"/>
                  </a:cubicBezTo>
                  <a:cubicBezTo>
                    <a:pt x="132" y="36"/>
                    <a:pt x="119" y="31"/>
                    <a:pt x="101" y="31"/>
                  </a:cubicBezTo>
                  <a:cubicBezTo>
                    <a:pt x="85" y="31"/>
                    <a:pt x="71" y="37"/>
                    <a:pt x="59" y="49"/>
                  </a:cubicBezTo>
                  <a:cubicBezTo>
                    <a:pt x="48" y="60"/>
                    <a:pt x="40" y="76"/>
                    <a:pt x="37" y="96"/>
                  </a:cubicBezTo>
                  <a:lnTo>
                    <a:pt x="157"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3" name="Freeform 35"/>
            <p:cNvSpPr>
              <a:spLocks/>
            </p:cNvSpPr>
            <p:nvPr userDrawn="1"/>
          </p:nvSpPr>
          <p:spPr bwMode="auto">
            <a:xfrm>
              <a:off x="4118" y="2882"/>
              <a:ext cx="274" cy="541"/>
            </a:xfrm>
            <a:custGeom>
              <a:avLst/>
              <a:gdLst>
                <a:gd name="T0" fmla="*/ 116 w 116"/>
                <a:gd name="T1" fmla="*/ 41 h 229"/>
                <a:gd name="T2" fmla="*/ 89 w 116"/>
                <a:gd name="T3" fmla="*/ 33 h 229"/>
                <a:gd name="T4" fmla="*/ 50 w 116"/>
                <a:gd name="T5" fmla="*/ 56 h 229"/>
                <a:gd name="T6" fmla="*/ 36 w 116"/>
                <a:gd name="T7" fmla="*/ 114 h 229"/>
                <a:gd name="T8" fmla="*/ 36 w 116"/>
                <a:gd name="T9" fmla="*/ 229 h 229"/>
                <a:gd name="T10" fmla="*/ 0 w 116"/>
                <a:gd name="T11" fmla="*/ 229 h 229"/>
                <a:gd name="T12" fmla="*/ 0 w 116"/>
                <a:gd name="T13" fmla="*/ 4 h 229"/>
                <a:gd name="T14" fmla="*/ 36 w 116"/>
                <a:gd name="T15" fmla="*/ 4 h 229"/>
                <a:gd name="T16" fmla="*/ 36 w 116"/>
                <a:gd name="T17" fmla="*/ 51 h 229"/>
                <a:gd name="T18" fmla="*/ 37 w 116"/>
                <a:gd name="T19" fmla="*/ 51 h 229"/>
                <a:gd name="T20" fmla="*/ 59 w 116"/>
                <a:gd name="T21" fmla="*/ 14 h 229"/>
                <a:gd name="T22" fmla="*/ 94 w 116"/>
                <a:gd name="T23" fmla="*/ 0 h 229"/>
                <a:gd name="T24" fmla="*/ 116 w 116"/>
                <a:gd name="T25" fmla="*/ 3 h 229"/>
                <a:gd name="T26" fmla="*/ 116 w 116"/>
                <a:gd name="T27" fmla="*/ 41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229">
                  <a:moveTo>
                    <a:pt x="116" y="41"/>
                  </a:moveTo>
                  <a:cubicBezTo>
                    <a:pt x="109" y="36"/>
                    <a:pt x="100" y="33"/>
                    <a:pt x="89" y="33"/>
                  </a:cubicBezTo>
                  <a:cubicBezTo>
                    <a:pt x="73" y="33"/>
                    <a:pt x="60" y="41"/>
                    <a:pt x="50" y="56"/>
                  </a:cubicBezTo>
                  <a:cubicBezTo>
                    <a:pt x="41" y="71"/>
                    <a:pt x="36" y="90"/>
                    <a:pt x="36" y="114"/>
                  </a:cubicBezTo>
                  <a:cubicBezTo>
                    <a:pt x="36" y="229"/>
                    <a:pt x="36" y="229"/>
                    <a:pt x="36" y="229"/>
                  </a:cubicBezTo>
                  <a:cubicBezTo>
                    <a:pt x="0" y="229"/>
                    <a:pt x="0" y="229"/>
                    <a:pt x="0" y="229"/>
                  </a:cubicBezTo>
                  <a:cubicBezTo>
                    <a:pt x="0" y="4"/>
                    <a:pt x="0" y="4"/>
                    <a:pt x="0" y="4"/>
                  </a:cubicBezTo>
                  <a:cubicBezTo>
                    <a:pt x="36" y="4"/>
                    <a:pt x="36" y="4"/>
                    <a:pt x="36" y="4"/>
                  </a:cubicBezTo>
                  <a:cubicBezTo>
                    <a:pt x="36" y="51"/>
                    <a:pt x="36" y="51"/>
                    <a:pt x="36" y="51"/>
                  </a:cubicBezTo>
                  <a:cubicBezTo>
                    <a:pt x="37" y="51"/>
                    <a:pt x="37" y="51"/>
                    <a:pt x="37" y="51"/>
                  </a:cubicBezTo>
                  <a:cubicBezTo>
                    <a:pt x="42" y="35"/>
                    <a:pt x="49" y="23"/>
                    <a:pt x="59" y="14"/>
                  </a:cubicBezTo>
                  <a:cubicBezTo>
                    <a:pt x="69" y="5"/>
                    <a:pt x="81" y="0"/>
                    <a:pt x="94" y="0"/>
                  </a:cubicBezTo>
                  <a:cubicBezTo>
                    <a:pt x="104" y="0"/>
                    <a:pt x="111" y="1"/>
                    <a:pt x="116" y="3"/>
                  </a:cubicBezTo>
                  <a:lnTo>
                    <a:pt x="116"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4" name="Freeform 36"/>
            <p:cNvSpPr>
              <a:spLocks noEditPoints="1"/>
            </p:cNvSpPr>
            <p:nvPr userDrawn="1"/>
          </p:nvSpPr>
          <p:spPr bwMode="auto">
            <a:xfrm>
              <a:off x="4428" y="2879"/>
              <a:ext cx="457" cy="556"/>
            </a:xfrm>
            <a:custGeom>
              <a:avLst/>
              <a:gdLst>
                <a:gd name="T0" fmla="*/ 193 w 193"/>
                <a:gd name="T1" fmla="*/ 126 h 235"/>
                <a:gd name="T2" fmla="*/ 37 w 193"/>
                <a:gd name="T3" fmla="*/ 126 h 235"/>
                <a:gd name="T4" fmla="*/ 57 w 193"/>
                <a:gd name="T5" fmla="*/ 184 h 235"/>
                <a:gd name="T6" fmla="*/ 109 w 193"/>
                <a:gd name="T7" fmla="*/ 204 h 235"/>
                <a:gd name="T8" fmla="*/ 177 w 193"/>
                <a:gd name="T9" fmla="*/ 180 h 235"/>
                <a:gd name="T10" fmla="*/ 177 w 193"/>
                <a:gd name="T11" fmla="*/ 213 h 235"/>
                <a:gd name="T12" fmla="*/ 101 w 193"/>
                <a:gd name="T13" fmla="*/ 235 h 235"/>
                <a:gd name="T14" fmla="*/ 27 w 193"/>
                <a:gd name="T15" fmla="*/ 204 h 235"/>
                <a:gd name="T16" fmla="*/ 0 w 193"/>
                <a:gd name="T17" fmla="*/ 118 h 235"/>
                <a:gd name="T18" fmla="*/ 14 w 193"/>
                <a:gd name="T19" fmla="*/ 58 h 235"/>
                <a:gd name="T20" fmla="*/ 50 w 193"/>
                <a:gd name="T21" fmla="*/ 15 h 235"/>
                <a:gd name="T22" fmla="*/ 102 w 193"/>
                <a:gd name="T23" fmla="*/ 0 h 235"/>
                <a:gd name="T24" fmla="*/ 169 w 193"/>
                <a:gd name="T25" fmla="*/ 28 h 235"/>
                <a:gd name="T26" fmla="*/ 193 w 193"/>
                <a:gd name="T27" fmla="*/ 108 h 235"/>
                <a:gd name="T28" fmla="*/ 193 w 193"/>
                <a:gd name="T29" fmla="*/ 126 h 235"/>
                <a:gd name="T30" fmla="*/ 157 w 193"/>
                <a:gd name="T31" fmla="*/ 96 h 235"/>
                <a:gd name="T32" fmla="*/ 142 w 193"/>
                <a:gd name="T33" fmla="*/ 48 h 235"/>
                <a:gd name="T34" fmla="*/ 102 w 193"/>
                <a:gd name="T35" fmla="*/ 31 h 235"/>
                <a:gd name="T36" fmla="*/ 60 w 193"/>
                <a:gd name="T37" fmla="*/ 49 h 235"/>
                <a:gd name="T38" fmla="*/ 38 w 193"/>
                <a:gd name="T39" fmla="*/ 96 h 235"/>
                <a:gd name="T40" fmla="*/ 157 w 193"/>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235">
                  <a:moveTo>
                    <a:pt x="193" y="126"/>
                  </a:moveTo>
                  <a:cubicBezTo>
                    <a:pt x="37" y="126"/>
                    <a:pt x="37" y="126"/>
                    <a:pt x="37" y="126"/>
                  </a:cubicBezTo>
                  <a:cubicBezTo>
                    <a:pt x="38" y="152"/>
                    <a:pt x="44" y="171"/>
                    <a:pt x="57" y="184"/>
                  </a:cubicBezTo>
                  <a:cubicBezTo>
                    <a:pt x="69" y="198"/>
                    <a:pt x="87" y="204"/>
                    <a:pt x="109" y="204"/>
                  </a:cubicBezTo>
                  <a:cubicBezTo>
                    <a:pt x="134" y="204"/>
                    <a:pt x="157" y="196"/>
                    <a:pt x="177" y="180"/>
                  </a:cubicBezTo>
                  <a:cubicBezTo>
                    <a:pt x="177" y="213"/>
                    <a:pt x="177" y="213"/>
                    <a:pt x="177" y="213"/>
                  </a:cubicBezTo>
                  <a:cubicBezTo>
                    <a:pt x="158" y="228"/>
                    <a:pt x="133" y="235"/>
                    <a:pt x="101" y="235"/>
                  </a:cubicBezTo>
                  <a:cubicBezTo>
                    <a:pt x="69" y="235"/>
                    <a:pt x="45" y="225"/>
                    <a:pt x="27" y="204"/>
                  </a:cubicBezTo>
                  <a:cubicBezTo>
                    <a:pt x="9" y="183"/>
                    <a:pt x="0" y="155"/>
                    <a:pt x="0" y="118"/>
                  </a:cubicBezTo>
                  <a:cubicBezTo>
                    <a:pt x="0" y="96"/>
                    <a:pt x="5" y="76"/>
                    <a:pt x="14" y="58"/>
                  </a:cubicBezTo>
                  <a:cubicBezTo>
                    <a:pt x="23" y="39"/>
                    <a:pt x="35" y="25"/>
                    <a:pt x="50" y="15"/>
                  </a:cubicBezTo>
                  <a:cubicBezTo>
                    <a:pt x="66" y="5"/>
                    <a:pt x="83" y="0"/>
                    <a:pt x="102" y="0"/>
                  </a:cubicBezTo>
                  <a:cubicBezTo>
                    <a:pt x="131" y="0"/>
                    <a:pt x="153" y="9"/>
                    <a:pt x="169" y="28"/>
                  </a:cubicBezTo>
                  <a:cubicBezTo>
                    <a:pt x="185" y="47"/>
                    <a:pt x="193" y="74"/>
                    <a:pt x="193" y="108"/>
                  </a:cubicBezTo>
                  <a:lnTo>
                    <a:pt x="193" y="126"/>
                  </a:lnTo>
                  <a:close/>
                  <a:moveTo>
                    <a:pt x="157" y="96"/>
                  </a:moveTo>
                  <a:cubicBezTo>
                    <a:pt x="156" y="75"/>
                    <a:pt x="151" y="59"/>
                    <a:pt x="142" y="48"/>
                  </a:cubicBezTo>
                  <a:cubicBezTo>
                    <a:pt x="132" y="36"/>
                    <a:pt x="119" y="31"/>
                    <a:pt x="102" y="31"/>
                  </a:cubicBezTo>
                  <a:cubicBezTo>
                    <a:pt x="85" y="31"/>
                    <a:pt x="71" y="37"/>
                    <a:pt x="60" y="49"/>
                  </a:cubicBezTo>
                  <a:cubicBezTo>
                    <a:pt x="48" y="60"/>
                    <a:pt x="41" y="76"/>
                    <a:pt x="38" y="96"/>
                  </a:cubicBezTo>
                  <a:lnTo>
                    <a:pt x="157"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5" name="Freeform 37"/>
            <p:cNvSpPr>
              <a:spLocks/>
            </p:cNvSpPr>
            <p:nvPr userDrawn="1"/>
          </p:nvSpPr>
          <p:spPr bwMode="auto">
            <a:xfrm>
              <a:off x="5008" y="2879"/>
              <a:ext cx="432" cy="544"/>
            </a:xfrm>
            <a:custGeom>
              <a:avLst/>
              <a:gdLst>
                <a:gd name="T0" fmla="*/ 183 w 183"/>
                <a:gd name="T1" fmla="*/ 230 h 230"/>
                <a:gd name="T2" fmla="*/ 147 w 183"/>
                <a:gd name="T3" fmla="*/ 230 h 230"/>
                <a:gd name="T4" fmla="*/ 147 w 183"/>
                <a:gd name="T5" fmla="*/ 102 h 230"/>
                <a:gd name="T6" fmla="*/ 96 w 183"/>
                <a:gd name="T7" fmla="*/ 31 h 230"/>
                <a:gd name="T8" fmla="*/ 52 w 183"/>
                <a:gd name="T9" fmla="*/ 51 h 230"/>
                <a:gd name="T10" fmla="*/ 35 w 183"/>
                <a:gd name="T11" fmla="*/ 102 h 230"/>
                <a:gd name="T12" fmla="*/ 35 w 183"/>
                <a:gd name="T13" fmla="*/ 230 h 230"/>
                <a:gd name="T14" fmla="*/ 0 w 183"/>
                <a:gd name="T15" fmla="*/ 230 h 230"/>
                <a:gd name="T16" fmla="*/ 0 w 183"/>
                <a:gd name="T17" fmla="*/ 5 h 230"/>
                <a:gd name="T18" fmla="*/ 35 w 183"/>
                <a:gd name="T19" fmla="*/ 5 h 230"/>
                <a:gd name="T20" fmla="*/ 35 w 183"/>
                <a:gd name="T21" fmla="*/ 43 h 230"/>
                <a:gd name="T22" fmla="*/ 36 w 183"/>
                <a:gd name="T23" fmla="*/ 43 h 230"/>
                <a:gd name="T24" fmla="*/ 108 w 183"/>
                <a:gd name="T25" fmla="*/ 0 h 230"/>
                <a:gd name="T26" fmla="*/ 164 w 183"/>
                <a:gd name="T27" fmla="*/ 24 h 230"/>
                <a:gd name="T28" fmla="*/ 183 w 183"/>
                <a:gd name="T29" fmla="*/ 92 h 230"/>
                <a:gd name="T30" fmla="*/ 183 w 183"/>
                <a:gd name="T31" fmla="*/ 23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3" h="230">
                  <a:moveTo>
                    <a:pt x="183" y="230"/>
                  </a:moveTo>
                  <a:cubicBezTo>
                    <a:pt x="147" y="230"/>
                    <a:pt x="147" y="230"/>
                    <a:pt x="147" y="230"/>
                  </a:cubicBezTo>
                  <a:cubicBezTo>
                    <a:pt x="147" y="102"/>
                    <a:pt x="147" y="102"/>
                    <a:pt x="147" y="102"/>
                  </a:cubicBezTo>
                  <a:cubicBezTo>
                    <a:pt x="147" y="54"/>
                    <a:pt x="130" y="31"/>
                    <a:pt x="96" y="31"/>
                  </a:cubicBezTo>
                  <a:cubicBezTo>
                    <a:pt x="79" y="31"/>
                    <a:pt x="64" y="37"/>
                    <a:pt x="52" y="51"/>
                  </a:cubicBezTo>
                  <a:cubicBezTo>
                    <a:pt x="41" y="64"/>
                    <a:pt x="35" y="81"/>
                    <a:pt x="35" y="102"/>
                  </a:cubicBezTo>
                  <a:cubicBezTo>
                    <a:pt x="35" y="230"/>
                    <a:pt x="35" y="230"/>
                    <a:pt x="35" y="230"/>
                  </a:cubicBezTo>
                  <a:cubicBezTo>
                    <a:pt x="0" y="230"/>
                    <a:pt x="0" y="230"/>
                    <a:pt x="0" y="230"/>
                  </a:cubicBezTo>
                  <a:cubicBezTo>
                    <a:pt x="0" y="5"/>
                    <a:pt x="0" y="5"/>
                    <a:pt x="0" y="5"/>
                  </a:cubicBezTo>
                  <a:cubicBezTo>
                    <a:pt x="35" y="5"/>
                    <a:pt x="35" y="5"/>
                    <a:pt x="35" y="5"/>
                  </a:cubicBezTo>
                  <a:cubicBezTo>
                    <a:pt x="35" y="43"/>
                    <a:pt x="35" y="43"/>
                    <a:pt x="35" y="43"/>
                  </a:cubicBezTo>
                  <a:cubicBezTo>
                    <a:pt x="36" y="43"/>
                    <a:pt x="36" y="43"/>
                    <a:pt x="36" y="43"/>
                  </a:cubicBezTo>
                  <a:cubicBezTo>
                    <a:pt x="52" y="14"/>
                    <a:pt x="76" y="0"/>
                    <a:pt x="108" y="0"/>
                  </a:cubicBezTo>
                  <a:cubicBezTo>
                    <a:pt x="132" y="0"/>
                    <a:pt x="151" y="8"/>
                    <a:pt x="164" y="24"/>
                  </a:cubicBezTo>
                  <a:cubicBezTo>
                    <a:pt x="176" y="40"/>
                    <a:pt x="183" y="63"/>
                    <a:pt x="183" y="92"/>
                  </a:cubicBezTo>
                  <a:lnTo>
                    <a:pt x="183" y="2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6" name="Freeform 38"/>
            <p:cNvSpPr>
              <a:spLocks/>
            </p:cNvSpPr>
            <p:nvPr userDrawn="1"/>
          </p:nvSpPr>
          <p:spPr bwMode="auto">
            <a:xfrm>
              <a:off x="5559" y="2879"/>
              <a:ext cx="390" cy="556"/>
            </a:xfrm>
            <a:custGeom>
              <a:avLst/>
              <a:gdLst>
                <a:gd name="T0" fmla="*/ 165 w 165"/>
                <a:gd name="T1" fmla="*/ 219 h 235"/>
                <a:gd name="T2" fmla="*/ 104 w 165"/>
                <a:gd name="T3" fmla="*/ 235 h 235"/>
                <a:gd name="T4" fmla="*/ 50 w 165"/>
                <a:gd name="T5" fmla="*/ 221 h 235"/>
                <a:gd name="T6" fmla="*/ 13 w 165"/>
                <a:gd name="T7" fmla="*/ 181 h 235"/>
                <a:gd name="T8" fmla="*/ 0 w 165"/>
                <a:gd name="T9" fmla="*/ 123 h 235"/>
                <a:gd name="T10" fmla="*/ 31 w 165"/>
                <a:gd name="T11" fmla="*/ 34 h 235"/>
                <a:gd name="T12" fmla="*/ 114 w 165"/>
                <a:gd name="T13" fmla="*/ 0 h 235"/>
                <a:gd name="T14" fmla="*/ 165 w 165"/>
                <a:gd name="T15" fmla="*/ 11 h 235"/>
                <a:gd name="T16" fmla="*/ 165 w 165"/>
                <a:gd name="T17" fmla="*/ 48 h 235"/>
                <a:gd name="T18" fmla="*/ 113 w 165"/>
                <a:gd name="T19" fmla="*/ 31 h 235"/>
                <a:gd name="T20" fmla="*/ 57 w 165"/>
                <a:gd name="T21" fmla="*/ 55 h 235"/>
                <a:gd name="T22" fmla="*/ 36 w 165"/>
                <a:gd name="T23" fmla="*/ 120 h 235"/>
                <a:gd name="T24" fmla="*/ 56 w 165"/>
                <a:gd name="T25" fmla="*/ 182 h 235"/>
                <a:gd name="T26" fmla="*/ 111 w 165"/>
                <a:gd name="T27" fmla="*/ 204 h 235"/>
                <a:gd name="T28" fmla="*/ 165 w 165"/>
                <a:gd name="T29" fmla="*/ 185 h 235"/>
                <a:gd name="T30" fmla="*/ 165 w 165"/>
                <a:gd name="T31" fmla="*/ 21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5" h="235">
                  <a:moveTo>
                    <a:pt x="165" y="219"/>
                  </a:moveTo>
                  <a:cubicBezTo>
                    <a:pt x="148" y="230"/>
                    <a:pt x="128" y="235"/>
                    <a:pt x="104" y="235"/>
                  </a:cubicBezTo>
                  <a:cubicBezTo>
                    <a:pt x="84" y="235"/>
                    <a:pt x="66" y="230"/>
                    <a:pt x="50" y="221"/>
                  </a:cubicBezTo>
                  <a:cubicBezTo>
                    <a:pt x="34" y="212"/>
                    <a:pt x="22" y="198"/>
                    <a:pt x="13" y="181"/>
                  </a:cubicBezTo>
                  <a:cubicBezTo>
                    <a:pt x="4" y="164"/>
                    <a:pt x="0" y="144"/>
                    <a:pt x="0" y="123"/>
                  </a:cubicBezTo>
                  <a:cubicBezTo>
                    <a:pt x="0" y="86"/>
                    <a:pt x="10" y="56"/>
                    <a:pt x="31" y="34"/>
                  </a:cubicBezTo>
                  <a:cubicBezTo>
                    <a:pt x="52" y="11"/>
                    <a:pt x="80" y="0"/>
                    <a:pt x="114" y="0"/>
                  </a:cubicBezTo>
                  <a:cubicBezTo>
                    <a:pt x="134" y="0"/>
                    <a:pt x="151" y="4"/>
                    <a:pt x="165" y="11"/>
                  </a:cubicBezTo>
                  <a:cubicBezTo>
                    <a:pt x="165" y="48"/>
                    <a:pt x="165" y="48"/>
                    <a:pt x="165" y="48"/>
                  </a:cubicBezTo>
                  <a:cubicBezTo>
                    <a:pt x="149" y="36"/>
                    <a:pt x="131" y="31"/>
                    <a:pt x="113" y="31"/>
                  </a:cubicBezTo>
                  <a:cubicBezTo>
                    <a:pt x="90" y="31"/>
                    <a:pt x="71" y="39"/>
                    <a:pt x="57" y="55"/>
                  </a:cubicBezTo>
                  <a:cubicBezTo>
                    <a:pt x="43" y="72"/>
                    <a:pt x="36" y="93"/>
                    <a:pt x="36" y="120"/>
                  </a:cubicBezTo>
                  <a:cubicBezTo>
                    <a:pt x="36" y="146"/>
                    <a:pt x="42" y="167"/>
                    <a:pt x="56" y="182"/>
                  </a:cubicBezTo>
                  <a:cubicBezTo>
                    <a:pt x="70" y="197"/>
                    <a:pt x="88" y="204"/>
                    <a:pt x="111" y="204"/>
                  </a:cubicBezTo>
                  <a:cubicBezTo>
                    <a:pt x="130" y="204"/>
                    <a:pt x="148" y="198"/>
                    <a:pt x="165" y="185"/>
                  </a:cubicBezTo>
                  <a:lnTo>
                    <a:pt x="165"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7" name="Freeform 39"/>
            <p:cNvSpPr>
              <a:spLocks noEditPoints="1"/>
            </p:cNvSpPr>
            <p:nvPr userDrawn="1"/>
          </p:nvSpPr>
          <p:spPr bwMode="auto">
            <a:xfrm>
              <a:off x="6037" y="2879"/>
              <a:ext cx="454" cy="556"/>
            </a:xfrm>
            <a:custGeom>
              <a:avLst/>
              <a:gdLst>
                <a:gd name="T0" fmla="*/ 192 w 192"/>
                <a:gd name="T1" fmla="*/ 126 h 235"/>
                <a:gd name="T2" fmla="*/ 36 w 192"/>
                <a:gd name="T3" fmla="*/ 126 h 235"/>
                <a:gd name="T4" fmla="*/ 56 w 192"/>
                <a:gd name="T5" fmla="*/ 184 h 235"/>
                <a:gd name="T6" fmla="*/ 108 w 192"/>
                <a:gd name="T7" fmla="*/ 204 h 235"/>
                <a:gd name="T8" fmla="*/ 177 w 192"/>
                <a:gd name="T9" fmla="*/ 180 h 235"/>
                <a:gd name="T10" fmla="*/ 177 w 192"/>
                <a:gd name="T11" fmla="*/ 213 h 235"/>
                <a:gd name="T12" fmla="*/ 100 w 192"/>
                <a:gd name="T13" fmla="*/ 235 h 235"/>
                <a:gd name="T14" fmla="*/ 26 w 192"/>
                <a:gd name="T15" fmla="*/ 204 h 235"/>
                <a:gd name="T16" fmla="*/ 0 w 192"/>
                <a:gd name="T17" fmla="*/ 118 h 235"/>
                <a:gd name="T18" fmla="*/ 13 w 192"/>
                <a:gd name="T19" fmla="*/ 58 h 235"/>
                <a:gd name="T20" fmla="*/ 49 w 192"/>
                <a:gd name="T21" fmla="*/ 15 h 235"/>
                <a:gd name="T22" fmla="*/ 101 w 192"/>
                <a:gd name="T23" fmla="*/ 0 h 235"/>
                <a:gd name="T24" fmla="*/ 168 w 192"/>
                <a:gd name="T25" fmla="*/ 28 h 235"/>
                <a:gd name="T26" fmla="*/ 192 w 192"/>
                <a:gd name="T27" fmla="*/ 108 h 235"/>
                <a:gd name="T28" fmla="*/ 192 w 192"/>
                <a:gd name="T29" fmla="*/ 126 h 235"/>
                <a:gd name="T30" fmla="*/ 156 w 192"/>
                <a:gd name="T31" fmla="*/ 96 h 235"/>
                <a:gd name="T32" fmla="*/ 141 w 192"/>
                <a:gd name="T33" fmla="*/ 48 h 235"/>
                <a:gd name="T34" fmla="*/ 101 w 192"/>
                <a:gd name="T35" fmla="*/ 31 h 235"/>
                <a:gd name="T36" fmla="*/ 59 w 192"/>
                <a:gd name="T37" fmla="*/ 49 h 235"/>
                <a:gd name="T38" fmla="*/ 37 w 192"/>
                <a:gd name="T39" fmla="*/ 96 h 235"/>
                <a:gd name="T40" fmla="*/ 156 w 192"/>
                <a:gd name="T41" fmla="*/ 96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2" h="235">
                  <a:moveTo>
                    <a:pt x="192" y="126"/>
                  </a:moveTo>
                  <a:cubicBezTo>
                    <a:pt x="36" y="126"/>
                    <a:pt x="36" y="126"/>
                    <a:pt x="36" y="126"/>
                  </a:cubicBezTo>
                  <a:cubicBezTo>
                    <a:pt x="37" y="152"/>
                    <a:pt x="43" y="171"/>
                    <a:pt x="56" y="184"/>
                  </a:cubicBezTo>
                  <a:cubicBezTo>
                    <a:pt x="69" y="198"/>
                    <a:pt x="86" y="204"/>
                    <a:pt x="108" y="204"/>
                  </a:cubicBezTo>
                  <a:cubicBezTo>
                    <a:pt x="133" y="204"/>
                    <a:pt x="156" y="196"/>
                    <a:pt x="177" y="180"/>
                  </a:cubicBezTo>
                  <a:cubicBezTo>
                    <a:pt x="177" y="213"/>
                    <a:pt x="177" y="213"/>
                    <a:pt x="177" y="213"/>
                  </a:cubicBezTo>
                  <a:cubicBezTo>
                    <a:pt x="157" y="228"/>
                    <a:pt x="132" y="235"/>
                    <a:pt x="100" y="235"/>
                  </a:cubicBezTo>
                  <a:cubicBezTo>
                    <a:pt x="68" y="235"/>
                    <a:pt x="44" y="225"/>
                    <a:pt x="26" y="204"/>
                  </a:cubicBezTo>
                  <a:cubicBezTo>
                    <a:pt x="8" y="183"/>
                    <a:pt x="0" y="155"/>
                    <a:pt x="0" y="118"/>
                  </a:cubicBezTo>
                  <a:cubicBezTo>
                    <a:pt x="0" y="96"/>
                    <a:pt x="4" y="76"/>
                    <a:pt x="13" y="58"/>
                  </a:cubicBezTo>
                  <a:cubicBezTo>
                    <a:pt x="22" y="39"/>
                    <a:pt x="34" y="25"/>
                    <a:pt x="49" y="15"/>
                  </a:cubicBezTo>
                  <a:cubicBezTo>
                    <a:pt x="65" y="5"/>
                    <a:pt x="82" y="0"/>
                    <a:pt x="101" y="0"/>
                  </a:cubicBezTo>
                  <a:cubicBezTo>
                    <a:pt x="130" y="0"/>
                    <a:pt x="152" y="9"/>
                    <a:pt x="168" y="28"/>
                  </a:cubicBezTo>
                  <a:cubicBezTo>
                    <a:pt x="184" y="47"/>
                    <a:pt x="192" y="74"/>
                    <a:pt x="192" y="108"/>
                  </a:cubicBezTo>
                  <a:lnTo>
                    <a:pt x="192" y="126"/>
                  </a:lnTo>
                  <a:close/>
                  <a:moveTo>
                    <a:pt x="156" y="96"/>
                  </a:moveTo>
                  <a:cubicBezTo>
                    <a:pt x="156" y="75"/>
                    <a:pt x="151" y="59"/>
                    <a:pt x="141" y="48"/>
                  </a:cubicBezTo>
                  <a:cubicBezTo>
                    <a:pt x="132" y="36"/>
                    <a:pt x="118" y="31"/>
                    <a:pt x="101" y="31"/>
                  </a:cubicBezTo>
                  <a:cubicBezTo>
                    <a:pt x="84" y="31"/>
                    <a:pt x="70" y="37"/>
                    <a:pt x="59" y="49"/>
                  </a:cubicBezTo>
                  <a:cubicBezTo>
                    <a:pt x="47" y="60"/>
                    <a:pt x="40" y="76"/>
                    <a:pt x="37" y="96"/>
                  </a:cubicBezTo>
                  <a:lnTo>
                    <a:pt x="156"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8" name="Freeform 40"/>
            <p:cNvSpPr>
              <a:spLocks/>
            </p:cNvSpPr>
            <p:nvPr userDrawn="1"/>
          </p:nvSpPr>
          <p:spPr bwMode="auto">
            <a:xfrm>
              <a:off x="1388" y="3830"/>
              <a:ext cx="282" cy="404"/>
            </a:xfrm>
            <a:custGeom>
              <a:avLst/>
              <a:gdLst>
                <a:gd name="T0" fmla="*/ 282 w 282"/>
                <a:gd name="T1" fmla="*/ 42 h 404"/>
                <a:gd name="T2" fmla="*/ 166 w 282"/>
                <a:gd name="T3" fmla="*/ 42 h 404"/>
                <a:gd name="T4" fmla="*/ 166 w 282"/>
                <a:gd name="T5" fmla="*/ 404 h 404"/>
                <a:gd name="T6" fmla="*/ 119 w 282"/>
                <a:gd name="T7" fmla="*/ 404 h 404"/>
                <a:gd name="T8" fmla="*/ 119 w 282"/>
                <a:gd name="T9" fmla="*/ 42 h 404"/>
                <a:gd name="T10" fmla="*/ 0 w 282"/>
                <a:gd name="T11" fmla="*/ 42 h 404"/>
                <a:gd name="T12" fmla="*/ 0 w 282"/>
                <a:gd name="T13" fmla="*/ 0 h 404"/>
                <a:gd name="T14" fmla="*/ 282 w 282"/>
                <a:gd name="T15" fmla="*/ 0 h 404"/>
                <a:gd name="T16" fmla="*/ 282 w 282"/>
                <a:gd name="T17" fmla="*/ 42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2" h="404">
                  <a:moveTo>
                    <a:pt x="282" y="42"/>
                  </a:moveTo>
                  <a:lnTo>
                    <a:pt x="166" y="42"/>
                  </a:lnTo>
                  <a:lnTo>
                    <a:pt x="166" y="404"/>
                  </a:lnTo>
                  <a:lnTo>
                    <a:pt x="119" y="404"/>
                  </a:lnTo>
                  <a:lnTo>
                    <a:pt x="119" y="42"/>
                  </a:lnTo>
                  <a:lnTo>
                    <a:pt x="0" y="42"/>
                  </a:lnTo>
                  <a:lnTo>
                    <a:pt x="0" y="0"/>
                  </a:lnTo>
                  <a:lnTo>
                    <a:pt x="282" y="0"/>
                  </a:lnTo>
                  <a:lnTo>
                    <a:pt x="282"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9" name="Freeform 41"/>
            <p:cNvSpPr>
              <a:spLocks noEditPoints="1"/>
            </p:cNvSpPr>
            <p:nvPr userDrawn="1"/>
          </p:nvSpPr>
          <p:spPr bwMode="auto">
            <a:xfrm>
              <a:off x="1646" y="3939"/>
              <a:ext cx="284" cy="302"/>
            </a:xfrm>
            <a:custGeom>
              <a:avLst/>
              <a:gdLst>
                <a:gd name="T0" fmla="*/ 120 w 120"/>
                <a:gd name="T1" fmla="*/ 64 h 128"/>
                <a:gd name="T2" fmla="*/ 104 w 120"/>
                <a:gd name="T3" fmla="*/ 110 h 128"/>
                <a:gd name="T4" fmla="*/ 59 w 120"/>
                <a:gd name="T5" fmla="*/ 128 h 128"/>
                <a:gd name="T6" fmla="*/ 16 w 120"/>
                <a:gd name="T7" fmla="*/ 111 h 128"/>
                <a:gd name="T8" fmla="*/ 0 w 120"/>
                <a:gd name="T9" fmla="*/ 65 h 128"/>
                <a:gd name="T10" fmla="*/ 16 w 120"/>
                <a:gd name="T11" fmla="*/ 18 h 128"/>
                <a:gd name="T12" fmla="*/ 62 w 120"/>
                <a:gd name="T13" fmla="*/ 0 h 128"/>
                <a:gd name="T14" fmla="*/ 105 w 120"/>
                <a:gd name="T15" fmla="*/ 17 h 128"/>
                <a:gd name="T16" fmla="*/ 120 w 120"/>
                <a:gd name="T17" fmla="*/ 64 h 128"/>
                <a:gd name="T18" fmla="*/ 100 w 120"/>
                <a:gd name="T19" fmla="*/ 64 h 128"/>
                <a:gd name="T20" fmla="*/ 90 w 120"/>
                <a:gd name="T21" fmla="*/ 29 h 128"/>
                <a:gd name="T22" fmla="*/ 61 w 120"/>
                <a:gd name="T23" fmla="*/ 17 h 128"/>
                <a:gd name="T24" fmla="*/ 31 w 120"/>
                <a:gd name="T25" fmla="*/ 29 h 128"/>
                <a:gd name="T26" fmla="*/ 20 w 120"/>
                <a:gd name="T27" fmla="*/ 65 h 128"/>
                <a:gd name="T28" fmla="*/ 31 w 120"/>
                <a:gd name="T29" fmla="*/ 99 h 128"/>
                <a:gd name="T30" fmla="*/ 61 w 120"/>
                <a:gd name="T31" fmla="*/ 111 h 128"/>
                <a:gd name="T32" fmla="*/ 90 w 120"/>
                <a:gd name="T33" fmla="*/ 99 h 128"/>
                <a:gd name="T34" fmla="*/ 100 w 120"/>
                <a:gd name="T35"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20" y="64"/>
                  </a:moveTo>
                  <a:cubicBezTo>
                    <a:pt x="120" y="83"/>
                    <a:pt x="115" y="99"/>
                    <a:pt x="104" y="110"/>
                  </a:cubicBezTo>
                  <a:cubicBezTo>
                    <a:pt x="93" y="122"/>
                    <a:pt x="78" y="128"/>
                    <a:pt x="59" y="128"/>
                  </a:cubicBezTo>
                  <a:cubicBezTo>
                    <a:pt x="41" y="128"/>
                    <a:pt x="27" y="122"/>
                    <a:pt x="16" y="111"/>
                  </a:cubicBezTo>
                  <a:cubicBezTo>
                    <a:pt x="5" y="99"/>
                    <a:pt x="0" y="84"/>
                    <a:pt x="0" y="65"/>
                  </a:cubicBezTo>
                  <a:cubicBezTo>
                    <a:pt x="0" y="45"/>
                    <a:pt x="5" y="29"/>
                    <a:pt x="16" y="18"/>
                  </a:cubicBezTo>
                  <a:cubicBezTo>
                    <a:pt x="27" y="6"/>
                    <a:pt x="43" y="0"/>
                    <a:pt x="62" y="0"/>
                  </a:cubicBezTo>
                  <a:cubicBezTo>
                    <a:pt x="80" y="0"/>
                    <a:pt x="94" y="6"/>
                    <a:pt x="105" y="17"/>
                  </a:cubicBezTo>
                  <a:cubicBezTo>
                    <a:pt x="115" y="28"/>
                    <a:pt x="120" y="44"/>
                    <a:pt x="120" y="64"/>
                  </a:cubicBezTo>
                  <a:close/>
                  <a:moveTo>
                    <a:pt x="100" y="64"/>
                  </a:moveTo>
                  <a:cubicBezTo>
                    <a:pt x="100" y="49"/>
                    <a:pt x="97" y="37"/>
                    <a:pt x="90" y="29"/>
                  </a:cubicBezTo>
                  <a:cubicBezTo>
                    <a:pt x="83" y="21"/>
                    <a:pt x="73" y="17"/>
                    <a:pt x="61" y="17"/>
                  </a:cubicBezTo>
                  <a:cubicBezTo>
                    <a:pt x="48" y="17"/>
                    <a:pt x="38" y="21"/>
                    <a:pt x="31" y="29"/>
                  </a:cubicBezTo>
                  <a:cubicBezTo>
                    <a:pt x="24" y="38"/>
                    <a:pt x="20" y="50"/>
                    <a:pt x="20" y="65"/>
                  </a:cubicBezTo>
                  <a:cubicBezTo>
                    <a:pt x="20" y="79"/>
                    <a:pt x="24" y="91"/>
                    <a:pt x="31" y="99"/>
                  </a:cubicBezTo>
                  <a:cubicBezTo>
                    <a:pt x="38" y="107"/>
                    <a:pt x="48" y="111"/>
                    <a:pt x="61" y="111"/>
                  </a:cubicBezTo>
                  <a:cubicBezTo>
                    <a:pt x="73" y="111"/>
                    <a:pt x="83" y="107"/>
                    <a:pt x="90" y="99"/>
                  </a:cubicBezTo>
                  <a:cubicBezTo>
                    <a:pt x="97" y="91"/>
                    <a:pt x="100" y="79"/>
                    <a:pt x="10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0" name="Freeform 42"/>
            <p:cNvSpPr>
              <a:spLocks/>
            </p:cNvSpPr>
            <p:nvPr userDrawn="1"/>
          </p:nvSpPr>
          <p:spPr bwMode="auto">
            <a:xfrm>
              <a:off x="2001" y="3941"/>
              <a:ext cx="151" cy="293"/>
            </a:xfrm>
            <a:custGeom>
              <a:avLst/>
              <a:gdLst>
                <a:gd name="T0" fmla="*/ 64 w 64"/>
                <a:gd name="T1" fmla="*/ 22 h 124"/>
                <a:gd name="T2" fmla="*/ 49 w 64"/>
                <a:gd name="T3" fmla="*/ 18 h 124"/>
                <a:gd name="T4" fmla="*/ 28 w 64"/>
                <a:gd name="T5" fmla="*/ 30 h 124"/>
                <a:gd name="T6" fmla="*/ 20 w 64"/>
                <a:gd name="T7" fmla="*/ 62 h 124"/>
                <a:gd name="T8" fmla="*/ 20 w 64"/>
                <a:gd name="T9" fmla="*/ 124 h 124"/>
                <a:gd name="T10" fmla="*/ 0 w 64"/>
                <a:gd name="T11" fmla="*/ 124 h 124"/>
                <a:gd name="T12" fmla="*/ 0 w 64"/>
                <a:gd name="T13" fmla="*/ 2 h 124"/>
                <a:gd name="T14" fmla="*/ 20 w 64"/>
                <a:gd name="T15" fmla="*/ 2 h 124"/>
                <a:gd name="T16" fmla="*/ 20 w 64"/>
                <a:gd name="T17" fmla="*/ 27 h 124"/>
                <a:gd name="T18" fmla="*/ 20 w 64"/>
                <a:gd name="T19" fmla="*/ 27 h 124"/>
                <a:gd name="T20" fmla="*/ 33 w 64"/>
                <a:gd name="T21" fmla="*/ 7 h 124"/>
                <a:gd name="T22" fmla="*/ 52 w 64"/>
                <a:gd name="T23" fmla="*/ 0 h 124"/>
                <a:gd name="T24" fmla="*/ 64 w 64"/>
                <a:gd name="T25" fmla="*/ 2 h 124"/>
                <a:gd name="T26" fmla="*/ 64 w 64"/>
                <a:gd name="T27" fmla="*/ 22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 h="124">
                  <a:moveTo>
                    <a:pt x="64" y="22"/>
                  </a:moveTo>
                  <a:cubicBezTo>
                    <a:pt x="61" y="19"/>
                    <a:pt x="56" y="18"/>
                    <a:pt x="49" y="18"/>
                  </a:cubicBezTo>
                  <a:cubicBezTo>
                    <a:pt x="40" y="18"/>
                    <a:pt x="33" y="22"/>
                    <a:pt x="28" y="30"/>
                  </a:cubicBezTo>
                  <a:cubicBezTo>
                    <a:pt x="23" y="38"/>
                    <a:pt x="20" y="49"/>
                    <a:pt x="20" y="62"/>
                  </a:cubicBezTo>
                  <a:cubicBezTo>
                    <a:pt x="20" y="124"/>
                    <a:pt x="20" y="124"/>
                    <a:pt x="20" y="124"/>
                  </a:cubicBezTo>
                  <a:cubicBezTo>
                    <a:pt x="0" y="124"/>
                    <a:pt x="0" y="124"/>
                    <a:pt x="0" y="124"/>
                  </a:cubicBezTo>
                  <a:cubicBezTo>
                    <a:pt x="0" y="2"/>
                    <a:pt x="0" y="2"/>
                    <a:pt x="0" y="2"/>
                  </a:cubicBezTo>
                  <a:cubicBezTo>
                    <a:pt x="20" y="2"/>
                    <a:pt x="20" y="2"/>
                    <a:pt x="20" y="2"/>
                  </a:cubicBezTo>
                  <a:cubicBezTo>
                    <a:pt x="20" y="27"/>
                    <a:pt x="20" y="27"/>
                    <a:pt x="20" y="27"/>
                  </a:cubicBezTo>
                  <a:cubicBezTo>
                    <a:pt x="20" y="27"/>
                    <a:pt x="20" y="27"/>
                    <a:pt x="20" y="27"/>
                  </a:cubicBezTo>
                  <a:cubicBezTo>
                    <a:pt x="23" y="19"/>
                    <a:pt x="27" y="12"/>
                    <a:pt x="33" y="7"/>
                  </a:cubicBezTo>
                  <a:cubicBezTo>
                    <a:pt x="39" y="2"/>
                    <a:pt x="45" y="0"/>
                    <a:pt x="52" y="0"/>
                  </a:cubicBezTo>
                  <a:cubicBezTo>
                    <a:pt x="57" y="0"/>
                    <a:pt x="61" y="0"/>
                    <a:pt x="64" y="2"/>
                  </a:cubicBezTo>
                  <a:lnTo>
                    <a:pt x="6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1" name="Freeform 43"/>
            <p:cNvSpPr>
              <a:spLocks noEditPoints="1"/>
            </p:cNvSpPr>
            <p:nvPr userDrawn="1"/>
          </p:nvSpPr>
          <p:spPr bwMode="auto">
            <a:xfrm>
              <a:off x="2174" y="3939"/>
              <a:ext cx="283" cy="302"/>
            </a:xfrm>
            <a:custGeom>
              <a:avLst/>
              <a:gdLst>
                <a:gd name="T0" fmla="*/ 120 w 120"/>
                <a:gd name="T1" fmla="*/ 64 h 128"/>
                <a:gd name="T2" fmla="*/ 104 w 120"/>
                <a:gd name="T3" fmla="*/ 110 h 128"/>
                <a:gd name="T4" fmla="*/ 59 w 120"/>
                <a:gd name="T5" fmla="*/ 128 h 128"/>
                <a:gd name="T6" fmla="*/ 16 w 120"/>
                <a:gd name="T7" fmla="*/ 111 h 128"/>
                <a:gd name="T8" fmla="*/ 0 w 120"/>
                <a:gd name="T9" fmla="*/ 65 h 128"/>
                <a:gd name="T10" fmla="*/ 16 w 120"/>
                <a:gd name="T11" fmla="*/ 18 h 128"/>
                <a:gd name="T12" fmla="*/ 62 w 120"/>
                <a:gd name="T13" fmla="*/ 0 h 128"/>
                <a:gd name="T14" fmla="*/ 105 w 120"/>
                <a:gd name="T15" fmla="*/ 17 h 128"/>
                <a:gd name="T16" fmla="*/ 120 w 120"/>
                <a:gd name="T17" fmla="*/ 64 h 128"/>
                <a:gd name="T18" fmla="*/ 100 w 120"/>
                <a:gd name="T19" fmla="*/ 64 h 128"/>
                <a:gd name="T20" fmla="*/ 90 w 120"/>
                <a:gd name="T21" fmla="*/ 29 h 128"/>
                <a:gd name="T22" fmla="*/ 61 w 120"/>
                <a:gd name="T23" fmla="*/ 17 h 128"/>
                <a:gd name="T24" fmla="*/ 31 w 120"/>
                <a:gd name="T25" fmla="*/ 29 h 128"/>
                <a:gd name="T26" fmla="*/ 20 w 120"/>
                <a:gd name="T27" fmla="*/ 65 h 128"/>
                <a:gd name="T28" fmla="*/ 31 w 120"/>
                <a:gd name="T29" fmla="*/ 99 h 128"/>
                <a:gd name="T30" fmla="*/ 61 w 120"/>
                <a:gd name="T31" fmla="*/ 111 h 128"/>
                <a:gd name="T32" fmla="*/ 90 w 120"/>
                <a:gd name="T33" fmla="*/ 99 h 128"/>
                <a:gd name="T34" fmla="*/ 100 w 120"/>
                <a:gd name="T35"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20" y="64"/>
                  </a:moveTo>
                  <a:cubicBezTo>
                    <a:pt x="120" y="83"/>
                    <a:pt x="115" y="99"/>
                    <a:pt x="104" y="110"/>
                  </a:cubicBezTo>
                  <a:cubicBezTo>
                    <a:pt x="93" y="122"/>
                    <a:pt x="78" y="128"/>
                    <a:pt x="59" y="128"/>
                  </a:cubicBezTo>
                  <a:cubicBezTo>
                    <a:pt x="41" y="128"/>
                    <a:pt x="27" y="122"/>
                    <a:pt x="16" y="111"/>
                  </a:cubicBezTo>
                  <a:cubicBezTo>
                    <a:pt x="5" y="99"/>
                    <a:pt x="0" y="84"/>
                    <a:pt x="0" y="65"/>
                  </a:cubicBezTo>
                  <a:cubicBezTo>
                    <a:pt x="0" y="45"/>
                    <a:pt x="5" y="29"/>
                    <a:pt x="16" y="18"/>
                  </a:cubicBezTo>
                  <a:cubicBezTo>
                    <a:pt x="27" y="6"/>
                    <a:pt x="43" y="0"/>
                    <a:pt x="62" y="0"/>
                  </a:cubicBezTo>
                  <a:cubicBezTo>
                    <a:pt x="80" y="0"/>
                    <a:pt x="94" y="6"/>
                    <a:pt x="105" y="17"/>
                  </a:cubicBezTo>
                  <a:cubicBezTo>
                    <a:pt x="115" y="28"/>
                    <a:pt x="120" y="44"/>
                    <a:pt x="120" y="64"/>
                  </a:cubicBezTo>
                  <a:close/>
                  <a:moveTo>
                    <a:pt x="100" y="64"/>
                  </a:moveTo>
                  <a:cubicBezTo>
                    <a:pt x="100" y="49"/>
                    <a:pt x="97" y="37"/>
                    <a:pt x="90" y="29"/>
                  </a:cubicBezTo>
                  <a:cubicBezTo>
                    <a:pt x="83" y="21"/>
                    <a:pt x="73" y="17"/>
                    <a:pt x="61" y="17"/>
                  </a:cubicBezTo>
                  <a:cubicBezTo>
                    <a:pt x="48" y="17"/>
                    <a:pt x="38" y="21"/>
                    <a:pt x="31" y="29"/>
                  </a:cubicBezTo>
                  <a:cubicBezTo>
                    <a:pt x="24" y="38"/>
                    <a:pt x="20" y="50"/>
                    <a:pt x="20" y="65"/>
                  </a:cubicBezTo>
                  <a:cubicBezTo>
                    <a:pt x="20" y="79"/>
                    <a:pt x="24" y="91"/>
                    <a:pt x="31" y="99"/>
                  </a:cubicBezTo>
                  <a:cubicBezTo>
                    <a:pt x="38" y="107"/>
                    <a:pt x="48" y="111"/>
                    <a:pt x="61" y="111"/>
                  </a:cubicBezTo>
                  <a:cubicBezTo>
                    <a:pt x="73" y="111"/>
                    <a:pt x="83" y="107"/>
                    <a:pt x="90" y="99"/>
                  </a:cubicBezTo>
                  <a:cubicBezTo>
                    <a:pt x="97" y="91"/>
                    <a:pt x="100" y="79"/>
                    <a:pt x="10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2" name="Freeform 44"/>
            <p:cNvSpPr>
              <a:spLocks/>
            </p:cNvSpPr>
            <p:nvPr userDrawn="1"/>
          </p:nvSpPr>
          <p:spPr bwMode="auto">
            <a:xfrm>
              <a:off x="2528" y="3939"/>
              <a:ext cx="242" cy="295"/>
            </a:xfrm>
            <a:custGeom>
              <a:avLst/>
              <a:gdLst>
                <a:gd name="T0" fmla="*/ 102 w 102"/>
                <a:gd name="T1" fmla="*/ 125 h 125"/>
                <a:gd name="T2" fmla="*/ 82 w 102"/>
                <a:gd name="T3" fmla="*/ 125 h 125"/>
                <a:gd name="T4" fmla="*/ 82 w 102"/>
                <a:gd name="T5" fmla="*/ 55 h 125"/>
                <a:gd name="T6" fmla="*/ 54 w 102"/>
                <a:gd name="T7" fmla="*/ 17 h 125"/>
                <a:gd name="T8" fmla="*/ 30 w 102"/>
                <a:gd name="T9" fmla="*/ 28 h 125"/>
                <a:gd name="T10" fmla="*/ 20 w 102"/>
                <a:gd name="T11" fmla="*/ 55 h 125"/>
                <a:gd name="T12" fmla="*/ 20 w 102"/>
                <a:gd name="T13" fmla="*/ 125 h 125"/>
                <a:gd name="T14" fmla="*/ 0 w 102"/>
                <a:gd name="T15" fmla="*/ 125 h 125"/>
                <a:gd name="T16" fmla="*/ 0 w 102"/>
                <a:gd name="T17" fmla="*/ 3 h 125"/>
                <a:gd name="T18" fmla="*/ 20 w 102"/>
                <a:gd name="T19" fmla="*/ 3 h 125"/>
                <a:gd name="T20" fmla="*/ 20 w 102"/>
                <a:gd name="T21" fmla="*/ 23 h 125"/>
                <a:gd name="T22" fmla="*/ 20 w 102"/>
                <a:gd name="T23" fmla="*/ 23 h 125"/>
                <a:gd name="T24" fmla="*/ 60 w 102"/>
                <a:gd name="T25" fmla="*/ 0 h 125"/>
                <a:gd name="T26" fmla="*/ 91 w 102"/>
                <a:gd name="T27" fmla="*/ 13 h 125"/>
                <a:gd name="T28" fmla="*/ 102 w 102"/>
                <a:gd name="T29" fmla="*/ 50 h 125"/>
                <a:gd name="T30" fmla="*/ 102 w 102"/>
                <a:gd name="T31"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2" h="125">
                  <a:moveTo>
                    <a:pt x="102" y="125"/>
                  </a:moveTo>
                  <a:cubicBezTo>
                    <a:pt x="82" y="125"/>
                    <a:pt x="82" y="125"/>
                    <a:pt x="82" y="125"/>
                  </a:cubicBezTo>
                  <a:cubicBezTo>
                    <a:pt x="82" y="55"/>
                    <a:pt x="82" y="55"/>
                    <a:pt x="82" y="55"/>
                  </a:cubicBezTo>
                  <a:cubicBezTo>
                    <a:pt x="82" y="30"/>
                    <a:pt x="73" y="17"/>
                    <a:pt x="54" y="17"/>
                  </a:cubicBezTo>
                  <a:cubicBezTo>
                    <a:pt x="44" y="17"/>
                    <a:pt x="36" y="20"/>
                    <a:pt x="30" y="28"/>
                  </a:cubicBezTo>
                  <a:cubicBezTo>
                    <a:pt x="23" y="35"/>
                    <a:pt x="20" y="44"/>
                    <a:pt x="20" y="55"/>
                  </a:cubicBezTo>
                  <a:cubicBezTo>
                    <a:pt x="20" y="125"/>
                    <a:pt x="20" y="125"/>
                    <a:pt x="20" y="125"/>
                  </a:cubicBezTo>
                  <a:cubicBezTo>
                    <a:pt x="0" y="125"/>
                    <a:pt x="0" y="125"/>
                    <a:pt x="0" y="125"/>
                  </a:cubicBezTo>
                  <a:cubicBezTo>
                    <a:pt x="0" y="3"/>
                    <a:pt x="0" y="3"/>
                    <a:pt x="0" y="3"/>
                  </a:cubicBezTo>
                  <a:cubicBezTo>
                    <a:pt x="20" y="3"/>
                    <a:pt x="20" y="3"/>
                    <a:pt x="20" y="3"/>
                  </a:cubicBezTo>
                  <a:cubicBezTo>
                    <a:pt x="20" y="23"/>
                    <a:pt x="20" y="23"/>
                    <a:pt x="20" y="23"/>
                  </a:cubicBezTo>
                  <a:cubicBezTo>
                    <a:pt x="20" y="23"/>
                    <a:pt x="20" y="23"/>
                    <a:pt x="20" y="23"/>
                  </a:cubicBezTo>
                  <a:cubicBezTo>
                    <a:pt x="29" y="8"/>
                    <a:pt x="43" y="0"/>
                    <a:pt x="60" y="0"/>
                  </a:cubicBezTo>
                  <a:cubicBezTo>
                    <a:pt x="74" y="0"/>
                    <a:pt x="84" y="4"/>
                    <a:pt x="91" y="13"/>
                  </a:cubicBezTo>
                  <a:cubicBezTo>
                    <a:pt x="98" y="22"/>
                    <a:pt x="102" y="34"/>
                    <a:pt x="102" y="50"/>
                  </a:cubicBezTo>
                  <a:lnTo>
                    <a:pt x="102"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3" name="Freeform 45"/>
            <p:cNvSpPr>
              <a:spLocks/>
            </p:cNvSpPr>
            <p:nvPr userDrawn="1"/>
          </p:nvSpPr>
          <p:spPr bwMode="auto">
            <a:xfrm>
              <a:off x="2822" y="3861"/>
              <a:ext cx="168" cy="380"/>
            </a:xfrm>
            <a:custGeom>
              <a:avLst/>
              <a:gdLst>
                <a:gd name="T0" fmla="*/ 71 w 71"/>
                <a:gd name="T1" fmla="*/ 157 h 161"/>
                <a:gd name="T2" fmla="*/ 53 w 71"/>
                <a:gd name="T3" fmla="*/ 161 h 161"/>
                <a:gd name="T4" fmla="*/ 21 w 71"/>
                <a:gd name="T5" fmla="*/ 125 h 161"/>
                <a:gd name="T6" fmla="*/ 21 w 71"/>
                <a:gd name="T7" fmla="*/ 53 h 161"/>
                <a:gd name="T8" fmla="*/ 0 w 71"/>
                <a:gd name="T9" fmla="*/ 53 h 161"/>
                <a:gd name="T10" fmla="*/ 0 w 71"/>
                <a:gd name="T11" fmla="*/ 36 h 161"/>
                <a:gd name="T12" fmla="*/ 21 w 71"/>
                <a:gd name="T13" fmla="*/ 36 h 161"/>
                <a:gd name="T14" fmla="*/ 21 w 71"/>
                <a:gd name="T15" fmla="*/ 6 h 161"/>
                <a:gd name="T16" fmla="*/ 40 w 71"/>
                <a:gd name="T17" fmla="*/ 0 h 161"/>
                <a:gd name="T18" fmla="*/ 40 w 71"/>
                <a:gd name="T19" fmla="*/ 36 h 161"/>
                <a:gd name="T20" fmla="*/ 71 w 71"/>
                <a:gd name="T21" fmla="*/ 36 h 161"/>
                <a:gd name="T22" fmla="*/ 71 w 71"/>
                <a:gd name="T23" fmla="*/ 53 h 161"/>
                <a:gd name="T24" fmla="*/ 40 w 71"/>
                <a:gd name="T25" fmla="*/ 53 h 161"/>
                <a:gd name="T26" fmla="*/ 40 w 71"/>
                <a:gd name="T27" fmla="*/ 122 h 161"/>
                <a:gd name="T28" fmla="*/ 45 w 71"/>
                <a:gd name="T29" fmla="*/ 139 h 161"/>
                <a:gd name="T30" fmla="*/ 59 w 71"/>
                <a:gd name="T31" fmla="*/ 144 h 161"/>
                <a:gd name="T32" fmla="*/ 71 w 71"/>
                <a:gd name="T33" fmla="*/ 140 h 161"/>
                <a:gd name="T34" fmla="*/ 71 w 71"/>
                <a:gd name="T35" fmla="*/ 157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1" h="161">
                  <a:moveTo>
                    <a:pt x="71" y="157"/>
                  </a:moveTo>
                  <a:cubicBezTo>
                    <a:pt x="66" y="160"/>
                    <a:pt x="60" y="161"/>
                    <a:pt x="53" y="161"/>
                  </a:cubicBezTo>
                  <a:cubicBezTo>
                    <a:pt x="31" y="161"/>
                    <a:pt x="21" y="149"/>
                    <a:pt x="21" y="125"/>
                  </a:cubicBezTo>
                  <a:cubicBezTo>
                    <a:pt x="21" y="53"/>
                    <a:pt x="21" y="53"/>
                    <a:pt x="21" y="53"/>
                  </a:cubicBezTo>
                  <a:cubicBezTo>
                    <a:pt x="0" y="53"/>
                    <a:pt x="0" y="53"/>
                    <a:pt x="0" y="53"/>
                  </a:cubicBezTo>
                  <a:cubicBezTo>
                    <a:pt x="0" y="36"/>
                    <a:pt x="0" y="36"/>
                    <a:pt x="0" y="36"/>
                  </a:cubicBezTo>
                  <a:cubicBezTo>
                    <a:pt x="21" y="36"/>
                    <a:pt x="21" y="36"/>
                    <a:pt x="21" y="36"/>
                  </a:cubicBezTo>
                  <a:cubicBezTo>
                    <a:pt x="21" y="6"/>
                    <a:pt x="21" y="6"/>
                    <a:pt x="21" y="6"/>
                  </a:cubicBezTo>
                  <a:cubicBezTo>
                    <a:pt x="40" y="0"/>
                    <a:pt x="40" y="0"/>
                    <a:pt x="40" y="0"/>
                  </a:cubicBezTo>
                  <a:cubicBezTo>
                    <a:pt x="40" y="36"/>
                    <a:pt x="40" y="36"/>
                    <a:pt x="40" y="36"/>
                  </a:cubicBezTo>
                  <a:cubicBezTo>
                    <a:pt x="71" y="36"/>
                    <a:pt x="71" y="36"/>
                    <a:pt x="71" y="36"/>
                  </a:cubicBezTo>
                  <a:cubicBezTo>
                    <a:pt x="71" y="53"/>
                    <a:pt x="71" y="53"/>
                    <a:pt x="71" y="53"/>
                  </a:cubicBezTo>
                  <a:cubicBezTo>
                    <a:pt x="40" y="53"/>
                    <a:pt x="40" y="53"/>
                    <a:pt x="40" y="53"/>
                  </a:cubicBezTo>
                  <a:cubicBezTo>
                    <a:pt x="40" y="122"/>
                    <a:pt x="40" y="122"/>
                    <a:pt x="40" y="122"/>
                  </a:cubicBezTo>
                  <a:cubicBezTo>
                    <a:pt x="40" y="130"/>
                    <a:pt x="42" y="136"/>
                    <a:pt x="45" y="139"/>
                  </a:cubicBezTo>
                  <a:cubicBezTo>
                    <a:pt x="47" y="142"/>
                    <a:pt x="52" y="144"/>
                    <a:pt x="59" y="144"/>
                  </a:cubicBezTo>
                  <a:cubicBezTo>
                    <a:pt x="63" y="144"/>
                    <a:pt x="68" y="143"/>
                    <a:pt x="71" y="140"/>
                  </a:cubicBezTo>
                  <a:lnTo>
                    <a:pt x="71"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4" name="Freeform 46"/>
            <p:cNvSpPr>
              <a:spLocks noEditPoints="1"/>
            </p:cNvSpPr>
            <p:nvPr userDrawn="1"/>
          </p:nvSpPr>
          <p:spPr bwMode="auto">
            <a:xfrm>
              <a:off x="3030" y="3939"/>
              <a:ext cx="284" cy="302"/>
            </a:xfrm>
            <a:custGeom>
              <a:avLst/>
              <a:gdLst>
                <a:gd name="T0" fmla="*/ 120 w 120"/>
                <a:gd name="T1" fmla="*/ 64 h 128"/>
                <a:gd name="T2" fmla="*/ 104 w 120"/>
                <a:gd name="T3" fmla="*/ 110 h 128"/>
                <a:gd name="T4" fmla="*/ 59 w 120"/>
                <a:gd name="T5" fmla="*/ 128 h 128"/>
                <a:gd name="T6" fmla="*/ 16 w 120"/>
                <a:gd name="T7" fmla="*/ 111 h 128"/>
                <a:gd name="T8" fmla="*/ 0 w 120"/>
                <a:gd name="T9" fmla="*/ 65 h 128"/>
                <a:gd name="T10" fmla="*/ 17 w 120"/>
                <a:gd name="T11" fmla="*/ 18 h 128"/>
                <a:gd name="T12" fmla="*/ 62 w 120"/>
                <a:gd name="T13" fmla="*/ 0 h 128"/>
                <a:gd name="T14" fmla="*/ 105 w 120"/>
                <a:gd name="T15" fmla="*/ 17 h 128"/>
                <a:gd name="T16" fmla="*/ 120 w 120"/>
                <a:gd name="T17" fmla="*/ 64 h 128"/>
                <a:gd name="T18" fmla="*/ 100 w 120"/>
                <a:gd name="T19" fmla="*/ 64 h 128"/>
                <a:gd name="T20" fmla="*/ 90 w 120"/>
                <a:gd name="T21" fmla="*/ 29 h 128"/>
                <a:gd name="T22" fmla="*/ 61 w 120"/>
                <a:gd name="T23" fmla="*/ 17 h 128"/>
                <a:gd name="T24" fmla="*/ 31 w 120"/>
                <a:gd name="T25" fmla="*/ 29 h 128"/>
                <a:gd name="T26" fmla="*/ 20 w 120"/>
                <a:gd name="T27" fmla="*/ 65 h 128"/>
                <a:gd name="T28" fmla="*/ 31 w 120"/>
                <a:gd name="T29" fmla="*/ 99 h 128"/>
                <a:gd name="T30" fmla="*/ 61 w 120"/>
                <a:gd name="T31" fmla="*/ 111 h 128"/>
                <a:gd name="T32" fmla="*/ 90 w 120"/>
                <a:gd name="T33" fmla="*/ 99 h 128"/>
                <a:gd name="T34" fmla="*/ 100 w 120"/>
                <a:gd name="T35" fmla="*/ 6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0" h="128">
                  <a:moveTo>
                    <a:pt x="120" y="64"/>
                  </a:moveTo>
                  <a:cubicBezTo>
                    <a:pt x="120" y="83"/>
                    <a:pt x="115" y="99"/>
                    <a:pt x="104" y="110"/>
                  </a:cubicBezTo>
                  <a:cubicBezTo>
                    <a:pt x="93" y="122"/>
                    <a:pt x="78" y="128"/>
                    <a:pt x="59" y="128"/>
                  </a:cubicBezTo>
                  <a:cubicBezTo>
                    <a:pt x="41" y="128"/>
                    <a:pt x="27" y="122"/>
                    <a:pt x="16" y="111"/>
                  </a:cubicBezTo>
                  <a:cubicBezTo>
                    <a:pt x="5" y="99"/>
                    <a:pt x="0" y="84"/>
                    <a:pt x="0" y="65"/>
                  </a:cubicBezTo>
                  <a:cubicBezTo>
                    <a:pt x="0" y="45"/>
                    <a:pt x="5" y="29"/>
                    <a:pt x="17" y="18"/>
                  </a:cubicBezTo>
                  <a:cubicBezTo>
                    <a:pt x="28" y="6"/>
                    <a:pt x="43" y="0"/>
                    <a:pt x="62" y="0"/>
                  </a:cubicBezTo>
                  <a:cubicBezTo>
                    <a:pt x="80" y="0"/>
                    <a:pt x="95" y="6"/>
                    <a:pt x="105" y="17"/>
                  </a:cubicBezTo>
                  <a:cubicBezTo>
                    <a:pt x="115" y="28"/>
                    <a:pt x="120" y="44"/>
                    <a:pt x="120" y="64"/>
                  </a:cubicBezTo>
                  <a:close/>
                  <a:moveTo>
                    <a:pt x="100" y="64"/>
                  </a:moveTo>
                  <a:cubicBezTo>
                    <a:pt x="100" y="49"/>
                    <a:pt x="97" y="37"/>
                    <a:pt x="90" y="29"/>
                  </a:cubicBezTo>
                  <a:cubicBezTo>
                    <a:pt x="83" y="21"/>
                    <a:pt x="73" y="17"/>
                    <a:pt x="61" y="17"/>
                  </a:cubicBezTo>
                  <a:cubicBezTo>
                    <a:pt x="48" y="17"/>
                    <a:pt x="38" y="21"/>
                    <a:pt x="31" y="29"/>
                  </a:cubicBezTo>
                  <a:cubicBezTo>
                    <a:pt x="24" y="38"/>
                    <a:pt x="20" y="50"/>
                    <a:pt x="20" y="65"/>
                  </a:cubicBezTo>
                  <a:cubicBezTo>
                    <a:pt x="20" y="79"/>
                    <a:pt x="24" y="91"/>
                    <a:pt x="31" y="99"/>
                  </a:cubicBezTo>
                  <a:cubicBezTo>
                    <a:pt x="38" y="107"/>
                    <a:pt x="48" y="111"/>
                    <a:pt x="61" y="111"/>
                  </a:cubicBezTo>
                  <a:cubicBezTo>
                    <a:pt x="74" y="111"/>
                    <a:pt x="83" y="107"/>
                    <a:pt x="90" y="99"/>
                  </a:cubicBezTo>
                  <a:cubicBezTo>
                    <a:pt x="97" y="91"/>
                    <a:pt x="100" y="79"/>
                    <a:pt x="100"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5" name="Freeform 47"/>
            <p:cNvSpPr>
              <a:spLocks/>
            </p:cNvSpPr>
            <p:nvPr userDrawn="1"/>
          </p:nvSpPr>
          <p:spPr bwMode="auto">
            <a:xfrm>
              <a:off x="3349" y="4170"/>
              <a:ext cx="78" cy="140"/>
            </a:xfrm>
            <a:custGeom>
              <a:avLst/>
              <a:gdLst>
                <a:gd name="T0" fmla="*/ 78 w 78"/>
                <a:gd name="T1" fmla="*/ 0 h 140"/>
                <a:gd name="T2" fmla="*/ 33 w 78"/>
                <a:gd name="T3" fmla="*/ 140 h 140"/>
                <a:gd name="T4" fmla="*/ 0 w 78"/>
                <a:gd name="T5" fmla="*/ 140 h 140"/>
                <a:gd name="T6" fmla="*/ 33 w 78"/>
                <a:gd name="T7" fmla="*/ 0 h 140"/>
                <a:gd name="T8" fmla="*/ 78 w 78"/>
                <a:gd name="T9" fmla="*/ 0 h 140"/>
              </a:gdLst>
              <a:ahLst/>
              <a:cxnLst>
                <a:cxn ang="0">
                  <a:pos x="T0" y="T1"/>
                </a:cxn>
                <a:cxn ang="0">
                  <a:pos x="T2" y="T3"/>
                </a:cxn>
                <a:cxn ang="0">
                  <a:pos x="T4" y="T5"/>
                </a:cxn>
                <a:cxn ang="0">
                  <a:pos x="T6" y="T7"/>
                </a:cxn>
                <a:cxn ang="0">
                  <a:pos x="T8" y="T9"/>
                </a:cxn>
              </a:cxnLst>
              <a:rect l="0" t="0" r="r" b="b"/>
              <a:pathLst>
                <a:path w="78" h="140">
                  <a:moveTo>
                    <a:pt x="78" y="0"/>
                  </a:moveTo>
                  <a:lnTo>
                    <a:pt x="33" y="140"/>
                  </a:lnTo>
                  <a:lnTo>
                    <a:pt x="0" y="140"/>
                  </a:lnTo>
                  <a:lnTo>
                    <a:pt x="33" y="0"/>
                  </a:lnTo>
                  <a:lnTo>
                    <a:pt x="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6" name="Freeform 48"/>
            <p:cNvSpPr>
              <a:spLocks/>
            </p:cNvSpPr>
            <p:nvPr userDrawn="1"/>
          </p:nvSpPr>
          <p:spPr bwMode="auto">
            <a:xfrm>
              <a:off x="3626" y="3823"/>
              <a:ext cx="300" cy="418"/>
            </a:xfrm>
            <a:custGeom>
              <a:avLst/>
              <a:gdLst>
                <a:gd name="T0" fmla="*/ 127 w 127"/>
                <a:gd name="T1" fmla="*/ 167 h 177"/>
                <a:gd name="T2" fmla="*/ 80 w 127"/>
                <a:gd name="T3" fmla="*/ 177 h 177"/>
                <a:gd name="T4" fmla="*/ 38 w 127"/>
                <a:gd name="T5" fmla="*/ 166 h 177"/>
                <a:gd name="T6" fmla="*/ 10 w 127"/>
                <a:gd name="T7" fmla="*/ 136 h 177"/>
                <a:gd name="T8" fmla="*/ 0 w 127"/>
                <a:gd name="T9" fmla="*/ 92 h 177"/>
                <a:gd name="T10" fmla="*/ 11 w 127"/>
                <a:gd name="T11" fmla="*/ 45 h 177"/>
                <a:gd name="T12" fmla="*/ 42 w 127"/>
                <a:gd name="T13" fmla="*/ 12 h 177"/>
                <a:gd name="T14" fmla="*/ 87 w 127"/>
                <a:gd name="T15" fmla="*/ 0 h 177"/>
                <a:gd name="T16" fmla="*/ 127 w 127"/>
                <a:gd name="T17" fmla="*/ 7 h 177"/>
                <a:gd name="T18" fmla="*/ 127 w 127"/>
                <a:gd name="T19" fmla="*/ 29 h 177"/>
                <a:gd name="T20" fmla="*/ 87 w 127"/>
                <a:gd name="T21" fmla="*/ 18 h 177"/>
                <a:gd name="T22" fmla="*/ 52 w 127"/>
                <a:gd name="T23" fmla="*/ 27 h 177"/>
                <a:gd name="T24" fmla="*/ 29 w 127"/>
                <a:gd name="T25" fmla="*/ 53 h 177"/>
                <a:gd name="T26" fmla="*/ 21 w 127"/>
                <a:gd name="T27" fmla="*/ 91 h 177"/>
                <a:gd name="T28" fmla="*/ 28 w 127"/>
                <a:gd name="T29" fmla="*/ 127 h 177"/>
                <a:gd name="T30" fmla="*/ 50 w 127"/>
                <a:gd name="T31" fmla="*/ 151 h 177"/>
                <a:gd name="T32" fmla="*/ 83 w 127"/>
                <a:gd name="T33" fmla="*/ 159 h 177"/>
                <a:gd name="T34" fmla="*/ 127 w 127"/>
                <a:gd name="T35" fmla="*/ 148 h 177"/>
                <a:gd name="T36" fmla="*/ 127 w 127"/>
                <a:gd name="T37" fmla="*/ 16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7" h="177">
                  <a:moveTo>
                    <a:pt x="127" y="167"/>
                  </a:moveTo>
                  <a:cubicBezTo>
                    <a:pt x="115" y="174"/>
                    <a:pt x="99" y="177"/>
                    <a:pt x="80" y="177"/>
                  </a:cubicBezTo>
                  <a:cubicBezTo>
                    <a:pt x="64" y="177"/>
                    <a:pt x="50" y="174"/>
                    <a:pt x="38" y="166"/>
                  </a:cubicBezTo>
                  <a:cubicBezTo>
                    <a:pt x="26" y="159"/>
                    <a:pt x="16" y="149"/>
                    <a:pt x="10" y="136"/>
                  </a:cubicBezTo>
                  <a:cubicBezTo>
                    <a:pt x="3" y="123"/>
                    <a:pt x="0" y="109"/>
                    <a:pt x="0" y="92"/>
                  </a:cubicBezTo>
                  <a:cubicBezTo>
                    <a:pt x="0" y="74"/>
                    <a:pt x="3" y="59"/>
                    <a:pt x="11" y="45"/>
                  </a:cubicBezTo>
                  <a:cubicBezTo>
                    <a:pt x="18" y="31"/>
                    <a:pt x="29" y="20"/>
                    <a:pt x="42" y="12"/>
                  </a:cubicBezTo>
                  <a:cubicBezTo>
                    <a:pt x="55" y="4"/>
                    <a:pt x="70" y="0"/>
                    <a:pt x="87" y="0"/>
                  </a:cubicBezTo>
                  <a:cubicBezTo>
                    <a:pt x="103" y="0"/>
                    <a:pt x="116" y="3"/>
                    <a:pt x="127" y="7"/>
                  </a:cubicBezTo>
                  <a:cubicBezTo>
                    <a:pt x="127" y="29"/>
                    <a:pt x="127" y="29"/>
                    <a:pt x="127" y="29"/>
                  </a:cubicBezTo>
                  <a:cubicBezTo>
                    <a:pt x="115" y="22"/>
                    <a:pt x="101" y="18"/>
                    <a:pt x="87" y="18"/>
                  </a:cubicBezTo>
                  <a:cubicBezTo>
                    <a:pt x="74" y="18"/>
                    <a:pt x="62" y="21"/>
                    <a:pt x="52" y="27"/>
                  </a:cubicBezTo>
                  <a:cubicBezTo>
                    <a:pt x="42" y="33"/>
                    <a:pt x="34" y="42"/>
                    <a:pt x="29" y="53"/>
                  </a:cubicBezTo>
                  <a:cubicBezTo>
                    <a:pt x="23" y="64"/>
                    <a:pt x="21" y="76"/>
                    <a:pt x="21" y="91"/>
                  </a:cubicBezTo>
                  <a:cubicBezTo>
                    <a:pt x="21" y="104"/>
                    <a:pt x="23" y="116"/>
                    <a:pt x="28" y="127"/>
                  </a:cubicBezTo>
                  <a:cubicBezTo>
                    <a:pt x="34" y="137"/>
                    <a:pt x="41" y="145"/>
                    <a:pt x="50" y="151"/>
                  </a:cubicBezTo>
                  <a:cubicBezTo>
                    <a:pt x="60" y="156"/>
                    <a:pt x="71" y="159"/>
                    <a:pt x="83" y="159"/>
                  </a:cubicBezTo>
                  <a:cubicBezTo>
                    <a:pt x="100" y="159"/>
                    <a:pt x="115" y="155"/>
                    <a:pt x="127" y="148"/>
                  </a:cubicBezTo>
                  <a:lnTo>
                    <a:pt x="127" y="1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7" name="Freeform 49"/>
            <p:cNvSpPr>
              <a:spLocks noEditPoints="1"/>
            </p:cNvSpPr>
            <p:nvPr userDrawn="1"/>
          </p:nvSpPr>
          <p:spPr bwMode="auto">
            <a:xfrm>
              <a:off x="3979" y="3939"/>
              <a:ext cx="229" cy="302"/>
            </a:xfrm>
            <a:custGeom>
              <a:avLst/>
              <a:gdLst>
                <a:gd name="T0" fmla="*/ 97 w 97"/>
                <a:gd name="T1" fmla="*/ 125 h 128"/>
                <a:gd name="T2" fmla="*/ 77 w 97"/>
                <a:gd name="T3" fmla="*/ 125 h 128"/>
                <a:gd name="T4" fmla="*/ 77 w 97"/>
                <a:gd name="T5" fmla="*/ 106 h 128"/>
                <a:gd name="T6" fmla="*/ 77 w 97"/>
                <a:gd name="T7" fmla="*/ 106 h 128"/>
                <a:gd name="T8" fmla="*/ 39 w 97"/>
                <a:gd name="T9" fmla="*/ 128 h 128"/>
                <a:gd name="T10" fmla="*/ 11 w 97"/>
                <a:gd name="T11" fmla="*/ 118 h 128"/>
                <a:gd name="T12" fmla="*/ 0 w 97"/>
                <a:gd name="T13" fmla="*/ 93 h 128"/>
                <a:gd name="T14" fmla="*/ 41 w 97"/>
                <a:gd name="T15" fmla="*/ 53 h 128"/>
                <a:gd name="T16" fmla="*/ 77 w 97"/>
                <a:gd name="T17" fmla="*/ 48 h 128"/>
                <a:gd name="T18" fmla="*/ 52 w 97"/>
                <a:gd name="T19" fmla="*/ 17 h 128"/>
                <a:gd name="T20" fmla="*/ 12 w 97"/>
                <a:gd name="T21" fmla="*/ 32 h 128"/>
                <a:gd name="T22" fmla="*/ 12 w 97"/>
                <a:gd name="T23" fmla="*/ 12 h 128"/>
                <a:gd name="T24" fmla="*/ 31 w 97"/>
                <a:gd name="T25" fmla="*/ 4 h 128"/>
                <a:gd name="T26" fmla="*/ 54 w 97"/>
                <a:gd name="T27" fmla="*/ 0 h 128"/>
                <a:gd name="T28" fmla="*/ 97 w 97"/>
                <a:gd name="T29" fmla="*/ 46 h 128"/>
                <a:gd name="T30" fmla="*/ 97 w 97"/>
                <a:gd name="T31" fmla="*/ 125 h 128"/>
                <a:gd name="T32" fmla="*/ 77 w 97"/>
                <a:gd name="T33" fmla="*/ 63 h 128"/>
                <a:gd name="T34" fmla="*/ 48 w 97"/>
                <a:gd name="T35" fmla="*/ 68 h 128"/>
                <a:gd name="T36" fmla="*/ 27 w 97"/>
                <a:gd name="T37" fmla="*/ 75 h 128"/>
                <a:gd name="T38" fmla="*/ 20 w 97"/>
                <a:gd name="T39" fmla="*/ 91 h 128"/>
                <a:gd name="T40" fmla="*/ 27 w 97"/>
                <a:gd name="T41" fmla="*/ 106 h 128"/>
                <a:gd name="T42" fmla="*/ 44 w 97"/>
                <a:gd name="T43" fmla="*/ 111 h 128"/>
                <a:gd name="T44" fmla="*/ 68 w 97"/>
                <a:gd name="T45" fmla="*/ 101 h 128"/>
                <a:gd name="T46" fmla="*/ 77 w 97"/>
                <a:gd name="T47" fmla="*/ 76 h 128"/>
                <a:gd name="T48" fmla="*/ 77 w 97"/>
                <a:gd name="T4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7" h="128">
                  <a:moveTo>
                    <a:pt x="97" y="125"/>
                  </a:moveTo>
                  <a:cubicBezTo>
                    <a:pt x="77" y="125"/>
                    <a:pt x="77" y="125"/>
                    <a:pt x="77" y="125"/>
                  </a:cubicBezTo>
                  <a:cubicBezTo>
                    <a:pt x="77" y="106"/>
                    <a:pt x="77" y="106"/>
                    <a:pt x="77" y="106"/>
                  </a:cubicBezTo>
                  <a:cubicBezTo>
                    <a:pt x="77" y="106"/>
                    <a:pt x="77" y="106"/>
                    <a:pt x="77" y="106"/>
                  </a:cubicBezTo>
                  <a:cubicBezTo>
                    <a:pt x="68" y="121"/>
                    <a:pt x="56" y="128"/>
                    <a:pt x="39" y="128"/>
                  </a:cubicBezTo>
                  <a:cubicBezTo>
                    <a:pt x="28" y="128"/>
                    <a:pt x="18" y="125"/>
                    <a:pt x="11" y="118"/>
                  </a:cubicBezTo>
                  <a:cubicBezTo>
                    <a:pt x="4" y="112"/>
                    <a:pt x="0" y="103"/>
                    <a:pt x="0" y="93"/>
                  </a:cubicBezTo>
                  <a:cubicBezTo>
                    <a:pt x="0" y="70"/>
                    <a:pt x="14" y="57"/>
                    <a:pt x="41" y="53"/>
                  </a:cubicBezTo>
                  <a:cubicBezTo>
                    <a:pt x="77" y="48"/>
                    <a:pt x="77" y="48"/>
                    <a:pt x="77" y="48"/>
                  </a:cubicBezTo>
                  <a:cubicBezTo>
                    <a:pt x="77" y="27"/>
                    <a:pt x="69" y="17"/>
                    <a:pt x="52" y="17"/>
                  </a:cubicBezTo>
                  <a:cubicBezTo>
                    <a:pt x="38" y="17"/>
                    <a:pt x="24" y="22"/>
                    <a:pt x="12" y="32"/>
                  </a:cubicBezTo>
                  <a:cubicBezTo>
                    <a:pt x="12" y="12"/>
                    <a:pt x="12" y="12"/>
                    <a:pt x="12" y="12"/>
                  </a:cubicBezTo>
                  <a:cubicBezTo>
                    <a:pt x="16" y="9"/>
                    <a:pt x="22" y="6"/>
                    <a:pt x="31" y="4"/>
                  </a:cubicBezTo>
                  <a:cubicBezTo>
                    <a:pt x="39" y="1"/>
                    <a:pt x="47" y="0"/>
                    <a:pt x="54" y="0"/>
                  </a:cubicBezTo>
                  <a:cubicBezTo>
                    <a:pt x="83" y="0"/>
                    <a:pt x="97" y="15"/>
                    <a:pt x="97" y="46"/>
                  </a:cubicBezTo>
                  <a:lnTo>
                    <a:pt x="97" y="125"/>
                  </a:lnTo>
                  <a:close/>
                  <a:moveTo>
                    <a:pt x="77" y="63"/>
                  </a:moveTo>
                  <a:cubicBezTo>
                    <a:pt x="48" y="68"/>
                    <a:pt x="48" y="68"/>
                    <a:pt x="48" y="68"/>
                  </a:cubicBezTo>
                  <a:cubicBezTo>
                    <a:pt x="38" y="69"/>
                    <a:pt x="31" y="71"/>
                    <a:pt x="27" y="75"/>
                  </a:cubicBezTo>
                  <a:cubicBezTo>
                    <a:pt x="23" y="78"/>
                    <a:pt x="20" y="84"/>
                    <a:pt x="20" y="91"/>
                  </a:cubicBezTo>
                  <a:cubicBezTo>
                    <a:pt x="20" y="97"/>
                    <a:pt x="23" y="102"/>
                    <a:pt x="27" y="106"/>
                  </a:cubicBezTo>
                  <a:cubicBezTo>
                    <a:pt x="31" y="110"/>
                    <a:pt x="37" y="111"/>
                    <a:pt x="44" y="111"/>
                  </a:cubicBezTo>
                  <a:cubicBezTo>
                    <a:pt x="54" y="111"/>
                    <a:pt x="62" y="108"/>
                    <a:pt x="68" y="101"/>
                  </a:cubicBezTo>
                  <a:cubicBezTo>
                    <a:pt x="74" y="94"/>
                    <a:pt x="77" y="86"/>
                    <a:pt x="77" y="76"/>
                  </a:cubicBezTo>
                  <a:lnTo>
                    <a:pt x="77"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8" name="Freeform 50"/>
            <p:cNvSpPr>
              <a:spLocks/>
            </p:cNvSpPr>
            <p:nvPr userDrawn="1"/>
          </p:nvSpPr>
          <p:spPr bwMode="auto">
            <a:xfrm>
              <a:off x="4296" y="3939"/>
              <a:ext cx="238" cy="295"/>
            </a:xfrm>
            <a:custGeom>
              <a:avLst/>
              <a:gdLst>
                <a:gd name="T0" fmla="*/ 101 w 101"/>
                <a:gd name="T1" fmla="*/ 125 h 125"/>
                <a:gd name="T2" fmla="*/ 82 w 101"/>
                <a:gd name="T3" fmla="*/ 125 h 125"/>
                <a:gd name="T4" fmla="*/ 82 w 101"/>
                <a:gd name="T5" fmla="*/ 55 h 125"/>
                <a:gd name="T6" fmla="*/ 53 w 101"/>
                <a:gd name="T7" fmla="*/ 17 h 125"/>
                <a:gd name="T8" fmla="*/ 29 w 101"/>
                <a:gd name="T9" fmla="*/ 28 h 125"/>
                <a:gd name="T10" fmla="*/ 19 w 101"/>
                <a:gd name="T11" fmla="*/ 55 h 125"/>
                <a:gd name="T12" fmla="*/ 19 w 101"/>
                <a:gd name="T13" fmla="*/ 125 h 125"/>
                <a:gd name="T14" fmla="*/ 0 w 101"/>
                <a:gd name="T15" fmla="*/ 125 h 125"/>
                <a:gd name="T16" fmla="*/ 0 w 101"/>
                <a:gd name="T17" fmla="*/ 3 h 125"/>
                <a:gd name="T18" fmla="*/ 19 w 101"/>
                <a:gd name="T19" fmla="*/ 3 h 125"/>
                <a:gd name="T20" fmla="*/ 19 w 101"/>
                <a:gd name="T21" fmla="*/ 23 h 125"/>
                <a:gd name="T22" fmla="*/ 20 w 101"/>
                <a:gd name="T23" fmla="*/ 23 h 125"/>
                <a:gd name="T24" fmla="*/ 60 w 101"/>
                <a:gd name="T25" fmla="*/ 0 h 125"/>
                <a:gd name="T26" fmla="*/ 91 w 101"/>
                <a:gd name="T27" fmla="*/ 13 h 125"/>
                <a:gd name="T28" fmla="*/ 101 w 101"/>
                <a:gd name="T29" fmla="*/ 50 h 125"/>
                <a:gd name="T30" fmla="*/ 101 w 101"/>
                <a:gd name="T31" fmla="*/ 125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1" h="125">
                  <a:moveTo>
                    <a:pt x="101" y="125"/>
                  </a:moveTo>
                  <a:cubicBezTo>
                    <a:pt x="82" y="125"/>
                    <a:pt x="82" y="125"/>
                    <a:pt x="82" y="125"/>
                  </a:cubicBezTo>
                  <a:cubicBezTo>
                    <a:pt x="82" y="55"/>
                    <a:pt x="82" y="55"/>
                    <a:pt x="82" y="55"/>
                  </a:cubicBezTo>
                  <a:cubicBezTo>
                    <a:pt x="82" y="30"/>
                    <a:pt x="72" y="17"/>
                    <a:pt x="53" y="17"/>
                  </a:cubicBezTo>
                  <a:cubicBezTo>
                    <a:pt x="44" y="17"/>
                    <a:pt x="36" y="20"/>
                    <a:pt x="29" y="28"/>
                  </a:cubicBezTo>
                  <a:cubicBezTo>
                    <a:pt x="23" y="35"/>
                    <a:pt x="19" y="44"/>
                    <a:pt x="19" y="55"/>
                  </a:cubicBezTo>
                  <a:cubicBezTo>
                    <a:pt x="19" y="125"/>
                    <a:pt x="19" y="125"/>
                    <a:pt x="19" y="125"/>
                  </a:cubicBezTo>
                  <a:cubicBezTo>
                    <a:pt x="0" y="125"/>
                    <a:pt x="0" y="125"/>
                    <a:pt x="0" y="125"/>
                  </a:cubicBezTo>
                  <a:cubicBezTo>
                    <a:pt x="0" y="3"/>
                    <a:pt x="0" y="3"/>
                    <a:pt x="0" y="3"/>
                  </a:cubicBezTo>
                  <a:cubicBezTo>
                    <a:pt x="19" y="3"/>
                    <a:pt x="19" y="3"/>
                    <a:pt x="19" y="3"/>
                  </a:cubicBezTo>
                  <a:cubicBezTo>
                    <a:pt x="19" y="23"/>
                    <a:pt x="19" y="23"/>
                    <a:pt x="19" y="23"/>
                  </a:cubicBezTo>
                  <a:cubicBezTo>
                    <a:pt x="20" y="23"/>
                    <a:pt x="20" y="23"/>
                    <a:pt x="20" y="23"/>
                  </a:cubicBezTo>
                  <a:cubicBezTo>
                    <a:pt x="29" y="8"/>
                    <a:pt x="42" y="0"/>
                    <a:pt x="60" y="0"/>
                  </a:cubicBezTo>
                  <a:cubicBezTo>
                    <a:pt x="73" y="0"/>
                    <a:pt x="84" y="4"/>
                    <a:pt x="91" y="13"/>
                  </a:cubicBezTo>
                  <a:cubicBezTo>
                    <a:pt x="98" y="22"/>
                    <a:pt x="101" y="34"/>
                    <a:pt x="101" y="50"/>
                  </a:cubicBezTo>
                  <a:lnTo>
                    <a:pt x="101" y="12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59" name="Freeform 51"/>
            <p:cNvSpPr>
              <a:spLocks noEditPoints="1"/>
            </p:cNvSpPr>
            <p:nvPr userDrawn="1"/>
          </p:nvSpPr>
          <p:spPr bwMode="auto">
            <a:xfrm>
              <a:off x="4598" y="3939"/>
              <a:ext cx="227" cy="302"/>
            </a:xfrm>
            <a:custGeom>
              <a:avLst/>
              <a:gdLst>
                <a:gd name="T0" fmla="*/ 96 w 96"/>
                <a:gd name="T1" fmla="*/ 125 h 128"/>
                <a:gd name="T2" fmla="*/ 77 w 96"/>
                <a:gd name="T3" fmla="*/ 125 h 128"/>
                <a:gd name="T4" fmla="*/ 77 w 96"/>
                <a:gd name="T5" fmla="*/ 106 h 128"/>
                <a:gd name="T6" fmla="*/ 76 w 96"/>
                <a:gd name="T7" fmla="*/ 106 h 128"/>
                <a:gd name="T8" fmla="*/ 39 w 96"/>
                <a:gd name="T9" fmla="*/ 128 h 128"/>
                <a:gd name="T10" fmla="*/ 11 w 96"/>
                <a:gd name="T11" fmla="*/ 118 h 128"/>
                <a:gd name="T12" fmla="*/ 0 w 96"/>
                <a:gd name="T13" fmla="*/ 93 h 128"/>
                <a:gd name="T14" fmla="*/ 40 w 96"/>
                <a:gd name="T15" fmla="*/ 53 h 128"/>
                <a:gd name="T16" fmla="*/ 77 w 96"/>
                <a:gd name="T17" fmla="*/ 48 h 128"/>
                <a:gd name="T18" fmla="*/ 52 w 96"/>
                <a:gd name="T19" fmla="*/ 17 h 128"/>
                <a:gd name="T20" fmla="*/ 12 w 96"/>
                <a:gd name="T21" fmla="*/ 32 h 128"/>
                <a:gd name="T22" fmla="*/ 12 w 96"/>
                <a:gd name="T23" fmla="*/ 12 h 128"/>
                <a:gd name="T24" fmla="*/ 30 w 96"/>
                <a:gd name="T25" fmla="*/ 4 h 128"/>
                <a:gd name="T26" fmla="*/ 53 w 96"/>
                <a:gd name="T27" fmla="*/ 0 h 128"/>
                <a:gd name="T28" fmla="*/ 96 w 96"/>
                <a:gd name="T29" fmla="*/ 46 h 128"/>
                <a:gd name="T30" fmla="*/ 96 w 96"/>
                <a:gd name="T31" fmla="*/ 125 h 128"/>
                <a:gd name="T32" fmla="*/ 77 w 96"/>
                <a:gd name="T33" fmla="*/ 63 h 128"/>
                <a:gd name="T34" fmla="*/ 47 w 96"/>
                <a:gd name="T35" fmla="*/ 68 h 128"/>
                <a:gd name="T36" fmla="*/ 26 w 96"/>
                <a:gd name="T37" fmla="*/ 75 h 128"/>
                <a:gd name="T38" fmla="*/ 20 w 96"/>
                <a:gd name="T39" fmla="*/ 91 h 128"/>
                <a:gd name="T40" fmla="*/ 27 w 96"/>
                <a:gd name="T41" fmla="*/ 106 h 128"/>
                <a:gd name="T42" fmla="*/ 43 w 96"/>
                <a:gd name="T43" fmla="*/ 111 h 128"/>
                <a:gd name="T44" fmla="*/ 67 w 96"/>
                <a:gd name="T45" fmla="*/ 101 h 128"/>
                <a:gd name="T46" fmla="*/ 77 w 96"/>
                <a:gd name="T47" fmla="*/ 76 h 128"/>
                <a:gd name="T48" fmla="*/ 77 w 96"/>
                <a:gd name="T4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6" h="128">
                  <a:moveTo>
                    <a:pt x="96" y="125"/>
                  </a:moveTo>
                  <a:cubicBezTo>
                    <a:pt x="77" y="125"/>
                    <a:pt x="77" y="125"/>
                    <a:pt x="77" y="125"/>
                  </a:cubicBezTo>
                  <a:cubicBezTo>
                    <a:pt x="77" y="106"/>
                    <a:pt x="77" y="106"/>
                    <a:pt x="77" y="106"/>
                  </a:cubicBezTo>
                  <a:cubicBezTo>
                    <a:pt x="76" y="106"/>
                    <a:pt x="76" y="106"/>
                    <a:pt x="76" y="106"/>
                  </a:cubicBezTo>
                  <a:cubicBezTo>
                    <a:pt x="68" y="121"/>
                    <a:pt x="55" y="128"/>
                    <a:pt x="39" y="128"/>
                  </a:cubicBezTo>
                  <a:cubicBezTo>
                    <a:pt x="27" y="128"/>
                    <a:pt x="18" y="125"/>
                    <a:pt x="11" y="118"/>
                  </a:cubicBezTo>
                  <a:cubicBezTo>
                    <a:pt x="3" y="112"/>
                    <a:pt x="0" y="103"/>
                    <a:pt x="0" y="93"/>
                  </a:cubicBezTo>
                  <a:cubicBezTo>
                    <a:pt x="0" y="70"/>
                    <a:pt x="13" y="57"/>
                    <a:pt x="40" y="53"/>
                  </a:cubicBezTo>
                  <a:cubicBezTo>
                    <a:pt x="77" y="48"/>
                    <a:pt x="77" y="48"/>
                    <a:pt x="77" y="48"/>
                  </a:cubicBezTo>
                  <a:cubicBezTo>
                    <a:pt x="77" y="27"/>
                    <a:pt x="68" y="17"/>
                    <a:pt x="52" y="17"/>
                  </a:cubicBezTo>
                  <a:cubicBezTo>
                    <a:pt x="37" y="17"/>
                    <a:pt x="24" y="22"/>
                    <a:pt x="12" y="32"/>
                  </a:cubicBezTo>
                  <a:cubicBezTo>
                    <a:pt x="12" y="12"/>
                    <a:pt x="12" y="12"/>
                    <a:pt x="12" y="12"/>
                  </a:cubicBezTo>
                  <a:cubicBezTo>
                    <a:pt x="15" y="9"/>
                    <a:pt x="22" y="6"/>
                    <a:pt x="30" y="4"/>
                  </a:cubicBezTo>
                  <a:cubicBezTo>
                    <a:pt x="39" y="1"/>
                    <a:pt x="47" y="0"/>
                    <a:pt x="53" y="0"/>
                  </a:cubicBezTo>
                  <a:cubicBezTo>
                    <a:pt x="82" y="0"/>
                    <a:pt x="96" y="15"/>
                    <a:pt x="96" y="46"/>
                  </a:cubicBezTo>
                  <a:lnTo>
                    <a:pt x="96" y="125"/>
                  </a:lnTo>
                  <a:close/>
                  <a:moveTo>
                    <a:pt x="77" y="63"/>
                  </a:moveTo>
                  <a:cubicBezTo>
                    <a:pt x="47" y="68"/>
                    <a:pt x="47" y="68"/>
                    <a:pt x="47" y="68"/>
                  </a:cubicBezTo>
                  <a:cubicBezTo>
                    <a:pt x="37" y="69"/>
                    <a:pt x="30" y="71"/>
                    <a:pt x="26" y="75"/>
                  </a:cubicBezTo>
                  <a:cubicBezTo>
                    <a:pt x="22" y="78"/>
                    <a:pt x="20" y="84"/>
                    <a:pt x="20" y="91"/>
                  </a:cubicBezTo>
                  <a:cubicBezTo>
                    <a:pt x="20" y="97"/>
                    <a:pt x="22" y="102"/>
                    <a:pt x="27" y="106"/>
                  </a:cubicBezTo>
                  <a:cubicBezTo>
                    <a:pt x="31" y="110"/>
                    <a:pt x="37" y="111"/>
                    <a:pt x="43" y="111"/>
                  </a:cubicBezTo>
                  <a:cubicBezTo>
                    <a:pt x="53" y="111"/>
                    <a:pt x="61" y="108"/>
                    <a:pt x="67" y="101"/>
                  </a:cubicBezTo>
                  <a:cubicBezTo>
                    <a:pt x="74" y="94"/>
                    <a:pt x="77" y="86"/>
                    <a:pt x="77" y="76"/>
                  </a:cubicBezTo>
                  <a:lnTo>
                    <a:pt x="77"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0" name="Freeform 52"/>
            <p:cNvSpPr>
              <a:spLocks noEditPoints="1"/>
            </p:cNvSpPr>
            <p:nvPr userDrawn="1"/>
          </p:nvSpPr>
          <p:spPr bwMode="auto">
            <a:xfrm>
              <a:off x="4892" y="3806"/>
              <a:ext cx="267" cy="435"/>
            </a:xfrm>
            <a:custGeom>
              <a:avLst/>
              <a:gdLst>
                <a:gd name="T0" fmla="*/ 113 w 113"/>
                <a:gd name="T1" fmla="*/ 181 h 184"/>
                <a:gd name="T2" fmla="*/ 93 w 113"/>
                <a:gd name="T3" fmla="*/ 181 h 184"/>
                <a:gd name="T4" fmla="*/ 93 w 113"/>
                <a:gd name="T5" fmla="*/ 160 h 184"/>
                <a:gd name="T6" fmla="*/ 92 w 113"/>
                <a:gd name="T7" fmla="*/ 160 h 184"/>
                <a:gd name="T8" fmla="*/ 51 w 113"/>
                <a:gd name="T9" fmla="*/ 184 h 184"/>
                <a:gd name="T10" fmla="*/ 14 w 113"/>
                <a:gd name="T11" fmla="*/ 167 h 184"/>
                <a:gd name="T12" fmla="*/ 0 w 113"/>
                <a:gd name="T13" fmla="*/ 123 h 184"/>
                <a:gd name="T14" fmla="*/ 15 w 113"/>
                <a:gd name="T15" fmla="*/ 74 h 184"/>
                <a:gd name="T16" fmla="*/ 56 w 113"/>
                <a:gd name="T17" fmla="*/ 56 h 184"/>
                <a:gd name="T18" fmla="*/ 92 w 113"/>
                <a:gd name="T19" fmla="*/ 76 h 184"/>
                <a:gd name="T20" fmla="*/ 93 w 113"/>
                <a:gd name="T21" fmla="*/ 76 h 184"/>
                <a:gd name="T22" fmla="*/ 93 w 113"/>
                <a:gd name="T23" fmla="*/ 0 h 184"/>
                <a:gd name="T24" fmla="*/ 113 w 113"/>
                <a:gd name="T25" fmla="*/ 0 h 184"/>
                <a:gd name="T26" fmla="*/ 113 w 113"/>
                <a:gd name="T27" fmla="*/ 181 h 184"/>
                <a:gd name="T28" fmla="*/ 93 w 113"/>
                <a:gd name="T29" fmla="*/ 126 h 184"/>
                <a:gd name="T30" fmla="*/ 93 w 113"/>
                <a:gd name="T31" fmla="*/ 108 h 184"/>
                <a:gd name="T32" fmla="*/ 83 w 113"/>
                <a:gd name="T33" fmla="*/ 83 h 184"/>
                <a:gd name="T34" fmla="*/ 58 w 113"/>
                <a:gd name="T35" fmla="*/ 73 h 184"/>
                <a:gd name="T36" fmla="*/ 30 w 113"/>
                <a:gd name="T37" fmla="*/ 86 h 184"/>
                <a:gd name="T38" fmla="*/ 20 w 113"/>
                <a:gd name="T39" fmla="*/ 122 h 184"/>
                <a:gd name="T40" fmla="*/ 30 w 113"/>
                <a:gd name="T41" fmla="*/ 155 h 184"/>
                <a:gd name="T42" fmla="*/ 56 w 113"/>
                <a:gd name="T43" fmla="*/ 167 h 184"/>
                <a:gd name="T44" fmla="*/ 83 w 113"/>
                <a:gd name="T45" fmla="*/ 156 h 184"/>
                <a:gd name="T46" fmla="*/ 93 w 113"/>
                <a:gd name="T47" fmla="*/ 12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3" h="184">
                  <a:moveTo>
                    <a:pt x="113" y="181"/>
                  </a:moveTo>
                  <a:cubicBezTo>
                    <a:pt x="93" y="181"/>
                    <a:pt x="93" y="181"/>
                    <a:pt x="93" y="181"/>
                  </a:cubicBezTo>
                  <a:cubicBezTo>
                    <a:pt x="93" y="160"/>
                    <a:pt x="93" y="160"/>
                    <a:pt x="93" y="160"/>
                  </a:cubicBezTo>
                  <a:cubicBezTo>
                    <a:pt x="92" y="160"/>
                    <a:pt x="92" y="160"/>
                    <a:pt x="92" y="160"/>
                  </a:cubicBezTo>
                  <a:cubicBezTo>
                    <a:pt x="83" y="176"/>
                    <a:pt x="69" y="184"/>
                    <a:pt x="51" y="184"/>
                  </a:cubicBezTo>
                  <a:cubicBezTo>
                    <a:pt x="35" y="184"/>
                    <a:pt x="23" y="179"/>
                    <a:pt x="14" y="167"/>
                  </a:cubicBezTo>
                  <a:cubicBezTo>
                    <a:pt x="5" y="156"/>
                    <a:pt x="0" y="142"/>
                    <a:pt x="0" y="123"/>
                  </a:cubicBezTo>
                  <a:cubicBezTo>
                    <a:pt x="0" y="103"/>
                    <a:pt x="5" y="87"/>
                    <a:pt x="15" y="74"/>
                  </a:cubicBezTo>
                  <a:cubicBezTo>
                    <a:pt x="25" y="62"/>
                    <a:pt x="39" y="56"/>
                    <a:pt x="56" y="56"/>
                  </a:cubicBezTo>
                  <a:cubicBezTo>
                    <a:pt x="73" y="56"/>
                    <a:pt x="85" y="63"/>
                    <a:pt x="92" y="76"/>
                  </a:cubicBezTo>
                  <a:cubicBezTo>
                    <a:pt x="93" y="76"/>
                    <a:pt x="93" y="76"/>
                    <a:pt x="93" y="76"/>
                  </a:cubicBezTo>
                  <a:cubicBezTo>
                    <a:pt x="93" y="0"/>
                    <a:pt x="93" y="0"/>
                    <a:pt x="93" y="0"/>
                  </a:cubicBezTo>
                  <a:cubicBezTo>
                    <a:pt x="113" y="0"/>
                    <a:pt x="113" y="0"/>
                    <a:pt x="113" y="0"/>
                  </a:cubicBezTo>
                  <a:lnTo>
                    <a:pt x="113" y="181"/>
                  </a:lnTo>
                  <a:close/>
                  <a:moveTo>
                    <a:pt x="93" y="126"/>
                  </a:moveTo>
                  <a:cubicBezTo>
                    <a:pt x="93" y="108"/>
                    <a:pt x="93" y="108"/>
                    <a:pt x="93" y="108"/>
                  </a:cubicBezTo>
                  <a:cubicBezTo>
                    <a:pt x="93" y="98"/>
                    <a:pt x="90" y="89"/>
                    <a:pt x="83" y="83"/>
                  </a:cubicBezTo>
                  <a:cubicBezTo>
                    <a:pt x="76" y="76"/>
                    <a:pt x="68" y="73"/>
                    <a:pt x="58" y="73"/>
                  </a:cubicBezTo>
                  <a:cubicBezTo>
                    <a:pt x="47" y="73"/>
                    <a:pt x="37" y="77"/>
                    <a:pt x="30" y="86"/>
                  </a:cubicBezTo>
                  <a:cubicBezTo>
                    <a:pt x="23" y="94"/>
                    <a:pt x="20" y="107"/>
                    <a:pt x="20" y="122"/>
                  </a:cubicBezTo>
                  <a:cubicBezTo>
                    <a:pt x="20" y="136"/>
                    <a:pt x="23" y="147"/>
                    <a:pt x="30" y="155"/>
                  </a:cubicBezTo>
                  <a:cubicBezTo>
                    <a:pt x="36" y="163"/>
                    <a:pt x="45" y="167"/>
                    <a:pt x="56" y="167"/>
                  </a:cubicBezTo>
                  <a:cubicBezTo>
                    <a:pt x="67" y="167"/>
                    <a:pt x="76" y="164"/>
                    <a:pt x="83" y="156"/>
                  </a:cubicBezTo>
                  <a:cubicBezTo>
                    <a:pt x="90" y="148"/>
                    <a:pt x="93" y="138"/>
                    <a:pt x="93"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1" name="Freeform 53"/>
            <p:cNvSpPr>
              <a:spLocks noEditPoints="1"/>
            </p:cNvSpPr>
            <p:nvPr userDrawn="1"/>
          </p:nvSpPr>
          <p:spPr bwMode="auto">
            <a:xfrm>
              <a:off x="5228" y="3939"/>
              <a:ext cx="229" cy="302"/>
            </a:xfrm>
            <a:custGeom>
              <a:avLst/>
              <a:gdLst>
                <a:gd name="T0" fmla="*/ 97 w 97"/>
                <a:gd name="T1" fmla="*/ 125 h 128"/>
                <a:gd name="T2" fmla="*/ 77 w 97"/>
                <a:gd name="T3" fmla="*/ 125 h 128"/>
                <a:gd name="T4" fmla="*/ 77 w 97"/>
                <a:gd name="T5" fmla="*/ 106 h 128"/>
                <a:gd name="T6" fmla="*/ 77 w 97"/>
                <a:gd name="T7" fmla="*/ 106 h 128"/>
                <a:gd name="T8" fmla="*/ 39 w 97"/>
                <a:gd name="T9" fmla="*/ 128 h 128"/>
                <a:gd name="T10" fmla="*/ 11 w 97"/>
                <a:gd name="T11" fmla="*/ 118 h 128"/>
                <a:gd name="T12" fmla="*/ 0 w 97"/>
                <a:gd name="T13" fmla="*/ 93 h 128"/>
                <a:gd name="T14" fmla="*/ 40 w 97"/>
                <a:gd name="T15" fmla="*/ 53 h 128"/>
                <a:gd name="T16" fmla="*/ 77 w 97"/>
                <a:gd name="T17" fmla="*/ 48 h 128"/>
                <a:gd name="T18" fmla="*/ 52 w 97"/>
                <a:gd name="T19" fmla="*/ 17 h 128"/>
                <a:gd name="T20" fmla="*/ 12 w 97"/>
                <a:gd name="T21" fmla="*/ 32 h 128"/>
                <a:gd name="T22" fmla="*/ 12 w 97"/>
                <a:gd name="T23" fmla="*/ 12 h 128"/>
                <a:gd name="T24" fmla="*/ 30 w 97"/>
                <a:gd name="T25" fmla="*/ 4 h 128"/>
                <a:gd name="T26" fmla="*/ 54 w 97"/>
                <a:gd name="T27" fmla="*/ 0 h 128"/>
                <a:gd name="T28" fmla="*/ 97 w 97"/>
                <a:gd name="T29" fmla="*/ 46 h 128"/>
                <a:gd name="T30" fmla="*/ 97 w 97"/>
                <a:gd name="T31" fmla="*/ 125 h 128"/>
                <a:gd name="T32" fmla="*/ 77 w 97"/>
                <a:gd name="T33" fmla="*/ 63 h 128"/>
                <a:gd name="T34" fmla="*/ 47 w 97"/>
                <a:gd name="T35" fmla="*/ 68 h 128"/>
                <a:gd name="T36" fmla="*/ 26 w 97"/>
                <a:gd name="T37" fmla="*/ 75 h 128"/>
                <a:gd name="T38" fmla="*/ 20 w 97"/>
                <a:gd name="T39" fmla="*/ 91 h 128"/>
                <a:gd name="T40" fmla="*/ 27 w 97"/>
                <a:gd name="T41" fmla="*/ 106 h 128"/>
                <a:gd name="T42" fmla="*/ 44 w 97"/>
                <a:gd name="T43" fmla="*/ 111 h 128"/>
                <a:gd name="T44" fmla="*/ 68 w 97"/>
                <a:gd name="T45" fmla="*/ 101 h 128"/>
                <a:gd name="T46" fmla="*/ 77 w 97"/>
                <a:gd name="T47" fmla="*/ 76 h 128"/>
                <a:gd name="T48" fmla="*/ 77 w 97"/>
                <a:gd name="T49" fmla="*/ 63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7" h="128">
                  <a:moveTo>
                    <a:pt x="97" y="125"/>
                  </a:moveTo>
                  <a:cubicBezTo>
                    <a:pt x="77" y="125"/>
                    <a:pt x="77" y="125"/>
                    <a:pt x="77" y="125"/>
                  </a:cubicBezTo>
                  <a:cubicBezTo>
                    <a:pt x="77" y="106"/>
                    <a:pt x="77" y="106"/>
                    <a:pt x="77" y="106"/>
                  </a:cubicBezTo>
                  <a:cubicBezTo>
                    <a:pt x="77" y="106"/>
                    <a:pt x="77" y="106"/>
                    <a:pt x="77" y="106"/>
                  </a:cubicBezTo>
                  <a:cubicBezTo>
                    <a:pt x="68" y="121"/>
                    <a:pt x="56" y="128"/>
                    <a:pt x="39" y="128"/>
                  </a:cubicBezTo>
                  <a:cubicBezTo>
                    <a:pt x="27" y="128"/>
                    <a:pt x="18" y="125"/>
                    <a:pt x="11" y="118"/>
                  </a:cubicBezTo>
                  <a:cubicBezTo>
                    <a:pt x="4" y="112"/>
                    <a:pt x="0" y="103"/>
                    <a:pt x="0" y="93"/>
                  </a:cubicBezTo>
                  <a:cubicBezTo>
                    <a:pt x="0" y="70"/>
                    <a:pt x="14" y="57"/>
                    <a:pt x="40" y="53"/>
                  </a:cubicBezTo>
                  <a:cubicBezTo>
                    <a:pt x="77" y="48"/>
                    <a:pt x="77" y="48"/>
                    <a:pt x="77" y="48"/>
                  </a:cubicBezTo>
                  <a:cubicBezTo>
                    <a:pt x="77" y="27"/>
                    <a:pt x="69" y="17"/>
                    <a:pt x="52" y="17"/>
                  </a:cubicBezTo>
                  <a:cubicBezTo>
                    <a:pt x="37" y="17"/>
                    <a:pt x="24" y="22"/>
                    <a:pt x="12" y="32"/>
                  </a:cubicBezTo>
                  <a:cubicBezTo>
                    <a:pt x="12" y="12"/>
                    <a:pt x="12" y="12"/>
                    <a:pt x="12" y="12"/>
                  </a:cubicBezTo>
                  <a:cubicBezTo>
                    <a:pt x="16" y="9"/>
                    <a:pt x="22" y="6"/>
                    <a:pt x="30" y="4"/>
                  </a:cubicBezTo>
                  <a:cubicBezTo>
                    <a:pt x="39" y="1"/>
                    <a:pt x="47" y="0"/>
                    <a:pt x="54" y="0"/>
                  </a:cubicBezTo>
                  <a:cubicBezTo>
                    <a:pt x="82" y="0"/>
                    <a:pt x="97" y="15"/>
                    <a:pt x="97" y="46"/>
                  </a:cubicBezTo>
                  <a:lnTo>
                    <a:pt x="97" y="125"/>
                  </a:lnTo>
                  <a:close/>
                  <a:moveTo>
                    <a:pt x="77" y="63"/>
                  </a:moveTo>
                  <a:cubicBezTo>
                    <a:pt x="47" y="68"/>
                    <a:pt x="47" y="68"/>
                    <a:pt x="47" y="68"/>
                  </a:cubicBezTo>
                  <a:cubicBezTo>
                    <a:pt x="37" y="69"/>
                    <a:pt x="30" y="71"/>
                    <a:pt x="26" y="75"/>
                  </a:cubicBezTo>
                  <a:cubicBezTo>
                    <a:pt x="22" y="78"/>
                    <a:pt x="20" y="84"/>
                    <a:pt x="20" y="91"/>
                  </a:cubicBezTo>
                  <a:cubicBezTo>
                    <a:pt x="20" y="97"/>
                    <a:pt x="22" y="102"/>
                    <a:pt x="27" y="106"/>
                  </a:cubicBezTo>
                  <a:cubicBezTo>
                    <a:pt x="31" y="110"/>
                    <a:pt x="37" y="111"/>
                    <a:pt x="44" y="111"/>
                  </a:cubicBezTo>
                  <a:cubicBezTo>
                    <a:pt x="53" y="111"/>
                    <a:pt x="61" y="108"/>
                    <a:pt x="68" y="101"/>
                  </a:cubicBezTo>
                  <a:cubicBezTo>
                    <a:pt x="74" y="94"/>
                    <a:pt x="77" y="86"/>
                    <a:pt x="77" y="76"/>
                  </a:cubicBezTo>
                  <a:lnTo>
                    <a:pt x="77"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2" name="Freeform 54"/>
            <p:cNvSpPr>
              <a:spLocks/>
            </p:cNvSpPr>
            <p:nvPr userDrawn="1"/>
          </p:nvSpPr>
          <p:spPr bwMode="auto">
            <a:xfrm>
              <a:off x="1386" y="4610"/>
              <a:ext cx="151" cy="412"/>
            </a:xfrm>
            <a:custGeom>
              <a:avLst/>
              <a:gdLst>
                <a:gd name="T0" fmla="*/ 64 w 64"/>
                <a:gd name="T1" fmla="*/ 110 h 174"/>
                <a:gd name="T2" fmla="*/ 51 w 64"/>
                <a:gd name="T3" fmla="*/ 157 h 174"/>
                <a:gd name="T4" fmla="*/ 16 w 64"/>
                <a:gd name="T5" fmla="*/ 174 h 174"/>
                <a:gd name="T6" fmla="*/ 0 w 64"/>
                <a:gd name="T7" fmla="*/ 171 h 174"/>
                <a:gd name="T8" fmla="*/ 0 w 64"/>
                <a:gd name="T9" fmla="*/ 151 h 174"/>
                <a:gd name="T10" fmla="*/ 17 w 64"/>
                <a:gd name="T11" fmla="*/ 156 h 174"/>
                <a:gd name="T12" fmla="*/ 44 w 64"/>
                <a:gd name="T13" fmla="*/ 110 h 174"/>
                <a:gd name="T14" fmla="*/ 44 w 64"/>
                <a:gd name="T15" fmla="*/ 0 h 174"/>
                <a:gd name="T16" fmla="*/ 64 w 64"/>
                <a:gd name="T17" fmla="*/ 0 h 174"/>
                <a:gd name="T18" fmla="*/ 64 w 64"/>
                <a:gd name="T19" fmla="*/ 110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174">
                  <a:moveTo>
                    <a:pt x="64" y="110"/>
                  </a:moveTo>
                  <a:cubicBezTo>
                    <a:pt x="64" y="129"/>
                    <a:pt x="59" y="145"/>
                    <a:pt x="51" y="157"/>
                  </a:cubicBezTo>
                  <a:cubicBezTo>
                    <a:pt x="43" y="168"/>
                    <a:pt x="31" y="174"/>
                    <a:pt x="16" y="174"/>
                  </a:cubicBezTo>
                  <a:cubicBezTo>
                    <a:pt x="10" y="174"/>
                    <a:pt x="4" y="173"/>
                    <a:pt x="0" y="171"/>
                  </a:cubicBezTo>
                  <a:cubicBezTo>
                    <a:pt x="0" y="151"/>
                    <a:pt x="0" y="151"/>
                    <a:pt x="0" y="151"/>
                  </a:cubicBezTo>
                  <a:cubicBezTo>
                    <a:pt x="4" y="154"/>
                    <a:pt x="10" y="156"/>
                    <a:pt x="17" y="156"/>
                  </a:cubicBezTo>
                  <a:cubicBezTo>
                    <a:pt x="35" y="156"/>
                    <a:pt x="44" y="140"/>
                    <a:pt x="44" y="110"/>
                  </a:cubicBezTo>
                  <a:cubicBezTo>
                    <a:pt x="44" y="0"/>
                    <a:pt x="44" y="0"/>
                    <a:pt x="44" y="0"/>
                  </a:cubicBezTo>
                  <a:cubicBezTo>
                    <a:pt x="64" y="0"/>
                    <a:pt x="64" y="0"/>
                    <a:pt x="64" y="0"/>
                  </a:cubicBezTo>
                  <a:lnTo>
                    <a:pt x="64" y="1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3" name="Freeform 55"/>
            <p:cNvSpPr>
              <a:spLocks/>
            </p:cNvSpPr>
            <p:nvPr userDrawn="1"/>
          </p:nvSpPr>
          <p:spPr bwMode="auto">
            <a:xfrm>
              <a:off x="1627" y="4726"/>
              <a:ext cx="239" cy="296"/>
            </a:xfrm>
            <a:custGeom>
              <a:avLst/>
              <a:gdLst>
                <a:gd name="T0" fmla="*/ 101 w 101"/>
                <a:gd name="T1" fmla="*/ 122 h 125"/>
                <a:gd name="T2" fmla="*/ 82 w 101"/>
                <a:gd name="T3" fmla="*/ 122 h 125"/>
                <a:gd name="T4" fmla="*/ 82 w 101"/>
                <a:gd name="T5" fmla="*/ 103 h 125"/>
                <a:gd name="T6" fmla="*/ 81 w 101"/>
                <a:gd name="T7" fmla="*/ 103 h 125"/>
                <a:gd name="T8" fmla="*/ 43 w 101"/>
                <a:gd name="T9" fmla="*/ 125 h 125"/>
                <a:gd name="T10" fmla="*/ 0 w 101"/>
                <a:gd name="T11" fmla="*/ 73 h 125"/>
                <a:gd name="T12" fmla="*/ 0 w 101"/>
                <a:gd name="T13" fmla="*/ 0 h 125"/>
                <a:gd name="T14" fmla="*/ 19 w 101"/>
                <a:gd name="T15" fmla="*/ 0 h 125"/>
                <a:gd name="T16" fmla="*/ 19 w 101"/>
                <a:gd name="T17" fmla="*/ 70 h 125"/>
                <a:gd name="T18" fmla="*/ 49 w 101"/>
                <a:gd name="T19" fmla="*/ 108 h 125"/>
                <a:gd name="T20" fmla="*/ 72 w 101"/>
                <a:gd name="T21" fmla="*/ 98 h 125"/>
                <a:gd name="T22" fmla="*/ 82 w 101"/>
                <a:gd name="T23" fmla="*/ 70 h 125"/>
                <a:gd name="T24" fmla="*/ 82 w 101"/>
                <a:gd name="T25" fmla="*/ 0 h 125"/>
                <a:gd name="T26" fmla="*/ 101 w 101"/>
                <a:gd name="T27" fmla="*/ 0 h 125"/>
                <a:gd name="T28" fmla="*/ 101 w 101"/>
                <a:gd name="T29" fmla="*/ 12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1" h="125">
                  <a:moveTo>
                    <a:pt x="101" y="122"/>
                  </a:moveTo>
                  <a:cubicBezTo>
                    <a:pt x="82" y="122"/>
                    <a:pt x="82" y="122"/>
                    <a:pt x="82" y="122"/>
                  </a:cubicBezTo>
                  <a:cubicBezTo>
                    <a:pt x="82" y="103"/>
                    <a:pt x="82" y="103"/>
                    <a:pt x="82" y="103"/>
                  </a:cubicBezTo>
                  <a:cubicBezTo>
                    <a:pt x="81" y="103"/>
                    <a:pt x="81" y="103"/>
                    <a:pt x="81" y="103"/>
                  </a:cubicBezTo>
                  <a:cubicBezTo>
                    <a:pt x="73" y="117"/>
                    <a:pt x="60" y="125"/>
                    <a:pt x="43" y="125"/>
                  </a:cubicBezTo>
                  <a:cubicBezTo>
                    <a:pt x="14" y="125"/>
                    <a:pt x="0" y="108"/>
                    <a:pt x="0" y="73"/>
                  </a:cubicBezTo>
                  <a:cubicBezTo>
                    <a:pt x="0" y="0"/>
                    <a:pt x="0" y="0"/>
                    <a:pt x="0" y="0"/>
                  </a:cubicBezTo>
                  <a:cubicBezTo>
                    <a:pt x="19" y="0"/>
                    <a:pt x="19" y="0"/>
                    <a:pt x="19" y="0"/>
                  </a:cubicBezTo>
                  <a:cubicBezTo>
                    <a:pt x="19" y="70"/>
                    <a:pt x="19" y="70"/>
                    <a:pt x="19" y="70"/>
                  </a:cubicBezTo>
                  <a:cubicBezTo>
                    <a:pt x="19" y="95"/>
                    <a:pt x="29" y="108"/>
                    <a:pt x="49" y="108"/>
                  </a:cubicBezTo>
                  <a:cubicBezTo>
                    <a:pt x="59" y="108"/>
                    <a:pt x="66" y="105"/>
                    <a:pt x="72" y="98"/>
                  </a:cubicBezTo>
                  <a:cubicBezTo>
                    <a:pt x="78" y="91"/>
                    <a:pt x="82" y="81"/>
                    <a:pt x="82" y="70"/>
                  </a:cubicBezTo>
                  <a:cubicBezTo>
                    <a:pt x="82" y="0"/>
                    <a:pt x="82" y="0"/>
                    <a:pt x="82" y="0"/>
                  </a:cubicBezTo>
                  <a:cubicBezTo>
                    <a:pt x="101" y="0"/>
                    <a:pt x="101" y="0"/>
                    <a:pt x="101" y="0"/>
                  </a:cubicBezTo>
                  <a:lnTo>
                    <a:pt x="101"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4" name="Rectangle 56"/>
            <p:cNvSpPr>
              <a:spLocks noChangeArrowheads="1"/>
            </p:cNvSpPr>
            <p:nvPr userDrawn="1"/>
          </p:nvSpPr>
          <p:spPr bwMode="auto">
            <a:xfrm>
              <a:off x="1961" y="4587"/>
              <a:ext cx="45" cy="42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5" name="Freeform 57"/>
            <p:cNvSpPr>
              <a:spLocks/>
            </p:cNvSpPr>
            <p:nvPr userDrawn="1"/>
          </p:nvSpPr>
          <p:spPr bwMode="auto">
            <a:xfrm>
              <a:off x="2058" y="4726"/>
              <a:ext cx="272" cy="423"/>
            </a:xfrm>
            <a:custGeom>
              <a:avLst/>
              <a:gdLst>
                <a:gd name="T0" fmla="*/ 115 w 115"/>
                <a:gd name="T1" fmla="*/ 0 h 179"/>
                <a:gd name="T2" fmla="*/ 59 w 115"/>
                <a:gd name="T3" fmla="*/ 141 h 179"/>
                <a:gd name="T4" fmla="*/ 17 w 115"/>
                <a:gd name="T5" fmla="*/ 179 h 179"/>
                <a:gd name="T6" fmla="*/ 4 w 115"/>
                <a:gd name="T7" fmla="*/ 178 h 179"/>
                <a:gd name="T8" fmla="*/ 4 w 115"/>
                <a:gd name="T9" fmla="*/ 160 h 179"/>
                <a:gd name="T10" fmla="*/ 15 w 115"/>
                <a:gd name="T11" fmla="*/ 162 h 179"/>
                <a:gd name="T12" fmla="*/ 38 w 115"/>
                <a:gd name="T13" fmla="*/ 145 h 179"/>
                <a:gd name="T14" fmla="*/ 47 w 115"/>
                <a:gd name="T15" fmla="*/ 122 h 179"/>
                <a:gd name="T16" fmla="*/ 0 w 115"/>
                <a:gd name="T17" fmla="*/ 0 h 179"/>
                <a:gd name="T18" fmla="*/ 21 w 115"/>
                <a:gd name="T19" fmla="*/ 0 h 179"/>
                <a:gd name="T20" fmla="*/ 54 w 115"/>
                <a:gd name="T21" fmla="*/ 94 h 179"/>
                <a:gd name="T22" fmla="*/ 57 w 115"/>
                <a:gd name="T23" fmla="*/ 103 h 179"/>
                <a:gd name="T24" fmla="*/ 58 w 115"/>
                <a:gd name="T25" fmla="*/ 103 h 179"/>
                <a:gd name="T26" fmla="*/ 60 w 115"/>
                <a:gd name="T27" fmla="*/ 94 h 179"/>
                <a:gd name="T28" fmla="*/ 95 w 115"/>
                <a:gd name="T29" fmla="*/ 0 h 179"/>
                <a:gd name="T30" fmla="*/ 115 w 115"/>
                <a:gd name="T31"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179">
                  <a:moveTo>
                    <a:pt x="115" y="0"/>
                  </a:moveTo>
                  <a:cubicBezTo>
                    <a:pt x="59" y="141"/>
                    <a:pt x="59" y="141"/>
                    <a:pt x="59" y="141"/>
                  </a:cubicBezTo>
                  <a:cubicBezTo>
                    <a:pt x="49" y="167"/>
                    <a:pt x="35" y="179"/>
                    <a:pt x="17" y="179"/>
                  </a:cubicBezTo>
                  <a:cubicBezTo>
                    <a:pt x="11" y="179"/>
                    <a:pt x="7" y="179"/>
                    <a:pt x="4" y="178"/>
                  </a:cubicBezTo>
                  <a:cubicBezTo>
                    <a:pt x="4" y="160"/>
                    <a:pt x="4" y="160"/>
                    <a:pt x="4" y="160"/>
                  </a:cubicBezTo>
                  <a:cubicBezTo>
                    <a:pt x="8" y="162"/>
                    <a:pt x="12" y="162"/>
                    <a:pt x="15" y="162"/>
                  </a:cubicBezTo>
                  <a:cubicBezTo>
                    <a:pt x="25" y="162"/>
                    <a:pt x="33" y="157"/>
                    <a:pt x="38" y="145"/>
                  </a:cubicBezTo>
                  <a:cubicBezTo>
                    <a:pt x="47" y="122"/>
                    <a:pt x="47" y="122"/>
                    <a:pt x="47" y="122"/>
                  </a:cubicBezTo>
                  <a:cubicBezTo>
                    <a:pt x="0" y="0"/>
                    <a:pt x="0" y="0"/>
                    <a:pt x="0" y="0"/>
                  </a:cubicBezTo>
                  <a:cubicBezTo>
                    <a:pt x="21" y="0"/>
                    <a:pt x="21" y="0"/>
                    <a:pt x="21" y="0"/>
                  </a:cubicBezTo>
                  <a:cubicBezTo>
                    <a:pt x="54" y="94"/>
                    <a:pt x="54" y="94"/>
                    <a:pt x="54" y="94"/>
                  </a:cubicBezTo>
                  <a:cubicBezTo>
                    <a:pt x="57" y="103"/>
                    <a:pt x="57" y="103"/>
                    <a:pt x="57" y="103"/>
                  </a:cubicBezTo>
                  <a:cubicBezTo>
                    <a:pt x="58" y="103"/>
                    <a:pt x="58" y="103"/>
                    <a:pt x="58" y="103"/>
                  </a:cubicBezTo>
                  <a:cubicBezTo>
                    <a:pt x="58" y="101"/>
                    <a:pt x="59" y="98"/>
                    <a:pt x="60" y="94"/>
                  </a:cubicBezTo>
                  <a:cubicBezTo>
                    <a:pt x="95" y="0"/>
                    <a:pt x="95" y="0"/>
                    <a:pt x="95" y="0"/>
                  </a:cubicBezTo>
                  <a:lnTo>
                    <a:pt x="11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6" name="Freeform 58"/>
            <p:cNvSpPr>
              <a:spLocks/>
            </p:cNvSpPr>
            <p:nvPr userDrawn="1"/>
          </p:nvSpPr>
          <p:spPr bwMode="auto">
            <a:xfrm>
              <a:off x="2469" y="4601"/>
              <a:ext cx="140" cy="414"/>
            </a:xfrm>
            <a:custGeom>
              <a:avLst/>
              <a:gdLst>
                <a:gd name="T0" fmla="*/ 40 w 59"/>
                <a:gd name="T1" fmla="*/ 175 h 175"/>
                <a:gd name="T2" fmla="*/ 40 w 59"/>
                <a:gd name="T3" fmla="*/ 27 h 175"/>
                <a:gd name="T4" fmla="*/ 22 w 59"/>
                <a:gd name="T5" fmla="*/ 39 h 175"/>
                <a:gd name="T6" fmla="*/ 0 w 59"/>
                <a:gd name="T7" fmla="*/ 47 h 175"/>
                <a:gd name="T8" fmla="*/ 0 w 59"/>
                <a:gd name="T9" fmla="*/ 28 h 175"/>
                <a:gd name="T10" fmla="*/ 28 w 59"/>
                <a:gd name="T11" fmla="*/ 16 h 175"/>
                <a:gd name="T12" fmla="*/ 52 w 59"/>
                <a:gd name="T13" fmla="*/ 0 h 175"/>
                <a:gd name="T14" fmla="*/ 59 w 59"/>
                <a:gd name="T15" fmla="*/ 0 h 175"/>
                <a:gd name="T16" fmla="*/ 59 w 59"/>
                <a:gd name="T17" fmla="*/ 175 h 175"/>
                <a:gd name="T18" fmla="*/ 40 w 59"/>
                <a:gd name="T1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175">
                  <a:moveTo>
                    <a:pt x="40" y="175"/>
                  </a:moveTo>
                  <a:cubicBezTo>
                    <a:pt x="40" y="27"/>
                    <a:pt x="40" y="27"/>
                    <a:pt x="40" y="27"/>
                  </a:cubicBezTo>
                  <a:cubicBezTo>
                    <a:pt x="36" y="31"/>
                    <a:pt x="30" y="34"/>
                    <a:pt x="22" y="39"/>
                  </a:cubicBezTo>
                  <a:cubicBezTo>
                    <a:pt x="14" y="43"/>
                    <a:pt x="7" y="46"/>
                    <a:pt x="0" y="47"/>
                  </a:cubicBezTo>
                  <a:cubicBezTo>
                    <a:pt x="0" y="28"/>
                    <a:pt x="0" y="28"/>
                    <a:pt x="0" y="28"/>
                  </a:cubicBezTo>
                  <a:cubicBezTo>
                    <a:pt x="9" y="25"/>
                    <a:pt x="18" y="21"/>
                    <a:pt x="28" y="16"/>
                  </a:cubicBezTo>
                  <a:cubicBezTo>
                    <a:pt x="38" y="11"/>
                    <a:pt x="46" y="5"/>
                    <a:pt x="52" y="0"/>
                  </a:cubicBezTo>
                  <a:cubicBezTo>
                    <a:pt x="59" y="0"/>
                    <a:pt x="59" y="0"/>
                    <a:pt x="59" y="0"/>
                  </a:cubicBezTo>
                  <a:cubicBezTo>
                    <a:pt x="59" y="175"/>
                    <a:pt x="59" y="175"/>
                    <a:pt x="59" y="175"/>
                  </a:cubicBezTo>
                  <a:lnTo>
                    <a:pt x="4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7" name="Freeform 59"/>
            <p:cNvSpPr>
              <a:spLocks noEditPoints="1"/>
            </p:cNvSpPr>
            <p:nvPr userDrawn="1"/>
          </p:nvSpPr>
          <p:spPr bwMode="auto">
            <a:xfrm>
              <a:off x="2696" y="4603"/>
              <a:ext cx="263" cy="419"/>
            </a:xfrm>
            <a:custGeom>
              <a:avLst/>
              <a:gdLst>
                <a:gd name="T0" fmla="*/ 111 w 111"/>
                <a:gd name="T1" fmla="*/ 88 h 177"/>
                <a:gd name="T2" fmla="*/ 96 w 111"/>
                <a:gd name="T3" fmla="*/ 153 h 177"/>
                <a:gd name="T4" fmla="*/ 54 w 111"/>
                <a:gd name="T5" fmla="*/ 177 h 177"/>
                <a:gd name="T6" fmla="*/ 14 w 111"/>
                <a:gd name="T7" fmla="*/ 155 h 177"/>
                <a:gd name="T8" fmla="*/ 0 w 111"/>
                <a:gd name="T9" fmla="*/ 92 h 177"/>
                <a:gd name="T10" fmla="*/ 14 w 111"/>
                <a:gd name="T11" fmla="*/ 24 h 177"/>
                <a:gd name="T12" fmla="*/ 57 w 111"/>
                <a:gd name="T13" fmla="*/ 0 h 177"/>
                <a:gd name="T14" fmla="*/ 111 w 111"/>
                <a:gd name="T15" fmla="*/ 88 h 177"/>
                <a:gd name="T16" fmla="*/ 91 w 111"/>
                <a:gd name="T17" fmla="*/ 90 h 177"/>
                <a:gd name="T18" fmla="*/ 56 w 111"/>
                <a:gd name="T19" fmla="*/ 17 h 177"/>
                <a:gd name="T20" fmla="*/ 20 w 111"/>
                <a:gd name="T21" fmla="*/ 91 h 177"/>
                <a:gd name="T22" fmla="*/ 55 w 111"/>
                <a:gd name="T23" fmla="*/ 160 h 177"/>
                <a:gd name="T24" fmla="*/ 91 w 111"/>
                <a:gd name="T25" fmla="*/ 9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177">
                  <a:moveTo>
                    <a:pt x="111" y="88"/>
                  </a:moveTo>
                  <a:cubicBezTo>
                    <a:pt x="111" y="116"/>
                    <a:pt x="106" y="138"/>
                    <a:pt x="96" y="153"/>
                  </a:cubicBezTo>
                  <a:cubicBezTo>
                    <a:pt x="86" y="169"/>
                    <a:pt x="72" y="177"/>
                    <a:pt x="54" y="177"/>
                  </a:cubicBezTo>
                  <a:cubicBezTo>
                    <a:pt x="36" y="177"/>
                    <a:pt x="23" y="170"/>
                    <a:pt x="14" y="155"/>
                  </a:cubicBezTo>
                  <a:cubicBezTo>
                    <a:pt x="4" y="140"/>
                    <a:pt x="0" y="119"/>
                    <a:pt x="0" y="92"/>
                  </a:cubicBezTo>
                  <a:cubicBezTo>
                    <a:pt x="0" y="62"/>
                    <a:pt x="4" y="39"/>
                    <a:pt x="14" y="24"/>
                  </a:cubicBezTo>
                  <a:cubicBezTo>
                    <a:pt x="24" y="8"/>
                    <a:pt x="38" y="0"/>
                    <a:pt x="57" y="0"/>
                  </a:cubicBezTo>
                  <a:cubicBezTo>
                    <a:pt x="93" y="0"/>
                    <a:pt x="111" y="29"/>
                    <a:pt x="111" y="88"/>
                  </a:cubicBezTo>
                  <a:close/>
                  <a:moveTo>
                    <a:pt x="91" y="90"/>
                  </a:moveTo>
                  <a:cubicBezTo>
                    <a:pt x="91" y="41"/>
                    <a:pt x="79" y="17"/>
                    <a:pt x="56" y="17"/>
                  </a:cubicBezTo>
                  <a:cubicBezTo>
                    <a:pt x="32" y="17"/>
                    <a:pt x="20" y="41"/>
                    <a:pt x="20" y="91"/>
                  </a:cubicBezTo>
                  <a:cubicBezTo>
                    <a:pt x="20" y="137"/>
                    <a:pt x="32" y="160"/>
                    <a:pt x="55" y="160"/>
                  </a:cubicBezTo>
                  <a:cubicBezTo>
                    <a:pt x="79" y="160"/>
                    <a:pt x="91" y="137"/>
                    <a:pt x="91"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8" name="Rectangle 60"/>
            <p:cNvSpPr>
              <a:spLocks noChangeArrowheads="1"/>
            </p:cNvSpPr>
            <p:nvPr userDrawn="1"/>
          </p:nvSpPr>
          <p:spPr bwMode="auto">
            <a:xfrm>
              <a:off x="3030" y="4835"/>
              <a:ext cx="154" cy="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69" name="Freeform 61"/>
            <p:cNvSpPr>
              <a:spLocks/>
            </p:cNvSpPr>
            <p:nvPr userDrawn="1"/>
          </p:nvSpPr>
          <p:spPr bwMode="auto">
            <a:xfrm>
              <a:off x="3236" y="4601"/>
              <a:ext cx="142" cy="414"/>
            </a:xfrm>
            <a:custGeom>
              <a:avLst/>
              <a:gdLst>
                <a:gd name="T0" fmla="*/ 40 w 60"/>
                <a:gd name="T1" fmla="*/ 175 h 175"/>
                <a:gd name="T2" fmla="*/ 40 w 60"/>
                <a:gd name="T3" fmla="*/ 27 h 175"/>
                <a:gd name="T4" fmla="*/ 23 w 60"/>
                <a:gd name="T5" fmla="*/ 39 h 175"/>
                <a:gd name="T6" fmla="*/ 0 w 60"/>
                <a:gd name="T7" fmla="*/ 47 h 175"/>
                <a:gd name="T8" fmla="*/ 0 w 60"/>
                <a:gd name="T9" fmla="*/ 28 h 175"/>
                <a:gd name="T10" fmla="*/ 28 w 60"/>
                <a:gd name="T11" fmla="*/ 16 h 175"/>
                <a:gd name="T12" fmla="*/ 52 w 60"/>
                <a:gd name="T13" fmla="*/ 0 h 175"/>
                <a:gd name="T14" fmla="*/ 60 w 60"/>
                <a:gd name="T15" fmla="*/ 0 h 175"/>
                <a:gd name="T16" fmla="*/ 60 w 60"/>
                <a:gd name="T17" fmla="*/ 175 h 175"/>
                <a:gd name="T18" fmla="*/ 40 w 60"/>
                <a:gd name="T1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75">
                  <a:moveTo>
                    <a:pt x="40" y="175"/>
                  </a:moveTo>
                  <a:cubicBezTo>
                    <a:pt x="40" y="27"/>
                    <a:pt x="40" y="27"/>
                    <a:pt x="40" y="27"/>
                  </a:cubicBezTo>
                  <a:cubicBezTo>
                    <a:pt x="37" y="31"/>
                    <a:pt x="31" y="34"/>
                    <a:pt x="23" y="39"/>
                  </a:cubicBezTo>
                  <a:cubicBezTo>
                    <a:pt x="14" y="43"/>
                    <a:pt x="7" y="46"/>
                    <a:pt x="0" y="47"/>
                  </a:cubicBezTo>
                  <a:cubicBezTo>
                    <a:pt x="0" y="28"/>
                    <a:pt x="0" y="28"/>
                    <a:pt x="0" y="28"/>
                  </a:cubicBezTo>
                  <a:cubicBezTo>
                    <a:pt x="9" y="25"/>
                    <a:pt x="18" y="21"/>
                    <a:pt x="28" y="16"/>
                  </a:cubicBezTo>
                  <a:cubicBezTo>
                    <a:pt x="38" y="11"/>
                    <a:pt x="46" y="5"/>
                    <a:pt x="52" y="0"/>
                  </a:cubicBezTo>
                  <a:cubicBezTo>
                    <a:pt x="60" y="0"/>
                    <a:pt x="60" y="0"/>
                    <a:pt x="60" y="0"/>
                  </a:cubicBezTo>
                  <a:cubicBezTo>
                    <a:pt x="60" y="175"/>
                    <a:pt x="60" y="175"/>
                    <a:pt x="60" y="175"/>
                  </a:cubicBezTo>
                  <a:lnTo>
                    <a:pt x="4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0" name="Freeform 62"/>
            <p:cNvSpPr>
              <a:spLocks noEditPoints="1"/>
            </p:cNvSpPr>
            <p:nvPr userDrawn="1"/>
          </p:nvSpPr>
          <p:spPr bwMode="auto">
            <a:xfrm>
              <a:off x="3453" y="4610"/>
              <a:ext cx="298" cy="405"/>
            </a:xfrm>
            <a:custGeom>
              <a:avLst/>
              <a:gdLst>
                <a:gd name="T0" fmla="*/ 99 w 126"/>
                <a:gd name="T1" fmla="*/ 0 h 171"/>
                <a:gd name="T2" fmla="*/ 99 w 126"/>
                <a:gd name="T3" fmla="*/ 113 h 171"/>
                <a:gd name="T4" fmla="*/ 126 w 126"/>
                <a:gd name="T5" fmla="*/ 113 h 171"/>
                <a:gd name="T6" fmla="*/ 126 w 126"/>
                <a:gd name="T7" fmla="*/ 131 h 171"/>
                <a:gd name="T8" fmla="*/ 99 w 126"/>
                <a:gd name="T9" fmla="*/ 131 h 171"/>
                <a:gd name="T10" fmla="*/ 99 w 126"/>
                <a:gd name="T11" fmla="*/ 171 h 171"/>
                <a:gd name="T12" fmla="*/ 80 w 126"/>
                <a:gd name="T13" fmla="*/ 171 h 171"/>
                <a:gd name="T14" fmla="*/ 80 w 126"/>
                <a:gd name="T15" fmla="*/ 131 h 171"/>
                <a:gd name="T16" fmla="*/ 0 w 126"/>
                <a:gd name="T17" fmla="*/ 131 h 171"/>
                <a:gd name="T18" fmla="*/ 0 w 126"/>
                <a:gd name="T19" fmla="*/ 114 h 171"/>
                <a:gd name="T20" fmla="*/ 46 w 126"/>
                <a:gd name="T21" fmla="*/ 55 h 171"/>
                <a:gd name="T22" fmla="*/ 78 w 126"/>
                <a:gd name="T23" fmla="*/ 0 h 171"/>
                <a:gd name="T24" fmla="*/ 99 w 126"/>
                <a:gd name="T25" fmla="*/ 0 h 171"/>
                <a:gd name="T26" fmla="*/ 22 w 126"/>
                <a:gd name="T27" fmla="*/ 113 h 171"/>
                <a:gd name="T28" fmla="*/ 80 w 126"/>
                <a:gd name="T29" fmla="*/ 113 h 171"/>
                <a:gd name="T30" fmla="*/ 80 w 126"/>
                <a:gd name="T31" fmla="*/ 29 h 171"/>
                <a:gd name="T32" fmla="*/ 34 w 126"/>
                <a:gd name="T33" fmla="*/ 97 h 171"/>
                <a:gd name="T34" fmla="*/ 22 w 126"/>
                <a:gd name="T35"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6" h="171">
                  <a:moveTo>
                    <a:pt x="99" y="0"/>
                  </a:moveTo>
                  <a:cubicBezTo>
                    <a:pt x="99" y="113"/>
                    <a:pt x="99" y="113"/>
                    <a:pt x="99" y="113"/>
                  </a:cubicBezTo>
                  <a:cubicBezTo>
                    <a:pt x="126" y="113"/>
                    <a:pt x="126" y="113"/>
                    <a:pt x="126" y="113"/>
                  </a:cubicBezTo>
                  <a:cubicBezTo>
                    <a:pt x="126" y="131"/>
                    <a:pt x="126" y="131"/>
                    <a:pt x="126" y="131"/>
                  </a:cubicBezTo>
                  <a:cubicBezTo>
                    <a:pt x="99" y="131"/>
                    <a:pt x="99" y="131"/>
                    <a:pt x="99" y="131"/>
                  </a:cubicBezTo>
                  <a:cubicBezTo>
                    <a:pt x="99" y="171"/>
                    <a:pt x="99" y="171"/>
                    <a:pt x="99" y="171"/>
                  </a:cubicBezTo>
                  <a:cubicBezTo>
                    <a:pt x="80" y="171"/>
                    <a:pt x="80" y="171"/>
                    <a:pt x="80" y="171"/>
                  </a:cubicBezTo>
                  <a:cubicBezTo>
                    <a:pt x="80" y="131"/>
                    <a:pt x="80" y="131"/>
                    <a:pt x="80" y="131"/>
                  </a:cubicBezTo>
                  <a:cubicBezTo>
                    <a:pt x="0" y="131"/>
                    <a:pt x="0" y="131"/>
                    <a:pt x="0" y="131"/>
                  </a:cubicBezTo>
                  <a:cubicBezTo>
                    <a:pt x="0" y="114"/>
                    <a:pt x="0" y="114"/>
                    <a:pt x="0" y="114"/>
                  </a:cubicBezTo>
                  <a:cubicBezTo>
                    <a:pt x="17" y="95"/>
                    <a:pt x="32" y="75"/>
                    <a:pt x="46" y="55"/>
                  </a:cubicBezTo>
                  <a:cubicBezTo>
                    <a:pt x="60" y="34"/>
                    <a:pt x="71" y="16"/>
                    <a:pt x="78" y="0"/>
                  </a:cubicBezTo>
                  <a:lnTo>
                    <a:pt x="99" y="0"/>
                  </a:lnTo>
                  <a:close/>
                  <a:moveTo>
                    <a:pt x="22" y="113"/>
                  </a:moveTo>
                  <a:cubicBezTo>
                    <a:pt x="80" y="113"/>
                    <a:pt x="80" y="113"/>
                    <a:pt x="80" y="113"/>
                  </a:cubicBezTo>
                  <a:cubicBezTo>
                    <a:pt x="80" y="29"/>
                    <a:pt x="80" y="29"/>
                    <a:pt x="80" y="29"/>
                  </a:cubicBezTo>
                  <a:cubicBezTo>
                    <a:pt x="65" y="56"/>
                    <a:pt x="50" y="78"/>
                    <a:pt x="34" y="97"/>
                  </a:cubicBezTo>
                  <a:lnTo>
                    <a:pt x="22"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1" name="Freeform 63"/>
            <p:cNvSpPr>
              <a:spLocks/>
            </p:cNvSpPr>
            <p:nvPr userDrawn="1"/>
          </p:nvSpPr>
          <p:spPr bwMode="auto">
            <a:xfrm>
              <a:off x="3773" y="4951"/>
              <a:ext cx="78" cy="137"/>
            </a:xfrm>
            <a:custGeom>
              <a:avLst/>
              <a:gdLst>
                <a:gd name="T0" fmla="*/ 78 w 78"/>
                <a:gd name="T1" fmla="*/ 0 h 137"/>
                <a:gd name="T2" fmla="*/ 33 w 78"/>
                <a:gd name="T3" fmla="*/ 137 h 137"/>
                <a:gd name="T4" fmla="*/ 0 w 78"/>
                <a:gd name="T5" fmla="*/ 137 h 137"/>
                <a:gd name="T6" fmla="*/ 33 w 78"/>
                <a:gd name="T7" fmla="*/ 0 h 137"/>
                <a:gd name="T8" fmla="*/ 78 w 78"/>
                <a:gd name="T9" fmla="*/ 0 h 137"/>
              </a:gdLst>
              <a:ahLst/>
              <a:cxnLst>
                <a:cxn ang="0">
                  <a:pos x="T0" y="T1"/>
                </a:cxn>
                <a:cxn ang="0">
                  <a:pos x="T2" y="T3"/>
                </a:cxn>
                <a:cxn ang="0">
                  <a:pos x="T4" y="T5"/>
                </a:cxn>
                <a:cxn ang="0">
                  <a:pos x="T6" y="T7"/>
                </a:cxn>
                <a:cxn ang="0">
                  <a:pos x="T8" y="T9"/>
                </a:cxn>
              </a:cxnLst>
              <a:rect l="0" t="0" r="r" b="b"/>
              <a:pathLst>
                <a:path w="78" h="137">
                  <a:moveTo>
                    <a:pt x="78" y="0"/>
                  </a:moveTo>
                  <a:lnTo>
                    <a:pt x="33" y="137"/>
                  </a:lnTo>
                  <a:lnTo>
                    <a:pt x="0" y="137"/>
                  </a:lnTo>
                  <a:lnTo>
                    <a:pt x="33" y="0"/>
                  </a:lnTo>
                  <a:lnTo>
                    <a:pt x="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2" name="Freeform 64"/>
            <p:cNvSpPr>
              <a:spLocks/>
            </p:cNvSpPr>
            <p:nvPr userDrawn="1"/>
          </p:nvSpPr>
          <p:spPr bwMode="auto">
            <a:xfrm>
              <a:off x="4052" y="4603"/>
              <a:ext cx="251" cy="412"/>
            </a:xfrm>
            <a:custGeom>
              <a:avLst/>
              <a:gdLst>
                <a:gd name="T0" fmla="*/ 79 w 106"/>
                <a:gd name="T1" fmla="*/ 48 h 174"/>
                <a:gd name="T2" fmla="*/ 71 w 106"/>
                <a:gd name="T3" fmla="*/ 25 h 174"/>
                <a:gd name="T4" fmla="*/ 48 w 106"/>
                <a:gd name="T5" fmla="*/ 17 h 174"/>
                <a:gd name="T6" fmla="*/ 27 w 106"/>
                <a:gd name="T7" fmla="*/ 22 h 174"/>
                <a:gd name="T8" fmla="*/ 7 w 106"/>
                <a:gd name="T9" fmla="*/ 38 h 174"/>
                <a:gd name="T10" fmla="*/ 7 w 106"/>
                <a:gd name="T11" fmla="*/ 17 h 174"/>
                <a:gd name="T12" fmla="*/ 25 w 106"/>
                <a:gd name="T13" fmla="*/ 4 h 174"/>
                <a:gd name="T14" fmla="*/ 50 w 106"/>
                <a:gd name="T15" fmla="*/ 0 h 174"/>
                <a:gd name="T16" fmla="*/ 86 w 106"/>
                <a:gd name="T17" fmla="*/ 13 h 174"/>
                <a:gd name="T18" fmla="*/ 99 w 106"/>
                <a:gd name="T19" fmla="*/ 46 h 174"/>
                <a:gd name="T20" fmla="*/ 91 w 106"/>
                <a:gd name="T21" fmla="*/ 78 h 174"/>
                <a:gd name="T22" fmla="*/ 61 w 106"/>
                <a:gd name="T23" fmla="*/ 108 h 174"/>
                <a:gd name="T24" fmla="*/ 33 w 106"/>
                <a:gd name="T25" fmla="*/ 129 h 174"/>
                <a:gd name="T26" fmla="*/ 24 w 106"/>
                <a:gd name="T27" fmla="*/ 142 h 174"/>
                <a:gd name="T28" fmla="*/ 21 w 106"/>
                <a:gd name="T29" fmla="*/ 156 h 174"/>
                <a:gd name="T30" fmla="*/ 106 w 106"/>
                <a:gd name="T31" fmla="*/ 156 h 174"/>
                <a:gd name="T32" fmla="*/ 106 w 106"/>
                <a:gd name="T33" fmla="*/ 174 h 174"/>
                <a:gd name="T34" fmla="*/ 0 w 106"/>
                <a:gd name="T35" fmla="*/ 174 h 174"/>
                <a:gd name="T36" fmla="*/ 0 w 106"/>
                <a:gd name="T37" fmla="*/ 165 h 174"/>
                <a:gd name="T38" fmla="*/ 4 w 106"/>
                <a:gd name="T39" fmla="*/ 142 h 174"/>
                <a:gd name="T40" fmla="*/ 16 w 106"/>
                <a:gd name="T41" fmla="*/ 124 h 174"/>
                <a:gd name="T42" fmla="*/ 47 w 106"/>
                <a:gd name="T43" fmla="*/ 98 h 174"/>
                <a:gd name="T44" fmla="*/ 72 w 106"/>
                <a:gd name="T45" fmla="*/ 74 h 174"/>
                <a:gd name="T46" fmla="*/ 79 w 106"/>
                <a:gd name="T47" fmla="*/ 48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174">
                  <a:moveTo>
                    <a:pt x="79" y="48"/>
                  </a:moveTo>
                  <a:cubicBezTo>
                    <a:pt x="79" y="38"/>
                    <a:pt x="77" y="31"/>
                    <a:pt x="71" y="25"/>
                  </a:cubicBezTo>
                  <a:cubicBezTo>
                    <a:pt x="65" y="19"/>
                    <a:pt x="58" y="17"/>
                    <a:pt x="48" y="17"/>
                  </a:cubicBezTo>
                  <a:cubicBezTo>
                    <a:pt x="41" y="17"/>
                    <a:pt x="34" y="19"/>
                    <a:pt x="27" y="22"/>
                  </a:cubicBezTo>
                  <a:cubicBezTo>
                    <a:pt x="19" y="26"/>
                    <a:pt x="13" y="31"/>
                    <a:pt x="7" y="38"/>
                  </a:cubicBezTo>
                  <a:cubicBezTo>
                    <a:pt x="7" y="17"/>
                    <a:pt x="7" y="17"/>
                    <a:pt x="7" y="17"/>
                  </a:cubicBezTo>
                  <a:cubicBezTo>
                    <a:pt x="13" y="11"/>
                    <a:pt x="19" y="7"/>
                    <a:pt x="25" y="4"/>
                  </a:cubicBezTo>
                  <a:cubicBezTo>
                    <a:pt x="32" y="2"/>
                    <a:pt x="41" y="0"/>
                    <a:pt x="50" y="0"/>
                  </a:cubicBezTo>
                  <a:cubicBezTo>
                    <a:pt x="65" y="0"/>
                    <a:pt x="77" y="4"/>
                    <a:pt x="86" y="13"/>
                  </a:cubicBezTo>
                  <a:cubicBezTo>
                    <a:pt x="95" y="21"/>
                    <a:pt x="99" y="32"/>
                    <a:pt x="99" y="46"/>
                  </a:cubicBezTo>
                  <a:cubicBezTo>
                    <a:pt x="99" y="58"/>
                    <a:pt x="97" y="69"/>
                    <a:pt x="91" y="78"/>
                  </a:cubicBezTo>
                  <a:cubicBezTo>
                    <a:pt x="85" y="88"/>
                    <a:pt x="75" y="97"/>
                    <a:pt x="61" y="108"/>
                  </a:cubicBezTo>
                  <a:cubicBezTo>
                    <a:pt x="47" y="118"/>
                    <a:pt x="38" y="125"/>
                    <a:pt x="33" y="129"/>
                  </a:cubicBezTo>
                  <a:cubicBezTo>
                    <a:pt x="29" y="133"/>
                    <a:pt x="25" y="138"/>
                    <a:pt x="24" y="142"/>
                  </a:cubicBezTo>
                  <a:cubicBezTo>
                    <a:pt x="22" y="146"/>
                    <a:pt x="21" y="151"/>
                    <a:pt x="21" y="156"/>
                  </a:cubicBezTo>
                  <a:cubicBezTo>
                    <a:pt x="106" y="156"/>
                    <a:pt x="106" y="156"/>
                    <a:pt x="106" y="156"/>
                  </a:cubicBezTo>
                  <a:cubicBezTo>
                    <a:pt x="106" y="174"/>
                    <a:pt x="106" y="174"/>
                    <a:pt x="106" y="174"/>
                  </a:cubicBezTo>
                  <a:cubicBezTo>
                    <a:pt x="0" y="174"/>
                    <a:pt x="0" y="174"/>
                    <a:pt x="0" y="174"/>
                  </a:cubicBezTo>
                  <a:cubicBezTo>
                    <a:pt x="0" y="165"/>
                    <a:pt x="0" y="165"/>
                    <a:pt x="0" y="165"/>
                  </a:cubicBezTo>
                  <a:cubicBezTo>
                    <a:pt x="0" y="156"/>
                    <a:pt x="2" y="149"/>
                    <a:pt x="4" y="142"/>
                  </a:cubicBezTo>
                  <a:cubicBezTo>
                    <a:pt x="6" y="136"/>
                    <a:pt x="10" y="130"/>
                    <a:pt x="16" y="124"/>
                  </a:cubicBezTo>
                  <a:cubicBezTo>
                    <a:pt x="22" y="118"/>
                    <a:pt x="32" y="109"/>
                    <a:pt x="47" y="98"/>
                  </a:cubicBezTo>
                  <a:cubicBezTo>
                    <a:pt x="59" y="90"/>
                    <a:pt x="67" y="82"/>
                    <a:pt x="72" y="74"/>
                  </a:cubicBezTo>
                  <a:cubicBezTo>
                    <a:pt x="77" y="66"/>
                    <a:pt x="79" y="58"/>
                    <a:pt x="79"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3" name="Freeform 65"/>
            <p:cNvSpPr>
              <a:spLocks noEditPoints="1"/>
            </p:cNvSpPr>
            <p:nvPr userDrawn="1"/>
          </p:nvSpPr>
          <p:spPr bwMode="auto">
            <a:xfrm>
              <a:off x="4357" y="4603"/>
              <a:ext cx="265" cy="419"/>
            </a:xfrm>
            <a:custGeom>
              <a:avLst/>
              <a:gdLst>
                <a:gd name="T0" fmla="*/ 112 w 112"/>
                <a:gd name="T1" fmla="*/ 88 h 177"/>
                <a:gd name="T2" fmla="*/ 97 w 112"/>
                <a:gd name="T3" fmla="*/ 153 h 177"/>
                <a:gd name="T4" fmla="*/ 54 w 112"/>
                <a:gd name="T5" fmla="*/ 177 h 177"/>
                <a:gd name="T6" fmla="*/ 14 w 112"/>
                <a:gd name="T7" fmla="*/ 155 h 177"/>
                <a:gd name="T8" fmla="*/ 0 w 112"/>
                <a:gd name="T9" fmla="*/ 92 h 177"/>
                <a:gd name="T10" fmla="*/ 15 w 112"/>
                <a:gd name="T11" fmla="*/ 24 h 177"/>
                <a:gd name="T12" fmla="*/ 58 w 112"/>
                <a:gd name="T13" fmla="*/ 0 h 177"/>
                <a:gd name="T14" fmla="*/ 112 w 112"/>
                <a:gd name="T15" fmla="*/ 88 h 177"/>
                <a:gd name="T16" fmla="*/ 92 w 112"/>
                <a:gd name="T17" fmla="*/ 90 h 177"/>
                <a:gd name="T18" fmla="*/ 57 w 112"/>
                <a:gd name="T19" fmla="*/ 17 h 177"/>
                <a:gd name="T20" fmla="*/ 20 w 112"/>
                <a:gd name="T21" fmla="*/ 91 h 177"/>
                <a:gd name="T22" fmla="*/ 56 w 112"/>
                <a:gd name="T23" fmla="*/ 160 h 177"/>
                <a:gd name="T24" fmla="*/ 92 w 112"/>
                <a:gd name="T25" fmla="*/ 90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2" h="177">
                  <a:moveTo>
                    <a:pt x="112" y="88"/>
                  </a:moveTo>
                  <a:cubicBezTo>
                    <a:pt x="112" y="116"/>
                    <a:pt x="107" y="138"/>
                    <a:pt x="97" y="153"/>
                  </a:cubicBezTo>
                  <a:cubicBezTo>
                    <a:pt x="87" y="169"/>
                    <a:pt x="73" y="177"/>
                    <a:pt x="54" y="177"/>
                  </a:cubicBezTo>
                  <a:cubicBezTo>
                    <a:pt x="37" y="177"/>
                    <a:pt x="24" y="170"/>
                    <a:pt x="14" y="155"/>
                  </a:cubicBezTo>
                  <a:cubicBezTo>
                    <a:pt x="5" y="140"/>
                    <a:pt x="0" y="119"/>
                    <a:pt x="0" y="92"/>
                  </a:cubicBezTo>
                  <a:cubicBezTo>
                    <a:pt x="0" y="62"/>
                    <a:pt x="5" y="39"/>
                    <a:pt x="15" y="24"/>
                  </a:cubicBezTo>
                  <a:cubicBezTo>
                    <a:pt x="25" y="8"/>
                    <a:pt x="39" y="0"/>
                    <a:pt x="58" y="0"/>
                  </a:cubicBezTo>
                  <a:cubicBezTo>
                    <a:pt x="94" y="0"/>
                    <a:pt x="112" y="29"/>
                    <a:pt x="112" y="88"/>
                  </a:cubicBezTo>
                  <a:close/>
                  <a:moveTo>
                    <a:pt x="92" y="90"/>
                  </a:moveTo>
                  <a:cubicBezTo>
                    <a:pt x="92" y="41"/>
                    <a:pt x="80" y="17"/>
                    <a:pt x="57" y="17"/>
                  </a:cubicBezTo>
                  <a:cubicBezTo>
                    <a:pt x="32" y="17"/>
                    <a:pt x="20" y="41"/>
                    <a:pt x="20" y="91"/>
                  </a:cubicBezTo>
                  <a:cubicBezTo>
                    <a:pt x="20" y="137"/>
                    <a:pt x="32" y="160"/>
                    <a:pt x="56" y="160"/>
                  </a:cubicBezTo>
                  <a:cubicBezTo>
                    <a:pt x="80" y="160"/>
                    <a:pt x="92" y="137"/>
                    <a:pt x="92"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4" name="Freeform 66"/>
            <p:cNvSpPr>
              <a:spLocks/>
            </p:cNvSpPr>
            <p:nvPr userDrawn="1"/>
          </p:nvSpPr>
          <p:spPr bwMode="auto">
            <a:xfrm>
              <a:off x="4667" y="4601"/>
              <a:ext cx="142" cy="414"/>
            </a:xfrm>
            <a:custGeom>
              <a:avLst/>
              <a:gdLst>
                <a:gd name="T0" fmla="*/ 40 w 60"/>
                <a:gd name="T1" fmla="*/ 175 h 175"/>
                <a:gd name="T2" fmla="*/ 40 w 60"/>
                <a:gd name="T3" fmla="*/ 27 h 175"/>
                <a:gd name="T4" fmla="*/ 23 w 60"/>
                <a:gd name="T5" fmla="*/ 39 h 175"/>
                <a:gd name="T6" fmla="*/ 0 w 60"/>
                <a:gd name="T7" fmla="*/ 47 h 175"/>
                <a:gd name="T8" fmla="*/ 0 w 60"/>
                <a:gd name="T9" fmla="*/ 28 h 175"/>
                <a:gd name="T10" fmla="*/ 28 w 60"/>
                <a:gd name="T11" fmla="*/ 16 h 175"/>
                <a:gd name="T12" fmla="*/ 52 w 60"/>
                <a:gd name="T13" fmla="*/ 0 h 175"/>
                <a:gd name="T14" fmla="*/ 60 w 60"/>
                <a:gd name="T15" fmla="*/ 0 h 175"/>
                <a:gd name="T16" fmla="*/ 60 w 60"/>
                <a:gd name="T17" fmla="*/ 175 h 175"/>
                <a:gd name="T18" fmla="*/ 40 w 60"/>
                <a:gd name="T19" fmla="*/ 175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75">
                  <a:moveTo>
                    <a:pt x="40" y="175"/>
                  </a:moveTo>
                  <a:cubicBezTo>
                    <a:pt x="40" y="27"/>
                    <a:pt x="40" y="27"/>
                    <a:pt x="40" y="27"/>
                  </a:cubicBezTo>
                  <a:cubicBezTo>
                    <a:pt x="37" y="31"/>
                    <a:pt x="31" y="34"/>
                    <a:pt x="23" y="39"/>
                  </a:cubicBezTo>
                  <a:cubicBezTo>
                    <a:pt x="15" y="43"/>
                    <a:pt x="7" y="46"/>
                    <a:pt x="0" y="47"/>
                  </a:cubicBezTo>
                  <a:cubicBezTo>
                    <a:pt x="0" y="28"/>
                    <a:pt x="0" y="28"/>
                    <a:pt x="0" y="28"/>
                  </a:cubicBezTo>
                  <a:cubicBezTo>
                    <a:pt x="9" y="25"/>
                    <a:pt x="18" y="21"/>
                    <a:pt x="28" y="16"/>
                  </a:cubicBezTo>
                  <a:cubicBezTo>
                    <a:pt x="38" y="11"/>
                    <a:pt x="46" y="5"/>
                    <a:pt x="52" y="0"/>
                  </a:cubicBezTo>
                  <a:cubicBezTo>
                    <a:pt x="60" y="0"/>
                    <a:pt x="60" y="0"/>
                    <a:pt x="60" y="0"/>
                  </a:cubicBezTo>
                  <a:cubicBezTo>
                    <a:pt x="60" y="175"/>
                    <a:pt x="60" y="175"/>
                    <a:pt x="60" y="175"/>
                  </a:cubicBezTo>
                  <a:lnTo>
                    <a:pt x="40"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75" name="Freeform 67"/>
            <p:cNvSpPr>
              <a:spLocks noEditPoints="1"/>
            </p:cNvSpPr>
            <p:nvPr userDrawn="1"/>
          </p:nvSpPr>
          <p:spPr bwMode="auto">
            <a:xfrm>
              <a:off x="4901" y="4603"/>
              <a:ext cx="258" cy="419"/>
            </a:xfrm>
            <a:custGeom>
              <a:avLst/>
              <a:gdLst>
                <a:gd name="T0" fmla="*/ 109 w 109"/>
                <a:gd name="T1" fmla="*/ 120 h 177"/>
                <a:gd name="T2" fmla="*/ 102 w 109"/>
                <a:gd name="T3" fmla="*/ 149 h 177"/>
                <a:gd name="T4" fmla="*/ 82 w 109"/>
                <a:gd name="T5" fmla="*/ 170 h 177"/>
                <a:gd name="T6" fmla="*/ 55 w 109"/>
                <a:gd name="T7" fmla="*/ 177 h 177"/>
                <a:gd name="T8" fmla="*/ 15 w 109"/>
                <a:gd name="T9" fmla="*/ 156 h 177"/>
                <a:gd name="T10" fmla="*/ 0 w 109"/>
                <a:gd name="T11" fmla="*/ 99 h 177"/>
                <a:gd name="T12" fmla="*/ 9 w 109"/>
                <a:gd name="T13" fmla="*/ 47 h 177"/>
                <a:gd name="T14" fmla="*/ 33 w 109"/>
                <a:gd name="T15" fmla="*/ 12 h 177"/>
                <a:gd name="T16" fmla="*/ 70 w 109"/>
                <a:gd name="T17" fmla="*/ 0 h 177"/>
                <a:gd name="T18" fmla="*/ 98 w 109"/>
                <a:gd name="T19" fmla="*/ 5 h 177"/>
                <a:gd name="T20" fmla="*/ 98 w 109"/>
                <a:gd name="T21" fmla="*/ 23 h 177"/>
                <a:gd name="T22" fmla="*/ 70 w 109"/>
                <a:gd name="T23" fmla="*/ 17 h 177"/>
                <a:gd name="T24" fmla="*/ 34 w 109"/>
                <a:gd name="T25" fmla="*/ 37 h 177"/>
                <a:gd name="T26" fmla="*/ 20 w 109"/>
                <a:gd name="T27" fmla="*/ 91 h 177"/>
                <a:gd name="T28" fmla="*/ 21 w 109"/>
                <a:gd name="T29" fmla="*/ 91 h 177"/>
                <a:gd name="T30" fmla="*/ 60 w 109"/>
                <a:gd name="T31" fmla="*/ 67 h 177"/>
                <a:gd name="T32" fmla="*/ 95 w 109"/>
                <a:gd name="T33" fmla="*/ 81 h 177"/>
                <a:gd name="T34" fmla="*/ 109 w 109"/>
                <a:gd name="T35" fmla="*/ 120 h 177"/>
                <a:gd name="T36" fmla="*/ 89 w 109"/>
                <a:gd name="T37" fmla="*/ 122 h 177"/>
                <a:gd name="T38" fmla="*/ 80 w 109"/>
                <a:gd name="T39" fmla="*/ 94 h 177"/>
                <a:gd name="T40" fmla="*/ 55 w 109"/>
                <a:gd name="T41" fmla="*/ 84 h 177"/>
                <a:gd name="T42" fmla="*/ 31 w 109"/>
                <a:gd name="T43" fmla="*/ 94 h 177"/>
                <a:gd name="T44" fmla="*/ 21 w 109"/>
                <a:gd name="T45" fmla="*/ 118 h 177"/>
                <a:gd name="T46" fmla="*/ 31 w 109"/>
                <a:gd name="T47" fmla="*/ 148 h 177"/>
                <a:gd name="T48" fmla="*/ 56 w 109"/>
                <a:gd name="T49" fmla="*/ 160 h 177"/>
                <a:gd name="T50" fmla="*/ 79 w 109"/>
                <a:gd name="T51" fmla="*/ 150 h 177"/>
                <a:gd name="T52" fmla="*/ 89 w 109"/>
                <a:gd name="T53" fmla="*/ 122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9" h="177">
                  <a:moveTo>
                    <a:pt x="109" y="120"/>
                  </a:moveTo>
                  <a:cubicBezTo>
                    <a:pt x="109" y="130"/>
                    <a:pt x="106" y="140"/>
                    <a:pt x="102" y="149"/>
                  </a:cubicBezTo>
                  <a:cubicBezTo>
                    <a:pt x="97" y="158"/>
                    <a:pt x="90" y="165"/>
                    <a:pt x="82" y="170"/>
                  </a:cubicBezTo>
                  <a:cubicBezTo>
                    <a:pt x="74" y="174"/>
                    <a:pt x="65" y="177"/>
                    <a:pt x="55" y="177"/>
                  </a:cubicBezTo>
                  <a:cubicBezTo>
                    <a:pt x="38" y="177"/>
                    <a:pt x="24" y="170"/>
                    <a:pt x="15" y="156"/>
                  </a:cubicBezTo>
                  <a:cubicBezTo>
                    <a:pt x="5" y="143"/>
                    <a:pt x="0" y="123"/>
                    <a:pt x="0" y="99"/>
                  </a:cubicBezTo>
                  <a:cubicBezTo>
                    <a:pt x="0" y="79"/>
                    <a:pt x="3" y="62"/>
                    <a:pt x="9" y="47"/>
                  </a:cubicBezTo>
                  <a:cubicBezTo>
                    <a:pt x="14" y="32"/>
                    <a:pt x="23" y="20"/>
                    <a:pt x="33" y="12"/>
                  </a:cubicBezTo>
                  <a:cubicBezTo>
                    <a:pt x="44" y="4"/>
                    <a:pt x="56" y="0"/>
                    <a:pt x="70" y="0"/>
                  </a:cubicBezTo>
                  <a:cubicBezTo>
                    <a:pt x="81" y="0"/>
                    <a:pt x="91" y="2"/>
                    <a:pt x="98" y="5"/>
                  </a:cubicBezTo>
                  <a:cubicBezTo>
                    <a:pt x="98" y="23"/>
                    <a:pt x="98" y="23"/>
                    <a:pt x="98" y="23"/>
                  </a:cubicBezTo>
                  <a:cubicBezTo>
                    <a:pt x="89" y="19"/>
                    <a:pt x="80" y="17"/>
                    <a:pt x="70" y="17"/>
                  </a:cubicBezTo>
                  <a:cubicBezTo>
                    <a:pt x="55" y="17"/>
                    <a:pt x="43" y="23"/>
                    <a:pt x="34" y="37"/>
                  </a:cubicBezTo>
                  <a:cubicBezTo>
                    <a:pt x="25" y="51"/>
                    <a:pt x="20" y="69"/>
                    <a:pt x="20" y="91"/>
                  </a:cubicBezTo>
                  <a:cubicBezTo>
                    <a:pt x="21" y="91"/>
                    <a:pt x="21" y="91"/>
                    <a:pt x="21" y="91"/>
                  </a:cubicBezTo>
                  <a:cubicBezTo>
                    <a:pt x="29" y="75"/>
                    <a:pt x="42" y="67"/>
                    <a:pt x="60" y="67"/>
                  </a:cubicBezTo>
                  <a:cubicBezTo>
                    <a:pt x="74" y="67"/>
                    <a:pt x="86" y="72"/>
                    <a:pt x="95" y="81"/>
                  </a:cubicBezTo>
                  <a:cubicBezTo>
                    <a:pt x="104" y="91"/>
                    <a:pt x="109" y="104"/>
                    <a:pt x="109" y="120"/>
                  </a:cubicBezTo>
                  <a:close/>
                  <a:moveTo>
                    <a:pt x="89" y="122"/>
                  </a:moveTo>
                  <a:cubicBezTo>
                    <a:pt x="89" y="110"/>
                    <a:pt x="86" y="101"/>
                    <a:pt x="80" y="94"/>
                  </a:cubicBezTo>
                  <a:cubicBezTo>
                    <a:pt x="74" y="87"/>
                    <a:pt x="66" y="84"/>
                    <a:pt x="55" y="84"/>
                  </a:cubicBezTo>
                  <a:cubicBezTo>
                    <a:pt x="46" y="84"/>
                    <a:pt x="38" y="87"/>
                    <a:pt x="31" y="94"/>
                  </a:cubicBezTo>
                  <a:cubicBezTo>
                    <a:pt x="25" y="100"/>
                    <a:pt x="21" y="108"/>
                    <a:pt x="21" y="118"/>
                  </a:cubicBezTo>
                  <a:cubicBezTo>
                    <a:pt x="21" y="130"/>
                    <a:pt x="25" y="140"/>
                    <a:pt x="31" y="148"/>
                  </a:cubicBezTo>
                  <a:cubicBezTo>
                    <a:pt x="38" y="156"/>
                    <a:pt x="46" y="160"/>
                    <a:pt x="56" y="160"/>
                  </a:cubicBezTo>
                  <a:cubicBezTo>
                    <a:pt x="65" y="160"/>
                    <a:pt x="73" y="157"/>
                    <a:pt x="79" y="150"/>
                  </a:cubicBezTo>
                  <a:cubicBezTo>
                    <a:pt x="85" y="143"/>
                    <a:pt x="89" y="133"/>
                    <a:pt x="89"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grpSp>
      <p:sp>
        <p:nvSpPr>
          <p:cNvPr id="76" name="Freeform 6"/>
          <p:cNvSpPr>
            <a:spLocks/>
          </p:cNvSpPr>
          <p:nvPr userDrawn="1"/>
        </p:nvSpPr>
        <p:spPr bwMode="auto">
          <a:xfrm>
            <a:off x="8602664" y="6180138"/>
            <a:ext cx="4763"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1" y="0"/>
                  <a:pt x="1" y="1"/>
                </a:cubicBezTo>
                <a:cubicBezTo>
                  <a:pt x="1" y="0"/>
                  <a:pt x="1" y="0"/>
                  <a:pt x="1" y="0"/>
                </a:cubicBezTo>
                <a:close/>
              </a:path>
            </a:pathLst>
          </a:custGeom>
          <a:solidFill>
            <a:srgbClr val="A832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sz="1800"/>
          </a:p>
        </p:txBody>
      </p:sp>
      <p:sp>
        <p:nvSpPr>
          <p:cNvPr id="90" name="Freeform 19"/>
          <p:cNvSpPr>
            <a:spLocks/>
          </p:cNvSpPr>
          <p:nvPr userDrawn="1"/>
        </p:nvSpPr>
        <p:spPr bwMode="auto">
          <a:xfrm>
            <a:off x="8570915" y="5738814"/>
            <a:ext cx="4763" cy="4763"/>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1" y="0"/>
                  <a:pt x="1" y="1"/>
                </a:cubicBezTo>
                <a:cubicBezTo>
                  <a:pt x="1" y="0"/>
                  <a:pt x="1" y="0"/>
                  <a:pt x="1" y="0"/>
                </a:cubicBezTo>
                <a:close/>
              </a:path>
            </a:pathLst>
          </a:custGeom>
          <a:solidFill>
            <a:srgbClr val="A832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sz="1800"/>
          </a:p>
        </p:txBody>
      </p:sp>
      <p:grpSp>
        <p:nvGrpSpPr>
          <p:cNvPr id="103" name="Group 102"/>
          <p:cNvGrpSpPr/>
          <p:nvPr userDrawn="1"/>
        </p:nvGrpSpPr>
        <p:grpSpPr>
          <a:xfrm>
            <a:off x="0" y="4329114"/>
            <a:ext cx="12436475" cy="2665413"/>
            <a:chOff x="0" y="4329113"/>
            <a:chExt cx="12436475" cy="2665413"/>
          </a:xfrm>
        </p:grpSpPr>
        <p:sp>
          <p:nvSpPr>
            <p:cNvPr id="92" name="Freeform 21"/>
            <p:cNvSpPr>
              <a:spLocks noEditPoints="1"/>
            </p:cNvSpPr>
            <p:nvPr userDrawn="1"/>
          </p:nvSpPr>
          <p:spPr bwMode="auto">
            <a:xfrm>
              <a:off x="3273425" y="4329113"/>
              <a:ext cx="9163050" cy="2665413"/>
            </a:xfrm>
            <a:custGeom>
              <a:avLst/>
              <a:gdLst>
                <a:gd name="T0" fmla="*/ 1597 w 1671"/>
                <a:gd name="T1" fmla="*/ 16 h 486"/>
                <a:gd name="T2" fmla="*/ 1574 w 1671"/>
                <a:gd name="T3" fmla="*/ 67 h 486"/>
                <a:gd name="T4" fmla="*/ 1470 w 1671"/>
                <a:gd name="T5" fmla="*/ 142 h 486"/>
                <a:gd name="T6" fmla="*/ 1369 w 1671"/>
                <a:gd name="T7" fmla="*/ 200 h 486"/>
                <a:gd name="T8" fmla="*/ 1309 w 1671"/>
                <a:gd name="T9" fmla="*/ 219 h 486"/>
                <a:gd name="T10" fmla="*/ 1241 w 1671"/>
                <a:gd name="T11" fmla="*/ 220 h 486"/>
                <a:gd name="T12" fmla="*/ 1143 w 1671"/>
                <a:gd name="T13" fmla="*/ 240 h 486"/>
                <a:gd name="T14" fmla="*/ 952 w 1671"/>
                <a:gd name="T15" fmla="*/ 283 h 486"/>
                <a:gd name="T16" fmla="*/ 898 w 1671"/>
                <a:gd name="T17" fmla="*/ 291 h 486"/>
                <a:gd name="T18" fmla="*/ 647 w 1671"/>
                <a:gd name="T19" fmla="*/ 226 h 486"/>
                <a:gd name="T20" fmla="*/ 248 w 1671"/>
                <a:gd name="T21" fmla="*/ 223 h 486"/>
                <a:gd name="T22" fmla="*/ 114 w 1671"/>
                <a:gd name="T23" fmla="*/ 239 h 486"/>
                <a:gd name="T24" fmla="*/ 50 w 1671"/>
                <a:gd name="T25" fmla="*/ 239 h 486"/>
                <a:gd name="T26" fmla="*/ 64 w 1671"/>
                <a:gd name="T27" fmla="*/ 486 h 486"/>
                <a:gd name="T28" fmla="*/ 114 w 1671"/>
                <a:gd name="T29" fmla="*/ 486 h 486"/>
                <a:gd name="T30" fmla="*/ 185 w 1671"/>
                <a:gd name="T31" fmla="*/ 486 h 486"/>
                <a:gd name="T32" fmla="*/ 248 w 1671"/>
                <a:gd name="T33" fmla="*/ 486 h 486"/>
                <a:gd name="T34" fmla="*/ 653 w 1671"/>
                <a:gd name="T35" fmla="*/ 486 h 486"/>
                <a:gd name="T36" fmla="*/ 727 w 1671"/>
                <a:gd name="T37" fmla="*/ 486 h 486"/>
                <a:gd name="T38" fmla="*/ 917 w 1671"/>
                <a:gd name="T39" fmla="*/ 486 h 486"/>
                <a:gd name="T40" fmla="*/ 952 w 1671"/>
                <a:gd name="T41" fmla="*/ 486 h 486"/>
                <a:gd name="T42" fmla="*/ 1091 w 1671"/>
                <a:gd name="T43" fmla="*/ 486 h 486"/>
                <a:gd name="T44" fmla="*/ 1491 w 1671"/>
                <a:gd name="T45" fmla="*/ 486 h 486"/>
                <a:gd name="T46" fmla="*/ 1571 w 1671"/>
                <a:gd name="T47" fmla="*/ 486 h 486"/>
                <a:gd name="T48" fmla="*/ 304 w 1671"/>
                <a:gd name="T49" fmla="*/ 376 h 486"/>
                <a:gd name="T50" fmla="*/ 304 w 1671"/>
                <a:gd name="T51" fmla="*/ 365 h 486"/>
                <a:gd name="T52" fmla="*/ 304 w 1671"/>
                <a:gd name="T53" fmla="*/ 354 h 486"/>
                <a:gd name="T54" fmla="*/ 334 w 1671"/>
                <a:gd name="T55" fmla="*/ 376 h 486"/>
                <a:gd name="T56" fmla="*/ 334 w 1671"/>
                <a:gd name="T57" fmla="*/ 365 h 486"/>
                <a:gd name="T58" fmla="*/ 334 w 1671"/>
                <a:gd name="T59" fmla="*/ 354 h 486"/>
                <a:gd name="T60" fmla="*/ 364 w 1671"/>
                <a:gd name="T61" fmla="*/ 376 h 486"/>
                <a:gd name="T62" fmla="*/ 364 w 1671"/>
                <a:gd name="T63" fmla="*/ 365 h 486"/>
                <a:gd name="T64" fmla="*/ 364 w 1671"/>
                <a:gd name="T65" fmla="*/ 354 h 486"/>
                <a:gd name="T66" fmla="*/ 447 w 1671"/>
                <a:gd name="T67" fmla="*/ 376 h 486"/>
                <a:gd name="T68" fmla="*/ 447 w 1671"/>
                <a:gd name="T69" fmla="*/ 365 h 486"/>
                <a:gd name="T70" fmla="*/ 447 w 1671"/>
                <a:gd name="T71" fmla="*/ 354 h 486"/>
                <a:gd name="T72" fmla="*/ 477 w 1671"/>
                <a:gd name="T73" fmla="*/ 376 h 486"/>
                <a:gd name="T74" fmla="*/ 477 w 1671"/>
                <a:gd name="T75" fmla="*/ 365 h 486"/>
                <a:gd name="T76" fmla="*/ 477 w 1671"/>
                <a:gd name="T77" fmla="*/ 354 h 486"/>
                <a:gd name="T78" fmla="*/ 507 w 1671"/>
                <a:gd name="T79" fmla="*/ 376 h 486"/>
                <a:gd name="T80" fmla="*/ 507 w 1671"/>
                <a:gd name="T81" fmla="*/ 365 h 486"/>
                <a:gd name="T82" fmla="*/ 507 w 1671"/>
                <a:gd name="T83" fmla="*/ 354 h 486"/>
                <a:gd name="T84" fmla="*/ 416 w 1671"/>
                <a:gd name="T85" fmla="*/ 246 h 486"/>
                <a:gd name="T86" fmla="*/ 568 w 1671"/>
                <a:gd name="T87" fmla="*/ 376 h 486"/>
                <a:gd name="T88" fmla="*/ 568 w 1671"/>
                <a:gd name="T89" fmla="*/ 365 h 486"/>
                <a:gd name="T90" fmla="*/ 568 w 1671"/>
                <a:gd name="T91" fmla="*/ 354 h 486"/>
                <a:gd name="T92" fmla="*/ 598 w 1671"/>
                <a:gd name="T93" fmla="*/ 376 h 486"/>
                <a:gd name="T94" fmla="*/ 598 w 1671"/>
                <a:gd name="T95" fmla="*/ 365 h 486"/>
                <a:gd name="T96" fmla="*/ 598 w 1671"/>
                <a:gd name="T97" fmla="*/ 354 h 486"/>
                <a:gd name="T98" fmla="*/ 628 w 1671"/>
                <a:gd name="T99" fmla="*/ 376 h 486"/>
                <a:gd name="T100" fmla="*/ 628 w 1671"/>
                <a:gd name="T101" fmla="*/ 365 h 486"/>
                <a:gd name="T102" fmla="*/ 628 w 1671"/>
                <a:gd name="T103" fmla="*/ 354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71" h="486">
                  <a:moveTo>
                    <a:pt x="1607" y="78"/>
                  </a:moveTo>
                  <a:cubicBezTo>
                    <a:pt x="1607" y="67"/>
                    <a:pt x="1607" y="67"/>
                    <a:pt x="1607" y="67"/>
                  </a:cubicBezTo>
                  <a:cubicBezTo>
                    <a:pt x="1598" y="67"/>
                    <a:pt x="1598" y="67"/>
                    <a:pt x="1598" y="67"/>
                  </a:cubicBezTo>
                  <a:cubicBezTo>
                    <a:pt x="1598" y="16"/>
                    <a:pt x="1598" y="16"/>
                    <a:pt x="1598" y="16"/>
                  </a:cubicBezTo>
                  <a:cubicBezTo>
                    <a:pt x="1597" y="16"/>
                    <a:pt x="1597" y="16"/>
                    <a:pt x="1597" y="16"/>
                  </a:cubicBezTo>
                  <a:cubicBezTo>
                    <a:pt x="1597" y="67"/>
                    <a:pt x="1597" y="67"/>
                    <a:pt x="1597" y="67"/>
                  </a:cubicBezTo>
                  <a:cubicBezTo>
                    <a:pt x="1577" y="67"/>
                    <a:pt x="1577" y="67"/>
                    <a:pt x="1577" y="67"/>
                  </a:cubicBezTo>
                  <a:cubicBezTo>
                    <a:pt x="1577" y="0"/>
                    <a:pt x="1577" y="0"/>
                    <a:pt x="1577" y="0"/>
                  </a:cubicBezTo>
                  <a:cubicBezTo>
                    <a:pt x="1574" y="0"/>
                    <a:pt x="1574" y="0"/>
                    <a:pt x="1574" y="0"/>
                  </a:cubicBezTo>
                  <a:cubicBezTo>
                    <a:pt x="1574" y="67"/>
                    <a:pt x="1574" y="67"/>
                    <a:pt x="1574" y="67"/>
                  </a:cubicBezTo>
                  <a:cubicBezTo>
                    <a:pt x="1567" y="67"/>
                    <a:pt x="1567" y="67"/>
                    <a:pt x="1567" y="67"/>
                  </a:cubicBezTo>
                  <a:cubicBezTo>
                    <a:pt x="1567" y="78"/>
                    <a:pt x="1567" y="78"/>
                    <a:pt x="1567" y="78"/>
                  </a:cubicBezTo>
                  <a:cubicBezTo>
                    <a:pt x="1559" y="78"/>
                    <a:pt x="1559" y="78"/>
                    <a:pt x="1559" y="78"/>
                  </a:cubicBezTo>
                  <a:cubicBezTo>
                    <a:pt x="1543" y="84"/>
                    <a:pt x="1543" y="84"/>
                    <a:pt x="1543" y="84"/>
                  </a:cubicBezTo>
                  <a:cubicBezTo>
                    <a:pt x="1470" y="142"/>
                    <a:pt x="1470" y="142"/>
                    <a:pt x="1470" y="142"/>
                  </a:cubicBezTo>
                  <a:cubicBezTo>
                    <a:pt x="1437" y="147"/>
                    <a:pt x="1437" y="147"/>
                    <a:pt x="1437" y="147"/>
                  </a:cubicBezTo>
                  <a:cubicBezTo>
                    <a:pt x="1437" y="207"/>
                    <a:pt x="1437" y="207"/>
                    <a:pt x="1437" y="207"/>
                  </a:cubicBezTo>
                  <a:cubicBezTo>
                    <a:pt x="1387" y="207"/>
                    <a:pt x="1387" y="207"/>
                    <a:pt x="1387" y="207"/>
                  </a:cubicBezTo>
                  <a:cubicBezTo>
                    <a:pt x="1380" y="200"/>
                    <a:pt x="1380" y="200"/>
                    <a:pt x="1380" y="200"/>
                  </a:cubicBezTo>
                  <a:cubicBezTo>
                    <a:pt x="1369" y="200"/>
                    <a:pt x="1369" y="200"/>
                    <a:pt x="1369" y="200"/>
                  </a:cubicBezTo>
                  <a:cubicBezTo>
                    <a:pt x="1369" y="189"/>
                    <a:pt x="1369" y="189"/>
                    <a:pt x="1369" y="189"/>
                  </a:cubicBezTo>
                  <a:cubicBezTo>
                    <a:pt x="1325" y="189"/>
                    <a:pt x="1325" y="189"/>
                    <a:pt x="1325" y="189"/>
                  </a:cubicBezTo>
                  <a:cubicBezTo>
                    <a:pt x="1325" y="199"/>
                    <a:pt x="1325" y="199"/>
                    <a:pt x="1325" y="199"/>
                  </a:cubicBezTo>
                  <a:cubicBezTo>
                    <a:pt x="1309" y="206"/>
                    <a:pt x="1309" y="206"/>
                    <a:pt x="1309" y="206"/>
                  </a:cubicBezTo>
                  <a:cubicBezTo>
                    <a:pt x="1309" y="219"/>
                    <a:pt x="1309" y="219"/>
                    <a:pt x="1309" y="219"/>
                  </a:cubicBezTo>
                  <a:cubicBezTo>
                    <a:pt x="1284" y="219"/>
                    <a:pt x="1284" y="219"/>
                    <a:pt x="1284" y="219"/>
                  </a:cubicBezTo>
                  <a:cubicBezTo>
                    <a:pt x="1284" y="205"/>
                    <a:pt x="1284" y="205"/>
                    <a:pt x="1284" y="205"/>
                  </a:cubicBezTo>
                  <a:cubicBezTo>
                    <a:pt x="1262" y="205"/>
                    <a:pt x="1262" y="205"/>
                    <a:pt x="1262" y="205"/>
                  </a:cubicBezTo>
                  <a:cubicBezTo>
                    <a:pt x="1262" y="220"/>
                    <a:pt x="1262" y="220"/>
                    <a:pt x="1262" y="220"/>
                  </a:cubicBezTo>
                  <a:cubicBezTo>
                    <a:pt x="1241" y="220"/>
                    <a:pt x="1241" y="220"/>
                    <a:pt x="1241" y="220"/>
                  </a:cubicBezTo>
                  <a:cubicBezTo>
                    <a:pt x="1241" y="234"/>
                    <a:pt x="1241" y="234"/>
                    <a:pt x="1241" y="234"/>
                  </a:cubicBezTo>
                  <a:cubicBezTo>
                    <a:pt x="1183" y="234"/>
                    <a:pt x="1183" y="234"/>
                    <a:pt x="1183" y="234"/>
                  </a:cubicBezTo>
                  <a:cubicBezTo>
                    <a:pt x="1183" y="226"/>
                    <a:pt x="1183" y="226"/>
                    <a:pt x="1183" y="226"/>
                  </a:cubicBezTo>
                  <a:cubicBezTo>
                    <a:pt x="1143" y="226"/>
                    <a:pt x="1143" y="226"/>
                    <a:pt x="1143" y="226"/>
                  </a:cubicBezTo>
                  <a:cubicBezTo>
                    <a:pt x="1143" y="240"/>
                    <a:pt x="1143" y="240"/>
                    <a:pt x="1143" y="240"/>
                  </a:cubicBezTo>
                  <a:cubicBezTo>
                    <a:pt x="1091" y="240"/>
                    <a:pt x="1091" y="240"/>
                    <a:pt x="1091" y="240"/>
                  </a:cubicBezTo>
                  <a:cubicBezTo>
                    <a:pt x="1091" y="141"/>
                    <a:pt x="1091" y="141"/>
                    <a:pt x="1091" y="141"/>
                  </a:cubicBezTo>
                  <a:cubicBezTo>
                    <a:pt x="970" y="141"/>
                    <a:pt x="970" y="141"/>
                    <a:pt x="970" y="141"/>
                  </a:cubicBezTo>
                  <a:cubicBezTo>
                    <a:pt x="970" y="283"/>
                    <a:pt x="970" y="283"/>
                    <a:pt x="970" y="283"/>
                  </a:cubicBezTo>
                  <a:cubicBezTo>
                    <a:pt x="952" y="283"/>
                    <a:pt x="952" y="283"/>
                    <a:pt x="952" y="283"/>
                  </a:cubicBezTo>
                  <a:cubicBezTo>
                    <a:pt x="952" y="294"/>
                    <a:pt x="952" y="294"/>
                    <a:pt x="952" y="294"/>
                  </a:cubicBezTo>
                  <a:cubicBezTo>
                    <a:pt x="917" y="294"/>
                    <a:pt x="917" y="294"/>
                    <a:pt x="917" y="294"/>
                  </a:cubicBezTo>
                  <a:cubicBezTo>
                    <a:pt x="917" y="316"/>
                    <a:pt x="917" y="316"/>
                    <a:pt x="917" y="316"/>
                  </a:cubicBezTo>
                  <a:cubicBezTo>
                    <a:pt x="898" y="316"/>
                    <a:pt x="898" y="316"/>
                    <a:pt x="898" y="316"/>
                  </a:cubicBezTo>
                  <a:cubicBezTo>
                    <a:pt x="898" y="291"/>
                    <a:pt x="898" y="291"/>
                    <a:pt x="898" y="291"/>
                  </a:cubicBezTo>
                  <a:cubicBezTo>
                    <a:pt x="761" y="291"/>
                    <a:pt x="761" y="291"/>
                    <a:pt x="761" y="291"/>
                  </a:cubicBezTo>
                  <a:cubicBezTo>
                    <a:pt x="761" y="281"/>
                    <a:pt x="761" y="281"/>
                    <a:pt x="761" y="281"/>
                  </a:cubicBezTo>
                  <a:cubicBezTo>
                    <a:pt x="727" y="281"/>
                    <a:pt x="727" y="281"/>
                    <a:pt x="727" y="281"/>
                  </a:cubicBezTo>
                  <a:cubicBezTo>
                    <a:pt x="727" y="226"/>
                    <a:pt x="727" y="226"/>
                    <a:pt x="727" y="226"/>
                  </a:cubicBezTo>
                  <a:cubicBezTo>
                    <a:pt x="647" y="226"/>
                    <a:pt x="647" y="226"/>
                    <a:pt x="647" y="226"/>
                  </a:cubicBezTo>
                  <a:cubicBezTo>
                    <a:pt x="647" y="294"/>
                    <a:pt x="647" y="294"/>
                    <a:pt x="647" y="294"/>
                  </a:cubicBezTo>
                  <a:cubicBezTo>
                    <a:pt x="477" y="154"/>
                    <a:pt x="326" y="244"/>
                    <a:pt x="276" y="283"/>
                  </a:cubicBezTo>
                  <a:cubicBezTo>
                    <a:pt x="276" y="247"/>
                    <a:pt x="276" y="247"/>
                    <a:pt x="276" y="247"/>
                  </a:cubicBezTo>
                  <a:cubicBezTo>
                    <a:pt x="248" y="247"/>
                    <a:pt x="248" y="247"/>
                    <a:pt x="248" y="247"/>
                  </a:cubicBezTo>
                  <a:cubicBezTo>
                    <a:pt x="248" y="223"/>
                    <a:pt x="248" y="223"/>
                    <a:pt x="248" y="223"/>
                  </a:cubicBezTo>
                  <a:cubicBezTo>
                    <a:pt x="185" y="223"/>
                    <a:pt x="185" y="223"/>
                    <a:pt x="185" y="223"/>
                  </a:cubicBezTo>
                  <a:cubicBezTo>
                    <a:pt x="185" y="353"/>
                    <a:pt x="185" y="353"/>
                    <a:pt x="185" y="353"/>
                  </a:cubicBezTo>
                  <a:cubicBezTo>
                    <a:pt x="153" y="353"/>
                    <a:pt x="153" y="353"/>
                    <a:pt x="153" y="353"/>
                  </a:cubicBezTo>
                  <a:cubicBezTo>
                    <a:pt x="153" y="239"/>
                    <a:pt x="153" y="239"/>
                    <a:pt x="153" y="239"/>
                  </a:cubicBezTo>
                  <a:cubicBezTo>
                    <a:pt x="114" y="239"/>
                    <a:pt x="114" y="239"/>
                    <a:pt x="114" y="239"/>
                  </a:cubicBezTo>
                  <a:cubicBezTo>
                    <a:pt x="114" y="199"/>
                    <a:pt x="114" y="199"/>
                    <a:pt x="114" y="199"/>
                  </a:cubicBezTo>
                  <a:cubicBezTo>
                    <a:pt x="64" y="199"/>
                    <a:pt x="64" y="199"/>
                    <a:pt x="64" y="199"/>
                  </a:cubicBezTo>
                  <a:cubicBezTo>
                    <a:pt x="64" y="343"/>
                    <a:pt x="64" y="343"/>
                    <a:pt x="64" y="343"/>
                  </a:cubicBezTo>
                  <a:cubicBezTo>
                    <a:pt x="50" y="343"/>
                    <a:pt x="50" y="343"/>
                    <a:pt x="50" y="343"/>
                  </a:cubicBezTo>
                  <a:cubicBezTo>
                    <a:pt x="50" y="239"/>
                    <a:pt x="50" y="239"/>
                    <a:pt x="50" y="239"/>
                  </a:cubicBezTo>
                  <a:cubicBezTo>
                    <a:pt x="0" y="239"/>
                    <a:pt x="0" y="239"/>
                    <a:pt x="0" y="239"/>
                  </a:cubicBezTo>
                  <a:cubicBezTo>
                    <a:pt x="0" y="486"/>
                    <a:pt x="0" y="486"/>
                    <a:pt x="0" y="486"/>
                  </a:cubicBezTo>
                  <a:cubicBezTo>
                    <a:pt x="36" y="486"/>
                    <a:pt x="36" y="486"/>
                    <a:pt x="36" y="486"/>
                  </a:cubicBezTo>
                  <a:cubicBezTo>
                    <a:pt x="50" y="486"/>
                    <a:pt x="50" y="486"/>
                    <a:pt x="50" y="486"/>
                  </a:cubicBezTo>
                  <a:cubicBezTo>
                    <a:pt x="64" y="486"/>
                    <a:pt x="64" y="486"/>
                    <a:pt x="64" y="486"/>
                  </a:cubicBezTo>
                  <a:cubicBezTo>
                    <a:pt x="66" y="486"/>
                    <a:pt x="66" y="486"/>
                    <a:pt x="66" y="486"/>
                  </a:cubicBezTo>
                  <a:cubicBezTo>
                    <a:pt x="75" y="486"/>
                    <a:pt x="75" y="486"/>
                    <a:pt x="75" y="486"/>
                  </a:cubicBezTo>
                  <a:cubicBezTo>
                    <a:pt x="103" y="486"/>
                    <a:pt x="103" y="486"/>
                    <a:pt x="103" y="486"/>
                  </a:cubicBezTo>
                  <a:cubicBezTo>
                    <a:pt x="112" y="486"/>
                    <a:pt x="112" y="486"/>
                    <a:pt x="112" y="486"/>
                  </a:cubicBezTo>
                  <a:cubicBezTo>
                    <a:pt x="114" y="486"/>
                    <a:pt x="114" y="486"/>
                    <a:pt x="114" y="486"/>
                  </a:cubicBezTo>
                  <a:cubicBezTo>
                    <a:pt x="125" y="486"/>
                    <a:pt x="125" y="486"/>
                    <a:pt x="125" y="486"/>
                  </a:cubicBezTo>
                  <a:cubicBezTo>
                    <a:pt x="141" y="486"/>
                    <a:pt x="141" y="486"/>
                    <a:pt x="141" y="486"/>
                  </a:cubicBezTo>
                  <a:cubicBezTo>
                    <a:pt x="153" y="486"/>
                    <a:pt x="153" y="486"/>
                    <a:pt x="153" y="486"/>
                  </a:cubicBezTo>
                  <a:cubicBezTo>
                    <a:pt x="165" y="486"/>
                    <a:pt x="165" y="486"/>
                    <a:pt x="165" y="486"/>
                  </a:cubicBezTo>
                  <a:cubicBezTo>
                    <a:pt x="185" y="486"/>
                    <a:pt x="185" y="486"/>
                    <a:pt x="185" y="486"/>
                  </a:cubicBezTo>
                  <a:cubicBezTo>
                    <a:pt x="192" y="486"/>
                    <a:pt x="192" y="486"/>
                    <a:pt x="192" y="486"/>
                  </a:cubicBezTo>
                  <a:cubicBezTo>
                    <a:pt x="197" y="486"/>
                    <a:pt x="197" y="486"/>
                    <a:pt x="197" y="486"/>
                  </a:cubicBezTo>
                  <a:cubicBezTo>
                    <a:pt x="219" y="486"/>
                    <a:pt x="219" y="486"/>
                    <a:pt x="219" y="486"/>
                  </a:cubicBezTo>
                  <a:cubicBezTo>
                    <a:pt x="239" y="486"/>
                    <a:pt x="239" y="486"/>
                    <a:pt x="239" y="486"/>
                  </a:cubicBezTo>
                  <a:cubicBezTo>
                    <a:pt x="248" y="486"/>
                    <a:pt x="248" y="486"/>
                    <a:pt x="248" y="486"/>
                  </a:cubicBezTo>
                  <a:cubicBezTo>
                    <a:pt x="268" y="486"/>
                    <a:pt x="268" y="486"/>
                    <a:pt x="268" y="486"/>
                  </a:cubicBezTo>
                  <a:cubicBezTo>
                    <a:pt x="276" y="486"/>
                    <a:pt x="276" y="486"/>
                    <a:pt x="276" y="486"/>
                  </a:cubicBezTo>
                  <a:cubicBezTo>
                    <a:pt x="635" y="486"/>
                    <a:pt x="635" y="486"/>
                    <a:pt x="635" y="486"/>
                  </a:cubicBezTo>
                  <a:cubicBezTo>
                    <a:pt x="647" y="486"/>
                    <a:pt x="647" y="486"/>
                    <a:pt x="647" y="486"/>
                  </a:cubicBezTo>
                  <a:cubicBezTo>
                    <a:pt x="653" y="486"/>
                    <a:pt x="653" y="486"/>
                    <a:pt x="653" y="486"/>
                  </a:cubicBezTo>
                  <a:cubicBezTo>
                    <a:pt x="665" y="486"/>
                    <a:pt x="665" y="486"/>
                    <a:pt x="665" y="486"/>
                  </a:cubicBezTo>
                  <a:cubicBezTo>
                    <a:pt x="673" y="486"/>
                    <a:pt x="673" y="486"/>
                    <a:pt x="673" y="486"/>
                  </a:cubicBezTo>
                  <a:cubicBezTo>
                    <a:pt x="703" y="486"/>
                    <a:pt x="703" y="486"/>
                    <a:pt x="703" y="486"/>
                  </a:cubicBezTo>
                  <a:cubicBezTo>
                    <a:pt x="717" y="486"/>
                    <a:pt x="717" y="486"/>
                    <a:pt x="717" y="486"/>
                  </a:cubicBezTo>
                  <a:cubicBezTo>
                    <a:pt x="727" y="486"/>
                    <a:pt x="727" y="486"/>
                    <a:pt x="727" y="486"/>
                  </a:cubicBezTo>
                  <a:cubicBezTo>
                    <a:pt x="751" y="486"/>
                    <a:pt x="751" y="486"/>
                    <a:pt x="751" y="486"/>
                  </a:cubicBezTo>
                  <a:cubicBezTo>
                    <a:pt x="761" y="486"/>
                    <a:pt x="761" y="486"/>
                    <a:pt x="761" y="486"/>
                  </a:cubicBezTo>
                  <a:cubicBezTo>
                    <a:pt x="888" y="486"/>
                    <a:pt x="888" y="486"/>
                    <a:pt x="888" y="486"/>
                  </a:cubicBezTo>
                  <a:cubicBezTo>
                    <a:pt x="898" y="486"/>
                    <a:pt x="898" y="486"/>
                    <a:pt x="898" y="486"/>
                  </a:cubicBezTo>
                  <a:cubicBezTo>
                    <a:pt x="917" y="486"/>
                    <a:pt x="917" y="486"/>
                    <a:pt x="917" y="486"/>
                  </a:cubicBezTo>
                  <a:cubicBezTo>
                    <a:pt x="926" y="486"/>
                    <a:pt x="926" y="486"/>
                    <a:pt x="926" y="486"/>
                  </a:cubicBezTo>
                  <a:cubicBezTo>
                    <a:pt x="929" y="486"/>
                    <a:pt x="929" y="486"/>
                    <a:pt x="929" y="486"/>
                  </a:cubicBezTo>
                  <a:cubicBezTo>
                    <a:pt x="930" y="486"/>
                    <a:pt x="930" y="486"/>
                    <a:pt x="930" y="486"/>
                  </a:cubicBezTo>
                  <a:cubicBezTo>
                    <a:pt x="945" y="486"/>
                    <a:pt x="945" y="486"/>
                    <a:pt x="945" y="486"/>
                  </a:cubicBezTo>
                  <a:cubicBezTo>
                    <a:pt x="952" y="486"/>
                    <a:pt x="952" y="486"/>
                    <a:pt x="952" y="486"/>
                  </a:cubicBezTo>
                  <a:cubicBezTo>
                    <a:pt x="961" y="486"/>
                    <a:pt x="961" y="486"/>
                    <a:pt x="961" y="486"/>
                  </a:cubicBezTo>
                  <a:cubicBezTo>
                    <a:pt x="970" y="486"/>
                    <a:pt x="970" y="486"/>
                    <a:pt x="970" y="486"/>
                  </a:cubicBezTo>
                  <a:cubicBezTo>
                    <a:pt x="977" y="486"/>
                    <a:pt x="977" y="486"/>
                    <a:pt x="977" y="486"/>
                  </a:cubicBezTo>
                  <a:cubicBezTo>
                    <a:pt x="1087" y="486"/>
                    <a:pt x="1087" y="486"/>
                    <a:pt x="1087" y="486"/>
                  </a:cubicBezTo>
                  <a:cubicBezTo>
                    <a:pt x="1091" y="486"/>
                    <a:pt x="1091" y="486"/>
                    <a:pt x="1091" y="486"/>
                  </a:cubicBezTo>
                  <a:cubicBezTo>
                    <a:pt x="1143" y="486"/>
                    <a:pt x="1143" y="486"/>
                    <a:pt x="1143" y="486"/>
                  </a:cubicBezTo>
                  <a:cubicBezTo>
                    <a:pt x="1147" y="486"/>
                    <a:pt x="1147" y="486"/>
                    <a:pt x="1147" y="486"/>
                  </a:cubicBezTo>
                  <a:cubicBezTo>
                    <a:pt x="1183" y="486"/>
                    <a:pt x="1183" y="486"/>
                    <a:pt x="1183" y="486"/>
                  </a:cubicBezTo>
                  <a:cubicBezTo>
                    <a:pt x="1484" y="486"/>
                    <a:pt x="1484" y="486"/>
                    <a:pt x="1484" y="486"/>
                  </a:cubicBezTo>
                  <a:cubicBezTo>
                    <a:pt x="1491" y="486"/>
                    <a:pt x="1491" y="486"/>
                    <a:pt x="1491" y="486"/>
                  </a:cubicBezTo>
                  <a:cubicBezTo>
                    <a:pt x="1494" y="486"/>
                    <a:pt x="1494" y="486"/>
                    <a:pt x="1494" y="486"/>
                  </a:cubicBezTo>
                  <a:cubicBezTo>
                    <a:pt x="1514" y="486"/>
                    <a:pt x="1514" y="486"/>
                    <a:pt x="1514" y="486"/>
                  </a:cubicBezTo>
                  <a:cubicBezTo>
                    <a:pt x="1515" y="486"/>
                    <a:pt x="1515" y="486"/>
                    <a:pt x="1515" y="486"/>
                  </a:cubicBezTo>
                  <a:cubicBezTo>
                    <a:pt x="1524" y="486"/>
                    <a:pt x="1524" y="486"/>
                    <a:pt x="1524" y="486"/>
                  </a:cubicBezTo>
                  <a:cubicBezTo>
                    <a:pt x="1571" y="486"/>
                    <a:pt x="1571" y="486"/>
                    <a:pt x="1571" y="486"/>
                  </a:cubicBezTo>
                  <a:cubicBezTo>
                    <a:pt x="1603" y="486"/>
                    <a:pt x="1603" y="486"/>
                    <a:pt x="1603" y="486"/>
                  </a:cubicBezTo>
                  <a:cubicBezTo>
                    <a:pt x="1671" y="486"/>
                    <a:pt x="1671" y="486"/>
                    <a:pt x="1671" y="486"/>
                  </a:cubicBezTo>
                  <a:cubicBezTo>
                    <a:pt x="1671" y="78"/>
                    <a:pt x="1671" y="78"/>
                    <a:pt x="1671" y="78"/>
                  </a:cubicBezTo>
                  <a:lnTo>
                    <a:pt x="1607" y="78"/>
                  </a:lnTo>
                  <a:close/>
                  <a:moveTo>
                    <a:pt x="304" y="376"/>
                  </a:moveTo>
                  <a:cubicBezTo>
                    <a:pt x="281" y="376"/>
                    <a:pt x="281" y="376"/>
                    <a:pt x="281" y="376"/>
                  </a:cubicBezTo>
                  <a:cubicBezTo>
                    <a:pt x="281" y="369"/>
                    <a:pt x="281" y="369"/>
                    <a:pt x="281" y="369"/>
                  </a:cubicBezTo>
                  <a:cubicBezTo>
                    <a:pt x="304" y="369"/>
                    <a:pt x="304" y="369"/>
                    <a:pt x="304" y="369"/>
                  </a:cubicBezTo>
                  <a:lnTo>
                    <a:pt x="304" y="376"/>
                  </a:lnTo>
                  <a:close/>
                  <a:moveTo>
                    <a:pt x="304" y="365"/>
                  </a:moveTo>
                  <a:cubicBezTo>
                    <a:pt x="281" y="365"/>
                    <a:pt x="281" y="365"/>
                    <a:pt x="281" y="365"/>
                  </a:cubicBezTo>
                  <a:cubicBezTo>
                    <a:pt x="281" y="357"/>
                    <a:pt x="281" y="357"/>
                    <a:pt x="281" y="357"/>
                  </a:cubicBezTo>
                  <a:cubicBezTo>
                    <a:pt x="304" y="357"/>
                    <a:pt x="304" y="357"/>
                    <a:pt x="304" y="357"/>
                  </a:cubicBezTo>
                  <a:lnTo>
                    <a:pt x="304" y="365"/>
                  </a:lnTo>
                  <a:close/>
                  <a:moveTo>
                    <a:pt x="304" y="354"/>
                  </a:moveTo>
                  <a:cubicBezTo>
                    <a:pt x="281" y="354"/>
                    <a:pt x="281" y="354"/>
                    <a:pt x="281" y="354"/>
                  </a:cubicBezTo>
                  <a:cubicBezTo>
                    <a:pt x="281" y="346"/>
                    <a:pt x="281" y="346"/>
                    <a:pt x="281" y="346"/>
                  </a:cubicBezTo>
                  <a:cubicBezTo>
                    <a:pt x="304" y="346"/>
                    <a:pt x="304" y="346"/>
                    <a:pt x="304" y="346"/>
                  </a:cubicBezTo>
                  <a:lnTo>
                    <a:pt x="304" y="354"/>
                  </a:lnTo>
                  <a:close/>
                  <a:moveTo>
                    <a:pt x="334" y="376"/>
                  </a:moveTo>
                  <a:cubicBezTo>
                    <a:pt x="311" y="376"/>
                    <a:pt x="311" y="376"/>
                    <a:pt x="311" y="376"/>
                  </a:cubicBezTo>
                  <a:cubicBezTo>
                    <a:pt x="311" y="369"/>
                    <a:pt x="311" y="369"/>
                    <a:pt x="311" y="369"/>
                  </a:cubicBezTo>
                  <a:cubicBezTo>
                    <a:pt x="334" y="369"/>
                    <a:pt x="334" y="369"/>
                    <a:pt x="334" y="369"/>
                  </a:cubicBezTo>
                  <a:lnTo>
                    <a:pt x="334" y="376"/>
                  </a:lnTo>
                  <a:close/>
                  <a:moveTo>
                    <a:pt x="334" y="365"/>
                  </a:moveTo>
                  <a:cubicBezTo>
                    <a:pt x="311" y="365"/>
                    <a:pt x="311" y="365"/>
                    <a:pt x="311" y="365"/>
                  </a:cubicBezTo>
                  <a:cubicBezTo>
                    <a:pt x="311" y="357"/>
                    <a:pt x="311" y="357"/>
                    <a:pt x="311" y="357"/>
                  </a:cubicBezTo>
                  <a:cubicBezTo>
                    <a:pt x="334" y="357"/>
                    <a:pt x="334" y="357"/>
                    <a:pt x="334" y="357"/>
                  </a:cubicBezTo>
                  <a:lnTo>
                    <a:pt x="334" y="365"/>
                  </a:lnTo>
                  <a:close/>
                  <a:moveTo>
                    <a:pt x="334" y="354"/>
                  </a:moveTo>
                  <a:cubicBezTo>
                    <a:pt x="311" y="354"/>
                    <a:pt x="311" y="354"/>
                    <a:pt x="311" y="354"/>
                  </a:cubicBezTo>
                  <a:cubicBezTo>
                    <a:pt x="311" y="346"/>
                    <a:pt x="311" y="346"/>
                    <a:pt x="311" y="346"/>
                  </a:cubicBezTo>
                  <a:cubicBezTo>
                    <a:pt x="334" y="346"/>
                    <a:pt x="334" y="346"/>
                    <a:pt x="334" y="346"/>
                  </a:cubicBezTo>
                  <a:lnTo>
                    <a:pt x="334" y="354"/>
                  </a:lnTo>
                  <a:close/>
                  <a:moveTo>
                    <a:pt x="364" y="376"/>
                  </a:moveTo>
                  <a:cubicBezTo>
                    <a:pt x="341" y="376"/>
                    <a:pt x="341" y="376"/>
                    <a:pt x="341" y="376"/>
                  </a:cubicBezTo>
                  <a:cubicBezTo>
                    <a:pt x="341" y="369"/>
                    <a:pt x="341" y="369"/>
                    <a:pt x="341" y="369"/>
                  </a:cubicBezTo>
                  <a:cubicBezTo>
                    <a:pt x="364" y="369"/>
                    <a:pt x="364" y="369"/>
                    <a:pt x="364" y="369"/>
                  </a:cubicBezTo>
                  <a:lnTo>
                    <a:pt x="364" y="376"/>
                  </a:lnTo>
                  <a:close/>
                  <a:moveTo>
                    <a:pt x="364" y="365"/>
                  </a:moveTo>
                  <a:cubicBezTo>
                    <a:pt x="341" y="365"/>
                    <a:pt x="341" y="365"/>
                    <a:pt x="341" y="365"/>
                  </a:cubicBezTo>
                  <a:cubicBezTo>
                    <a:pt x="341" y="357"/>
                    <a:pt x="341" y="357"/>
                    <a:pt x="341" y="357"/>
                  </a:cubicBezTo>
                  <a:cubicBezTo>
                    <a:pt x="364" y="357"/>
                    <a:pt x="364" y="357"/>
                    <a:pt x="364" y="357"/>
                  </a:cubicBezTo>
                  <a:lnTo>
                    <a:pt x="364" y="365"/>
                  </a:lnTo>
                  <a:close/>
                  <a:moveTo>
                    <a:pt x="364" y="354"/>
                  </a:moveTo>
                  <a:cubicBezTo>
                    <a:pt x="341" y="354"/>
                    <a:pt x="341" y="354"/>
                    <a:pt x="341" y="354"/>
                  </a:cubicBezTo>
                  <a:cubicBezTo>
                    <a:pt x="341" y="346"/>
                    <a:pt x="341" y="346"/>
                    <a:pt x="341" y="346"/>
                  </a:cubicBezTo>
                  <a:cubicBezTo>
                    <a:pt x="364" y="346"/>
                    <a:pt x="364" y="346"/>
                    <a:pt x="364" y="346"/>
                  </a:cubicBezTo>
                  <a:lnTo>
                    <a:pt x="364" y="354"/>
                  </a:lnTo>
                  <a:close/>
                  <a:moveTo>
                    <a:pt x="447" y="376"/>
                  </a:moveTo>
                  <a:cubicBezTo>
                    <a:pt x="424" y="376"/>
                    <a:pt x="424" y="376"/>
                    <a:pt x="424" y="376"/>
                  </a:cubicBezTo>
                  <a:cubicBezTo>
                    <a:pt x="424" y="369"/>
                    <a:pt x="424" y="369"/>
                    <a:pt x="424" y="369"/>
                  </a:cubicBezTo>
                  <a:cubicBezTo>
                    <a:pt x="447" y="369"/>
                    <a:pt x="447" y="369"/>
                    <a:pt x="447" y="369"/>
                  </a:cubicBezTo>
                  <a:lnTo>
                    <a:pt x="447" y="376"/>
                  </a:lnTo>
                  <a:close/>
                  <a:moveTo>
                    <a:pt x="447" y="365"/>
                  </a:moveTo>
                  <a:cubicBezTo>
                    <a:pt x="424" y="365"/>
                    <a:pt x="424" y="365"/>
                    <a:pt x="424" y="365"/>
                  </a:cubicBezTo>
                  <a:cubicBezTo>
                    <a:pt x="424" y="357"/>
                    <a:pt x="424" y="357"/>
                    <a:pt x="424" y="357"/>
                  </a:cubicBezTo>
                  <a:cubicBezTo>
                    <a:pt x="447" y="357"/>
                    <a:pt x="447" y="357"/>
                    <a:pt x="447" y="357"/>
                  </a:cubicBezTo>
                  <a:lnTo>
                    <a:pt x="447" y="365"/>
                  </a:lnTo>
                  <a:close/>
                  <a:moveTo>
                    <a:pt x="447" y="354"/>
                  </a:moveTo>
                  <a:cubicBezTo>
                    <a:pt x="424" y="354"/>
                    <a:pt x="424" y="354"/>
                    <a:pt x="424" y="354"/>
                  </a:cubicBezTo>
                  <a:cubicBezTo>
                    <a:pt x="424" y="346"/>
                    <a:pt x="424" y="346"/>
                    <a:pt x="424" y="346"/>
                  </a:cubicBezTo>
                  <a:cubicBezTo>
                    <a:pt x="447" y="346"/>
                    <a:pt x="447" y="346"/>
                    <a:pt x="447" y="346"/>
                  </a:cubicBezTo>
                  <a:lnTo>
                    <a:pt x="447" y="354"/>
                  </a:lnTo>
                  <a:close/>
                  <a:moveTo>
                    <a:pt x="477" y="376"/>
                  </a:moveTo>
                  <a:cubicBezTo>
                    <a:pt x="454" y="376"/>
                    <a:pt x="454" y="376"/>
                    <a:pt x="454" y="376"/>
                  </a:cubicBezTo>
                  <a:cubicBezTo>
                    <a:pt x="454" y="369"/>
                    <a:pt x="454" y="369"/>
                    <a:pt x="454" y="369"/>
                  </a:cubicBezTo>
                  <a:cubicBezTo>
                    <a:pt x="477" y="369"/>
                    <a:pt x="477" y="369"/>
                    <a:pt x="477" y="369"/>
                  </a:cubicBezTo>
                  <a:lnTo>
                    <a:pt x="477" y="376"/>
                  </a:lnTo>
                  <a:close/>
                  <a:moveTo>
                    <a:pt x="477" y="365"/>
                  </a:moveTo>
                  <a:cubicBezTo>
                    <a:pt x="454" y="365"/>
                    <a:pt x="454" y="365"/>
                    <a:pt x="454" y="365"/>
                  </a:cubicBezTo>
                  <a:cubicBezTo>
                    <a:pt x="454" y="357"/>
                    <a:pt x="454" y="357"/>
                    <a:pt x="454" y="357"/>
                  </a:cubicBezTo>
                  <a:cubicBezTo>
                    <a:pt x="477" y="357"/>
                    <a:pt x="477" y="357"/>
                    <a:pt x="477" y="357"/>
                  </a:cubicBezTo>
                  <a:lnTo>
                    <a:pt x="477" y="365"/>
                  </a:lnTo>
                  <a:close/>
                  <a:moveTo>
                    <a:pt x="477" y="354"/>
                  </a:moveTo>
                  <a:cubicBezTo>
                    <a:pt x="454" y="354"/>
                    <a:pt x="454" y="354"/>
                    <a:pt x="454" y="354"/>
                  </a:cubicBezTo>
                  <a:cubicBezTo>
                    <a:pt x="454" y="346"/>
                    <a:pt x="454" y="346"/>
                    <a:pt x="454" y="346"/>
                  </a:cubicBezTo>
                  <a:cubicBezTo>
                    <a:pt x="477" y="346"/>
                    <a:pt x="477" y="346"/>
                    <a:pt x="477" y="346"/>
                  </a:cubicBezTo>
                  <a:lnTo>
                    <a:pt x="477" y="354"/>
                  </a:lnTo>
                  <a:close/>
                  <a:moveTo>
                    <a:pt x="507" y="376"/>
                  </a:moveTo>
                  <a:cubicBezTo>
                    <a:pt x="484" y="376"/>
                    <a:pt x="484" y="376"/>
                    <a:pt x="484" y="376"/>
                  </a:cubicBezTo>
                  <a:cubicBezTo>
                    <a:pt x="484" y="369"/>
                    <a:pt x="484" y="369"/>
                    <a:pt x="484" y="369"/>
                  </a:cubicBezTo>
                  <a:cubicBezTo>
                    <a:pt x="507" y="369"/>
                    <a:pt x="507" y="369"/>
                    <a:pt x="507" y="369"/>
                  </a:cubicBezTo>
                  <a:lnTo>
                    <a:pt x="507" y="376"/>
                  </a:lnTo>
                  <a:close/>
                  <a:moveTo>
                    <a:pt x="507" y="365"/>
                  </a:moveTo>
                  <a:cubicBezTo>
                    <a:pt x="484" y="365"/>
                    <a:pt x="484" y="365"/>
                    <a:pt x="484" y="365"/>
                  </a:cubicBezTo>
                  <a:cubicBezTo>
                    <a:pt x="484" y="357"/>
                    <a:pt x="484" y="357"/>
                    <a:pt x="484" y="357"/>
                  </a:cubicBezTo>
                  <a:cubicBezTo>
                    <a:pt x="507" y="357"/>
                    <a:pt x="507" y="357"/>
                    <a:pt x="507" y="357"/>
                  </a:cubicBezTo>
                  <a:lnTo>
                    <a:pt x="507" y="365"/>
                  </a:lnTo>
                  <a:close/>
                  <a:moveTo>
                    <a:pt x="507" y="354"/>
                  </a:moveTo>
                  <a:cubicBezTo>
                    <a:pt x="484" y="354"/>
                    <a:pt x="484" y="354"/>
                    <a:pt x="484" y="354"/>
                  </a:cubicBezTo>
                  <a:cubicBezTo>
                    <a:pt x="484" y="346"/>
                    <a:pt x="484" y="346"/>
                    <a:pt x="484" y="346"/>
                  </a:cubicBezTo>
                  <a:cubicBezTo>
                    <a:pt x="507" y="346"/>
                    <a:pt x="507" y="346"/>
                    <a:pt x="507" y="346"/>
                  </a:cubicBezTo>
                  <a:lnTo>
                    <a:pt x="507" y="354"/>
                  </a:lnTo>
                  <a:close/>
                  <a:moveTo>
                    <a:pt x="416" y="246"/>
                  </a:moveTo>
                  <a:cubicBezTo>
                    <a:pt x="551" y="224"/>
                    <a:pt x="641" y="326"/>
                    <a:pt x="641" y="326"/>
                  </a:cubicBezTo>
                  <a:cubicBezTo>
                    <a:pt x="511" y="326"/>
                    <a:pt x="511" y="326"/>
                    <a:pt x="511" y="326"/>
                  </a:cubicBezTo>
                  <a:cubicBezTo>
                    <a:pt x="482" y="263"/>
                    <a:pt x="416" y="246"/>
                    <a:pt x="416" y="246"/>
                  </a:cubicBezTo>
                  <a:close/>
                  <a:moveTo>
                    <a:pt x="590" y="376"/>
                  </a:moveTo>
                  <a:cubicBezTo>
                    <a:pt x="568" y="376"/>
                    <a:pt x="568" y="376"/>
                    <a:pt x="568" y="376"/>
                  </a:cubicBezTo>
                  <a:cubicBezTo>
                    <a:pt x="568" y="369"/>
                    <a:pt x="568" y="369"/>
                    <a:pt x="568" y="369"/>
                  </a:cubicBezTo>
                  <a:cubicBezTo>
                    <a:pt x="590" y="369"/>
                    <a:pt x="590" y="369"/>
                    <a:pt x="590" y="369"/>
                  </a:cubicBezTo>
                  <a:lnTo>
                    <a:pt x="590" y="376"/>
                  </a:lnTo>
                  <a:close/>
                  <a:moveTo>
                    <a:pt x="590" y="365"/>
                  </a:moveTo>
                  <a:cubicBezTo>
                    <a:pt x="568" y="365"/>
                    <a:pt x="568" y="365"/>
                    <a:pt x="568" y="365"/>
                  </a:cubicBezTo>
                  <a:cubicBezTo>
                    <a:pt x="568" y="357"/>
                    <a:pt x="568" y="357"/>
                    <a:pt x="568" y="357"/>
                  </a:cubicBezTo>
                  <a:cubicBezTo>
                    <a:pt x="590" y="357"/>
                    <a:pt x="590" y="357"/>
                    <a:pt x="590" y="357"/>
                  </a:cubicBezTo>
                  <a:lnTo>
                    <a:pt x="590" y="365"/>
                  </a:lnTo>
                  <a:close/>
                  <a:moveTo>
                    <a:pt x="590" y="354"/>
                  </a:moveTo>
                  <a:cubicBezTo>
                    <a:pt x="568" y="354"/>
                    <a:pt x="568" y="354"/>
                    <a:pt x="568" y="354"/>
                  </a:cubicBezTo>
                  <a:cubicBezTo>
                    <a:pt x="568" y="346"/>
                    <a:pt x="568" y="346"/>
                    <a:pt x="568" y="346"/>
                  </a:cubicBezTo>
                  <a:cubicBezTo>
                    <a:pt x="590" y="346"/>
                    <a:pt x="590" y="346"/>
                    <a:pt x="590" y="346"/>
                  </a:cubicBezTo>
                  <a:lnTo>
                    <a:pt x="590" y="354"/>
                  </a:lnTo>
                  <a:close/>
                  <a:moveTo>
                    <a:pt x="620" y="376"/>
                  </a:moveTo>
                  <a:cubicBezTo>
                    <a:pt x="598" y="376"/>
                    <a:pt x="598" y="376"/>
                    <a:pt x="598" y="376"/>
                  </a:cubicBezTo>
                  <a:cubicBezTo>
                    <a:pt x="598" y="369"/>
                    <a:pt x="598" y="369"/>
                    <a:pt x="598" y="369"/>
                  </a:cubicBezTo>
                  <a:cubicBezTo>
                    <a:pt x="620" y="369"/>
                    <a:pt x="620" y="369"/>
                    <a:pt x="620" y="369"/>
                  </a:cubicBezTo>
                  <a:lnTo>
                    <a:pt x="620" y="376"/>
                  </a:lnTo>
                  <a:close/>
                  <a:moveTo>
                    <a:pt x="620" y="365"/>
                  </a:moveTo>
                  <a:cubicBezTo>
                    <a:pt x="598" y="365"/>
                    <a:pt x="598" y="365"/>
                    <a:pt x="598" y="365"/>
                  </a:cubicBezTo>
                  <a:cubicBezTo>
                    <a:pt x="598" y="357"/>
                    <a:pt x="598" y="357"/>
                    <a:pt x="598" y="357"/>
                  </a:cubicBezTo>
                  <a:cubicBezTo>
                    <a:pt x="620" y="357"/>
                    <a:pt x="620" y="357"/>
                    <a:pt x="620" y="357"/>
                  </a:cubicBezTo>
                  <a:lnTo>
                    <a:pt x="620" y="365"/>
                  </a:lnTo>
                  <a:close/>
                  <a:moveTo>
                    <a:pt x="620" y="354"/>
                  </a:moveTo>
                  <a:cubicBezTo>
                    <a:pt x="598" y="354"/>
                    <a:pt x="598" y="354"/>
                    <a:pt x="598" y="354"/>
                  </a:cubicBezTo>
                  <a:cubicBezTo>
                    <a:pt x="598" y="346"/>
                    <a:pt x="598" y="346"/>
                    <a:pt x="598" y="346"/>
                  </a:cubicBezTo>
                  <a:cubicBezTo>
                    <a:pt x="620" y="346"/>
                    <a:pt x="620" y="346"/>
                    <a:pt x="620" y="346"/>
                  </a:cubicBezTo>
                  <a:lnTo>
                    <a:pt x="620" y="354"/>
                  </a:lnTo>
                  <a:close/>
                  <a:moveTo>
                    <a:pt x="650" y="376"/>
                  </a:moveTo>
                  <a:cubicBezTo>
                    <a:pt x="628" y="376"/>
                    <a:pt x="628" y="376"/>
                    <a:pt x="628" y="376"/>
                  </a:cubicBezTo>
                  <a:cubicBezTo>
                    <a:pt x="628" y="369"/>
                    <a:pt x="628" y="369"/>
                    <a:pt x="628" y="369"/>
                  </a:cubicBezTo>
                  <a:cubicBezTo>
                    <a:pt x="650" y="369"/>
                    <a:pt x="650" y="369"/>
                    <a:pt x="650" y="369"/>
                  </a:cubicBezTo>
                  <a:lnTo>
                    <a:pt x="650" y="376"/>
                  </a:lnTo>
                  <a:close/>
                  <a:moveTo>
                    <a:pt x="650" y="365"/>
                  </a:moveTo>
                  <a:cubicBezTo>
                    <a:pt x="628" y="365"/>
                    <a:pt x="628" y="365"/>
                    <a:pt x="628" y="365"/>
                  </a:cubicBezTo>
                  <a:cubicBezTo>
                    <a:pt x="628" y="357"/>
                    <a:pt x="628" y="357"/>
                    <a:pt x="628" y="357"/>
                  </a:cubicBezTo>
                  <a:cubicBezTo>
                    <a:pt x="650" y="357"/>
                    <a:pt x="650" y="357"/>
                    <a:pt x="650" y="357"/>
                  </a:cubicBezTo>
                  <a:lnTo>
                    <a:pt x="650" y="365"/>
                  </a:lnTo>
                  <a:close/>
                  <a:moveTo>
                    <a:pt x="650" y="354"/>
                  </a:moveTo>
                  <a:cubicBezTo>
                    <a:pt x="628" y="354"/>
                    <a:pt x="628" y="354"/>
                    <a:pt x="628" y="354"/>
                  </a:cubicBezTo>
                  <a:cubicBezTo>
                    <a:pt x="628" y="346"/>
                    <a:pt x="628" y="346"/>
                    <a:pt x="628" y="346"/>
                  </a:cubicBezTo>
                  <a:cubicBezTo>
                    <a:pt x="650" y="346"/>
                    <a:pt x="650" y="346"/>
                    <a:pt x="650" y="346"/>
                  </a:cubicBezTo>
                  <a:lnTo>
                    <a:pt x="650" y="354"/>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1599"/>
            </a:p>
          </p:txBody>
        </p:sp>
        <p:grpSp>
          <p:nvGrpSpPr>
            <p:cNvPr id="102" name="Group 101"/>
            <p:cNvGrpSpPr/>
            <p:nvPr userDrawn="1"/>
          </p:nvGrpSpPr>
          <p:grpSpPr>
            <a:xfrm>
              <a:off x="0" y="5397500"/>
              <a:ext cx="3292189" cy="1597025"/>
              <a:chOff x="0" y="5691798"/>
              <a:chExt cx="3292189" cy="1302727"/>
            </a:xfrm>
          </p:grpSpPr>
          <p:sp>
            <p:nvSpPr>
              <p:cNvPr id="94" name="Rectangle 93"/>
              <p:cNvSpPr/>
              <p:nvPr userDrawn="1"/>
            </p:nvSpPr>
            <p:spPr bwMode="auto">
              <a:xfrm>
                <a:off x="2560677" y="6148993"/>
                <a:ext cx="731512" cy="845532"/>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5" name="Rectangle 94"/>
              <p:cNvSpPr/>
              <p:nvPr userDrawn="1"/>
            </p:nvSpPr>
            <p:spPr bwMode="auto">
              <a:xfrm>
                <a:off x="2012043" y="5966115"/>
                <a:ext cx="731512" cy="102841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6" name="Rectangle 95"/>
              <p:cNvSpPr/>
              <p:nvPr userDrawn="1"/>
            </p:nvSpPr>
            <p:spPr bwMode="auto">
              <a:xfrm>
                <a:off x="1554847" y="5691798"/>
                <a:ext cx="457195" cy="1302727"/>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7" name="Rectangle 96"/>
              <p:cNvSpPr/>
              <p:nvPr userDrawn="1"/>
            </p:nvSpPr>
            <p:spPr bwMode="auto">
              <a:xfrm>
                <a:off x="1097653" y="5966115"/>
                <a:ext cx="457195" cy="102841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8" name="Rectangle 97"/>
              <p:cNvSpPr/>
              <p:nvPr userDrawn="1"/>
            </p:nvSpPr>
            <p:spPr bwMode="auto">
              <a:xfrm>
                <a:off x="823336" y="5783263"/>
                <a:ext cx="274317" cy="1211262"/>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99" name="Rectangle 98"/>
              <p:cNvSpPr/>
              <p:nvPr userDrawn="1"/>
            </p:nvSpPr>
            <p:spPr bwMode="auto">
              <a:xfrm>
                <a:off x="549019" y="5691798"/>
                <a:ext cx="274317" cy="1302727"/>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sp>
            <p:nvSpPr>
              <p:cNvPr id="100" name="Rectangle 99"/>
              <p:cNvSpPr/>
              <p:nvPr userDrawn="1"/>
            </p:nvSpPr>
            <p:spPr bwMode="auto">
              <a:xfrm>
                <a:off x="0" y="5966115"/>
                <a:ext cx="731512" cy="1028410"/>
              </a:xfrm>
              <a:prstGeom prst="rect">
                <a:avLst/>
              </a:prstGeom>
              <a:solidFill>
                <a:schemeClr val="accent4"/>
              </a:solidFill>
              <a:ln>
                <a:noFill/>
              </a:ln>
            </p:spPr>
            <p:txBody>
              <a:bodyPr vert="horz" wrap="square" lIns="91440" tIns="45720" rIns="91440" bIns="45720" numCol="1" anchor="t" anchorCtr="0" compatLnSpc="1">
                <a:prstTxWarp prst="textNoShape">
                  <a:avLst/>
                </a:prstTxWarp>
              </a:bodyPr>
              <a:lstStyle/>
              <a:p>
                <a:pPr lvl="0"/>
                <a:endParaRPr lang="en-US" sz="1599" err="1">
                  <a:solidFill>
                    <a:schemeClr val="tx1"/>
                  </a:solidFill>
                </a:endParaRPr>
              </a:p>
            </p:txBody>
          </p:sp>
        </p:grpSp>
      </p:grpSp>
      <p:sp>
        <p:nvSpPr>
          <p:cNvPr id="3" name="TextBox 2"/>
          <p:cNvSpPr txBox="1"/>
          <p:nvPr userDrawn="1"/>
        </p:nvSpPr>
        <p:spPr>
          <a:xfrm>
            <a:off x="10603689" y="6062368"/>
            <a:ext cx="1558084" cy="634440"/>
          </a:xfrm>
          <a:prstGeom prst="rect">
            <a:avLst/>
          </a:prstGeom>
          <a:noFill/>
        </p:spPr>
        <p:txBody>
          <a:bodyPr wrap="none" lIns="182854" tIns="146283" rIns="182854" bIns="146283" rtlCol="0" anchor="b">
            <a:spAutoFit/>
          </a:bodyPr>
          <a:lstStyle/>
          <a:p>
            <a:pPr algn="r">
              <a:lnSpc>
                <a:spcPct val="90000"/>
              </a:lnSpc>
              <a:spcAft>
                <a:spcPts val="600"/>
              </a:spcAft>
            </a:pPr>
            <a:r>
              <a:rPr lang="en-US" sz="2400">
                <a:gradFill>
                  <a:gsLst>
                    <a:gs pos="2917">
                      <a:schemeClr val="tx1"/>
                    </a:gs>
                    <a:gs pos="30000">
                      <a:schemeClr val="tx1"/>
                    </a:gs>
                  </a:gsLst>
                  <a:lin ang="5400000" scaled="0"/>
                </a:gradFill>
              </a:rPr>
              <a:t>#WPC16</a:t>
            </a:r>
          </a:p>
        </p:txBody>
      </p:sp>
    </p:spTree>
    <p:extLst>
      <p:ext uri="{BB962C8B-B14F-4D97-AF65-F5344CB8AC3E}">
        <p14:creationId xmlns:p14="http://schemas.microsoft.com/office/powerpoint/2010/main" val="9386316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3" name="Text Placeholder 4"/>
          <p:cNvSpPr>
            <a:spLocks noGrp="1"/>
          </p:cNvSpPr>
          <p:nvPr>
            <p:ph type="body" sz="quarter" idx="15" hasCustomPrompt="1"/>
          </p:nvPr>
        </p:nvSpPr>
        <p:spPr bwMode="invGray">
          <a:xfrm>
            <a:off x="9418638" y="872401"/>
            <a:ext cx="2743200" cy="578303"/>
          </a:xfrm>
        </p:spPr>
        <p:txBody>
          <a:bodyPr lIns="182880" tIns="146304" rIns="182880" bIns="146304" anchor="b"/>
          <a:lstStyle>
            <a:lvl1pPr marL="0" indent="0" algn="r">
              <a:buNone/>
              <a:defRPr sz="2000">
                <a:gradFill>
                  <a:gsLst>
                    <a:gs pos="14644">
                      <a:schemeClr val="tx1"/>
                    </a:gs>
                    <a:gs pos="37000">
                      <a:schemeClr val="tx1"/>
                    </a:gs>
                  </a:gsLst>
                  <a:lin ang="5400000" scaled="0"/>
                </a:gradFill>
                <a:latin typeface="+mn-lt"/>
              </a:defRPr>
            </a:lvl1pPr>
            <a:lvl2pPr marL="342834" indent="0">
              <a:buNone/>
              <a:defRPr/>
            </a:lvl2pPr>
            <a:lvl3pPr marL="571390" indent="0">
              <a:buNone/>
              <a:defRPr/>
            </a:lvl3pPr>
            <a:lvl4pPr marL="799946" indent="0">
              <a:buNone/>
              <a:defRPr/>
            </a:lvl4pPr>
            <a:lvl5pPr marL="1028503" indent="0">
              <a:buNone/>
              <a:defRPr/>
            </a:lvl5pPr>
          </a:lstStyle>
          <a:p>
            <a:pPr lvl="0"/>
            <a:r>
              <a:rPr lang="en-US"/>
              <a:t>#hashtag</a:t>
            </a:r>
          </a:p>
        </p:txBody>
      </p:sp>
      <p:sp>
        <p:nvSpPr>
          <p:cNvPr id="15" name="Text Placeholder 4"/>
          <p:cNvSpPr>
            <a:spLocks noGrp="1"/>
          </p:cNvSpPr>
          <p:nvPr>
            <p:ph type="body" sz="quarter" idx="16" hasCustomPrompt="1"/>
          </p:nvPr>
        </p:nvSpPr>
        <p:spPr>
          <a:xfrm>
            <a:off x="8961408" y="305776"/>
            <a:ext cx="3200431" cy="578303"/>
          </a:xfrm>
        </p:spPr>
        <p:txBody>
          <a:bodyPr lIns="182880" tIns="146304" rIns="182880" bIns="146304" anchor="t"/>
          <a:lstStyle>
            <a:lvl1pPr marL="0" indent="0" algn="r">
              <a:buNone/>
              <a:defRPr sz="2000" baseline="0">
                <a:gradFill>
                  <a:gsLst>
                    <a:gs pos="90377">
                      <a:srgbClr val="F8F8F8"/>
                    </a:gs>
                    <a:gs pos="72000">
                      <a:srgbClr val="F8F8F8"/>
                    </a:gs>
                  </a:gsLst>
                  <a:lin ang="5400000" scaled="0"/>
                </a:gradFill>
                <a:latin typeface="+mn-lt"/>
              </a:defRPr>
            </a:lvl1pPr>
            <a:lvl2pPr marL="342834" indent="0">
              <a:buNone/>
              <a:defRPr/>
            </a:lvl2pPr>
            <a:lvl3pPr marL="571390" indent="0">
              <a:buNone/>
              <a:defRPr/>
            </a:lvl3pPr>
            <a:lvl4pPr marL="799946" indent="0">
              <a:buNone/>
              <a:defRPr/>
            </a:lvl4pPr>
            <a:lvl5pPr marL="1028503" indent="0">
              <a:buNone/>
              <a:defRPr/>
            </a:lvl5pPr>
          </a:lstStyle>
          <a:p>
            <a:pPr lvl="0"/>
            <a:r>
              <a:rPr lang="en-US"/>
              <a:t>Session code</a:t>
            </a:r>
          </a:p>
        </p:txBody>
      </p:sp>
      <p:pic>
        <p:nvPicPr>
          <p:cNvPr id="16" name="Picture 15" hidden="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59231" y="6240963"/>
            <a:ext cx="1278510" cy="274137"/>
          </a:xfrm>
          <a:prstGeom prst="rect">
            <a:avLst/>
          </a:prstGeom>
        </p:spPr>
      </p:pic>
      <p:pic>
        <p:nvPicPr>
          <p:cNvPr id="14" name="Picture 13"/>
          <p:cNvPicPr>
            <a:picLocks noChangeAspect="1"/>
          </p:cNvPicPr>
          <p:nvPr userDrawn="1"/>
        </p:nvPicPr>
        <p:blipFill rotWithShape="1">
          <a:blip r:embed="rId3" cstate="screen">
            <a:extLst>
              <a:ext uri="{28A0092B-C50C-407E-A947-70E740481C1C}">
                <a14:useLocalDpi xmlns:a14="http://schemas.microsoft.com/office/drawing/2010/main"/>
              </a:ext>
            </a:extLst>
          </a:blip>
          <a:srcRect b="1380"/>
          <a:stretch/>
        </p:blipFill>
        <p:spPr bwMode="invGray">
          <a:xfrm>
            <a:off x="457200" y="484180"/>
            <a:ext cx="1449939" cy="306604"/>
          </a:xfrm>
          <a:prstGeom prst="rect">
            <a:avLst/>
          </a:prstGeom>
        </p:spPr>
      </p:pic>
      <p:sp>
        <p:nvSpPr>
          <p:cNvPr id="8" name="Title 1"/>
          <p:cNvSpPr>
            <a:spLocks noGrp="1"/>
          </p:cNvSpPr>
          <p:nvPr>
            <p:ph type="title" hasCustomPrompt="1"/>
          </p:nvPr>
        </p:nvSpPr>
        <p:spPr>
          <a:xfrm>
            <a:off x="274702" y="2125678"/>
            <a:ext cx="9143936" cy="1828786"/>
          </a:xfrm>
          <a:noFill/>
        </p:spPr>
        <p:txBody>
          <a:bodyPr lIns="146304" tIns="91440" rIns="146304" bIns="91440" anchor="t" anchorCtr="0"/>
          <a:lstStyle>
            <a:lvl1pPr>
              <a:defRPr sz="5399" spc="-100" baseline="0">
                <a:gradFill>
                  <a:gsLst>
                    <a:gs pos="100000">
                      <a:schemeClr val="tx2"/>
                    </a:gs>
                    <a:gs pos="0">
                      <a:schemeClr val="tx2"/>
                    </a:gs>
                  </a:gsLst>
                  <a:lin ang="5400000" scaled="0"/>
                </a:gradFill>
              </a:defRPr>
            </a:lvl1pPr>
          </a:lstStyle>
          <a:p>
            <a:r>
              <a:rPr lang="en-US"/>
              <a:t>Presentation title</a:t>
            </a:r>
          </a:p>
        </p:txBody>
      </p:sp>
      <p:sp>
        <p:nvSpPr>
          <p:cNvPr id="9" name="Text Placeholder 4"/>
          <p:cNvSpPr>
            <a:spLocks noGrp="1"/>
          </p:cNvSpPr>
          <p:nvPr>
            <p:ph type="body" sz="quarter" idx="12" hasCustomPrompt="1"/>
          </p:nvPr>
        </p:nvSpPr>
        <p:spPr>
          <a:xfrm>
            <a:off x="274702" y="3955786"/>
            <a:ext cx="7315137" cy="1828007"/>
          </a:xfrm>
          <a:noFill/>
        </p:spPr>
        <p:txBody>
          <a:bodyPr lIns="146304" tIns="109728" rIns="146304" bIns="109728">
            <a:noAutofit/>
          </a:bodyPr>
          <a:lstStyle>
            <a:lvl1pPr marL="0" indent="0">
              <a:spcBef>
                <a:spcPts val="0"/>
              </a:spcBef>
              <a:buNone/>
              <a:defRPr sz="3199" spc="0" baseline="0">
                <a:gradFill>
                  <a:gsLst>
                    <a:gs pos="91000">
                      <a:schemeClr val="tx1"/>
                    </a:gs>
                    <a:gs pos="0">
                      <a:schemeClr val="tx1"/>
                    </a:gs>
                  </a:gsLst>
                  <a:lin ang="5400000" scaled="0"/>
                </a:gradFill>
                <a:latin typeface="+mj-lt"/>
              </a:defRPr>
            </a:lvl1pPr>
          </a:lstStyle>
          <a:p>
            <a:pPr lvl="0"/>
            <a:r>
              <a:rPr lang="en-US"/>
              <a:t>Speaker Name</a:t>
            </a:r>
          </a:p>
        </p:txBody>
      </p:sp>
    </p:spTree>
    <p:extLst>
      <p:ext uri="{BB962C8B-B14F-4D97-AF65-F5344CB8AC3E}">
        <p14:creationId xmlns:p14="http://schemas.microsoft.com/office/powerpoint/2010/main" val="1554138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9" y="1212851"/>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32468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39" y="1212851"/>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557" indent="0">
              <a:buNone/>
              <a:defRPr/>
            </a:lvl3pPr>
            <a:lvl4pPr marL="457112" indent="0">
              <a:buNone/>
              <a:defRPr/>
            </a:lvl4pPr>
            <a:lvl5pPr marL="6856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45412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092881"/>
          </a:xfrm>
        </p:spPr>
        <p:txBody>
          <a:bodyPr>
            <a:spAutoFit/>
          </a:bodyPr>
          <a:lstStyle>
            <a:lvl1pPr>
              <a:defRPr sz="3999">
                <a:gradFill>
                  <a:gsLst>
                    <a:gs pos="1250">
                      <a:schemeClr val="tx2"/>
                    </a:gs>
                    <a:gs pos="99000">
                      <a:schemeClr val="tx2"/>
                    </a:gs>
                  </a:gsLst>
                  <a:lin ang="5400000" scaled="0"/>
                </a:gra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891908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092881"/>
          </a:xfrm>
        </p:spPr>
        <p:txBody>
          <a:bodyPr>
            <a:spAutoFit/>
          </a:bodyPr>
          <a:lstStyle>
            <a:lvl1pPr>
              <a:defRPr sz="3999"/>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90273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9">
                <a:gradFill>
                  <a:gsLst>
                    <a:gs pos="1250">
                      <a:schemeClr val="tx2"/>
                    </a:gs>
                    <a:gs pos="99000">
                      <a:schemeClr val="tx2"/>
                    </a:gs>
                  </a:gsLst>
                  <a:lin ang="5400000" scaled="0"/>
                </a:gradFill>
              </a:defRPr>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9">
                <a:gradFill>
                  <a:gsLst>
                    <a:gs pos="1250">
                      <a:schemeClr val="tx2"/>
                    </a:gs>
                    <a:gs pos="99000">
                      <a:schemeClr val="tx2"/>
                    </a:gs>
                  </a:gsLst>
                  <a:lin ang="5400000" scaled="0"/>
                </a:gradFill>
              </a:defRPr>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844265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9"/>
            </a:lvl1pPr>
            <a:lvl2pPr marL="0" indent="0">
              <a:buNone/>
              <a:defRPr sz="2000"/>
            </a:lvl2pPr>
            <a:lvl3pPr marL="231730" indent="0">
              <a:buNone/>
              <a:tabLst/>
              <a:defRPr sz="2000"/>
            </a:lvl3pPr>
            <a:lvl4pPr marL="460287" indent="0">
              <a:buNone/>
              <a:defRPr/>
            </a:lvl4pPr>
            <a:lvl5pPr marL="6856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16735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50"/>
            <a:ext cx="5486399" cy="1985506"/>
          </a:xfrm>
        </p:spPr>
        <p:txBody>
          <a:bodyPr wrap="square">
            <a:spAutoFit/>
          </a:bodyPr>
          <a:lstStyle>
            <a:lvl1pPr marL="287282" indent="-287282">
              <a:spcBef>
                <a:spcPts val="1224"/>
              </a:spcBef>
              <a:buClr>
                <a:schemeClr val="tx2"/>
              </a:buClr>
              <a:buFont typeface="Arial" pitchFamily="34" charset="0"/>
              <a:buChar char="•"/>
              <a:defRPr sz="3199">
                <a:gradFill>
                  <a:gsLst>
                    <a:gs pos="1250">
                      <a:schemeClr val="tx2"/>
                    </a:gs>
                    <a:gs pos="99000">
                      <a:schemeClr val="tx2"/>
                    </a:gs>
                  </a:gsLst>
                  <a:lin ang="5400000" scaled="0"/>
                </a:gradFill>
              </a:defRPr>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50"/>
            <a:ext cx="5486399" cy="1985506"/>
          </a:xfrm>
        </p:spPr>
        <p:txBody>
          <a:bodyPr wrap="square">
            <a:spAutoFit/>
          </a:bodyPr>
          <a:lstStyle>
            <a:lvl1pPr marL="287282" indent="-287282">
              <a:spcBef>
                <a:spcPts val="1224"/>
              </a:spcBef>
              <a:buClr>
                <a:schemeClr val="tx2"/>
              </a:buClr>
              <a:buFont typeface="Arial" pitchFamily="34" charset="0"/>
              <a:buChar char="•"/>
              <a:defRPr sz="3199">
                <a:gradFill>
                  <a:gsLst>
                    <a:gs pos="1250">
                      <a:schemeClr val="tx2"/>
                    </a:gs>
                    <a:gs pos="99000">
                      <a:schemeClr val="tx2"/>
                    </a:gs>
                  </a:gsLst>
                  <a:lin ang="5400000" scaled="0"/>
                </a:gradFill>
              </a:defRPr>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746570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0" y="1212850"/>
            <a:ext cx="5486399" cy="1985506"/>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50"/>
            <a:ext cx="5486399" cy="1985506"/>
          </a:xfrm>
        </p:spPr>
        <p:txBody>
          <a:bodyPr wrap="square">
            <a:spAutoFit/>
          </a:bodyPr>
          <a:lstStyle>
            <a:lvl1pPr marL="287282" indent="-287282">
              <a:spcBef>
                <a:spcPts val="1224"/>
              </a:spcBef>
              <a:buClr>
                <a:schemeClr val="tx1"/>
              </a:buClr>
              <a:buFont typeface="Arial" pitchFamily="34" charset="0"/>
              <a:buChar char="•"/>
              <a:defRPr sz="3199"/>
            </a:lvl1pPr>
            <a:lvl2pPr marL="531064" indent="-233150">
              <a:defRPr sz="2400"/>
            </a:lvl2pPr>
            <a:lvl3pPr marL="699450" indent="-168387">
              <a:tabLst/>
              <a:defRPr sz="2000"/>
            </a:lvl3pPr>
            <a:lvl4pPr marL="880789" indent="-181339">
              <a:defRPr/>
            </a:lvl4pPr>
            <a:lvl5pPr marL="1049175" indent="-168387">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2261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8713556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4"/>
            <a:ext cx="4571278" cy="1181862"/>
          </a:xfrm>
          <a:noFill/>
        </p:spPr>
        <p:txBody>
          <a:bodyPr wrap="square" tIns="91440" bIns="91440" anchor="t" anchorCtr="0">
            <a:spAutoFit/>
          </a:bodyPr>
          <a:lstStyle>
            <a:lvl1pPr>
              <a:defRPr sz="7198" spc="-100" baseline="0">
                <a:gradFill>
                  <a:gsLst>
                    <a:gs pos="0">
                      <a:schemeClr val="tx1"/>
                    </a:gs>
                    <a:gs pos="100000">
                      <a:schemeClr val="tx1"/>
                    </a:gs>
                  </a:gsLst>
                  <a:lin ang="5400000" scaled="0"/>
                </a:gradFill>
              </a:defRPr>
            </a:lvl1pPr>
          </a:lstStyle>
          <a:p>
            <a:r>
              <a:rPr lang="en-US"/>
              <a:t>Demo title</a:t>
            </a:r>
          </a:p>
        </p:txBody>
      </p:sp>
      <p:sp>
        <p:nvSpPr>
          <p:cNvPr id="5" name="Text Placeholder 4"/>
          <p:cNvSpPr>
            <a:spLocks noGrp="1"/>
          </p:cNvSpPr>
          <p:nvPr>
            <p:ph type="body" sz="quarter" idx="12" hasCustomPrompt="1"/>
          </p:nvPr>
        </p:nvSpPr>
        <p:spPr>
          <a:xfrm>
            <a:off x="274639" y="3954463"/>
            <a:ext cx="4572000" cy="738664"/>
          </a:xfrm>
          <a:noFill/>
        </p:spPr>
        <p:txBody>
          <a:bodyPr wrap="square" lIns="182880" tIns="146304" rIns="182880" bIns="146304">
            <a:spAutoFit/>
          </a:bodyPr>
          <a:lstStyle>
            <a:lvl1pPr marL="0" indent="0">
              <a:spcBef>
                <a:spcPts val="0"/>
              </a:spcBef>
              <a:buNone/>
              <a:defRPr sz="3199" spc="0" baseline="0">
                <a:gradFill>
                  <a:gsLst>
                    <a:gs pos="0">
                      <a:schemeClr val="tx1"/>
                    </a:gs>
                    <a:gs pos="100000">
                      <a:schemeClr val="tx1"/>
                    </a:gs>
                  </a:gsLst>
                  <a:lin ang="5400000" scaled="0"/>
                </a:gradFill>
                <a:latin typeface="+mj-lt"/>
              </a:defRPr>
            </a:lvl1pPr>
          </a:lstStyle>
          <a:p>
            <a:pPr lvl="0"/>
            <a:r>
              <a:rPr lang="en-US"/>
              <a:t>Speaker Name</a:t>
            </a:r>
          </a:p>
        </p:txBody>
      </p:sp>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a:ext>
            </a:extLst>
          </a:blip>
          <a:srcRect b="-6"/>
          <a:stretch/>
        </p:blipFill>
        <p:spPr>
          <a:xfrm>
            <a:off x="5303126" y="447"/>
            <a:ext cx="7131760" cy="6999980"/>
          </a:xfrm>
          <a:prstGeom prst="rect">
            <a:avLst/>
          </a:prstGeom>
        </p:spPr>
      </p:pic>
    </p:spTree>
    <p:extLst>
      <p:ext uri="{BB962C8B-B14F-4D97-AF65-F5344CB8AC3E}">
        <p14:creationId xmlns:p14="http://schemas.microsoft.com/office/powerpoint/2010/main" val="326455682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4"/>
            <a:ext cx="4571278" cy="1181862"/>
          </a:xfrm>
          <a:noFill/>
        </p:spPr>
        <p:txBody>
          <a:bodyPr wrap="square" tIns="91440" bIns="91440" anchor="t" anchorCtr="0">
            <a:spAutoFit/>
          </a:bodyPr>
          <a:lstStyle>
            <a:lvl1pPr>
              <a:defRPr sz="7198" spc="-100" baseline="0">
                <a:gradFill>
                  <a:gsLst>
                    <a:gs pos="0">
                      <a:schemeClr val="tx1"/>
                    </a:gs>
                    <a:gs pos="100000">
                      <a:schemeClr val="tx1"/>
                    </a:gs>
                  </a:gsLst>
                  <a:lin ang="5400000" scaled="0"/>
                </a:gradFill>
              </a:defRPr>
            </a:lvl1pPr>
          </a:lstStyle>
          <a:p>
            <a:r>
              <a:rPr lang="en-US"/>
              <a:t>Video title</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303848" y="0"/>
            <a:ext cx="7134212" cy="6999979"/>
          </a:xfrm>
          <a:prstGeom prst="rect">
            <a:avLst/>
          </a:prstGeom>
        </p:spPr>
      </p:pic>
    </p:spTree>
    <p:extLst>
      <p:ext uri="{BB962C8B-B14F-4D97-AF65-F5344CB8AC3E}">
        <p14:creationId xmlns:p14="http://schemas.microsoft.com/office/powerpoint/2010/main" val="11251605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83112428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181862"/>
          </a:xfrm>
          <a:noFill/>
        </p:spPr>
        <p:txBody>
          <a:bodyPr tIns="91440" bIns="91440" anchor="t" anchorCtr="0">
            <a:spAutoFit/>
          </a:bodyPr>
          <a:lstStyle>
            <a:lvl1pPr>
              <a:defRPr sz="7198" spc="-100"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68807083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0-50 Right Photo Layou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40" y="1241426"/>
            <a:ext cx="5486399" cy="2012859"/>
          </a:xfrm>
        </p:spPr>
        <p:txBody>
          <a:bodyPr>
            <a:spAutoFit/>
          </a:bodyPr>
          <a:lstStyle>
            <a:lvl1pPr>
              <a:defRPr sz="6599" baseline="0">
                <a:gradFill>
                  <a:gsLst>
                    <a:gs pos="1250">
                      <a:schemeClr val="tx1"/>
                    </a:gs>
                    <a:gs pos="100000">
                      <a:schemeClr val="tx1"/>
                    </a:gs>
                  </a:gsLst>
                  <a:lin ang="5400000" scaled="0"/>
                </a:gradFill>
              </a:defRPr>
            </a:lvl1pPr>
          </a:lstStyle>
          <a:p>
            <a:r>
              <a:rPr lang="en-US"/>
              <a:t>50/50 photo layout</a:t>
            </a:r>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599" b="1" cap="none" baseline="0">
                <a:gradFill>
                  <a:gsLst>
                    <a:gs pos="0">
                      <a:srgbClr val="FFFFFF"/>
                    </a:gs>
                    <a:gs pos="27000">
                      <a:srgbClr val="FFFFFF"/>
                    </a:gs>
                  </a:gsLst>
                  <a:lin ang="5400000" scaled="0"/>
                </a:gradFill>
                <a:latin typeface="+mn-lt"/>
              </a:defRPr>
            </a:lvl1pPr>
          </a:lstStyle>
          <a:p>
            <a:r>
              <a:rPr lang="en-US"/>
              <a:t>Click icon to add picture</a:t>
            </a:r>
          </a:p>
        </p:txBody>
      </p:sp>
    </p:spTree>
    <p:extLst>
      <p:ext uri="{BB962C8B-B14F-4D97-AF65-F5344CB8AC3E}">
        <p14:creationId xmlns:p14="http://schemas.microsoft.com/office/powerpoint/2010/main" val="15267782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21151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184905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2" tIns="46632" rIns="46632" bIns="46632" numCol="1" spcCol="0" rtlCol="0" fromWordArt="0" anchor="ctr" anchorCtr="0" forceAA="0" compatLnSpc="1">
            <a:prstTxWarp prst="textNoShape">
              <a:avLst/>
            </a:prstTxWarp>
            <a:noAutofit/>
          </a:bodyPr>
          <a:lstStyle/>
          <a:p>
            <a:pPr algn="ctr" defTabSz="932293" fontAlgn="base">
              <a:spcBef>
                <a:spcPct val="0"/>
              </a:spcBef>
              <a:spcAft>
                <a:spcPct val="0"/>
              </a:spcAft>
            </a:pPr>
            <a:endParaRPr lang="en-US" sz="180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8"/>
            <a:ext cx="11887199" cy="1995931"/>
          </a:xfrm>
        </p:spPr>
        <p:txBody>
          <a:bodyPr/>
          <a:lstStyle>
            <a:lvl1pPr marL="0" indent="0">
              <a:buNone/>
              <a:defRPr sz="3299">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48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494"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406"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795"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7316425"/>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losing logo slide_color">
    <p:bg>
      <p:bgPr>
        <a:solidFill>
          <a:schemeClr val="accent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7"/>
            <a:ext cx="11887199" cy="403187"/>
          </a:xfrm>
          <a:prstGeom prst="rect">
            <a:avLst/>
          </a:prstGeom>
          <a:noFill/>
          <a:ln w="12700">
            <a:noFill/>
            <a:miter lim="800000"/>
            <a:headEnd type="none" w="sm" len="sm"/>
            <a:tailEnd type="none" w="sm" len="sm"/>
          </a:ln>
          <a:effectLst/>
        </p:spPr>
        <p:txBody>
          <a:bodyPr vert="horz" wrap="square" lIns="182854" tIns="146283" rIns="182854" bIns="146283" numCol="1" anchor="t" anchorCtr="0" compatLnSpc="1">
            <a:prstTxWarp prst="textNoShape">
              <a:avLst/>
            </a:prstTxWarp>
            <a:spAutoFit/>
          </a:bodyPr>
          <a:lstStyle/>
          <a:p>
            <a:pPr defTabSz="932111" eaLnBrk="0" hangingPunct="0"/>
            <a:r>
              <a:rPr lang="en-US" sz="700">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b="1380"/>
          <a:stretch/>
        </p:blipFill>
        <p:spPr bwMode="invGray">
          <a:xfrm>
            <a:off x="457200" y="479425"/>
            <a:ext cx="1449939" cy="306604"/>
          </a:xfrm>
          <a:prstGeom prst="rect">
            <a:avLst/>
          </a:prstGeom>
        </p:spPr>
      </p:pic>
    </p:spTree>
    <p:extLst>
      <p:ext uri="{BB962C8B-B14F-4D97-AF65-F5344CB8AC3E}">
        <p14:creationId xmlns:p14="http://schemas.microsoft.com/office/powerpoint/2010/main" val="24752865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9" y="1212851"/>
            <a:ext cx="11887200" cy="2443746"/>
          </a:xfrm>
          <a:prstGeom prst="rect">
            <a:avLst/>
          </a:prstGeom>
        </p:spPr>
        <p:txBody>
          <a:bodyPr/>
          <a:lstStyle>
            <a:lvl1pPr marL="290457" indent="-290457">
              <a:buClr>
                <a:schemeClr val="tx1"/>
              </a:buClr>
              <a:buSzPct val="90000"/>
              <a:buFont typeface="Arial" pitchFamily="34" charset="0"/>
              <a:buChar char="•"/>
              <a:defRPr sz="3599">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390" indent="-280935">
              <a:buClr>
                <a:schemeClr val="tx1"/>
              </a:buClr>
              <a:buSzPct val="90000"/>
              <a:buFont typeface="Arial" pitchFamily="34" charset="0"/>
              <a:buChar char="•"/>
              <a:defRPr sz="3199">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1847" indent="-290457">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404" indent="-228557">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8960" indent="-228557">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a:t>Use this Layout for Speaker Notes slides</a:t>
            </a:r>
          </a:p>
          <a:p>
            <a:pPr lvl="1"/>
            <a:r>
              <a:rPr lang="en-US"/>
              <a:t>Second level</a:t>
            </a:r>
          </a:p>
          <a:p>
            <a:pPr lvl="2"/>
            <a:r>
              <a:rPr lang="en-US"/>
              <a:t>Third level</a:t>
            </a:r>
          </a:p>
          <a:p>
            <a:pPr lvl="3"/>
            <a:r>
              <a:rPr lang="en-US"/>
              <a:t>Fourth level</a:t>
            </a:r>
          </a:p>
          <a:p>
            <a:pPr lvl="4"/>
            <a:r>
              <a:rPr lang="en-US"/>
              <a:t>Fifth level</a:t>
            </a:r>
          </a:p>
        </p:txBody>
      </p:sp>
      <p:sp>
        <p:nvSpPr>
          <p:cNvPr id="4" name="Text Placeholder 6"/>
          <p:cNvSpPr>
            <a:spLocks noGrp="1"/>
          </p:cNvSpPr>
          <p:nvPr>
            <p:ph type="body" sz="quarter" idx="11" hasCustomPrompt="1"/>
          </p:nvPr>
        </p:nvSpPr>
        <p:spPr>
          <a:xfrm>
            <a:off x="2"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699"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Tree>
    <p:extLst>
      <p:ext uri="{BB962C8B-B14F-4D97-AF65-F5344CB8AC3E}">
        <p14:creationId xmlns:p14="http://schemas.microsoft.com/office/powerpoint/2010/main" val="329547497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Slide Cya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22921214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ivider Slide Orange">
    <p:bg>
      <p:bgPr>
        <a:solidFill>
          <a:srgbClr val="EB3C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24825460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ivider Slid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19567410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ivider Slide Blu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320364195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ivider Slide Purpl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81" y="2151538"/>
            <a:ext cx="10445795" cy="1017048"/>
          </a:xfrm>
          <a:prstGeom prst="rect">
            <a:avLst/>
          </a:prstGeom>
        </p:spPr>
        <p:txBody>
          <a:bodyPr lIns="91306" tIns="45654" rIns="91306" bIns="45654" anchor="b" anchorCtr="0"/>
          <a:lstStyle>
            <a:lvl1pPr>
              <a:defRPr sz="7343" spc="-153" baseline="0"/>
            </a:lvl1pPr>
          </a:lstStyle>
          <a:p>
            <a:r>
              <a:rPr lang="en-US" dirty="0"/>
              <a:t>Click to edit title style</a:t>
            </a:r>
          </a:p>
        </p:txBody>
      </p:sp>
      <p:sp>
        <p:nvSpPr>
          <p:cNvPr id="5" name="Text Placeholder 4"/>
          <p:cNvSpPr>
            <a:spLocks noGrp="1"/>
          </p:cNvSpPr>
          <p:nvPr>
            <p:ph type="body" sz="quarter" idx="12" hasCustomPrompt="1"/>
          </p:nvPr>
        </p:nvSpPr>
        <p:spPr>
          <a:xfrm>
            <a:off x="998581" y="3494027"/>
            <a:ext cx="10445795" cy="508525"/>
          </a:xfrm>
          <a:prstGeom prst="rect">
            <a:avLst/>
          </a:prstGeom>
        </p:spPr>
        <p:txBody>
          <a:bodyPr lIns="91306" tIns="45654" rIns="91306" bIns="45654">
            <a:noAutofit/>
          </a:bodyPr>
          <a:lstStyle>
            <a:lvl1pPr marL="0" indent="0">
              <a:spcBef>
                <a:spcPts val="0"/>
              </a:spcBef>
              <a:buNone/>
              <a:defRPr spc="-72" baseline="0">
                <a:gradFill>
                  <a:gsLst>
                    <a:gs pos="0">
                      <a:schemeClr val="tx1"/>
                    </a:gs>
                    <a:gs pos="100000">
                      <a:schemeClr val="tx1"/>
                    </a:gs>
                  </a:gsLst>
                  <a:lin ang="5400000" scaled="0"/>
                </a:gradFill>
                <a:latin typeface="+mj-lt"/>
              </a:defRPr>
            </a:lvl1pPr>
          </a:lstStyle>
          <a:p>
            <a:pPr lvl="0"/>
            <a:r>
              <a:rPr lang="en-US" dirty="0"/>
              <a:t>Subtitle</a:t>
            </a:r>
          </a:p>
        </p:txBody>
      </p:sp>
    </p:spTree>
    <p:extLst>
      <p:ext uri="{BB962C8B-B14F-4D97-AF65-F5344CB8AC3E}">
        <p14:creationId xmlns:p14="http://schemas.microsoft.com/office/powerpoint/2010/main" val="127694073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Punchy Slide Cya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29171984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unchy Slide Orang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2683906490"/>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unchy Slid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3429631117"/>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unchy Slide Blu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1058089055"/>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unchy Slide Purple">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2" y="2875737"/>
            <a:ext cx="11375536" cy="1243058"/>
          </a:xfrm>
          <a:prstGeom prst="rect">
            <a:avLst/>
          </a:prstGeom>
        </p:spPr>
        <p:txBody>
          <a:bodyPr lIns="91306" tIns="45654" rIns="91306" bIns="45654" anchor="b" anchorCtr="0"/>
          <a:lstStyle>
            <a:lvl1pPr>
              <a:defRPr sz="8975" spc="-306" baseline="0">
                <a:gradFill>
                  <a:gsLst>
                    <a:gs pos="100000">
                      <a:schemeClr val="tx1"/>
                    </a:gs>
                    <a:gs pos="0">
                      <a:schemeClr val="tx1"/>
                    </a:gs>
                  </a:gsLst>
                  <a:lin ang="5400000" scaled="0"/>
                </a:gradFill>
              </a:defRPr>
            </a:lvl1pPr>
          </a:lstStyle>
          <a:p>
            <a:r>
              <a:rPr lang="en-US" dirty="0"/>
              <a:t>Click to edit title style</a:t>
            </a:r>
          </a:p>
        </p:txBody>
      </p:sp>
    </p:spTree>
    <p:extLst>
      <p:ext uri="{BB962C8B-B14F-4D97-AF65-F5344CB8AC3E}">
        <p14:creationId xmlns:p14="http://schemas.microsoft.com/office/powerpoint/2010/main" val="1898325337"/>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lank Slide Cyan">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517735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lank Slide Orange">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5513828"/>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Slide Green">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660526"/>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Slide Blu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50309"/>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Slide Purple">
    <p:bg>
      <p:bgPr>
        <a:solidFill>
          <a:schemeClr val="accent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1286453"/>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531280" y="233154"/>
            <a:ext cx="11378777" cy="678031"/>
          </a:xfrm>
          <a:prstGeom prst="rect">
            <a:avLst/>
          </a:prstGeom>
        </p:spPr>
        <p:txBody>
          <a:bodyPr/>
          <a:lstStyle>
            <a:lvl1pPr>
              <a:defRPr sz="4896"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6" name="Text Placeholder 5"/>
          <p:cNvSpPr>
            <a:spLocks noGrp="1"/>
          </p:cNvSpPr>
          <p:nvPr>
            <p:ph type="body" sz="quarter" idx="10" hasCustomPrompt="1"/>
          </p:nvPr>
        </p:nvSpPr>
        <p:spPr bwMode="white">
          <a:xfrm>
            <a:off x="529662" y="1476621"/>
            <a:ext cx="11375536" cy="2084319"/>
          </a:xfrm>
          <a:prstGeom prst="rect">
            <a:avLst/>
          </a:prstGeom>
        </p:spPr>
        <p:txBody>
          <a:bodyPr/>
          <a:lstStyle>
            <a:lvl1pPr marL="349211" indent="-349211">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640219" indent="-291009">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931228" indent="-291009">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1164035" indent="-23280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396843" indent="-232807">
              <a:buClr>
                <a:srgbClr val="FFFFFF"/>
              </a:buClr>
              <a:buSzPct val="90000"/>
              <a:buFont typeface="Arial" pitchFamily="34" charset="0"/>
              <a:buChar char="•"/>
              <a:defRPr>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4" y="6363078"/>
            <a:ext cx="12436476" cy="631450"/>
          </a:xfrm>
          <a:prstGeom prst="rect">
            <a:avLst/>
          </a:prstGeom>
          <a:solidFill>
            <a:srgbClr val="FFFF99"/>
          </a:solidFill>
        </p:spPr>
        <p:txBody>
          <a:bodyPr wrap="square" lIns="152171" tIns="76085" rIns="152171" bIns="76085" anchor="b" anchorCtr="0">
            <a:noAutofit/>
          </a:bodyPr>
          <a:lstStyle>
            <a:lvl1pPr algn="r">
              <a:buFont typeface="Arial" pitchFamily="34" charset="0"/>
              <a:buNone/>
              <a:defRPr sz="3672" spc="-52"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153984684"/>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Title &amp; Content w/Bullets">
    <p:spTree>
      <p:nvGrpSpPr>
        <p:cNvPr id="1" name=""/>
        <p:cNvGrpSpPr/>
        <p:nvPr/>
      </p:nvGrpSpPr>
      <p:grpSpPr>
        <a:xfrm>
          <a:off x="0" y="0"/>
          <a:ext cx="0" cy="0"/>
          <a:chOff x="0" y="0"/>
          <a:chExt cx="0" cy="0"/>
        </a:xfrm>
      </p:grpSpPr>
      <p:sp>
        <p:nvSpPr>
          <p:cNvPr id="2" name="Title 1"/>
          <p:cNvSpPr>
            <a:spLocks noGrp="1"/>
          </p:cNvSpPr>
          <p:nvPr>
            <p:ph type="title"/>
          </p:nvPr>
        </p:nvSpPr>
        <p:spPr>
          <a:xfrm>
            <a:off x="529661" y="233152"/>
            <a:ext cx="11375536" cy="762786"/>
          </a:xfrm>
          <a:prstGeom prst="rect">
            <a:avLst/>
          </a:prstGeom>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5" name="Text Placeholder 4"/>
          <p:cNvSpPr>
            <a:spLocks noGrp="1"/>
          </p:cNvSpPr>
          <p:nvPr>
            <p:ph type="body" sz="quarter" idx="10"/>
          </p:nvPr>
        </p:nvSpPr>
        <p:spPr>
          <a:xfrm>
            <a:off x="529661" y="1476621"/>
            <a:ext cx="11375536" cy="2084319"/>
          </a:xfrm>
          <a:prstGeom prst="rect">
            <a:avLst/>
          </a:prstGeom>
        </p:spPr>
        <p:txBody>
          <a:bodyPr/>
          <a:lstStyle>
            <a:lvl1pPr marL="289818" indent="-289818">
              <a:buFont typeface="Wingdings" pitchFamily="2" charset="2"/>
              <a:buChar char=""/>
              <a:defRPr sz="4080"/>
            </a:lvl1pPr>
            <a:lvl2pPr marL="527824" indent="-238007">
              <a:buFont typeface="Wingdings" pitchFamily="2" charset="2"/>
              <a:buChar char=""/>
              <a:defRPr>
                <a:latin typeface="+mn-lt"/>
              </a:defRPr>
            </a:lvl2pPr>
            <a:lvl3pPr marL="756116" indent="-228292">
              <a:buFont typeface="Wingdings" pitchFamily="2" charset="2"/>
              <a:buChar char=""/>
              <a:tabLst/>
              <a:defRPr>
                <a:latin typeface="+mn-lt"/>
              </a:defRPr>
            </a:lvl3pPr>
            <a:lvl4pPr marL="932597" indent="-176481">
              <a:buFont typeface="Wingdings" pitchFamily="2" charset="2"/>
              <a:buChar char=""/>
              <a:defRPr>
                <a:latin typeface="+mn-lt"/>
              </a:defRPr>
            </a:lvl4pPr>
            <a:lvl5pPr marL="1109078" indent="-176481">
              <a:buFont typeface="Wingdings" pitchFamily="2" charset="2"/>
              <a:buChar char=""/>
              <a:tabLst/>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black">
          <a:xfrm>
            <a:off x="10512436" y="6264565"/>
            <a:ext cx="1632342" cy="559562"/>
          </a:xfrm>
          <a:prstGeom prst="rect">
            <a:avLst/>
          </a:prstGeom>
        </p:spPr>
      </p:pic>
    </p:spTree>
    <p:extLst>
      <p:ext uri="{BB962C8B-B14F-4D97-AF65-F5344CB8AC3E}">
        <p14:creationId xmlns:p14="http://schemas.microsoft.com/office/powerpoint/2010/main" val="2643573689"/>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8187" y="233152"/>
            <a:ext cx="11400102" cy="452021"/>
          </a:xfrm>
          <a:prstGeom prst="rect">
            <a:avLst/>
          </a:prstGeo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518187" y="1476621"/>
            <a:ext cx="11400102" cy="19148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70811902"/>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1_Content Page (Blue_Empty)">
    <p:spTree>
      <p:nvGrpSpPr>
        <p:cNvPr id="1" name=""/>
        <p:cNvGrpSpPr/>
        <p:nvPr/>
      </p:nvGrpSpPr>
      <p:grpSpPr>
        <a:xfrm>
          <a:off x="0" y="0"/>
          <a:ext cx="0" cy="0"/>
          <a:chOff x="0" y="0"/>
          <a:chExt cx="0" cy="0"/>
        </a:xfrm>
      </p:grpSpPr>
      <p:pic>
        <p:nvPicPr>
          <p:cNvPr id="3" name="Picture 2"/>
          <p:cNvPicPr>
            <a:picLocks/>
          </p:cNvPicPr>
          <p:nvPr/>
        </p:nvPicPr>
        <p:blipFill>
          <a:blip r:embed="rId2" cstate="email">
            <a:extLst>
              <a:ext uri="{28A0092B-C50C-407E-A947-70E740481C1C}">
                <a14:useLocalDpi xmlns:a14="http://schemas.microsoft.com/office/drawing/2010/main"/>
              </a:ext>
            </a:extLst>
          </a:blip>
          <a:stretch>
            <a:fillRect/>
          </a:stretch>
        </p:blipFill>
        <p:spPr>
          <a:xfrm>
            <a:off x="-127" y="877"/>
            <a:ext cx="12436605" cy="6992776"/>
          </a:xfrm>
          <a:prstGeom prst="rect">
            <a:avLst/>
          </a:prstGeom>
        </p:spPr>
      </p:pic>
      <p:sp>
        <p:nvSpPr>
          <p:cNvPr id="14" name="TextBox 13"/>
          <p:cNvSpPr txBox="1"/>
          <p:nvPr/>
        </p:nvSpPr>
        <p:spPr>
          <a:xfrm>
            <a:off x="5903715" y="6617876"/>
            <a:ext cx="629180" cy="254262"/>
          </a:xfrm>
          <a:prstGeom prst="rect">
            <a:avLst/>
          </a:prstGeom>
          <a:noFill/>
        </p:spPr>
        <p:txBody>
          <a:bodyPr wrap="square" rtlCol="0">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fld id="{0462CC3E-48DD-4274-8616-D549FD7B2C15}" type="slidenum">
              <a:rPr kumimoji="0" lang="en-US" sz="1020" b="0" i="0" u="none" strike="noStrike" kern="1200" cap="none" spc="0" normalizeH="0" baseline="0" noProof="0">
                <a:ln>
                  <a:noFill/>
                </a:ln>
                <a:solidFill>
                  <a:srgbClr val="A4D7F4"/>
                </a:solidFill>
                <a:effectLst/>
                <a:uLnTx/>
                <a:uFillTx/>
                <a:latin typeface="Segoe UI"/>
                <a:ea typeface="Verdana" pitchFamily="34" charset="0"/>
                <a:cs typeface="Verdana" pitchFamily="34" charset="0"/>
              </a:rPr>
              <a:pPr marL="0" marR="0" lvl="0" indent="0" algn="ctr" defTabSz="932597" rtl="0" eaLnBrk="1" fontAlgn="auto" latinLnBrk="0" hangingPunct="1">
                <a:lnSpc>
                  <a:spcPct val="100000"/>
                </a:lnSpc>
                <a:spcBef>
                  <a:spcPts val="0"/>
                </a:spcBef>
                <a:spcAft>
                  <a:spcPts val="0"/>
                </a:spcAft>
                <a:buClrTx/>
                <a:buSzTx/>
                <a:buFontTx/>
                <a:buNone/>
                <a:tabLst/>
                <a:defRPr/>
              </a:pPr>
              <a:t>‹#›</a:t>
            </a:fld>
            <a:endParaRPr kumimoji="0" lang="en-US" sz="1020" b="0" i="0" u="none" strike="noStrike" kern="1200" cap="none" spc="0" normalizeH="0" baseline="0" noProof="0" dirty="0">
              <a:ln>
                <a:noFill/>
              </a:ln>
              <a:solidFill>
                <a:srgbClr val="A4D7F4"/>
              </a:solidFill>
              <a:effectLst/>
              <a:uLnTx/>
              <a:uFillTx/>
              <a:latin typeface="Segoe UI"/>
              <a:ea typeface="Verdana" pitchFamily="34" charset="0"/>
              <a:cs typeface="Verdana" pitchFamily="34" charset="0"/>
            </a:endParaRPr>
          </a:p>
        </p:txBody>
      </p:sp>
      <p:pic>
        <p:nvPicPr>
          <p:cNvPr id="15" name="Picture 1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2619" y="6713989"/>
            <a:ext cx="2959881" cy="77338"/>
          </a:xfrm>
          <a:prstGeom prst="rect">
            <a:avLst/>
          </a:prstGeom>
        </p:spPr>
      </p:pic>
      <p:sp>
        <p:nvSpPr>
          <p:cNvPr id="16" name="TextBox 15"/>
          <p:cNvSpPr txBox="1"/>
          <p:nvPr/>
        </p:nvSpPr>
        <p:spPr>
          <a:xfrm>
            <a:off x="9978050" y="135975"/>
            <a:ext cx="2043317" cy="238240"/>
          </a:xfrm>
          <a:prstGeom prst="rect">
            <a:avLst/>
          </a:prstGeom>
          <a:noFill/>
        </p:spPr>
        <p:txBody>
          <a:bodyPr wrap="square" rtlCol="0">
            <a:spAutoFit/>
          </a:bodyPr>
          <a:lstStyle/>
          <a:p>
            <a:pPr marL="0" marR="0" lvl="0" indent="0" algn="r" defTabSz="932597" rtl="0" eaLnBrk="1" fontAlgn="auto" latinLnBrk="0" hangingPunct="1">
              <a:lnSpc>
                <a:spcPct val="100000"/>
              </a:lnSpc>
              <a:spcBef>
                <a:spcPts val="0"/>
              </a:spcBef>
              <a:spcAft>
                <a:spcPts val="0"/>
              </a:spcAft>
              <a:buClrTx/>
              <a:buSzTx/>
              <a:buFontTx/>
              <a:buNone/>
              <a:tabLst/>
              <a:defRPr/>
            </a:pPr>
            <a:r>
              <a:rPr kumimoji="0" lang="en-US" sz="918" b="0" i="0" u="none" strike="noStrike" kern="1200" cap="none" spc="0" normalizeH="0" baseline="0" noProof="0" dirty="0">
                <a:ln>
                  <a:noFill/>
                </a:ln>
                <a:solidFill>
                  <a:srgbClr val="000000"/>
                </a:solidFill>
                <a:effectLst/>
                <a:uLnTx/>
                <a:uFillTx/>
                <a:latin typeface="Segoe UI" pitchFamily="34" charset="0"/>
                <a:ea typeface="Segoe UI" pitchFamily="34" charset="0"/>
                <a:cs typeface="Segoe UI" pitchFamily="34" charset="0"/>
              </a:rPr>
              <a:t>Microsoft Confidential</a:t>
            </a:r>
          </a:p>
        </p:txBody>
      </p:sp>
      <p:pic>
        <p:nvPicPr>
          <p:cNvPr id="17" name="Picture 1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019506" y="6636324"/>
            <a:ext cx="1865471" cy="232675"/>
          </a:xfrm>
          <a:prstGeom prst="rect">
            <a:avLst/>
          </a:prstGeom>
        </p:spPr>
      </p:pic>
      <p:sp>
        <p:nvSpPr>
          <p:cNvPr id="18" name="Title 1"/>
          <p:cNvSpPr>
            <a:spLocks noGrp="1"/>
          </p:cNvSpPr>
          <p:nvPr>
            <p:ph type="title" hasCustomPrompt="1"/>
          </p:nvPr>
        </p:nvSpPr>
        <p:spPr>
          <a:xfrm>
            <a:off x="529662" y="367578"/>
            <a:ext cx="11375536" cy="519307"/>
          </a:xfrm>
          <a:prstGeom prst="rect">
            <a:avLst/>
          </a:prstGeom>
        </p:spPr>
        <p:txBody>
          <a:bodyPr anchor="t"/>
          <a:lstStyle>
            <a:lvl1pPr>
              <a:defRPr sz="3264" b="0">
                <a:solidFill>
                  <a:schemeClr val="bg1"/>
                </a:solidFill>
                <a:latin typeface="Segoe UI Light" pitchFamily="34" charset="0"/>
              </a:defRPr>
            </a:lvl1pPr>
          </a:lstStyle>
          <a:p>
            <a:r>
              <a:rPr lang="en-US" dirty="0"/>
              <a:t>Click to edit Master title style </a:t>
            </a:r>
          </a:p>
        </p:txBody>
      </p:sp>
      <p:sp>
        <p:nvSpPr>
          <p:cNvPr id="19" name="Text Placeholder 2"/>
          <p:cNvSpPr>
            <a:spLocks noGrp="1"/>
          </p:cNvSpPr>
          <p:nvPr>
            <p:ph type="body" idx="14"/>
          </p:nvPr>
        </p:nvSpPr>
        <p:spPr>
          <a:xfrm>
            <a:off x="529986" y="886887"/>
            <a:ext cx="11356099" cy="282513"/>
          </a:xfrm>
          <a:prstGeom prst="rect">
            <a:avLst/>
          </a:prstGeom>
        </p:spPr>
        <p:txBody>
          <a:bodyPr anchor="b"/>
          <a:lstStyle>
            <a:lvl1pPr marL="0" indent="0">
              <a:buNone/>
              <a:tabLst>
                <a:tab pos="641160" algn="l"/>
              </a:tabLst>
              <a:defRPr sz="1836" b="0">
                <a:solidFill>
                  <a:srgbClr val="A4D7F4"/>
                </a:solidFill>
                <a:latin typeface="Segoe UI Light" pitchFamily="34" charset="0"/>
                <a:ea typeface="Verdana" pitchFamily="34" charset="0"/>
                <a:cs typeface="Verdana" pitchFamily="34" charset="0"/>
              </a:defRPr>
            </a:lvl1pPr>
            <a:lvl2pPr marL="466298" indent="0">
              <a:buNone/>
              <a:defRPr sz="2040" b="1"/>
            </a:lvl2pPr>
            <a:lvl3pPr marL="932597" indent="0">
              <a:buNone/>
              <a:defRPr sz="1836" b="1"/>
            </a:lvl3pPr>
            <a:lvl4pPr marL="1398895" indent="0">
              <a:buNone/>
              <a:defRPr sz="1632" b="1"/>
            </a:lvl4pPr>
            <a:lvl5pPr marL="1865193" indent="0">
              <a:buNone/>
              <a:defRPr sz="1632" b="1"/>
            </a:lvl5pPr>
            <a:lvl6pPr marL="2331491" indent="0">
              <a:buNone/>
              <a:defRPr sz="1632" b="1"/>
            </a:lvl6pPr>
            <a:lvl7pPr marL="2797790" indent="0">
              <a:buNone/>
              <a:defRPr sz="1632" b="1"/>
            </a:lvl7pPr>
            <a:lvl8pPr marL="3264088" indent="0">
              <a:buNone/>
              <a:defRPr sz="1632" b="1"/>
            </a:lvl8pPr>
            <a:lvl9pPr marL="3730386" indent="0">
              <a:buNone/>
              <a:defRPr sz="1632" b="1"/>
            </a:lvl9pPr>
          </a:lstStyle>
          <a:p>
            <a:pPr lvl="0"/>
            <a:r>
              <a:rPr lang="en-US"/>
              <a:t>Click to edit Master text styles</a:t>
            </a:r>
          </a:p>
        </p:txBody>
      </p:sp>
    </p:spTree>
    <p:extLst>
      <p:ext uri="{BB962C8B-B14F-4D97-AF65-F5344CB8AC3E}">
        <p14:creationId xmlns:p14="http://schemas.microsoft.com/office/powerpoint/2010/main" val="4095689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itle &amp; Content, 2-color, no Bullets">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29662" y="1476622"/>
            <a:ext cx="11375536" cy="2015263"/>
          </a:xfrm>
          <a:prstGeom prst="rect">
            <a:avLst/>
          </a:prstGeom>
        </p:spPr>
        <p:txBody>
          <a:bodyPr/>
          <a:lstStyle>
            <a:lvl1pPr marL="0" indent="0">
              <a:spcBef>
                <a:spcPts val="2444"/>
              </a:spcBef>
              <a:buNone/>
              <a:defRPr sz="4080">
                <a:gradFill>
                  <a:gsLst>
                    <a:gs pos="100000">
                      <a:schemeClr val="tx2"/>
                    </a:gs>
                    <a:gs pos="0">
                      <a:schemeClr val="tx2"/>
                    </a:gs>
                  </a:gsLst>
                  <a:lin ang="5400000" scaled="0"/>
                </a:gradFill>
                <a:latin typeface="+mj-lt"/>
              </a:defRPr>
            </a:lvl1pPr>
            <a:lvl2pPr marL="0" indent="0">
              <a:buNone/>
              <a:defRPr sz="2040">
                <a:gradFill>
                  <a:gsLst>
                    <a:gs pos="100000">
                      <a:schemeClr val="bg2"/>
                    </a:gs>
                    <a:gs pos="6000">
                      <a:schemeClr val="bg2"/>
                    </a:gs>
                  </a:gsLst>
                  <a:lin ang="5400000" scaled="0"/>
                </a:gradFill>
              </a:defRPr>
            </a:lvl2pPr>
            <a:lvl3pPr marL="236040" indent="0">
              <a:buNone/>
              <a:defRPr sz="2040">
                <a:gradFill>
                  <a:gsLst>
                    <a:gs pos="100000">
                      <a:schemeClr val="bg2"/>
                    </a:gs>
                    <a:gs pos="6000">
                      <a:schemeClr val="bg2"/>
                    </a:gs>
                  </a:gsLst>
                  <a:lin ang="5400000" scaled="0"/>
                </a:gradFill>
              </a:defRPr>
            </a:lvl3pPr>
            <a:lvl4pPr marL="465615" indent="0">
              <a:buNone/>
              <a:defRPr sz="2040">
                <a:gradFill>
                  <a:gsLst>
                    <a:gs pos="100000">
                      <a:schemeClr val="bg2"/>
                    </a:gs>
                    <a:gs pos="6000">
                      <a:schemeClr val="bg2"/>
                    </a:gs>
                  </a:gsLst>
                  <a:lin ang="5400000" scaled="0"/>
                </a:gradFill>
              </a:defRPr>
            </a:lvl4pPr>
            <a:lvl5pPr marL="706506" indent="0">
              <a:buNone/>
              <a:defRPr sz="2040">
                <a:gradFill>
                  <a:gsLst>
                    <a:gs pos="100000">
                      <a:schemeClr val="bg2"/>
                    </a:gs>
                    <a:gs pos="6000">
                      <a:schemeClr val="bg2"/>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p:cNvSpPr>
            <a:spLocks noGrp="1"/>
          </p:cNvSpPr>
          <p:nvPr>
            <p:ph type="title"/>
          </p:nvPr>
        </p:nvSpPr>
        <p:spPr>
          <a:xfrm>
            <a:off x="529662" y="233153"/>
            <a:ext cx="11375536" cy="762786"/>
          </a:xfrm>
          <a:prstGeom prst="rect">
            <a:avLst/>
          </a:prstGeom>
        </p:spPr>
        <p:txBody>
          <a:bodyPr/>
          <a:lstStyle>
            <a:lvl1pPr>
              <a:defRPr>
                <a:gradFill>
                  <a:gsLst>
                    <a:gs pos="1250">
                      <a:schemeClr val="tx2"/>
                    </a:gs>
                    <a:gs pos="100000">
                      <a:schemeClr val="tx2"/>
                    </a:gs>
                  </a:gsLst>
                  <a:lin ang="5400000" scaled="0"/>
                </a:gradFill>
              </a:defRPr>
            </a:lvl1pPr>
          </a:lstStyle>
          <a:p>
            <a:r>
              <a:rPr lang="en-US"/>
              <a:t>Click to edit Master title style</a:t>
            </a:r>
            <a:endParaRPr lang="en-US" dirty="0"/>
          </a:p>
        </p:txBody>
      </p:sp>
      <p:sp>
        <p:nvSpPr>
          <p:cNvPr id="6" name="Slide Number Placeholder 9"/>
          <p:cNvSpPr>
            <a:spLocks noGrp="1"/>
          </p:cNvSpPr>
          <p:nvPr>
            <p:ph type="sldNum" sz="quarter" idx="12"/>
          </p:nvPr>
        </p:nvSpPr>
        <p:spPr>
          <a:xfrm>
            <a:off x="531280" y="6526955"/>
            <a:ext cx="572078" cy="223825"/>
          </a:xfrm>
          <a:prstGeom prst="rect">
            <a:avLst/>
          </a:prstGeom>
        </p:spPr>
        <p:txBody>
          <a:bodyPr lIns="121720" tIns="60860" rIns="121720" bIns="60860" anchor="ctr"/>
          <a:lstStyle>
            <a:lvl1pPr algn="l">
              <a:defRPr sz="1632">
                <a:gradFill>
                  <a:gsLst>
                    <a:gs pos="100000">
                      <a:schemeClr val="bg2"/>
                    </a:gs>
                    <a:gs pos="0">
                      <a:schemeClr val="bg2"/>
                    </a:gs>
                  </a:gsLst>
                  <a:lin ang="5400000" scaled="0"/>
                </a:gradFill>
              </a:defRPr>
            </a:lvl1pPr>
          </a:lstStyle>
          <a:p>
            <a:pPr defTabSz="931191"/>
            <a:fld id="{727B4C2D-45E2-4621-8491-2995EB46A674}" type="slidenum">
              <a:rPr lang="en-US">
                <a:gradFill>
                  <a:gsLst>
                    <a:gs pos="100000">
                      <a:srgbClr val="797A7D"/>
                    </a:gs>
                    <a:gs pos="0">
                      <a:srgbClr val="797A7D"/>
                    </a:gs>
                  </a:gsLst>
                  <a:lin ang="5400000" scaled="0"/>
                </a:gradFill>
              </a:rPr>
              <a:pPr defTabSz="931191"/>
              <a:t>‹#›</a:t>
            </a:fld>
            <a:endParaRPr lang="en-US" dirty="0">
              <a:gradFill>
                <a:gsLst>
                  <a:gs pos="100000">
                    <a:srgbClr val="797A7D"/>
                  </a:gs>
                  <a:gs pos="0">
                    <a:srgbClr val="797A7D"/>
                  </a:gs>
                </a:gsLst>
                <a:lin ang="5400000" scaled="0"/>
              </a:gradFill>
            </a:endParaRPr>
          </a:p>
        </p:txBody>
      </p:sp>
    </p:spTree>
    <p:extLst>
      <p:ext uri="{BB962C8B-B14F-4D97-AF65-F5344CB8AC3E}">
        <p14:creationId xmlns:p14="http://schemas.microsoft.com/office/powerpoint/2010/main" val="1768117267"/>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8579" y="2151537"/>
            <a:ext cx="10445796" cy="1017048"/>
          </a:xfrm>
          <a:prstGeom prst="rect">
            <a:avLst/>
          </a:prstGeom>
        </p:spPr>
        <p:txBody>
          <a:bodyPr anchor="b" anchorCtr="0"/>
          <a:lstStyle>
            <a:lvl1pPr>
              <a:defRPr sz="7343" spc="-153" baseline="0">
                <a:gradFill>
                  <a:gsLst>
                    <a:gs pos="1250">
                      <a:schemeClr val="bg1"/>
                    </a:gs>
                    <a:gs pos="100000">
                      <a:schemeClr val="bg1"/>
                    </a:gs>
                  </a:gsLst>
                  <a:lin ang="5400000" scaled="0"/>
                </a:gradFill>
              </a:defRPr>
            </a:lvl1pPr>
          </a:lstStyle>
          <a:p>
            <a:r>
              <a:rPr lang="en-US" dirty="0"/>
              <a:t>Click to edit title style</a:t>
            </a:r>
          </a:p>
        </p:txBody>
      </p:sp>
      <p:sp>
        <p:nvSpPr>
          <p:cNvPr id="5" name="Text Placeholder 4"/>
          <p:cNvSpPr>
            <a:spLocks noGrp="1"/>
          </p:cNvSpPr>
          <p:nvPr>
            <p:ph type="body" sz="quarter" idx="12" hasCustomPrompt="1"/>
          </p:nvPr>
        </p:nvSpPr>
        <p:spPr>
          <a:xfrm>
            <a:off x="998579" y="3494024"/>
            <a:ext cx="10445796" cy="508524"/>
          </a:xfrm>
          <a:prstGeom prst="rect">
            <a:avLst/>
          </a:prstGeom>
        </p:spPr>
        <p:txBody>
          <a:bodyPr>
            <a:noAutofit/>
          </a:bodyPr>
          <a:lstStyle>
            <a:lvl1pPr marL="0" indent="0">
              <a:spcBef>
                <a:spcPts val="0"/>
              </a:spcBef>
              <a:buNone/>
              <a:defRPr spc="-71" baseline="0">
                <a:gradFill>
                  <a:gsLst>
                    <a:gs pos="0">
                      <a:schemeClr val="bg1"/>
                    </a:gs>
                    <a:gs pos="100000">
                      <a:schemeClr val="bg1"/>
                    </a:gs>
                  </a:gsLst>
                  <a:lin ang="5400000" scaled="0"/>
                </a:gradFill>
                <a:latin typeface="+mj-lt"/>
              </a:defRPr>
            </a:lvl1pPr>
          </a:lstStyle>
          <a:p>
            <a:pPr lvl="0"/>
            <a:r>
              <a:rPr lang="en-US" dirty="0"/>
              <a:t>Speaker Title</a:t>
            </a:r>
          </a:p>
        </p:txBody>
      </p:sp>
    </p:spTree>
    <p:extLst>
      <p:ext uri="{BB962C8B-B14F-4D97-AF65-F5344CB8AC3E}">
        <p14:creationId xmlns:p14="http://schemas.microsoft.com/office/powerpoint/2010/main" val="11716324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obj">
  <p:cSld name="Title and Content">
    <p:bg>
      <p:bgPr>
        <a:blipFill dpi="0" rotWithShape="1">
          <a:blip r:embed="rId2">
            <a:lum/>
          </a:blip>
          <a:srcRect/>
          <a:stretch>
            <a:fillRect t="-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a:xfrm>
            <a:off x="529661" y="1476622"/>
            <a:ext cx="11375536" cy="2040374"/>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50594220"/>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Two Column Bullet text">
    <p:bg>
      <p:bgPr>
        <a:solidFill>
          <a:srgbClr val="001F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0004559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0078D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1914370"/>
          </a:xfrm>
        </p:spPr>
        <p:txBody>
          <a:bodyPr wrap="square">
            <a:spAutoFit/>
          </a:bodyPr>
          <a:lstStyle>
            <a:lvl1pPr marL="0" indent="0">
              <a:spcBef>
                <a:spcPts val="1224"/>
              </a:spcBef>
              <a:buClr>
                <a:schemeClr val="tx1"/>
              </a:buClr>
              <a:buFont typeface="Wingdings" pitchFamily="2" charset="2"/>
              <a:buNone/>
              <a:defRPr sz="31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1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289169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8D7"/>
        </a:solid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74702" y="1759920"/>
            <a:ext cx="8046632" cy="1828786"/>
          </a:xfrm>
          <a:noFill/>
        </p:spPr>
        <p:txBody>
          <a:bodyPr lIns="146304" tIns="91440" rIns="146304" bIns="91440" anchor="t" anchorCtr="0"/>
          <a:lstStyle>
            <a:lvl1pPr>
              <a:defRPr sz="5397" spc="-100" baseline="0">
                <a:solidFill>
                  <a:schemeClr val="tx1"/>
                </a:solidFill>
              </a:defRPr>
            </a:lvl1pPr>
          </a:lstStyle>
          <a:p>
            <a:r>
              <a:rPr lang="en-US"/>
              <a:t>Lorem ipsum</a:t>
            </a:r>
          </a:p>
        </p:txBody>
      </p:sp>
    </p:spTree>
    <p:extLst>
      <p:ext uri="{BB962C8B-B14F-4D97-AF65-F5344CB8AC3E}">
        <p14:creationId xmlns:p14="http://schemas.microsoft.com/office/powerpoint/2010/main" val="2111248177"/>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p:bg>
      <p:bgPr>
        <a:solidFill>
          <a:srgbClr val="0078D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4109469"/>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1" y="1212853"/>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469" indent="0">
              <a:buNone/>
              <a:defRPr/>
            </a:lvl3pPr>
            <a:lvl4pPr marL="456937" indent="0">
              <a:buNone/>
              <a:defRPr/>
            </a:lvl4pPr>
            <a:lvl5pPr marL="68540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030805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le &amp;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74641" y="1212853"/>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469" indent="0">
              <a:buNone/>
              <a:defRPr/>
            </a:lvl3pPr>
            <a:lvl4pPr marL="456937" indent="0">
              <a:buNone/>
              <a:defRPr/>
            </a:lvl4pPr>
            <a:lvl5pPr marL="685405"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769713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1" y="1212853"/>
            <a:ext cx="11887200" cy="2025170"/>
          </a:xfrm>
        </p:spPr>
        <p:txBody>
          <a:bodyPr>
            <a:spAutoFit/>
          </a:bodyPr>
          <a:lstStyle>
            <a:lvl1pPr>
              <a:defRPr sz="3597">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112386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41" y="1212853"/>
            <a:ext cx="11887200" cy="2025170"/>
          </a:xfrm>
        </p:spPr>
        <p:txBody>
          <a:bodyPr>
            <a:spAutoFit/>
          </a:bodyPr>
          <a:lstStyle>
            <a:lvl1pPr>
              <a:defRPr sz="3597"/>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679004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68368"/>
          </a:xfrm>
        </p:spPr>
        <p:txBody>
          <a:bodyPr wrap="square">
            <a:spAutoFit/>
          </a:bodyPr>
          <a:lstStyle>
            <a:lvl1pPr marL="0" indent="0">
              <a:spcBef>
                <a:spcPts val="1224"/>
              </a:spcBef>
              <a:buClr>
                <a:schemeClr val="tx1"/>
              </a:buClr>
              <a:buFont typeface="Wingdings" pitchFamily="2" charset="2"/>
              <a:buNone/>
              <a:defRPr sz="3597">
                <a:gradFill>
                  <a:gsLst>
                    <a:gs pos="1250">
                      <a:schemeClr val="tx2"/>
                    </a:gs>
                    <a:gs pos="99000">
                      <a:schemeClr val="tx2"/>
                    </a:gs>
                  </a:gsLst>
                  <a:lin ang="5400000" scaled="0"/>
                </a:gradFill>
              </a:defRPr>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7">
                <a:gradFill>
                  <a:gsLst>
                    <a:gs pos="1250">
                      <a:schemeClr val="tx2"/>
                    </a:gs>
                    <a:gs pos="99000">
                      <a:schemeClr val="tx2"/>
                    </a:gs>
                  </a:gsLst>
                  <a:lin ang="5400000" scaled="0"/>
                </a:gradFill>
              </a:defRPr>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321444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wo Column Non-bulleted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68368"/>
          </a:xfrm>
        </p:spPr>
        <p:txBody>
          <a:bodyPr wrap="square">
            <a:spAutoFit/>
          </a:bodyPr>
          <a:lstStyle>
            <a:lvl1pPr marL="0" indent="0">
              <a:spcBef>
                <a:spcPts val="1224"/>
              </a:spcBef>
              <a:buClr>
                <a:schemeClr val="tx1"/>
              </a:buClr>
              <a:buFont typeface="Wingdings" pitchFamily="2" charset="2"/>
              <a:buNone/>
              <a:defRPr sz="35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597"/>
            </a:lvl1pPr>
            <a:lvl2pPr marL="0" indent="0">
              <a:buNone/>
              <a:defRPr sz="2000"/>
            </a:lvl2pPr>
            <a:lvl3pPr marL="231642" indent="0">
              <a:buNone/>
              <a:tabLst/>
              <a:defRPr sz="2000"/>
            </a:lvl3pPr>
            <a:lvl4pPr marL="460110" indent="0">
              <a:buNone/>
              <a:defRPr/>
            </a:lvl4pPr>
            <a:lvl5pPr marL="685405"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81459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25279"/>
          </a:xfrm>
        </p:spPr>
        <p:txBody>
          <a:bodyPr wrap="square">
            <a:spAutoFit/>
          </a:bodyPr>
          <a:lstStyle>
            <a:lvl1pPr marL="287172" indent="-287172">
              <a:spcBef>
                <a:spcPts val="1224"/>
              </a:spcBef>
              <a:buClr>
                <a:schemeClr val="tx2"/>
              </a:buClr>
              <a:buFont typeface="Arial" pitchFamily="34" charset="0"/>
              <a:buChar char="•"/>
              <a:defRPr sz="3197">
                <a:gradFill>
                  <a:gsLst>
                    <a:gs pos="1250">
                      <a:schemeClr val="tx2"/>
                    </a:gs>
                    <a:gs pos="99000">
                      <a:schemeClr val="tx2"/>
                    </a:gs>
                  </a:gsLst>
                  <a:lin ang="5400000" scaled="0"/>
                </a:gradFill>
              </a:defRPr>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172" indent="-287172">
              <a:spcBef>
                <a:spcPts val="1224"/>
              </a:spcBef>
              <a:buClr>
                <a:schemeClr val="tx2"/>
              </a:buClr>
              <a:buFont typeface="Arial" pitchFamily="34" charset="0"/>
              <a:buChar char="•"/>
              <a:defRPr sz="3197">
                <a:gradFill>
                  <a:gsLst>
                    <a:gs pos="1250">
                      <a:schemeClr val="tx2"/>
                    </a:gs>
                    <a:gs pos="99000">
                      <a:schemeClr val="tx2"/>
                    </a:gs>
                  </a:gsLst>
                  <a:lin ang="5400000" scaled="0"/>
                </a:gradFill>
              </a:defRPr>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171822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wo Column Bullet tex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274642" y="1212849"/>
            <a:ext cx="5486399" cy="2425279"/>
          </a:xfrm>
        </p:spPr>
        <p:txBody>
          <a:bodyPr wrap="square">
            <a:spAutoFit/>
          </a:bodyPr>
          <a:lstStyle>
            <a:lvl1pPr marL="287172" indent="-287172">
              <a:spcBef>
                <a:spcPts val="1224"/>
              </a:spcBef>
              <a:buClr>
                <a:schemeClr val="tx1"/>
              </a:buClr>
              <a:buFont typeface="Arial" pitchFamily="34" charset="0"/>
              <a:buChar char="•"/>
              <a:defRPr sz="3197"/>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172" indent="-287172">
              <a:spcBef>
                <a:spcPts val="1224"/>
              </a:spcBef>
              <a:buClr>
                <a:schemeClr val="tx1"/>
              </a:buClr>
              <a:buFont typeface="Arial" pitchFamily="34" charset="0"/>
              <a:buChar char="•"/>
              <a:defRPr sz="3197"/>
            </a:lvl1pPr>
            <a:lvl2pPr marL="530860" indent="-233060">
              <a:defRPr sz="2400"/>
            </a:lvl2pPr>
            <a:lvl3pPr marL="699181" indent="-168322">
              <a:tabLst/>
              <a:defRPr sz="2000"/>
            </a:lvl3pPr>
            <a:lvl4pPr marL="880450" indent="-181270">
              <a:defRPr/>
            </a:lvl4pPr>
            <a:lvl5pPr marL="1048771" indent="-168322">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27598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6891625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accent4"/>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9"/>
            <a:ext cx="11887199" cy="403187"/>
          </a:xfrm>
          <a:prstGeom prst="rect">
            <a:avLst/>
          </a:prstGeom>
          <a:noFill/>
          <a:ln w="12700">
            <a:noFill/>
            <a:miter lim="800000"/>
            <a:headEnd type="none" w="sm" len="sm"/>
            <a:tailEnd type="none" w="sm" len="sm"/>
          </a:ln>
          <a:effectLst/>
        </p:spPr>
        <p:txBody>
          <a:bodyPr vert="horz" wrap="square" lIns="182802" tIns="146241" rIns="182802" bIns="146241" numCol="1" anchor="t" anchorCtr="0" compatLnSpc="1">
            <a:prstTxWarp prst="textNoShape">
              <a:avLst/>
            </a:prstTxWarp>
            <a:spAutoFit/>
          </a:bodyPr>
          <a:lstStyle/>
          <a:p>
            <a:pPr marL="0" marR="0" lvl="0" indent="0" algn="l" defTabSz="931753" rtl="0" eaLnBrk="0" fontAlgn="auto" latinLnBrk="0" hangingPunct="0">
              <a:lnSpc>
                <a:spcPct val="100000"/>
              </a:lnSpc>
              <a:spcBef>
                <a:spcPts val="0"/>
              </a:spcBef>
              <a:spcAft>
                <a:spcPts val="0"/>
              </a:spcAft>
              <a:buClrTx/>
              <a:buSzTx/>
              <a:buFontTx/>
              <a:buNone/>
              <a:tabLst/>
              <a:defRPr/>
            </a:pPr>
            <a:r>
              <a:rPr kumimoji="0" lang="en-US" sz="7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 2015 Microsoft Corporation. All rights reserved. </a:t>
            </a:r>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invGray">
          <a:xfrm>
            <a:off x="459230" y="3145043"/>
            <a:ext cx="3288506" cy="704445"/>
          </a:xfrm>
          <a:prstGeom prst="rect">
            <a:avLst/>
          </a:prstGeom>
        </p:spPr>
      </p:pic>
    </p:spTree>
    <p:extLst>
      <p:ext uri="{BB962C8B-B14F-4D97-AF65-F5344CB8AC3E}">
        <p14:creationId xmlns:p14="http://schemas.microsoft.com/office/powerpoint/2010/main" val="1204533838"/>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2_Title">
    <p:bg>
      <p:bgRef idx="1001">
        <a:schemeClr val="bg1"/>
      </p:bgRef>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57200" y="6565392"/>
            <a:ext cx="3937000" cy="137160"/>
          </a:xfrm>
          <a:prstGeom prst="rect">
            <a:avLst/>
          </a:prstGeom>
        </p:spPr>
        <p:txBody>
          <a:bodyPr/>
          <a:lstStyle>
            <a:lvl1pPr>
              <a:defRPr>
                <a:solidFill>
                  <a:schemeClr val="tx2"/>
                </a:solidFill>
              </a:defRPr>
            </a:lvl1pPr>
          </a:lstStyle>
          <a:p>
            <a:pPr defTabSz="931888"/>
            <a:r>
              <a:rPr lang="en-US">
                <a:solidFill>
                  <a:srgbClr val="505050"/>
                </a:solidFill>
              </a:rPr>
              <a:t>MOTC - Confidential</a:t>
            </a:r>
          </a:p>
        </p:txBody>
      </p:sp>
      <p:sp>
        <p:nvSpPr>
          <p:cNvPr id="6" name="Slide Number Placeholder 5"/>
          <p:cNvSpPr>
            <a:spLocks noGrp="1"/>
          </p:cNvSpPr>
          <p:nvPr>
            <p:ph type="sldNum" sz="quarter" idx="12"/>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7" name="Text Placeholder 4"/>
          <p:cNvSpPr>
            <a:spLocks noGrp="1"/>
          </p:cNvSpPr>
          <p:nvPr>
            <p:ph type="body" sz="quarter" idx="13"/>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Tree>
    <p:extLst>
      <p:ext uri="{BB962C8B-B14F-4D97-AF65-F5344CB8AC3E}">
        <p14:creationId xmlns:p14="http://schemas.microsoft.com/office/powerpoint/2010/main" val="18150018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Title Subtitle">
    <p:bg>
      <p:bgRef idx="1001">
        <a:schemeClr val="bg1"/>
      </p:bgRef>
    </p:b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57200" y="6565392"/>
            <a:ext cx="3937000" cy="137160"/>
          </a:xfrm>
          <a:prstGeom prst="rect">
            <a:avLst/>
          </a:prstGeom>
        </p:spPr>
        <p:txBody>
          <a:bodyPr/>
          <a:lstStyle>
            <a:lvl1pPr>
              <a:defRPr>
                <a:solidFill>
                  <a:schemeClr val="tx2"/>
                </a:solidFill>
              </a:defRPr>
            </a:lvl1pPr>
          </a:lstStyle>
          <a:p>
            <a:pPr defTabSz="931888"/>
            <a:r>
              <a:rPr lang="en-US">
                <a:solidFill>
                  <a:srgbClr val="505050"/>
                </a:solidFill>
              </a:rPr>
              <a:t>MOTC - Confidential</a:t>
            </a:r>
          </a:p>
        </p:txBody>
      </p:sp>
      <p:sp>
        <p:nvSpPr>
          <p:cNvPr id="4" name="Slide Number Placeholder 3"/>
          <p:cNvSpPr>
            <a:spLocks noGrp="1"/>
          </p:cNvSpPr>
          <p:nvPr>
            <p:ph type="sldNum" sz="quarter" idx="11"/>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5" name="Text Placeholder 4"/>
          <p:cNvSpPr>
            <a:spLocks noGrp="1"/>
          </p:cNvSpPr>
          <p:nvPr>
            <p:ph type="body" sz="quarter" idx="12"/>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
        <p:nvSpPr>
          <p:cNvPr id="6" name="Text Placeholder 5"/>
          <p:cNvSpPr>
            <a:spLocks noGrp="1"/>
          </p:cNvSpPr>
          <p:nvPr>
            <p:ph type="body" sz="quarter" idx="13"/>
          </p:nvPr>
        </p:nvSpPr>
        <p:spPr>
          <a:xfrm>
            <a:off x="274642" y="1139827"/>
            <a:ext cx="11033125" cy="600163"/>
          </a:xfrm>
          <a:prstGeom prst="rect">
            <a:avLst/>
          </a:prstGeom>
        </p:spPr>
        <p:txBody>
          <a:bodyPr lIns="192024" anchor="t"/>
          <a:lstStyle>
            <a:lvl1pPr marL="0" indent="0">
              <a:buNone/>
              <a:defRPr lang="en-US" sz="3000" kern="1200" smtClean="0">
                <a:solidFill>
                  <a:schemeClr val="accent1"/>
                </a:solidFill>
                <a:latin typeface="+mj-lt"/>
                <a:ea typeface="+mn-ea"/>
                <a:cs typeface="+mn-cs"/>
              </a:defRPr>
            </a:lvl1pPr>
            <a:lvl2pPr marL="0" indent="0">
              <a:buNone/>
              <a:defRPr lang="en-US" sz="3170" kern="1200" smtClean="0">
                <a:solidFill>
                  <a:schemeClr val="bg1"/>
                </a:solidFill>
                <a:latin typeface="+mj-lt"/>
                <a:ea typeface="+mn-ea"/>
                <a:cs typeface="+mn-cs"/>
              </a:defRPr>
            </a:lvl2pPr>
            <a:lvl3pPr marL="0" indent="0">
              <a:buNone/>
              <a:defRPr lang="en-US" sz="3170" kern="1200" smtClean="0">
                <a:solidFill>
                  <a:schemeClr val="bg1"/>
                </a:solidFill>
                <a:latin typeface="+mj-lt"/>
                <a:ea typeface="+mn-ea"/>
                <a:cs typeface="+mn-cs"/>
              </a:defRPr>
            </a:lvl3pPr>
            <a:lvl4pPr marL="0" indent="0">
              <a:buNone/>
              <a:defRPr lang="en-US" sz="3170" kern="1200" smtClean="0">
                <a:solidFill>
                  <a:schemeClr val="bg1"/>
                </a:solidFill>
                <a:latin typeface="+mj-lt"/>
                <a:ea typeface="+mn-ea"/>
                <a:cs typeface="+mn-cs"/>
              </a:defRPr>
            </a:lvl4pPr>
            <a:lvl5pPr marL="0" indent="0">
              <a:buNone/>
              <a:defRPr lang="en-US" sz="3170" kern="1200">
                <a:solidFill>
                  <a:schemeClr val="bg1"/>
                </a:solidFill>
                <a:latin typeface="+mj-lt"/>
                <a:ea typeface="+mn-ea"/>
                <a:cs typeface="+mn-cs"/>
              </a:defRPr>
            </a:lvl5pPr>
          </a:lstStyle>
          <a:p>
            <a:pPr lvl="0"/>
            <a:r>
              <a:rPr lang="en-US"/>
              <a:t>Click to edit Master text styles</a:t>
            </a:r>
          </a:p>
        </p:txBody>
      </p:sp>
    </p:spTree>
    <p:extLst>
      <p:ext uri="{BB962C8B-B14F-4D97-AF65-F5344CB8AC3E}">
        <p14:creationId xmlns:p14="http://schemas.microsoft.com/office/powerpoint/2010/main" val="36343270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5_Title">
    <p:bg>
      <p:bgRef idx="1001">
        <a:schemeClr val="bg1"/>
      </p:bgRef>
    </p:bg>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457200" y="6565392"/>
            <a:ext cx="3937000" cy="137160"/>
          </a:xfrm>
          <a:prstGeom prst="rect">
            <a:avLst/>
          </a:prstGeom>
        </p:spPr>
        <p:txBody>
          <a:bodyPr/>
          <a:lstStyle>
            <a:lvl1pPr>
              <a:defRPr>
                <a:solidFill>
                  <a:schemeClr val="tx2"/>
                </a:solidFill>
              </a:defRPr>
            </a:lvl1pPr>
          </a:lstStyle>
          <a:p>
            <a:pPr defTabSz="931888"/>
            <a:r>
              <a:rPr lang="en-US">
                <a:solidFill>
                  <a:srgbClr val="505050"/>
                </a:solidFill>
              </a:rPr>
              <a:t>MOTC - Confidential</a:t>
            </a:r>
          </a:p>
        </p:txBody>
      </p:sp>
      <p:sp>
        <p:nvSpPr>
          <p:cNvPr id="6" name="Slide Number Placeholder 5"/>
          <p:cNvSpPr>
            <a:spLocks noGrp="1"/>
          </p:cNvSpPr>
          <p:nvPr>
            <p:ph type="sldNum" sz="quarter" idx="12"/>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7" name="Text Placeholder 4"/>
          <p:cNvSpPr>
            <a:spLocks noGrp="1"/>
          </p:cNvSpPr>
          <p:nvPr>
            <p:ph type="body" sz="quarter" idx="13"/>
          </p:nvPr>
        </p:nvSpPr>
        <p:spPr>
          <a:xfrm>
            <a:off x="274638" y="296867"/>
            <a:ext cx="10972800" cy="1024684"/>
          </a:xfrm>
          <a:prstGeom prst="rect">
            <a:avLst/>
          </a:prstGeom>
        </p:spPr>
        <p:txBody>
          <a:bodyPr lIns="146304" tIns="91440" rIns="146304" bIns="91440">
            <a:noAutofit/>
          </a:bodyPr>
          <a:lstStyle>
            <a:lvl1pPr marL="0" indent="0">
              <a:lnSpc>
                <a:spcPct val="90000"/>
              </a:lnSpc>
              <a:spcBef>
                <a:spcPts val="1196"/>
              </a:spcBef>
              <a:spcAft>
                <a:spcPts val="2400"/>
              </a:spcAft>
              <a:buFontTx/>
              <a:buNone/>
              <a:defRPr lang="en-US" sz="5196" b="0" i="0" kern="1200" spc="0" baseline="0" dirty="0" smtClean="0">
                <a:solidFill>
                  <a:schemeClr val="tx2"/>
                </a:solidFill>
                <a:latin typeface="+mj-lt"/>
                <a:ea typeface="+mn-ea"/>
                <a:cs typeface="+mn-cs"/>
              </a:defRPr>
            </a:lvl1pPr>
          </a:lstStyle>
          <a:p>
            <a:pPr marL="0" marR="0" lvl="0" indent="0" algn="l" defTabSz="932026" rtl="0" eaLnBrk="1" fontAlgn="auto" latinLnBrk="0" hangingPunct="1">
              <a:lnSpc>
                <a:spcPct val="90000"/>
              </a:lnSpc>
              <a:spcBef>
                <a:spcPts val="1196"/>
              </a:spcBef>
              <a:spcAft>
                <a:spcPts val="2400"/>
              </a:spcAft>
              <a:buClrTx/>
              <a:buSzPct val="90000"/>
              <a:buFontTx/>
              <a:buNone/>
              <a:tabLst/>
            </a:pPr>
            <a:r>
              <a:rPr lang="en-US"/>
              <a:t>Click to edit Master text</a:t>
            </a:r>
          </a:p>
        </p:txBody>
      </p:sp>
    </p:spTree>
    <p:extLst>
      <p:ext uri="{BB962C8B-B14F-4D97-AF65-F5344CB8AC3E}">
        <p14:creationId xmlns:p14="http://schemas.microsoft.com/office/powerpoint/2010/main" val="19107894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87">
          <p15:clr>
            <a:srgbClr val="FBAE40"/>
          </p15:clr>
        </p15:guide>
        <p15:guide id="2" pos="173">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63pt Title + Subtitle">
    <p:bg>
      <p:bgRef idx="1001">
        <a:schemeClr val="bg1"/>
      </p:bgRef>
    </p:bg>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457200" y="6565392"/>
            <a:ext cx="3937000" cy="137160"/>
          </a:xfrm>
          <a:prstGeom prst="rect">
            <a:avLst/>
          </a:prstGeom>
        </p:spPr>
        <p:txBody>
          <a:bodyPr/>
          <a:lstStyle>
            <a:lvl1pPr>
              <a:defRPr>
                <a:solidFill>
                  <a:schemeClr val="tx2"/>
                </a:solidFill>
              </a:defRPr>
            </a:lvl1pPr>
          </a:lstStyle>
          <a:p>
            <a:pPr defTabSz="931888"/>
            <a:r>
              <a:rPr lang="en-US">
                <a:solidFill>
                  <a:srgbClr val="505050"/>
                </a:solidFill>
              </a:rPr>
              <a:t>MOTC - Confidential</a:t>
            </a:r>
          </a:p>
        </p:txBody>
      </p:sp>
      <p:sp>
        <p:nvSpPr>
          <p:cNvPr id="4" name="Slide Number Placeholder 3"/>
          <p:cNvSpPr>
            <a:spLocks noGrp="1"/>
          </p:cNvSpPr>
          <p:nvPr>
            <p:ph type="sldNum" sz="quarter" idx="11"/>
          </p:nvPr>
        </p:nvSpPr>
        <p:spPr>
          <a:xfrm>
            <a:off x="11595107" y="6565907"/>
            <a:ext cx="566738" cy="136525"/>
          </a:xfrm>
          <a:prstGeom prst="rect">
            <a:avLst/>
          </a:prstGeom>
        </p:spPr>
        <p:txBody>
          <a:bodyPr/>
          <a:lstStyle>
            <a:lvl1pPr>
              <a:defRPr>
                <a:solidFill>
                  <a:schemeClr val="tx2"/>
                </a:solidFill>
              </a:defRPr>
            </a:lvl1pPr>
          </a:lstStyle>
          <a:p>
            <a:pPr defTabSz="932239"/>
            <a:fld id="{27258FFF-F925-446B-8502-81C933981705}" type="slidenum">
              <a:rPr lang="en-US" smtClean="0">
                <a:solidFill>
                  <a:srgbClr val="505050"/>
                </a:solidFill>
              </a:rPr>
              <a:pPr defTabSz="932239"/>
              <a:t>‹#›</a:t>
            </a:fld>
            <a:endParaRPr lang="en-US">
              <a:solidFill>
                <a:srgbClr val="505050"/>
              </a:solidFill>
            </a:endParaRPr>
          </a:p>
        </p:txBody>
      </p:sp>
      <p:sp>
        <p:nvSpPr>
          <p:cNvPr id="5" name="Text Placeholder 4"/>
          <p:cNvSpPr>
            <a:spLocks noGrp="1"/>
          </p:cNvSpPr>
          <p:nvPr>
            <p:ph type="body" sz="quarter" idx="12"/>
          </p:nvPr>
        </p:nvSpPr>
        <p:spPr>
          <a:xfrm>
            <a:off x="274638" y="369116"/>
            <a:ext cx="10972800" cy="1024684"/>
          </a:xfrm>
          <a:prstGeom prst="rect">
            <a:avLst/>
          </a:prstGeom>
        </p:spPr>
        <p:txBody>
          <a:bodyPr lIns="146304" tIns="91440" rIns="146304" bIns="91440">
            <a:noAutofit/>
          </a:bodyPr>
          <a:lstStyle>
            <a:lvl1pPr marL="0" indent="0">
              <a:lnSpc>
                <a:spcPct val="90000"/>
              </a:lnSpc>
              <a:spcBef>
                <a:spcPts val="1195"/>
              </a:spcBef>
              <a:spcAft>
                <a:spcPts val="2400"/>
              </a:spcAft>
              <a:buFontTx/>
              <a:buNone/>
              <a:defRPr lang="en-US" sz="5195" b="0" i="0" kern="1200" spc="0" baseline="0" dirty="0" smtClean="0">
                <a:solidFill>
                  <a:schemeClr val="tx2"/>
                </a:solidFill>
                <a:latin typeface="+mj-lt"/>
                <a:ea typeface="+mn-ea"/>
                <a:cs typeface="+mn-cs"/>
              </a:defRPr>
            </a:lvl1pPr>
          </a:lstStyle>
          <a:p>
            <a:pPr marL="0" marR="0" lvl="0" indent="0" algn="l" defTabSz="931847" rtl="0" eaLnBrk="1" fontAlgn="auto" latinLnBrk="0" hangingPunct="1">
              <a:lnSpc>
                <a:spcPct val="90000"/>
              </a:lnSpc>
              <a:spcBef>
                <a:spcPts val="1195"/>
              </a:spcBef>
              <a:spcAft>
                <a:spcPts val="2400"/>
              </a:spcAft>
              <a:buClrTx/>
              <a:buSzPct val="90000"/>
              <a:buFontTx/>
              <a:buNone/>
              <a:tabLst/>
            </a:pPr>
            <a:r>
              <a:rPr lang="en-US"/>
              <a:t>Click to edit Master text</a:t>
            </a:r>
          </a:p>
        </p:txBody>
      </p:sp>
      <p:sp>
        <p:nvSpPr>
          <p:cNvPr id="6" name="Text Placeholder 5"/>
          <p:cNvSpPr>
            <a:spLocks noGrp="1"/>
          </p:cNvSpPr>
          <p:nvPr>
            <p:ph type="body" sz="quarter" idx="13"/>
          </p:nvPr>
        </p:nvSpPr>
        <p:spPr>
          <a:xfrm>
            <a:off x="274643" y="1237553"/>
            <a:ext cx="11033125" cy="623697"/>
          </a:xfrm>
          <a:prstGeom prst="rect">
            <a:avLst/>
          </a:prstGeom>
        </p:spPr>
        <p:txBody>
          <a:bodyPr lIns="192024" anchor="ctr"/>
          <a:lstStyle>
            <a:lvl1pPr marL="0" indent="0">
              <a:buNone/>
              <a:defRPr lang="en-US" sz="3170" kern="1200" smtClean="0">
                <a:solidFill>
                  <a:schemeClr val="tx2"/>
                </a:solidFill>
                <a:latin typeface="+mj-lt"/>
                <a:ea typeface="+mn-ea"/>
                <a:cs typeface="+mn-cs"/>
              </a:defRPr>
            </a:lvl1pPr>
            <a:lvl2pPr marL="0" indent="0">
              <a:buNone/>
              <a:defRPr lang="en-US" sz="3170" kern="1200" smtClean="0">
                <a:solidFill>
                  <a:schemeClr val="bg1"/>
                </a:solidFill>
                <a:latin typeface="+mj-lt"/>
                <a:ea typeface="+mn-ea"/>
                <a:cs typeface="+mn-cs"/>
              </a:defRPr>
            </a:lvl2pPr>
            <a:lvl3pPr marL="0" indent="0">
              <a:buNone/>
              <a:defRPr lang="en-US" sz="3170" kern="1200" smtClean="0">
                <a:solidFill>
                  <a:schemeClr val="bg1"/>
                </a:solidFill>
                <a:latin typeface="+mj-lt"/>
                <a:ea typeface="+mn-ea"/>
                <a:cs typeface="+mn-cs"/>
              </a:defRPr>
            </a:lvl3pPr>
            <a:lvl4pPr marL="0" indent="0">
              <a:buNone/>
              <a:defRPr lang="en-US" sz="3170" kern="1200" smtClean="0">
                <a:solidFill>
                  <a:schemeClr val="bg1"/>
                </a:solidFill>
                <a:latin typeface="+mj-lt"/>
                <a:ea typeface="+mn-ea"/>
                <a:cs typeface="+mn-cs"/>
              </a:defRPr>
            </a:lvl4pPr>
            <a:lvl5pPr marL="0" indent="0">
              <a:buNone/>
              <a:defRPr lang="en-US" sz="3170" kern="1200">
                <a:solidFill>
                  <a:schemeClr val="bg1"/>
                </a:solidFill>
                <a:latin typeface="+mj-lt"/>
                <a:ea typeface="+mn-ea"/>
                <a:cs typeface="+mn-cs"/>
              </a:defRPr>
            </a:lvl5pPr>
          </a:lstStyle>
          <a:p>
            <a:pPr lvl="0"/>
            <a:r>
              <a:rPr lang="en-US"/>
              <a:t>Click to edit Master text styles</a:t>
            </a:r>
          </a:p>
        </p:txBody>
      </p:sp>
    </p:spTree>
    <p:extLst>
      <p:ext uri="{BB962C8B-B14F-4D97-AF65-F5344CB8AC3E}">
        <p14:creationId xmlns:p14="http://schemas.microsoft.com/office/powerpoint/2010/main" val="7415642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0499" y="72552"/>
            <a:ext cx="4861759" cy="1010472"/>
          </a:xfrm>
        </p:spPr>
        <p:txBody>
          <a:bodyPr/>
          <a:lstStyle>
            <a:lvl1pPr>
              <a:defRPr/>
            </a:lvl1pPr>
          </a:lstStyle>
          <a:p>
            <a:r>
              <a:rPr lang="en-US"/>
              <a:t>Customer Name</a:t>
            </a:r>
          </a:p>
        </p:txBody>
      </p:sp>
      <p:sp>
        <p:nvSpPr>
          <p:cNvPr id="3" name="Date Placeholder 2"/>
          <p:cNvSpPr>
            <a:spLocks noGrp="1"/>
          </p:cNvSpPr>
          <p:nvPr>
            <p:ph type="dt" sz="half" idx="10"/>
          </p:nvPr>
        </p:nvSpPr>
        <p:spPr>
          <a:xfrm>
            <a:off x="855008" y="6482889"/>
            <a:ext cx="2798207" cy="372394"/>
          </a:xfrm>
          <a:prstGeom prst="rect">
            <a:avLst/>
          </a:prstGeom>
        </p:spPr>
        <p:txBody>
          <a:bodyPr/>
          <a:lstStyle/>
          <a:p>
            <a:pPr defTabSz="932597">
              <a:defRPr/>
            </a:pPr>
            <a:fld id="{19035226-9FF6-4AE8-87E0-DBBBCACD65CF}" type="datetime1">
              <a:rPr lang="en-US" sz="1224" smtClean="0">
                <a:solidFill>
                  <a:prstClr val="black">
                    <a:tint val="75000"/>
                  </a:prstClr>
                </a:solidFill>
                <a:latin typeface="Calibri" panose="020F0502020204030204"/>
              </a:rPr>
              <a:t>6/17/2025</a:t>
            </a:fld>
            <a:endParaRPr lang="en-US" sz="1224">
              <a:solidFill>
                <a:prstClr val="black">
                  <a:tint val="75000"/>
                </a:prstClr>
              </a:solidFill>
              <a:latin typeface="Calibri" panose="020F0502020204030204"/>
            </a:endParaRPr>
          </a:p>
        </p:txBody>
      </p:sp>
      <p:sp>
        <p:nvSpPr>
          <p:cNvPr id="4" name="Footer Placeholder 3"/>
          <p:cNvSpPr>
            <a:spLocks noGrp="1"/>
          </p:cNvSpPr>
          <p:nvPr>
            <p:ph type="ftr" sz="quarter" idx="11"/>
          </p:nvPr>
        </p:nvSpPr>
        <p:spPr>
          <a:xfrm>
            <a:off x="4119583" y="6482889"/>
            <a:ext cx="4197310" cy="372394"/>
          </a:xfrm>
          <a:prstGeom prst="rect">
            <a:avLst/>
          </a:prstGeom>
        </p:spPr>
        <p:txBody>
          <a:bodyPr/>
          <a:lstStyle/>
          <a:p>
            <a:pPr algn="ctr" defTabSz="932597">
              <a:defRPr/>
            </a:pPr>
            <a:r>
              <a:rPr lang="en-US" sz="1224">
                <a:solidFill>
                  <a:prstClr val="black">
                    <a:tint val="75000"/>
                  </a:prstClr>
                </a:solidFill>
                <a:latin typeface="Calibri" panose="020F0502020204030204"/>
              </a:rPr>
              <a:t>MOTC - Confidential</a:t>
            </a:r>
          </a:p>
        </p:txBody>
      </p:sp>
      <p:sp>
        <p:nvSpPr>
          <p:cNvPr id="5" name="Slide Number Placeholder 4"/>
          <p:cNvSpPr>
            <a:spLocks noGrp="1"/>
          </p:cNvSpPr>
          <p:nvPr>
            <p:ph type="sldNum" sz="quarter" idx="12"/>
          </p:nvPr>
        </p:nvSpPr>
        <p:spPr>
          <a:xfrm>
            <a:off x="8783260" y="6482889"/>
            <a:ext cx="2798207" cy="372394"/>
          </a:xfrm>
          <a:prstGeom prst="rect">
            <a:avLst/>
          </a:prstGeom>
        </p:spPr>
        <p:txBody>
          <a:bodyPr/>
          <a:lstStyle/>
          <a:p>
            <a:pPr algn="r" defTabSz="932597">
              <a:defRPr/>
            </a:pPr>
            <a:fld id="{E37B5247-8249-41C1-8C74-A99C807B4B57}" type="slidenum">
              <a:rPr lang="en-US" sz="1224" smtClean="0">
                <a:solidFill>
                  <a:prstClr val="black">
                    <a:tint val="75000"/>
                  </a:prstClr>
                </a:solidFill>
                <a:latin typeface="Calibri" panose="020F0502020204030204"/>
              </a:rPr>
              <a:pPr algn="r" defTabSz="932597">
                <a:defRPr/>
              </a:pPr>
              <a:t>‹#›</a:t>
            </a:fld>
            <a:endParaRPr lang="en-US" sz="1224">
              <a:solidFill>
                <a:prstClr val="black">
                  <a:tint val="75000"/>
                </a:prstClr>
              </a:solidFill>
              <a:latin typeface="Calibri" panose="020F0502020204030204"/>
            </a:endParaRPr>
          </a:p>
        </p:txBody>
      </p:sp>
      <p:sp>
        <p:nvSpPr>
          <p:cNvPr id="11" name="TextBox 10"/>
          <p:cNvSpPr txBox="1"/>
          <p:nvPr userDrawn="1"/>
        </p:nvSpPr>
        <p:spPr>
          <a:xfrm>
            <a:off x="170500" y="1183743"/>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Customer Summary</a:t>
            </a:r>
          </a:p>
        </p:txBody>
      </p:sp>
      <p:sp>
        <p:nvSpPr>
          <p:cNvPr id="12" name="TextBox 11"/>
          <p:cNvSpPr txBox="1"/>
          <p:nvPr userDrawn="1"/>
        </p:nvSpPr>
        <p:spPr>
          <a:xfrm>
            <a:off x="6341730" y="1167220"/>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Area of Focus</a:t>
            </a:r>
          </a:p>
        </p:txBody>
      </p:sp>
      <p:sp>
        <p:nvSpPr>
          <p:cNvPr id="13" name="TextBox 12"/>
          <p:cNvSpPr txBox="1"/>
          <p:nvPr userDrawn="1"/>
        </p:nvSpPr>
        <p:spPr>
          <a:xfrm>
            <a:off x="6341730" y="3522006"/>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Challenges</a:t>
            </a:r>
          </a:p>
        </p:txBody>
      </p:sp>
      <p:sp>
        <p:nvSpPr>
          <p:cNvPr id="14" name="TextBox 13"/>
          <p:cNvSpPr txBox="1"/>
          <p:nvPr userDrawn="1"/>
        </p:nvSpPr>
        <p:spPr>
          <a:xfrm>
            <a:off x="203095" y="3516923"/>
            <a:ext cx="2168861" cy="382308"/>
          </a:xfrm>
          <a:prstGeom prst="rect">
            <a:avLst/>
          </a:prstGeom>
          <a:noFill/>
        </p:spPr>
        <p:txBody>
          <a:bodyPr wrap="square" rtlCol="0">
            <a:spAutoFit/>
          </a:bodyPr>
          <a:lstStyle/>
          <a:p>
            <a:pPr marL="0" marR="0" lvl="0" indent="0" algn="l" defTabSz="932597" rtl="0" eaLnBrk="1" fontAlgn="auto" latinLnBrk="0" hangingPunct="1">
              <a:lnSpc>
                <a:spcPct val="100000"/>
              </a:lnSpc>
              <a:spcBef>
                <a:spcPts val="0"/>
              </a:spcBef>
              <a:spcAft>
                <a:spcPts val="0"/>
              </a:spcAft>
              <a:buClrTx/>
              <a:buSzTx/>
              <a:buFontTx/>
              <a:buNone/>
              <a:tabLst/>
              <a:defRPr/>
            </a:pPr>
            <a:r>
              <a:rPr kumimoji="0" lang="en-US" sz="1836" b="1" i="0" u="none" strike="noStrike" kern="1200" cap="none" spc="0" normalizeH="0" baseline="0" noProof="0">
                <a:ln>
                  <a:noFill/>
                </a:ln>
                <a:solidFill>
                  <a:prstClr val="black"/>
                </a:solidFill>
                <a:effectLst/>
                <a:uLnTx/>
                <a:uFillTx/>
                <a:latin typeface="Calibri" panose="020F0502020204030204"/>
                <a:ea typeface="+mn-ea"/>
                <a:cs typeface="+mn-cs"/>
              </a:rPr>
              <a:t>What else?</a:t>
            </a:r>
          </a:p>
        </p:txBody>
      </p:sp>
      <p:sp>
        <p:nvSpPr>
          <p:cNvPr id="17" name="Content Placeholder 16"/>
          <p:cNvSpPr>
            <a:spLocks noGrp="1"/>
          </p:cNvSpPr>
          <p:nvPr>
            <p:ph sz="quarter" idx="13" hasCustomPrompt="1"/>
          </p:nvPr>
        </p:nvSpPr>
        <p:spPr>
          <a:xfrm>
            <a:off x="203094" y="3893608"/>
            <a:ext cx="5486299" cy="1144544"/>
          </a:xfrm>
        </p:spPr>
        <p:txBody>
          <a:bodyPr/>
          <a:lstStyle>
            <a:lvl1pPr>
              <a:defRPr/>
            </a:lvl1pPr>
            <a:lvl2pPr>
              <a:defRPr/>
            </a:lvl2pPr>
          </a:lstStyle>
          <a:p>
            <a:r>
              <a:rPr lang="en-US"/>
              <a:t>Anything</a:t>
            </a:r>
            <a:r>
              <a:rPr lang="en-US" baseline="0"/>
              <a:t> I’m missing?</a:t>
            </a:r>
          </a:p>
          <a:p>
            <a:pPr lvl="1"/>
            <a:r>
              <a:rPr lang="en-US" baseline="0" err="1"/>
              <a:t>Wht</a:t>
            </a:r>
            <a:r>
              <a:rPr lang="en-US" baseline="0"/>
              <a:t> is?</a:t>
            </a:r>
            <a:endParaRPr lang="en-US"/>
          </a:p>
        </p:txBody>
      </p:sp>
      <p:sp>
        <p:nvSpPr>
          <p:cNvPr id="19" name="Content Placeholder 18"/>
          <p:cNvSpPr>
            <a:spLocks noGrp="1"/>
          </p:cNvSpPr>
          <p:nvPr>
            <p:ph sz="quarter" idx="14" hasCustomPrompt="1"/>
          </p:nvPr>
        </p:nvSpPr>
        <p:spPr>
          <a:xfrm>
            <a:off x="203094" y="1543904"/>
            <a:ext cx="5486299" cy="1871683"/>
          </a:xfrm>
        </p:spPr>
        <p:txBody>
          <a:bodyPr>
            <a:normAutofit/>
          </a:bodyPr>
          <a:lstStyle>
            <a:lvl1pPr marL="466298" indent="-466298">
              <a:buFont typeface="Arial" panose="020B0604020202020204" pitchFamily="34" charset="0"/>
              <a:buChar char="•"/>
              <a:defRPr sz="2448"/>
            </a:lvl1pPr>
            <a:lvl2pPr>
              <a:defRPr sz="2040" baseline="0"/>
            </a:lvl2pPr>
          </a:lstStyle>
          <a:p>
            <a:r>
              <a:rPr lang="en-US"/>
              <a:t>Provide customer</a:t>
            </a:r>
            <a:r>
              <a:rPr lang="en-US" baseline="0"/>
              <a:t> business summary, profile </a:t>
            </a:r>
            <a:r>
              <a:rPr lang="en-US" baseline="0" err="1"/>
              <a:t>etc</a:t>
            </a:r>
            <a:r>
              <a:rPr lang="en-US" baseline="0"/>
              <a:t> </a:t>
            </a:r>
          </a:p>
          <a:p>
            <a:pPr lvl="1"/>
            <a:r>
              <a:rPr lang="en-US"/>
              <a:t>Details, Details, Details</a:t>
            </a:r>
          </a:p>
        </p:txBody>
      </p:sp>
      <p:sp>
        <p:nvSpPr>
          <p:cNvPr id="21" name="Content Placeholder 20"/>
          <p:cNvSpPr>
            <a:spLocks noGrp="1"/>
          </p:cNvSpPr>
          <p:nvPr>
            <p:ph sz="quarter" idx="15" hasCustomPrompt="1"/>
          </p:nvPr>
        </p:nvSpPr>
        <p:spPr>
          <a:xfrm>
            <a:off x="6341306" y="1543904"/>
            <a:ext cx="5904609" cy="1871683"/>
          </a:xfrm>
        </p:spPr>
        <p:txBody>
          <a:bodyPr>
            <a:noAutofit/>
          </a:bodyPr>
          <a:lstStyle>
            <a:lvl1pPr marL="291436" indent="-291436">
              <a:buFont typeface="Arial" panose="020B0604020202020204" pitchFamily="34" charset="0"/>
              <a:buChar char="•"/>
              <a:defRPr sz="2448"/>
            </a:lvl1pPr>
            <a:lvl2pPr>
              <a:defRPr sz="1632"/>
            </a:lvl2pPr>
          </a:lstStyle>
          <a:p>
            <a:r>
              <a:rPr lang="en-US"/>
              <a:t>What they want to test?</a:t>
            </a:r>
          </a:p>
          <a:p>
            <a:pPr marL="699447" lvl="1" indent="-291436">
              <a:buFont typeface="Arial" panose="020B0604020202020204" pitchFamily="34" charset="0"/>
              <a:buChar char="•"/>
            </a:pPr>
            <a:r>
              <a:rPr lang="en-US"/>
              <a:t>Area</a:t>
            </a:r>
            <a:r>
              <a:rPr lang="en-US" baseline="0"/>
              <a:t> 1</a:t>
            </a:r>
          </a:p>
          <a:p>
            <a:pPr marL="699447" lvl="1" indent="-291436">
              <a:buFont typeface="Arial" panose="020B0604020202020204" pitchFamily="34" charset="0"/>
              <a:buChar char="•"/>
            </a:pPr>
            <a:r>
              <a:rPr lang="en-US" baseline="0"/>
              <a:t>Area 2</a:t>
            </a:r>
          </a:p>
          <a:p>
            <a:pPr marL="699447" lvl="1" indent="-291436">
              <a:buFont typeface="Arial" panose="020B0604020202020204" pitchFamily="34" charset="0"/>
              <a:buChar char="•"/>
            </a:pPr>
            <a:r>
              <a:rPr lang="en-US" baseline="0"/>
              <a:t>Area 3</a:t>
            </a:r>
            <a:endParaRPr lang="en-US"/>
          </a:p>
        </p:txBody>
      </p:sp>
      <p:sp>
        <p:nvSpPr>
          <p:cNvPr id="23" name="Content Placeholder 22"/>
          <p:cNvSpPr>
            <a:spLocks noGrp="1"/>
          </p:cNvSpPr>
          <p:nvPr>
            <p:ph sz="quarter" idx="16" hasCustomPrompt="1"/>
          </p:nvPr>
        </p:nvSpPr>
        <p:spPr>
          <a:xfrm>
            <a:off x="6341307" y="3893608"/>
            <a:ext cx="5904609" cy="3815434"/>
          </a:xfrm>
        </p:spPr>
        <p:txBody>
          <a:bodyPr/>
          <a:lstStyle>
            <a:lvl1pPr marL="291436" indent="-291436">
              <a:buFont typeface="Arial" panose="020B0604020202020204" pitchFamily="34" charset="0"/>
              <a:buChar char="•"/>
              <a:defRPr/>
            </a:lvl1pPr>
          </a:lstStyle>
          <a:p>
            <a:r>
              <a:rPr lang="en-US"/>
              <a:t>What are the issues</a:t>
            </a:r>
            <a:r>
              <a:rPr lang="en-US" baseline="0"/>
              <a:t>  hurdles they like to overcome?</a:t>
            </a:r>
          </a:p>
          <a:p>
            <a:pPr marL="699447" lvl="1" indent="-291436">
              <a:buFont typeface="Arial" panose="020B0604020202020204" pitchFamily="34" charset="0"/>
              <a:buChar char="•"/>
            </a:pPr>
            <a:r>
              <a:rPr lang="en-US" baseline="0"/>
              <a:t>Enter 1</a:t>
            </a:r>
          </a:p>
          <a:p>
            <a:pPr marL="699447" lvl="1" indent="-291436">
              <a:buFont typeface="Arial" panose="020B0604020202020204" pitchFamily="34" charset="0"/>
              <a:buChar char="•"/>
            </a:pPr>
            <a:r>
              <a:rPr lang="en-US"/>
              <a:t>Enter</a:t>
            </a:r>
            <a:r>
              <a:rPr lang="en-US" baseline="0"/>
              <a:t> 2</a:t>
            </a:r>
          </a:p>
          <a:p>
            <a:pPr marL="699447" lvl="1" indent="-291436">
              <a:buFont typeface="Arial" panose="020B0604020202020204" pitchFamily="34" charset="0"/>
              <a:buChar char="•"/>
            </a:pPr>
            <a:r>
              <a:rPr lang="en-US" baseline="0"/>
              <a:t>Enter 3</a:t>
            </a:r>
          </a:p>
          <a:p>
            <a:endParaRPr lang="en-US"/>
          </a:p>
        </p:txBody>
      </p:sp>
      <p:sp>
        <p:nvSpPr>
          <p:cNvPr id="25" name="Picture Placeholder 24"/>
          <p:cNvSpPr>
            <a:spLocks noGrp="1"/>
          </p:cNvSpPr>
          <p:nvPr>
            <p:ph type="pic" sz="quarter" idx="17"/>
          </p:nvPr>
        </p:nvSpPr>
        <p:spPr>
          <a:xfrm>
            <a:off x="9380013" y="72551"/>
            <a:ext cx="2865903" cy="738279"/>
          </a:xfrm>
        </p:spPr>
        <p:txBody>
          <a:bodyPr/>
          <a:lstStyle>
            <a:lvl1pPr marL="0" indent="0">
              <a:buNone/>
              <a:defRPr/>
            </a:lvl1pPr>
          </a:lstStyle>
          <a:p>
            <a:endParaRPr lang="en-US"/>
          </a:p>
        </p:txBody>
      </p:sp>
      <p:sp>
        <p:nvSpPr>
          <p:cNvPr id="27" name="Content Placeholder 26"/>
          <p:cNvSpPr>
            <a:spLocks noGrp="1"/>
          </p:cNvSpPr>
          <p:nvPr>
            <p:ph sz="quarter" idx="18" hasCustomPrompt="1"/>
          </p:nvPr>
        </p:nvSpPr>
        <p:spPr>
          <a:xfrm>
            <a:off x="5167657" y="72551"/>
            <a:ext cx="4076957" cy="1371081"/>
          </a:xfrm>
        </p:spPr>
        <p:txBody>
          <a:bodyPr/>
          <a:lstStyle>
            <a:lvl1pPr marL="0" indent="0">
              <a:buNone/>
              <a:defRPr sz="1836" baseline="0"/>
            </a:lvl1pPr>
          </a:lstStyle>
          <a:p>
            <a:pPr lvl="0"/>
            <a:r>
              <a:rPr lang="en-US"/>
              <a:t>Vertical</a:t>
            </a:r>
          </a:p>
          <a:p>
            <a:pPr lvl="0"/>
            <a:r>
              <a:rPr lang="en-US"/>
              <a:t>GEO</a:t>
            </a:r>
          </a:p>
          <a:p>
            <a:pPr lvl="0"/>
            <a:r>
              <a:rPr lang="en-US"/>
              <a:t>Seeded / DIY</a:t>
            </a:r>
          </a:p>
          <a:p>
            <a:pPr lvl="0"/>
            <a:endParaRPr lang="en-US"/>
          </a:p>
        </p:txBody>
      </p:sp>
    </p:spTree>
    <p:extLst>
      <p:ext uri="{BB962C8B-B14F-4D97-AF65-F5344CB8AC3E}">
        <p14:creationId xmlns:p14="http://schemas.microsoft.com/office/powerpoint/2010/main" val="51201526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3_Section Title Accent Color 2">
    <p:bg>
      <p:bgPr>
        <a:solidFill>
          <a:schemeClr val="accent2"/>
        </a:solidFill>
        <a:effectLst/>
      </p:bgPr>
    </p:bg>
    <p:spTree>
      <p:nvGrpSpPr>
        <p:cNvPr id="1" name=""/>
        <p:cNvGrpSpPr/>
        <p:nvPr/>
      </p:nvGrpSpPr>
      <p:grpSpPr>
        <a:xfrm>
          <a:off x="0" y="0"/>
          <a:ext cx="0" cy="0"/>
          <a:chOff x="0" y="0"/>
          <a:chExt cx="0" cy="0"/>
        </a:xfrm>
      </p:grpSpPr>
      <p:sp>
        <p:nvSpPr>
          <p:cNvPr id="6" name="Title 1"/>
          <p:cNvSpPr>
            <a:spLocks noGrp="1"/>
          </p:cNvSpPr>
          <p:nvPr>
            <p:ph type="title"/>
          </p:nvPr>
        </p:nvSpPr>
        <p:spPr>
          <a:xfrm>
            <a:off x="274640" y="295278"/>
            <a:ext cx="11889564" cy="917575"/>
          </a:xfrm>
        </p:spPr>
        <p:txBody>
          <a:bodyPr/>
          <a:lstStyle/>
          <a:p>
            <a:r>
              <a:rPr lang="en-US"/>
              <a:t>Click to edit Master title style</a:t>
            </a:r>
          </a:p>
        </p:txBody>
      </p:sp>
      <p:sp>
        <p:nvSpPr>
          <p:cNvPr id="7" name="Text Placeholder 5"/>
          <p:cNvSpPr>
            <a:spLocks noGrp="1"/>
          </p:cNvSpPr>
          <p:nvPr>
            <p:ph type="body" sz="quarter" idx="10"/>
          </p:nvPr>
        </p:nvSpPr>
        <p:spPr>
          <a:xfrm>
            <a:off x="274641" y="1212850"/>
            <a:ext cx="11887200" cy="2055050"/>
          </a:xfrm>
        </p:spPr>
        <p:txBody>
          <a:bodyPr/>
          <a:lstStyle>
            <a:lvl1pPr marL="0" indent="0">
              <a:buNone/>
              <a:defRPr>
                <a:solidFill>
                  <a:schemeClr val="tx1"/>
                </a:solidFill>
              </a:defRPr>
            </a:lvl1pPr>
            <a:lvl2pPr marL="0" indent="0">
              <a:buFontTx/>
              <a:buNone/>
              <a:defRPr sz="2000"/>
            </a:lvl2pPr>
            <a:lvl3pPr marL="228489" indent="0">
              <a:buNone/>
              <a:defRPr/>
            </a:lvl3pPr>
            <a:lvl4pPr marL="456978" indent="0">
              <a:buNone/>
              <a:defRPr/>
            </a:lvl4pPr>
            <a:lvl5pPr marL="685468"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040412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6" name="Rectangle 25"/>
          <p:cNvSpPr/>
          <p:nvPr userDrawn="1"/>
        </p:nvSpPr>
        <p:spPr>
          <a:xfrm>
            <a:off x="0" y="0"/>
            <a:ext cx="12436475" cy="234770"/>
          </a:xfrm>
          <a:prstGeom prst="rect">
            <a:avLst/>
          </a:pr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8" name="Content Placeholder 2"/>
          <p:cNvSpPr>
            <a:spLocks noGrp="1"/>
          </p:cNvSpPr>
          <p:nvPr>
            <p:ph idx="10" hasCustomPrompt="1"/>
          </p:nvPr>
        </p:nvSpPr>
        <p:spPr>
          <a:xfrm>
            <a:off x="747118" y="1350187"/>
            <a:ext cx="5183410" cy="1597360"/>
          </a:xfrm>
        </p:spPr>
        <p:txBody>
          <a:bodyPr/>
          <a:lstStyle>
            <a:lvl1pPr marL="0" indent="0">
              <a:lnSpc>
                <a:spcPct val="100000"/>
              </a:lnSpc>
              <a:buNone/>
              <a:defRPr sz="3060">
                <a:solidFill>
                  <a:srgbClr val="00ADEF"/>
                </a:solidFill>
                <a:latin typeface="Segoe UI" panose="020B0502040204020203" pitchFamily="34" charset="0"/>
                <a:cs typeface="Segoe UI" panose="020B0502040204020203" pitchFamily="34" charset="0"/>
              </a:defRPr>
            </a:lvl1pPr>
            <a:lvl2pPr marL="466298" indent="0">
              <a:lnSpc>
                <a:spcPct val="100000"/>
              </a:lnSpc>
              <a:buNone/>
              <a:defRPr sz="2652">
                <a:solidFill>
                  <a:srgbClr val="00ADEF"/>
                </a:solidFill>
                <a:latin typeface="Segoe UI" panose="020B0502040204020203" pitchFamily="34" charset="0"/>
                <a:cs typeface="Segoe UI" panose="020B0502040204020203" pitchFamily="34" charset="0"/>
              </a:defRPr>
            </a:lvl2pPr>
            <a:lvl3pPr marL="932597" indent="0">
              <a:lnSpc>
                <a:spcPct val="100000"/>
              </a:lnSpc>
              <a:buNone/>
              <a:defRPr sz="2448">
                <a:solidFill>
                  <a:srgbClr val="00ADEF"/>
                </a:solidFill>
                <a:latin typeface="Segoe UI" panose="020B0502040204020203" pitchFamily="34" charset="0"/>
                <a:cs typeface="Segoe UI" panose="020B0502040204020203" pitchFamily="34" charset="0"/>
              </a:defRPr>
            </a:lvl3pPr>
            <a:lvl4pPr marL="1398895" indent="0">
              <a:buNone/>
              <a:defRPr>
                <a:solidFill>
                  <a:srgbClr val="46C1BE"/>
                </a:solidFill>
              </a:defRPr>
            </a:lvl4pPr>
            <a:lvl5pPr marL="1865193" indent="0">
              <a:buNone/>
              <a:defRPr>
                <a:solidFill>
                  <a:srgbClr val="46C1BE"/>
                </a:solidFill>
              </a:defRPr>
            </a:lvl5pPr>
          </a:lstStyle>
          <a:p>
            <a:pPr lvl="0"/>
            <a:r>
              <a:rPr lang="en-US" dirty="0"/>
              <a:t>Click to edit text styles</a:t>
            </a:r>
          </a:p>
          <a:p>
            <a:pPr lvl="1"/>
            <a:r>
              <a:rPr lang="en-US" dirty="0"/>
              <a:t>Second level</a:t>
            </a:r>
          </a:p>
          <a:p>
            <a:pPr lvl="2"/>
            <a:r>
              <a:rPr lang="en-US" dirty="0"/>
              <a:t>Third level</a:t>
            </a:r>
          </a:p>
        </p:txBody>
      </p:sp>
      <p:sp>
        <p:nvSpPr>
          <p:cNvPr id="10" name="Title 1"/>
          <p:cNvSpPr>
            <a:spLocks noGrp="1"/>
          </p:cNvSpPr>
          <p:nvPr>
            <p:ph type="title"/>
          </p:nvPr>
        </p:nvSpPr>
        <p:spPr>
          <a:xfrm>
            <a:off x="747117" y="344556"/>
            <a:ext cx="11044332" cy="838598"/>
          </a:xfrm>
        </p:spPr>
        <p:txBody>
          <a:bodyPr>
            <a:normAutofit/>
          </a:bodyPr>
          <a:lstStyle>
            <a:lvl1pPr>
              <a:defRPr sz="5100">
                <a:solidFill>
                  <a:srgbClr val="00ADEF"/>
                </a:solidFill>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24" name="Content Placeholder 2"/>
          <p:cNvSpPr>
            <a:spLocks noGrp="1"/>
          </p:cNvSpPr>
          <p:nvPr>
            <p:ph idx="11" hasCustomPrompt="1"/>
          </p:nvPr>
        </p:nvSpPr>
        <p:spPr>
          <a:xfrm>
            <a:off x="6234483" y="1350187"/>
            <a:ext cx="5183410" cy="1597360"/>
          </a:xfrm>
        </p:spPr>
        <p:txBody>
          <a:bodyPr/>
          <a:lstStyle>
            <a:lvl1pPr marL="0" indent="0">
              <a:lnSpc>
                <a:spcPct val="100000"/>
              </a:lnSpc>
              <a:buNone/>
              <a:defRPr sz="3060">
                <a:solidFill>
                  <a:srgbClr val="00ADEF"/>
                </a:solidFill>
                <a:latin typeface="Segoe UI" panose="020B0502040204020203" pitchFamily="34" charset="0"/>
                <a:cs typeface="Segoe UI" panose="020B0502040204020203" pitchFamily="34" charset="0"/>
              </a:defRPr>
            </a:lvl1pPr>
            <a:lvl2pPr marL="466298" indent="0">
              <a:lnSpc>
                <a:spcPct val="100000"/>
              </a:lnSpc>
              <a:buNone/>
              <a:defRPr sz="2652">
                <a:solidFill>
                  <a:srgbClr val="00ADEF"/>
                </a:solidFill>
                <a:latin typeface="Segoe UI" panose="020B0502040204020203" pitchFamily="34" charset="0"/>
                <a:cs typeface="Segoe UI" panose="020B0502040204020203" pitchFamily="34" charset="0"/>
              </a:defRPr>
            </a:lvl2pPr>
            <a:lvl3pPr marL="932597" indent="0">
              <a:lnSpc>
                <a:spcPct val="100000"/>
              </a:lnSpc>
              <a:buNone/>
              <a:defRPr sz="2448">
                <a:solidFill>
                  <a:srgbClr val="00ADEF"/>
                </a:solidFill>
                <a:latin typeface="Segoe UI" panose="020B0502040204020203" pitchFamily="34" charset="0"/>
                <a:cs typeface="Segoe UI" panose="020B0502040204020203" pitchFamily="34" charset="0"/>
              </a:defRPr>
            </a:lvl3pPr>
            <a:lvl4pPr marL="1398895" indent="0">
              <a:buNone/>
              <a:defRPr>
                <a:solidFill>
                  <a:srgbClr val="46C1BE"/>
                </a:solidFill>
              </a:defRPr>
            </a:lvl4pPr>
            <a:lvl5pPr marL="1865193" indent="0">
              <a:buNone/>
              <a:defRPr>
                <a:solidFill>
                  <a:srgbClr val="46C1BE"/>
                </a:solidFill>
              </a:defRPr>
            </a:lvl5pPr>
          </a:lstStyle>
          <a:p>
            <a:pPr lvl="0"/>
            <a:r>
              <a:rPr lang="en-US" dirty="0"/>
              <a:t>Click to edit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98124305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274639" y="1212851"/>
            <a:ext cx="11887200" cy="2092496"/>
          </a:xfrm>
        </p:spPr>
        <p:txBody>
          <a:bodyPr/>
          <a:lstStyle>
            <a:lvl1pPr marL="0" indent="0">
              <a:buNone/>
              <a:defRPr>
                <a:gradFill>
                  <a:gsLst>
                    <a:gs pos="1250">
                      <a:schemeClr val="tx1"/>
                    </a:gs>
                    <a:gs pos="99000">
                      <a:schemeClr val="tx1"/>
                    </a:gs>
                  </a:gsLst>
                  <a:lin ang="5400000" scaled="0"/>
                </a:gradFill>
              </a:defRPr>
            </a:lvl1pPr>
            <a:lvl2pPr marL="0" indent="0">
              <a:buFontTx/>
              <a:buNone/>
              <a:defRPr sz="2400"/>
            </a:lvl2pPr>
            <a:lvl3pPr marL="228557" indent="0">
              <a:buNone/>
              <a:defRPr/>
            </a:lvl3pPr>
            <a:lvl4pPr marL="457112" indent="0">
              <a:buNone/>
              <a:defRPr/>
            </a:lvl4pPr>
            <a:lvl5pPr marL="685669"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8779991"/>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59D6-8170-4F3D-B980-2E70737130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2F3604-6FE7-48D0-821A-7AA91B9B742D}"/>
              </a:ext>
            </a:extLst>
          </p:cNvPr>
          <p:cNvSpPr>
            <a:spLocks noGrp="1"/>
          </p:cNvSpPr>
          <p:nvPr>
            <p:ph type="dt" sz="half" idx="10"/>
          </p:nvPr>
        </p:nvSpPr>
        <p:spPr/>
        <p:txBody>
          <a:bodyPr/>
          <a:lstStyle/>
          <a:p>
            <a:fld id="{1DD5AEC9-4276-4501-87E1-19A41F88BAC2}" type="datetime1">
              <a:rPr lang="en-US" smtClean="0"/>
              <a:t>6/17/2025</a:t>
            </a:fld>
            <a:endParaRPr lang="en-US"/>
          </a:p>
        </p:txBody>
      </p:sp>
      <p:sp>
        <p:nvSpPr>
          <p:cNvPr id="4" name="Footer Placeholder 3">
            <a:extLst>
              <a:ext uri="{FF2B5EF4-FFF2-40B4-BE49-F238E27FC236}">
                <a16:creationId xmlns:a16="http://schemas.microsoft.com/office/drawing/2014/main" id="{76D2A006-C53D-46C5-8D2C-B5F68AE5236C}"/>
              </a:ext>
            </a:extLst>
          </p:cNvPr>
          <p:cNvSpPr>
            <a:spLocks noGrp="1"/>
          </p:cNvSpPr>
          <p:nvPr>
            <p:ph type="ftr" sz="quarter" idx="11"/>
          </p:nvPr>
        </p:nvSpPr>
        <p:spPr/>
        <p:txBody>
          <a:bodyPr/>
          <a:lstStyle/>
          <a:p>
            <a:r>
              <a:rPr lang="en-US"/>
              <a:t>MOTC - Confidential</a:t>
            </a:r>
          </a:p>
        </p:txBody>
      </p:sp>
      <p:sp>
        <p:nvSpPr>
          <p:cNvPr id="5" name="Slide Number Placeholder 4">
            <a:extLst>
              <a:ext uri="{FF2B5EF4-FFF2-40B4-BE49-F238E27FC236}">
                <a16:creationId xmlns:a16="http://schemas.microsoft.com/office/drawing/2014/main" id="{36F101C0-56C0-40C1-A14E-7AD8B265D973}"/>
              </a:ext>
            </a:extLst>
          </p:cNvPr>
          <p:cNvSpPr>
            <a:spLocks noGrp="1"/>
          </p:cNvSpPr>
          <p:nvPr>
            <p:ph type="sldNum" sz="quarter" idx="12"/>
          </p:nvPr>
        </p:nvSpPr>
        <p:spPr/>
        <p:txBody>
          <a:bodyPr/>
          <a:lstStyle/>
          <a:p>
            <a:fld id="{522E449F-ACE2-4651-A469-C563CF075F5E}" type="slidenum">
              <a:rPr lang="en-US" smtClean="0"/>
              <a:t>‹#›</a:t>
            </a:fld>
            <a:endParaRPr lang="en-US"/>
          </a:p>
        </p:txBody>
      </p:sp>
    </p:spTree>
    <p:extLst>
      <p:ext uri="{BB962C8B-B14F-4D97-AF65-F5344CB8AC3E}">
        <p14:creationId xmlns:p14="http://schemas.microsoft.com/office/powerpoint/2010/main" val="4564175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EEE5C-F03B-4258-A65D-A88ED08741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1F38D-B899-46D5-AA85-92D0ED4AFDF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5070B5-A489-493B-9116-91B6BB2B6004}"/>
              </a:ext>
            </a:extLst>
          </p:cNvPr>
          <p:cNvSpPr>
            <a:spLocks noGrp="1"/>
          </p:cNvSpPr>
          <p:nvPr>
            <p:ph type="dt" sz="half" idx="10"/>
          </p:nvPr>
        </p:nvSpPr>
        <p:spPr/>
        <p:txBody>
          <a:bodyPr/>
          <a:lstStyle/>
          <a:p>
            <a:fld id="{10AE8103-CBAB-4538-A1BF-390059EA8DA7}" type="datetime1">
              <a:rPr lang="en-US" smtClean="0"/>
              <a:t>6/17/2025</a:t>
            </a:fld>
            <a:endParaRPr lang="en-US"/>
          </a:p>
        </p:txBody>
      </p:sp>
      <p:sp>
        <p:nvSpPr>
          <p:cNvPr id="5" name="Footer Placeholder 4">
            <a:extLst>
              <a:ext uri="{FF2B5EF4-FFF2-40B4-BE49-F238E27FC236}">
                <a16:creationId xmlns:a16="http://schemas.microsoft.com/office/drawing/2014/main" id="{F1AAD38C-CC46-4574-87FC-5A058645B5CC}"/>
              </a:ext>
            </a:extLst>
          </p:cNvPr>
          <p:cNvSpPr>
            <a:spLocks noGrp="1"/>
          </p:cNvSpPr>
          <p:nvPr>
            <p:ph type="ftr" sz="quarter" idx="11"/>
          </p:nvPr>
        </p:nvSpPr>
        <p:spPr/>
        <p:txBody>
          <a:bodyPr/>
          <a:lstStyle/>
          <a:p>
            <a:r>
              <a:rPr lang="en-US"/>
              <a:t>MOTC - Confidential</a:t>
            </a:r>
          </a:p>
        </p:txBody>
      </p:sp>
      <p:sp>
        <p:nvSpPr>
          <p:cNvPr id="6" name="Slide Number Placeholder 5">
            <a:extLst>
              <a:ext uri="{FF2B5EF4-FFF2-40B4-BE49-F238E27FC236}">
                <a16:creationId xmlns:a16="http://schemas.microsoft.com/office/drawing/2014/main" id="{C0FB964A-DEAD-4EC4-B7B3-AA76FB49C08A}"/>
              </a:ext>
            </a:extLst>
          </p:cNvPr>
          <p:cNvSpPr>
            <a:spLocks noGrp="1"/>
          </p:cNvSpPr>
          <p:nvPr>
            <p:ph type="sldNum" sz="quarter" idx="12"/>
          </p:nvPr>
        </p:nvSpPr>
        <p:spPr/>
        <p:txBody>
          <a:bodyPr/>
          <a:lstStyle/>
          <a:p>
            <a:fld id="{522E449F-ACE2-4651-A469-C563CF075F5E}" type="slidenum">
              <a:rPr lang="en-US" smtClean="0"/>
              <a:t>‹#›</a:t>
            </a:fld>
            <a:endParaRPr lang="en-US"/>
          </a:p>
        </p:txBody>
      </p:sp>
    </p:spTree>
    <p:extLst>
      <p:ext uri="{BB962C8B-B14F-4D97-AF65-F5344CB8AC3E}">
        <p14:creationId xmlns:p14="http://schemas.microsoft.com/office/powerpoint/2010/main" val="33867898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Divider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661" y="2875738"/>
            <a:ext cx="11375536" cy="1243058"/>
          </a:xfrm>
        </p:spPr>
        <p:txBody>
          <a:bodyPr anchor="b" anchorCtr="0"/>
          <a:lstStyle>
            <a:lvl1pPr>
              <a:defRPr sz="8975" spc="-306" baseline="0">
                <a:gradFill>
                  <a:gsLst>
                    <a:gs pos="100000">
                      <a:schemeClr val="bg1"/>
                    </a:gs>
                    <a:gs pos="0">
                      <a:schemeClr val="bg1"/>
                    </a:gs>
                  </a:gsLst>
                  <a:lin ang="5400000" scaled="0"/>
                </a:gradFill>
              </a:defRPr>
            </a:lvl1pPr>
          </a:lstStyle>
          <a:p>
            <a:r>
              <a:rPr lang="en-US" dirty="0"/>
              <a:t>Click to edit title style</a:t>
            </a:r>
          </a:p>
        </p:txBody>
      </p:sp>
    </p:spTree>
    <p:extLst>
      <p:ext uri="{BB962C8B-B14F-4D97-AF65-F5344CB8AC3E}">
        <p14:creationId xmlns:p14="http://schemas.microsoft.com/office/powerpoint/2010/main" val="2254242629"/>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0"/>
            <a:ext cx="11887200" cy="2228302"/>
          </a:xfrm>
        </p:spPr>
        <p:txBody>
          <a:bodyPr>
            <a:spAutoFit/>
          </a:bodyPr>
          <a:lstStyle>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7351461"/>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Title/sub-title only ">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0" y="1"/>
            <a:ext cx="12436475" cy="1257442"/>
          </a:xfrm>
        </p:spPr>
        <p:txBody>
          <a:bodyPr lIns="393192" tIns="393192" bIns="91440">
            <a:normAutofit/>
          </a:bodyPr>
          <a:lstStyle>
            <a:lvl1pPr marL="0" indent="0">
              <a:buNone/>
              <a:defRPr sz="4488">
                <a:solidFill>
                  <a:srgbClr val="505050"/>
                </a:solidFill>
              </a:defRPr>
            </a:lvl1pPr>
          </a:lstStyle>
          <a:p>
            <a:pPr lvl="0"/>
            <a:r>
              <a:rPr lang="en-US" dirty="0"/>
              <a:t>Title</a:t>
            </a:r>
          </a:p>
        </p:txBody>
      </p:sp>
      <p:sp>
        <p:nvSpPr>
          <p:cNvPr id="8" name="Text Placeholder 7"/>
          <p:cNvSpPr>
            <a:spLocks noGrp="1"/>
          </p:cNvSpPr>
          <p:nvPr>
            <p:ph type="body" sz="quarter" idx="11" hasCustomPrompt="1"/>
          </p:nvPr>
        </p:nvSpPr>
        <p:spPr>
          <a:xfrm>
            <a:off x="0" y="1267759"/>
            <a:ext cx="12436475" cy="738279"/>
          </a:xfrm>
        </p:spPr>
        <p:txBody>
          <a:bodyPr lIns="393192" bIns="91440"/>
          <a:lstStyle>
            <a:lvl1pPr marL="0" indent="0">
              <a:buNone/>
              <a:defRPr>
                <a:solidFill>
                  <a:schemeClr val="tx2"/>
                </a:solidFill>
              </a:defRPr>
            </a:lvl1pPr>
            <a:lvl2pPr marL="466298" indent="0">
              <a:buNone/>
              <a:defRPr/>
            </a:lvl2pPr>
          </a:lstStyle>
          <a:p>
            <a:pPr lvl="0"/>
            <a:r>
              <a:rPr lang="en-US" dirty="0"/>
              <a:t>Subtitle</a:t>
            </a:r>
          </a:p>
        </p:txBody>
      </p:sp>
    </p:spTree>
    <p:extLst>
      <p:ext uri="{BB962C8B-B14F-4D97-AF65-F5344CB8AC3E}">
        <p14:creationId xmlns:p14="http://schemas.microsoft.com/office/powerpoint/2010/main" val="197773323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Statement Slide - JBS">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09912" y="6437440"/>
            <a:ext cx="1651884" cy="396131"/>
          </a:xfrm>
          <a:prstGeom prst="rect">
            <a:avLst/>
          </a:prstGeom>
        </p:spPr>
      </p:pic>
    </p:spTree>
    <p:extLst>
      <p:ext uri="{BB962C8B-B14F-4D97-AF65-F5344CB8AC3E}">
        <p14:creationId xmlns:p14="http://schemas.microsoft.com/office/powerpoint/2010/main" val="1104236340"/>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9661" y="2278589"/>
            <a:ext cx="8543652" cy="1386254"/>
          </a:xfrm>
        </p:spPr>
        <p:txBody>
          <a:bodyPr anchor="ctr" anchorCtr="0">
            <a:noAutofit/>
          </a:bodyPr>
          <a:lstStyle>
            <a:lvl1pPr>
              <a:lnSpc>
                <a:spcPct val="90000"/>
              </a:lnSpc>
              <a:defRPr sz="6731" baseline="0">
                <a:solidFill>
                  <a:schemeClr val="bg1">
                    <a:alpha val="99000"/>
                  </a:schemeClr>
                </a:solidFill>
                <a:latin typeface="Segoe UI Light" pitchFamily="34" charset="0"/>
              </a:defRPr>
            </a:lvl1pPr>
          </a:lstStyle>
          <a:p>
            <a:r>
              <a:rPr lang="en-US" dirty="0"/>
              <a:t>Title Here</a:t>
            </a:r>
          </a:p>
        </p:txBody>
      </p:sp>
      <p:sp>
        <p:nvSpPr>
          <p:cNvPr id="7" name="Text Placeholder 6"/>
          <p:cNvSpPr>
            <a:spLocks noGrp="1"/>
          </p:cNvSpPr>
          <p:nvPr>
            <p:ph type="body" sz="quarter" idx="11" hasCustomPrompt="1"/>
          </p:nvPr>
        </p:nvSpPr>
        <p:spPr>
          <a:xfrm>
            <a:off x="529661" y="4704161"/>
            <a:ext cx="5565153" cy="1167722"/>
          </a:xfrm>
        </p:spPr>
        <p:txBody>
          <a:bodyPr/>
          <a:lstStyle>
            <a:lvl1pPr marL="0" indent="0">
              <a:buFont typeface="Arial" pitchFamily="34" charset="0"/>
              <a:buNone/>
              <a:defRPr sz="2448">
                <a:solidFill>
                  <a:schemeClr val="bg1">
                    <a:alpha val="98000"/>
                  </a:schemeClr>
                </a:solidFill>
                <a:latin typeface="+mj-lt"/>
              </a:defRPr>
            </a:lvl1pPr>
            <a:lvl2pPr marL="469536" indent="0">
              <a:buFont typeface="Arial" pitchFamily="34" charset="0"/>
              <a:buNone/>
              <a:defRPr/>
            </a:lvl2pPr>
            <a:lvl3pPr marL="872691" indent="0">
              <a:buFont typeface="Arial" pitchFamily="34" charset="0"/>
              <a:buNone/>
              <a:defRPr/>
            </a:lvl3pPr>
            <a:lvl4pPr marL="1283940" indent="0">
              <a:buFont typeface="Arial" pitchFamily="34" charset="0"/>
              <a:buNone/>
              <a:defRPr/>
            </a:lvl4pPr>
            <a:lvl5pPr marL="1636902" indent="0">
              <a:buFont typeface="Arial" pitchFamily="34" charset="0"/>
              <a:buNone/>
              <a:defRPr/>
            </a:lvl5pPr>
          </a:lstStyle>
          <a:p>
            <a:pPr lvl="0"/>
            <a:r>
              <a:rPr lang="en-US" dirty="0"/>
              <a:t>Name</a:t>
            </a:r>
          </a:p>
          <a:p>
            <a:pPr lvl="0"/>
            <a:r>
              <a:rPr lang="en-US" dirty="0"/>
              <a:t>Title</a:t>
            </a:r>
          </a:p>
          <a:p>
            <a:pPr lvl="0"/>
            <a:r>
              <a:rPr lang="en-US" dirty="0"/>
              <a:t>Microsoft Corporation</a:t>
            </a:r>
          </a:p>
        </p:txBody>
      </p:sp>
    </p:spTree>
    <p:extLst>
      <p:ext uri="{BB962C8B-B14F-4D97-AF65-F5344CB8AC3E}">
        <p14:creationId xmlns:p14="http://schemas.microsoft.com/office/powerpoint/2010/main" val="4034832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slideLayout" Target="../slideLayouts/slideLayout40.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slideLayout" Target="../slideLayouts/slideLayout39.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slideLayout" Target="../slideLayouts/slideLayout61.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theme" Target="../theme/theme3.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slideLayout" Target="../slideLayouts/slideLayout88.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29" Type="http://schemas.openxmlformats.org/officeDocument/2006/relationships/slideLayout" Target="../slideLayouts/slideLayout91.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28" Type="http://schemas.openxmlformats.org/officeDocument/2006/relationships/slideLayout" Target="../slideLayouts/slideLayout90.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31" Type="http://schemas.openxmlformats.org/officeDocument/2006/relationships/image" Target="../media/image16.bin"/><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slideLayout" Target="../slideLayouts/slideLayout89.xml"/><Relationship Id="rId30"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1"/>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236" r:id="rId1"/>
    <p:sldLayoutId id="2147484473" r:id="rId2"/>
    <p:sldLayoutId id="2147484467" r:id="rId3"/>
    <p:sldLayoutId id="2147484266" r:id="rId4"/>
    <p:sldLayoutId id="2147484240" r:id="rId5"/>
    <p:sldLayoutId id="2147484241" r:id="rId6"/>
    <p:sldLayoutId id="2147484474" r:id="rId7"/>
    <p:sldLayoutId id="2147484245" r:id="rId8"/>
    <p:sldLayoutId id="2147484247" r:id="rId9"/>
    <p:sldLayoutId id="2147484249" r:id="rId10"/>
    <p:sldLayoutId id="2147484250" r:id="rId11"/>
    <p:sldLayoutId id="2147484264" r:id="rId12"/>
    <p:sldLayoutId id="2147484251" r:id="rId13"/>
    <p:sldLayoutId id="2147484463" r:id="rId14"/>
    <p:sldLayoutId id="2147484256" r:id="rId15"/>
    <p:sldLayoutId id="2147484257" r:id="rId16"/>
    <p:sldLayoutId id="2147484260" r:id="rId17"/>
    <p:sldLayoutId id="2147484299" r:id="rId18"/>
    <p:sldLayoutId id="2147484263" r:id="rId19"/>
  </p:sldLayoutIdLst>
  <p:transition>
    <p:fade/>
  </p:transition>
  <p:hf hdr="0"/>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5"/>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1" y="1212851"/>
            <a:ext cx="11887198" cy="2092881"/>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p:cNvGrpSpPr/>
          <p:nvPr userDrawn="1"/>
        </p:nvGrpSpPr>
        <p:grpSpPr>
          <a:xfrm>
            <a:off x="12614193" y="-8396"/>
            <a:ext cx="960410" cy="5775362"/>
            <a:chOff x="12614198" y="-8396"/>
            <a:chExt cx="960410" cy="5775362"/>
          </a:xfrm>
        </p:grpSpPr>
        <p:grpSp>
          <p:nvGrpSpPr>
            <p:cNvPr id="37" name="Group 36"/>
            <p:cNvGrpSpPr/>
            <p:nvPr userDrawn="1"/>
          </p:nvGrpSpPr>
          <p:grpSpPr>
            <a:xfrm>
              <a:off x="12614198" y="-8396"/>
              <a:ext cx="960410" cy="5755249"/>
              <a:chOff x="12614198" y="-8396"/>
              <a:chExt cx="960410" cy="5755249"/>
            </a:xfrm>
          </p:grpSpPr>
          <p:grpSp>
            <p:nvGrpSpPr>
              <p:cNvPr id="33" name="Group 32"/>
              <p:cNvGrpSpPr/>
              <p:nvPr userDrawn="1"/>
            </p:nvGrpSpPr>
            <p:grpSpPr>
              <a:xfrm rot="5400000">
                <a:off x="11576883" y="1040117"/>
                <a:ext cx="2708636" cy="634005"/>
                <a:chOff x="1581150" y="4543426"/>
                <a:chExt cx="2708636" cy="634005"/>
              </a:xfrm>
            </p:grpSpPr>
            <p:sp>
              <p:nvSpPr>
                <p:cNvPr id="3" name="Rectangle 2"/>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293" fontAlgn="base">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Purple</a:t>
                  </a:r>
                </a:p>
                <a:p>
                  <a:pPr algn="l" defTabSz="932293" fontAlgn="base">
                    <a:lnSpc>
                      <a:spcPct val="100000"/>
                    </a:lnSpc>
                    <a:spcBef>
                      <a:spcPct val="0"/>
                    </a:spcBef>
                    <a:spcAft>
                      <a:spcPct val="0"/>
                    </a:spcAft>
                  </a:pPr>
                  <a:r>
                    <a:rPr lang="en-US" sz="500">
                      <a:gradFill>
                        <a:gsLst>
                          <a:gs pos="0">
                            <a:srgbClr val="FFFFFF"/>
                          </a:gs>
                          <a:gs pos="100000">
                            <a:srgbClr val="FFFFFF"/>
                          </a:gs>
                        </a:gsLst>
                        <a:lin ang="5400000" scaled="0"/>
                      </a:gradFill>
                      <a:ea typeface="Segoe UI" pitchFamily="34" charset="0"/>
                      <a:cs typeface="Segoe UI" pitchFamily="34" charset="0"/>
                    </a:rPr>
                    <a:t>R:</a:t>
                  </a:r>
                  <a:r>
                    <a:rPr lang="en-US" sz="500" baseline="0">
                      <a:gradFill>
                        <a:gsLst>
                          <a:gs pos="0">
                            <a:srgbClr val="FFFFFF"/>
                          </a:gs>
                          <a:gs pos="100000">
                            <a:srgbClr val="FFFFFF"/>
                          </a:gs>
                        </a:gsLst>
                        <a:lin ang="5400000" scaled="0"/>
                      </a:gradFill>
                      <a:ea typeface="Segoe UI" pitchFamily="34" charset="0"/>
                      <a:cs typeface="Segoe UI" pitchFamily="34" charset="0"/>
                    </a:rPr>
                    <a:t>0 G:45 B:145</a:t>
                  </a:r>
                  <a:endParaRPr lang="en-US" sz="500">
                    <a:gradFill>
                      <a:gsLst>
                        <a:gs pos="0">
                          <a:srgbClr val="FFFFFF"/>
                        </a:gs>
                        <a:gs pos="100000">
                          <a:srgbClr val="FFFFFF"/>
                        </a:gs>
                      </a:gsLst>
                      <a:lin ang="5400000" scaled="0"/>
                    </a:gradFill>
                    <a:ea typeface="Segoe UI" pitchFamily="34" charset="0"/>
                    <a:cs typeface="Segoe UI" pitchFamily="34" charset="0"/>
                  </a:endParaRPr>
                </a:p>
              </p:txBody>
            </p:sp>
            <p:sp>
              <p:nvSpPr>
                <p:cNvPr id="6" name="Rectangle 5"/>
                <p:cNvSpPr/>
                <p:nvPr userDrawn="1"/>
              </p:nvSpPr>
              <p:spPr bwMode="auto">
                <a:xfrm>
                  <a:off x="1581150" y="4887665"/>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293" fontAlgn="base">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Dark Purple</a:t>
                  </a:r>
                </a:p>
                <a:p>
                  <a:pPr algn="l" defTabSz="932293" fontAlgn="base">
                    <a:lnSpc>
                      <a:spcPct val="100000"/>
                    </a:lnSpc>
                    <a:spcBef>
                      <a:spcPct val="0"/>
                    </a:spcBef>
                    <a:spcAft>
                      <a:spcPct val="0"/>
                    </a:spcAft>
                  </a:pPr>
                  <a:r>
                    <a:rPr lang="en-US" sz="500">
                      <a:gradFill>
                        <a:gsLst>
                          <a:gs pos="0">
                            <a:srgbClr val="FFFFFF"/>
                          </a:gs>
                          <a:gs pos="100000">
                            <a:srgbClr val="FFFFFF"/>
                          </a:gs>
                        </a:gsLst>
                        <a:lin ang="5400000" scaled="0"/>
                      </a:gradFill>
                      <a:ea typeface="Segoe UI" pitchFamily="34" charset="0"/>
                      <a:cs typeface="Segoe UI" pitchFamily="34" charset="0"/>
                    </a:rPr>
                    <a:t>R:</a:t>
                  </a:r>
                  <a:r>
                    <a:rPr lang="en-US" sz="500" baseline="0">
                      <a:gradFill>
                        <a:gsLst>
                          <a:gs pos="0">
                            <a:srgbClr val="FFFFFF"/>
                          </a:gs>
                          <a:gs pos="100000">
                            <a:srgbClr val="FFFFFF"/>
                          </a:gs>
                        </a:gsLst>
                        <a:lin ang="5400000" scaled="0"/>
                      </a:gradFill>
                      <a:ea typeface="Segoe UI" pitchFamily="34" charset="0"/>
                      <a:cs typeface="Segoe UI" pitchFamily="34" charset="0"/>
                    </a:rPr>
                    <a:t>50 G:20 B:90</a:t>
                  </a:r>
                  <a:endParaRPr lang="en-US" sz="500">
                    <a:gradFill>
                      <a:gsLst>
                        <a:gs pos="0">
                          <a:srgbClr val="FFFFFF"/>
                        </a:gs>
                        <a:gs pos="100000">
                          <a:srgbClr val="FFFFFF"/>
                        </a:gs>
                      </a:gsLst>
                      <a:lin ang="5400000" scaled="0"/>
                    </a:gradFill>
                    <a:ea typeface="Segoe UI" pitchFamily="34" charset="0"/>
                    <a:cs typeface="Segoe UI" pitchFamily="34" charset="0"/>
                  </a:endParaRPr>
                </a:p>
              </p:txBody>
            </p:sp>
            <p:sp>
              <p:nvSpPr>
                <p:cNvPr id="15" name="Rectangle 14"/>
                <p:cNvSpPr/>
                <p:nvPr userDrawn="1"/>
              </p:nvSpPr>
              <p:spPr bwMode="auto">
                <a:xfrm>
                  <a:off x="3419856"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1775">
                            <a:schemeClr val="bg1"/>
                          </a:gs>
                          <a:gs pos="14000">
                            <a:schemeClr val="bg1"/>
                          </a:gs>
                        </a:gsLst>
                        <a:lin ang="5400000" scaled="0"/>
                      </a:gradFill>
                      <a:latin typeface="+mn-lt"/>
                      <a:ea typeface="Segoe UI" pitchFamily="34" charset="0"/>
                      <a:cs typeface="Segoe UI" pitchFamily="34" charset="0"/>
                    </a:rPr>
                    <a:t>Dark Blue</a:t>
                  </a:r>
                </a:p>
                <a:p>
                  <a:pPr algn="l" defTabSz="932293" fontAlgn="base">
                    <a:lnSpc>
                      <a:spcPct val="100000"/>
                    </a:lnSpc>
                    <a:spcBef>
                      <a:spcPct val="0"/>
                    </a:spcBef>
                    <a:spcAft>
                      <a:spcPct val="0"/>
                    </a:spcAft>
                  </a:pPr>
                  <a:r>
                    <a:rPr lang="en-US" sz="500">
                      <a:gradFill>
                        <a:gsLst>
                          <a:gs pos="1775">
                            <a:schemeClr val="bg1"/>
                          </a:gs>
                          <a:gs pos="14000">
                            <a:schemeClr val="bg1"/>
                          </a:gs>
                        </a:gsLst>
                        <a:lin ang="5400000" scaled="0"/>
                      </a:gradFill>
                      <a:ea typeface="Segoe UI" pitchFamily="34" charset="0"/>
                      <a:cs typeface="Segoe UI" pitchFamily="34" charset="0"/>
                    </a:rPr>
                    <a:t>R:</a:t>
                  </a:r>
                  <a:r>
                    <a:rPr lang="en-US" sz="500" baseline="0">
                      <a:gradFill>
                        <a:gsLst>
                          <a:gs pos="1775">
                            <a:schemeClr val="bg1"/>
                          </a:gs>
                          <a:gs pos="14000">
                            <a:schemeClr val="bg1"/>
                          </a:gs>
                        </a:gsLst>
                        <a:lin ang="5400000" scaled="0"/>
                      </a:gradFill>
                      <a:ea typeface="Segoe UI" pitchFamily="34" charset="0"/>
                      <a:cs typeface="Segoe UI" pitchFamily="34" charset="0"/>
                    </a:rPr>
                    <a:t>0 G:32 B:80</a:t>
                  </a:r>
                  <a:endParaRPr lang="en-US" sz="500">
                    <a:gradFill>
                      <a:gsLst>
                        <a:gs pos="1775">
                          <a:schemeClr val="bg1"/>
                        </a:gs>
                        <a:gs pos="14000">
                          <a:schemeClr val="bg1"/>
                        </a:gs>
                      </a:gsLst>
                      <a:lin ang="5400000" scaled="0"/>
                    </a:gradFill>
                    <a:ea typeface="Segoe UI" pitchFamily="34" charset="0"/>
                    <a:cs typeface="Segoe UI" pitchFamily="34" charset="0"/>
                  </a:endParaRPr>
                </a:p>
              </p:txBody>
            </p:sp>
            <p:sp>
              <p:nvSpPr>
                <p:cNvPr id="16" name="Rectangle 15"/>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Magenta</a:t>
                  </a:r>
                </a:p>
                <a:p>
                  <a:pPr algn="l" defTabSz="932293" fontAlgn="base">
                    <a:lnSpc>
                      <a:spcPct val="100000"/>
                    </a:lnSpc>
                    <a:spcBef>
                      <a:spcPct val="0"/>
                    </a:spcBef>
                    <a:spcAft>
                      <a:spcPct val="0"/>
                    </a:spcAft>
                  </a:pPr>
                  <a:r>
                    <a:rPr lang="en-US" sz="500">
                      <a:gradFill>
                        <a:gsLst>
                          <a:gs pos="2092">
                            <a:srgbClr val="F8F8F8"/>
                          </a:gs>
                          <a:gs pos="10042">
                            <a:srgbClr val="F8F8F8"/>
                          </a:gs>
                        </a:gsLst>
                        <a:lin ang="5400000" scaled="0"/>
                      </a:gradFill>
                      <a:ea typeface="Segoe UI" pitchFamily="34" charset="0"/>
                      <a:cs typeface="Segoe UI" pitchFamily="34" charset="0"/>
                    </a:rPr>
                    <a:t>R:</a:t>
                  </a:r>
                  <a:r>
                    <a:rPr lang="en-US" sz="500" baseline="0">
                      <a:gradFill>
                        <a:gsLst>
                          <a:gs pos="2092">
                            <a:srgbClr val="F8F8F8"/>
                          </a:gs>
                          <a:gs pos="10042">
                            <a:srgbClr val="F8F8F8"/>
                          </a:gs>
                        </a:gsLst>
                        <a:lin ang="5400000" scaled="0"/>
                      </a:gradFill>
                      <a:ea typeface="Segoe UI" pitchFamily="34" charset="0"/>
                      <a:cs typeface="Segoe UI" pitchFamily="34" charset="0"/>
                    </a:rPr>
                    <a:t>180 G:0 B:158</a:t>
                  </a:r>
                  <a:endParaRPr lang="en-US" sz="500">
                    <a:gradFill>
                      <a:gsLst>
                        <a:gs pos="2092">
                          <a:srgbClr val="F8F8F8"/>
                        </a:gs>
                        <a:gs pos="10042">
                          <a:srgbClr val="F8F8F8"/>
                        </a:gs>
                      </a:gsLst>
                      <a:lin ang="5400000" scaled="0"/>
                    </a:gradFill>
                    <a:ea typeface="Segoe UI" pitchFamily="34" charset="0"/>
                    <a:cs typeface="Segoe UI" pitchFamily="34" charset="0"/>
                  </a:endParaRPr>
                </a:p>
              </p:txBody>
            </p:sp>
            <p:sp>
              <p:nvSpPr>
                <p:cNvPr id="17" name="Rectangle 16"/>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Dark Gray</a:t>
                  </a:r>
                </a:p>
                <a:p>
                  <a:pPr algn="l" defTabSz="932293" fontAlgn="base">
                    <a:lnSpc>
                      <a:spcPct val="100000"/>
                    </a:lnSpc>
                    <a:spcBef>
                      <a:spcPct val="0"/>
                    </a:spcBef>
                    <a:spcAft>
                      <a:spcPct val="0"/>
                    </a:spcAft>
                  </a:pPr>
                  <a:r>
                    <a:rPr lang="en-US" sz="500">
                      <a:gradFill>
                        <a:gsLst>
                          <a:gs pos="2092">
                            <a:srgbClr val="F8F8F8"/>
                          </a:gs>
                          <a:gs pos="10042">
                            <a:srgbClr val="F8F8F8"/>
                          </a:gs>
                        </a:gsLst>
                        <a:lin ang="5400000" scaled="0"/>
                      </a:gradFill>
                      <a:ea typeface="Segoe UI" pitchFamily="34" charset="0"/>
                      <a:cs typeface="Segoe UI" pitchFamily="34" charset="0"/>
                    </a:rPr>
                    <a:t>R:</a:t>
                  </a:r>
                  <a:r>
                    <a:rPr lang="en-US" sz="500" baseline="0">
                      <a:gradFill>
                        <a:gsLst>
                          <a:gs pos="2092">
                            <a:srgbClr val="F8F8F8"/>
                          </a:gs>
                          <a:gs pos="10042">
                            <a:srgbClr val="F8F8F8"/>
                          </a:gs>
                        </a:gsLst>
                        <a:lin ang="5400000" scaled="0"/>
                      </a:gradFill>
                      <a:ea typeface="Segoe UI" pitchFamily="34" charset="0"/>
                      <a:cs typeface="Segoe UI" pitchFamily="34" charset="0"/>
                    </a:rPr>
                    <a:t>80 G:80 B:80</a:t>
                  </a:r>
                  <a:endParaRPr lang="en-US" sz="500">
                    <a:gradFill>
                      <a:gsLst>
                        <a:gs pos="2092">
                          <a:srgbClr val="F8F8F8"/>
                        </a:gs>
                        <a:gs pos="10042">
                          <a:srgbClr val="F8F8F8"/>
                        </a:gs>
                      </a:gsLst>
                      <a:lin ang="5400000" scaled="0"/>
                    </a:gradFill>
                    <a:ea typeface="Segoe UI" pitchFamily="34" charset="0"/>
                    <a:cs typeface="Segoe UI" pitchFamily="34" charset="0"/>
                  </a:endParaRPr>
                </a:p>
              </p:txBody>
            </p:sp>
            <p:sp>
              <p:nvSpPr>
                <p:cNvPr id="18" name="Rectangle 17"/>
                <p:cNvSpPr/>
                <p:nvPr userDrawn="1"/>
              </p:nvSpPr>
              <p:spPr bwMode="auto">
                <a:xfrm>
                  <a:off x="2498745" y="4543428"/>
                  <a:ext cx="869930" cy="289766"/>
                </a:xfrm>
                <a:prstGeom prst="rect">
                  <a:avLst/>
                </a:prstGeom>
                <a:solidFill>
                  <a:srgbClr val="3076BC"/>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Blue</a:t>
                  </a:r>
                </a:p>
                <a:p>
                  <a:pPr algn="l" defTabSz="932293" fontAlgn="base">
                    <a:lnSpc>
                      <a:spcPct val="100000"/>
                    </a:lnSpc>
                    <a:spcBef>
                      <a:spcPct val="0"/>
                    </a:spcBef>
                    <a:spcAft>
                      <a:spcPct val="0"/>
                    </a:spcAft>
                  </a:pPr>
                  <a:r>
                    <a:rPr lang="en-US" sz="500">
                      <a:gradFill>
                        <a:gsLst>
                          <a:gs pos="2092">
                            <a:srgbClr val="F8F8F8"/>
                          </a:gs>
                          <a:gs pos="10042">
                            <a:srgbClr val="F8F8F8"/>
                          </a:gs>
                        </a:gsLst>
                        <a:lin ang="5400000" scaled="0"/>
                      </a:gradFill>
                      <a:ea typeface="Segoe UI" pitchFamily="34" charset="0"/>
                      <a:cs typeface="Segoe UI" pitchFamily="34" charset="0"/>
                    </a:rPr>
                    <a:t>R:</a:t>
                  </a:r>
                  <a:r>
                    <a:rPr lang="en-US" sz="500" baseline="0">
                      <a:gradFill>
                        <a:gsLst>
                          <a:gs pos="2092">
                            <a:srgbClr val="F8F8F8"/>
                          </a:gs>
                          <a:gs pos="10042">
                            <a:srgbClr val="F8F8F8"/>
                          </a:gs>
                        </a:gsLst>
                        <a:lin ang="5400000" scaled="0"/>
                      </a:gradFill>
                      <a:ea typeface="Segoe UI" pitchFamily="34" charset="0"/>
                      <a:cs typeface="Segoe UI" pitchFamily="34" charset="0"/>
                    </a:rPr>
                    <a:t>0 G:120 B:215</a:t>
                  </a:r>
                  <a:endParaRPr lang="en-US" sz="500">
                    <a:gradFill>
                      <a:gsLst>
                        <a:gs pos="2092">
                          <a:srgbClr val="F8F8F8"/>
                        </a:gs>
                        <a:gs pos="10042">
                          <a:srgbClr val="F8F8F8"/>
                        </a:gs>
                      </a:gsLst>
                      <a:lin ang="5400000" scaled="0"/>
                    </a:gradFill>
                    <a:ea typeface="Segoe UI" pitchFamily="34" charset="0"/>
                    <a:cs typeface="Segoe UI" pitchFamily="34" charset="0"/>
                  </a:endParaRPr>
                </a:p>
              </p:txBody>
            </p:sp>
          </p:grpSp>
          <p:sp>
            <p:nvSpPr>
              <p:cNvPr id="34" name="TextBox 33"/>
              <p:cNvSpPr txBox="1"/>
              <p:nvPr userDrawn="1"/>
            </p:nvSpPr>
            <p:spPr>
              <a:xfrm rot="5400000">
                <a:off x="12979639" y="256928"/>
                <a:ext cx="860293" cy="329645"/>
              </a:xfrm>
              <a:prstGeom prst="rect">
                <a:avLst/>
              </a:prstGeom>
              <a:noFill/>
            </p:spPr>
            <p:txBody>
              <a:bodyPr wrap="none" lIns="0" tIns="91440" rIns="182880" bIns="91440" rtlCol="0">
                <a:spAutoFit/>
              </a:bodyPr>
              <a:lstStyle/>
              <a:p>
                <a:pPr>
                  <a:lnSpc>
                    <a:spcPct val="90000"/>
                  </a:lnSpc>
                  <a:spcAft>
                    <a:spcPts val="600"/>
                  </a:spcAft>
                </a:pPr>
                <a:r>
                  <a:rPr lang="en-US" sz="1000">
                    <a:gradFill>
                      <a:gsLst>
                        <a:gs pos="2917">
                          <a:schemeClr val="tx1"/>
                        </a:gs>
                        <a:gs pos="30000">
                          <a:schemeClr val="tx1"/>
                        </a:gs>
                      </a:gsLst>
                      <a:lin ang="5400000" scaled="0"/>
                    </a:gradFill>
                  </a:rPr>
                  <a:t>Main colors</a:t>
                </a:r>
              </a:p>
            </p:txBody>
          </p:sp>
          <p:sp>
            <p:nvSpPr>
              <p:cNvPr id="35" name="TextBox 34"/>
              <p:cNvSpPr txBox="1"/>
              <p:nvPr userDrawn="1"/>
            </p:nvSpPr>
            <p:spPr>
              <a:xfrm rot="5400000">
                <a:off x="11715628" y="4227340"/>
                <a:ext cx="2709380" cy="329645"/>
              </a:xfrm>
              <a:prstGeom prst="rect">
                <a:avLst/>
              </a:prstGeom>
              <a:noFill/>
            </p:spPr>
            <p:txBody>
              <a:bodyPr wrap="none" lIns="0" tIns="91440" rIns="182880" bIns="91440" rtlCol="0">
                <a:spAutoFit/>
              </a:bodyPr>
              <a:lstStyle/>
              <a:p>
                <a:pPr>
                  <a:lnSpc>
                    <a:spcPct val="90000"/>
                  </a:lnSpc>
                  <a:spcAft>
                    <a:spcPts val="600"/>
                  </a:spcAft>
                </a:pPr>
                <a:r>
                  <a:rPr lang="en-US" sz="1000">
                    <a:gradFill>
                      <a:gsLst>
                        <a:gs pos="2917">
                          <a:schemeClr val="tx1"/>
                        </a:gs>
                        <a:gs pos="30000">
                          <a:schemeClr val="tx1"/>
                        </a:gs>
                      </a:gsLst>
                      <a:lin ang="5400000" scaled="0"/>
                    </a:gradFill>
                  </a:rPr>
                  <a:t>Secondary colors (use only when</a:t>
                </a:r>
                <a:r>
                  <a:rPr lang="en-US" sz="1000" baseline="0">
                    <a:gradFill>
                      <a:gsLst>
                        <a:gs pos="2917">
                          <a:schemeClr val="tx1"/>
                        </a:gs>
                        <a:gs pos="30000">
                          <a:schemeClr val="tx1"/>
                        </a:gs>
                      </a:gsLst>
                      <a:lin ang="5400000" scaled="0"/>
                    </a:gradFill>
                  </a:rPr>
                  <a:t> necessary)</a:t>
                </a:r>
                <a:endParaRPr lang="en-US" sz="1000">
                  <a:gradFill>
                    <a:gsLst>
                      <a:gs pos="2917">
                        <a:schemeClr val="tx1"/>
                      </a:gs>
                      <a:gs pos="30000">
                        <a:schemeClr val="tx1"/>
                      </a:gs>
                    </a:gsLst>
                    <a:lin ang="5400000" scaled="0"/>
                  </a:gradFill>
                </a:endParaRPr>
              </a:p>
            </p:txBody>
          </p:sp>
        </p:grpSp>
        <p:sp>
          <p:nvSpPr>
            <p:cNvPr id="19" name="Rectangle 18"/>
            <p:cNvSpPr/>
            <p:nvPr userDrawn="1"/>
          </p:nvSpPr>
          <p:spPr bwMode="auto">
            <a:xfrm rot="5400000">
              <a:off x="12328887" y="4272718"/>
              <a:ext cx="869930" cy="289766"/>
            </a:xfrm>
            <a:prstGeom prst="rect">
              <a:avLst/>
            </a:prstGeom>
            <a:solidFill>
              <a:srgbClr val="00188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18584">
                        <a:srgbClr val="FFFFFF"/>
                      </a:gs>
                      <a:gs pos="52000">
                        <a:srgbClr val="FFFFFF"/>
                      </a:gs>
                    </a:gsLst>
                    <a:lin ang="5400000" scaled="0"/>
                  </a:gradFill>
                  <a:latin typeface="+mn-lt"/>
                  <a:ea typeface="Segoe UI" pitchFamily="34" charset="0"/>
                  <a:cs typeface="Segoe UI" pitchFamily="34" charset="0"/>
                </a:rPr>
                <a:t>Mid Blue</a:t>
              </a:r>
            </a:p>
            <a:p>
              <a:pPr algn="l" defTabSz="932293" fontAlgn="base">
                <a:lnSpc>
                  <a:spcPct val="100000"/>
                </a:lnSpc>
                <a:spcBef>
                  <a:spcPct val="0"/>
                </a:spcBef>
                <a:spcAft>
                  <a:spcPct val="0"/>
                </a:spcAft>
              </a:pPr>
              <a:r>
                <a:rPr lang="en-US" sz="500">
                  <a:gradFill>
                    <a:gsLst>
                      <a:gs pos="18584">
                        <a:srgbClr val="FFFFFF"/>
                      </a:gs>
                      <a:gs pos="52000">
                        <a:srgbClr val="FFFFFF"/>
                      </a:gs>
                    </a:gsLst>
                    <a:lin ang="5400000" scaled="0"/>
                  </a:gradFill>
                  <a:ea typeface="Segoe UI" pitchFamily="34" charset="0"/>
                  <a:cs typeface="Segoe UI" pitchFamily="34" charset="0"/>
                </a:rPr>
                <a:t>R:0</a:t>
              </a:r>
              <a:r>
                <a:rPr lang="en-US" sz="500" baseline="0">
                  <a:gradFill>
                    <a:gsLst>
                      <a:gs pos="18584">
                        <a:srgbClr val="FFFFFF"/>
                      </a:gs>
                      <a:gs pos="52000">
                        <a:srgbClr val="FFFFFF"/>
                      </a:gs>
                    </a:gsLst>
                    <a:lin ang="5400000" scaled="0"/>
                  </a:gradFill>
                  <a:ea typeface="Segoe UI" pitchFamily="34" charset="0"/>
                  <a:cs typeface="Segoe UI" pitchFamily="34" charset="0"/>
                </a:rPr>
                <a:t> G:24 B:143</a:t>
              </a:r>
              <a:endParaRPr lang="en-US" sz="500">
                <a:gradFill>
                  <a:gsLst>
                    <a:gs pos="18584">
                      <a:srgbClr val="FFFFFF"/>
                    </a:gs>
                    <a:gs pos="52000">
                      <a:srgbClr val="FFFFFF"/>
                    </a:gs>
                  </a:gsLst>
                  <a:lin ang="5400000" scaled="0"/>
                </a:gradFill>
                <a:ea typeface="Segoe UI" pitchFamily="34" charset="0"/>
                <a:cs typeface="Segoe UI" pitchFamily="34" charset="0"/>
              </a:endParaRPr>
            </a:p>
          </p:txBody>
        </p:sp>
        <p:sp>
          <p:nvSpPr>
            <p:cNvPr id="20" name="Rectangle 19"/>
            <p:cNvSpPr/>
            <p:nvPr userDrawn="1"/>
          </p:nvSpPr>
          <p:spPr bwMode="auto">
            <a:xfrm rot="5400000">
              <a:off x="12328887" y="5187118"/>
              <a:ext cx="869930" cy="289766"/>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0">
                        <a:srgbClr val="FFFFFF"/>
                      </a:gs>
                      <a:gs pos="100000">
                        <a:srgbClr val="FFFFFF"/>
                      </a:gs>
                    </a:gsLst>
                    <a:lin ang="5400000" scaled="0"/>
                  </a:gradFill>
                  <a:latin typeface="+mn-lt"/>
                  <a:ea typeface="Segoe UI" pitchFamily="34" charset="0"/>
                  <a:cs typeface="Segoe UI" pitchFamily="34" charset="0"/>
                </a:rPr>
                <a:t>Green</a:t>
              </a:r>
            </a:p>
            <a:p>
              <a:pPr algn="l" defTabSz="932293" fontAlgn="base">
                <a:lnSpc>
                  <a:spcPct val="100000"/>
                </a:lnSpc>
                <a:spcBef>
                  <a:spcPct val="0"/>
                </a:spcBef>
                <a:spcAft>
                  <a:spcPct val="0"/>
                </a:spcAft>
              </a:pPr>
              <a:r>
                <a:rPr lang="en-US" sz="500">
                  <a:gradFill>
                    <a:gsLst>
                      <a:gs pos="2092">
                        <a:srgbClr val="F8F8F8"/>
                      </a:gs>
                      <a:gs pos="10042">
                        <a:srgbClr val="F8F8F8"/>
                      </a:gs>
                    </a:gsLst>
                    <a:lin ang="5400000" scaled="0"/>
                  </a:gradFill>
                  <a:ea typeface="Segoe UI" pitchFamily="34" charset="0"/>
                  <a:cs typeface="Segoe UI" pitchFamily="34" charset="0"/>
                </a:rPr>
                <a:t>R:</a:t>
              </a:r>
              <a:r>
                <a:rPr lang="en-US" sz="500" baseline="0">
                  <a:gradFill>
                    <a:gsLst>
                      <a:gs pos="2092">
                        <a:srgbClr val="F8F8F8"/>
                      </a:gs>
                      <a:gs pos="10042">
                        <a:srgbClr val="F8F8F8"/>
                      </a:gs>
                    </a:gsLst>
                    <a:lin ang="5400000" scaled="0"/>
                  </a:gradFill>
                  <a:ea typeface="Segoe UI" pitchFamily="34" charset="0"/>
                  <a:cs typeface="Segoe UI" pitchFamily="34" charset="0"/>
                </a:rPr>
                <a:t>16 G:124 B:16</a:t>
              </a:r>
            </a:p>
          </p:txBody>
        </p:sp>
        <p:sp>
          <p:nvSpPr>
            <p:cNvPr id="21" name="Rectangle 20"/>
            <p:cNvSpPr/>
            <p:nvPr userDrawn="1"/>
          </p:nvSpPr>
          <p:spPr bwMode="auto">
            <a:xfrm rot="5400000">
              <a:off x="12328886" y="3353996"/>
              <a:ext cx="869930" cy="289766"/>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293" rtl="0" eaLnBrk="1" fontAlgn="base" latinLnBrk="0" hangingPunct="1">
                <a:lnSpc>
                  <a:spcPct val="100000"/>
                </a:lnSpc>
                <a:spcBef>
                  <a:spcPct val="0"/>
                </a:spcBef>
                <a:spcAft>
                  <a:spcPct val="0"/>
                </a:spcAft>
              </a:pPr>
              <a:r>
                <a:rPr lang="en-US" sz="500" b="1" kern="1200" baseline="0">
                  <a:gradFill>
                    <a:gsLst>
                      <a:gs pos="66272">
                        <a:srgbClr val="000000"/>
                      </a:gs>
                      <a:gs pos="44000">
                        <a:srgbClr val="000000"/>
                      </a:gs>
                    </a:gsLst>
                    <a:lin ang="5400000" scaled="1"/>
                  </a:gradFill>
                  <a:latin typeface="+mn-lt"/>
                  <a:ea typeface="Segoe UI" pitchFamily="34" charset="0"/>
                  <a:cs typeface="Segoe UI" pitchFamily="34" charset="0"/>
                </a:rPr>
                <a:t>Light Blue</a:t>
              </a:r>
            </a:p>
            <a:p>
              <a:pPr algn="l" defTabSz="932293" fontAlgn="base">
                <a:lnSpc>
                  <a:spcPct val="100000"/>
                </a:lnSpc>
                <a:spcBef>
                  <a:spcPct val="0"/>
                </a:spcBef>
                <a:spcAft>
                  <a:spcPct val="0"/>
                </a:spcAft>
              </a:pPr>
              <a:r>
                <a:rPr lang="en-US" sz="500">
                  <a:gradFill>
                    <a:gsLst>
                      <a:gs pos="66272">
                        <a:srgbClr val="000000"/>
                      </a:gs>
                      <a:gs pos="44000">
                        <a:srgbClr val="000000"/>
                      </a:gs>
                    </a:gsLst>
                    <a:lin ang="5400000" scaled="1"/>
                  </a:gradFill>
                  <a:ea typeface="Segoe UI" pitchFamily="34" charset="0"/>
                  <a:cs typeface="Segoe UI" pitchFamily="34" charset="0"/>
                </a:rPr>
                <a:t>R:0</a:t>
              </a:r>
              <a:r>
                <a:rPr lang="en-US" sz="500" baseline="0">
                  <a:gradFill>
                    <a:gsLst>
                      <a:gs pos="66272">
                        <a:srgbClr val="000000"/>
                      </a:gs>
                      <a:gs pos="44000">
                        <a:srgbClr val="000000"/>
                      </a:gs>
                    </a:gsLst>
                    <a:lin ang="5400000" scaled="1"/>
                  </a:gradFill>
                  <a:ea typeface="Segoe UI" pitchFamily="34" charset="0"/>
                  <a:cs typeface="Segoe UI" pitchFamily="34" charset="0"/>
                </a:rPr>
                <a:t> G:188 B:242</a:t>
              </a:r>
              <a:endParaRPr lang="en-US" sz="500">
                <a:gradFill>
                  <a:gsLst>
                    <a:gs pos="66272">
                      <a:srgbClr val="000000"/>
                    </a:gs>
                    <a:gs pos="44000">
                      <a:srgbClr val="000000"/>
                    </a:gs>
                  </a:gsLst>
                  <a:lin ang="5400000" scaled="1"/>
                </a:gradFill>
                <a:ea typeface="Segoe UI" pitchFamily="34" charset="0"/>
                <a:cs typeface="Segoe UI" pitchFamily="34" charset="0"/>
              </a:endParaRPr>
            </a:p>
          </p:txBody>
        </p:sp>
      </p:grpSp>
    </p:spTree>
    <p:extLst>
      <p:ext uri="{BB962C8B-B14F-4D97-AF65-F5344CB8AC3E}">
        <p14:creationId xmlns:p14="http://schemas.microsoft.com/office/powerpoint/2010/main" val="3911081523"/>
      </p:ext>
    </p:extLst>
  </p:cSld>
  <p:clrMap bg1="lt1" tx1="dk1" bg2="lt2" tx2="dk2" accent1="accent1" accent2="accent2" accent3="accent3" accent4="accent4" accent5="accent5" accent6="accent6" hlink="hlink" folHlink="folHlink"/>
  <p:sldLayoutIdLst>
    <p:sldLayoutId id="2147484612" r:id="rId1"/>
    <p:sldLayoutId id="2147484613" r:id="rId2"/>
    <p:sldLayoutId id="2147484614" r:id="rId3"/>
    <p:sldLayoutId id="2147484615" r:id="rId4"/>
    <p:sldLayoutId id="2147484616" r:id="rId5"/>
    <p:sldLayoutId id="2147484617" r:id="rId6"/>
    <p:sldLayoutId id="2147484618" r:id="rId7"/>
    <p:sldLayoutId id="2147484619" r:id="rId8"/>
    <p:sldLayoutId id="2147484620" r:id="rId9"/>
    <p:sldLayoutId id="2147484621" r:id="rId10"/>
    <p:sldLayoutId id="2147484622" r:id="rId11"/>
    <p:sldLayoutId id="2147484623" r:id="rId12"/>
    <p:sldLayoutId id="2147484624" r:id="rId13"/>
    <p:sldLayoutId id="2147484625" r:id="rId14"/>
    <p:sldLayoutId id="2147484626" r:id="rId15"/>
    <p:sldLayoutId id="2147484627" r:id="rId16"/>
    <p:sldLayoutId id="2147484628" r:id="rId17"/>
    <p:sldLayoutId id="2147484629" r:id="rId18"/>
    <p:sldLayoutId id="2147484630" r:id="rId19"/>
    <p:sldLayoutId id="2147484631" r:id="rId20"/>
    <p:sldLayoutId id="2147484632" r:id="rId21"/>
  </p:sldLayoutIdLst>
  <p:transition>
    <p:fade/>
  </p:transition>
  <p:hf hdr="0"/>
  <p:txStyles>
    <p:titleStyle>
      <a:lvl1pPr algn="l" defTabSz="932563" rtl="0" eaLnBrk="1" latinLnBrk="0" hangingPunct="1">
        <a:lnSpc>
          <a:spcPct val="90000"/>
        </a:lnSpc>
        <a:spcBef>
          <a:spcPct val="0"/>
        </a:spcBef>
        <a:buNone/>
        <a:defRPr lang="en-US" sz="4799"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834" marR="0" indent="-342834" algn="l" defTabSz="932563" rtl="0" eaLnBrk="1" fontAlgn="auto" latinLnBrk="0" hangingPunct="1">
        <a:lnSpc>
          <a:spcPct val="90000"/>
        </a:lnSpc>
        <a:spcBef>
          <a:spcPct val="20000"/>
        </a:spcBef>
        <a:spcAft>
          <a:spcPts val="0"/>
        </a:spcAft>
        <a:buClrTx/>
        <a:buSzPct val="90000"/>
        <a:buFont typeface="Arial" pitchFamily="34" charset="0"/>
        <a:buChar char="•"/>
        <a:tabLst/>
        <a:defRPr sz="3999" kern="1200" spc="0" baseline="0">
          <a:gradFill>
            <a:gsLst>
              <a:gs pos="1250">
                <a:schemeClr val="tx1"/>
              </a:gs>
              <a:gs pos="100000">
                <a:schemeClr val="tx1"/>
              </a:gs>
            </a:gsLst>
            <a:lin ang="5400000" scaled="0"/>
          </a:gradFill>
          <a:latin typeface="+mj-lt"/>
          <a:ea typeface="+mn-ea"/>
          <a:cs typeface="+mn-cs"/>
        </a:defRPr>
      </a:lvl1pPr>
      <a:lvl2pPr marL="584088" marR="0" indent="-241253" algn="l" defTabSz="932563"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946"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503"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058" marR="0" indent="-228557" algn="l" defTabSz="932563"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4548"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2401933"/>
      </p:ext>
    </p:extLst>
  </p:cSld>
  <p:clrMap bg1="dk1" tx1="lt1" bg2="dk2" tx2="lt2" accent1="accent1" accent2="accent2" accent3="accent3" accent4="accent4" accent5="accent5" accent6="accent6" hlink="hlink" folHlink="folHlink"/>
  <p:sldLayoutIdLst>
    <p:sldLayoutId id="2147484660" r:id="rId1"/>
    <p:sldLayoutId id="2147484661" r:id="rId2"/>
    <p:sldLayoutId id="2147484662" r:id="rId3"/>
    <p:sldLayoutId id="2147484663" r:id="rId4"/>
    <p:sldLayoutId id="2147484664" r:id="rId5"/>
    <p:sldLayoutId id="2147484665" r:id="rId6"/>
    <p:sldLayoutId id="2147484666" r:id="rId7"/>
    <p:sldLayoutId id="2147484667" r:id="rId8"/>
    <p:sldLayoutId id="2147484668" r:id="rId9"/>
    <p:sldLayoutId id="2147484669" r:id="rId10"/>
    <p:sldLayoutId id="2147484670" r:id="rId11"/>
    <p:sldLayoutId id="2147484671" r:id="rId12"/>
    <p:sldLayoutId id="2147484672" r:id="rId13"/>
    <p:sldLayoutId id="2147484673" r:id="rId14"/>
    <p:sldLayoutId id="2147484674" r:id="rId15"/>
    <p:sldLayoutId id="2147484675" r:id="rId16"/>
    <p:sldLayoutId id="2147484676" r:id="rId17"/>
    <p:sldLayoutId id="2147484677" r:id="rId18"/>
    <p:sldLayoutId id="2147484678" r:id="rId19"/>
    <p:sldLayoutId id="2147484679" r:id="rId20"/>
    <p:sldLayoutId id="2147484680" r:id="rId21"/>
    <p:sldLayoutId id="2147484846" r:id="rId22"/>
  </p:sldLayoutIdLst>
  <p:transition>
    <p:fade/>
  </p:transition>
  <p:hf hdr="0"/>
  <p:txStyles>
    <p:titleStyle>
      <a:lvl1pPr algn="l" defTabSz="931191" rtl="0" eaLnBrk="1" latinLnBrk="0" hangingPunct="1">
        <a:lnSpc>
          <a:spcPct val="90000"/>
        </a:lnSpc>
        <a:spcBef>
          <a:spcPct val="0"/>
        </a:spcBef>
        <a:buNone/>
        <a:defRPr lang="en-US" sz="5609" b="0" kern="1200" cap="none" spc="-102" baseline="0" dirty="0">
          <a:ln w="3175">
            <a:noFill/>
          </a:ln>
          <a:gradFill>
            <a:gsLst>
              <a:gs pos="1250">
                <a:schemeClr val="tx1"/>
              </a:gs>
              <a:gs pos="100000">
                <a:schemeClr val="tx1"/>
              </a:gs>
            </a:gsLst>
            <a:lin ang="5400000" scaled="0"/>
          </a:gradFill>
          <a:effectLst/>
          <a:latin typeface="+mj-lt"/>
          <a:ea typeface="+mn-ea"/>
          <a:cs typeface="Arial" charset="0"/>
        </a:defRPr>
      </a:lvl1pPr>
    </p:titleStyle>
    <p:bodyStyle>
      <a:lvl1pPr marL="345978" marR="0" indent="-345978" algn="l" defTabSz="931191" rtl="0" eaLnBrk="1" fontAlgn="auto" latinLnBrk="0" hangingPunct="1">
        <a:lnSpc>
          <a:spcPct val="90000"/>
        </a:lnSpc>
        <a:spcBef>
          <a:spcPct val="20000"/>
        </a:spcBef>
        <a:spcAft>
          <a:spcPts val="0"/>
        </a:spcAft>
        <a:buClrTx/>
        <a:buSzPct val="90000"/>
        <a:buFont typeface="Arial" pitchFamily="34" charset="0"/>
        <a:buChar char="•"/>
        <a:tabLst/>
        <a:defRPr sz="3672" kern="1200" spc="-72" baseline="0">
          <a:gradFill>
            <a:gsLst>
              <a:gs pos="1250">
                <a:schemeClr val="tx1"/>
              </a:gs>
              <a:gs pos="100000">
                <a:schemeClr val="tx1"/>
              </a:gs>
            </a:gsLst>
            <a:lin ang="5400000" scaled="0"/>
          </a:gradFill>
          <a:latin typeface="+mj-lt"/>
          <a:ea typeface="+mn-ea"/>
          <a:cs typeface="+mn-cs"/>
        </a:defRPr>
      </a:lvl1pPr>
      <a:lvl2pPr marL="583635" marR="0" indent="-237658" algn="l" defTabSz="931191" rtl="0" eaLnBrk="1" fontAlgn="auto" latinLnBrk="0" hangingPunct="1">
        <a:lnSpc>
          <a:spcPct val="90000"/>
        </a:lnSpc>
        <a:spcBef>
          <a:spcPct val="20000"/>
        </a:spcBef>
        <a:spcAft>
          <a:spcPts val="0"/>
        </a:spcAft>
        <a:buClrTx/>
        <a:buSzPct val="90000"/>
        <a:buFont typeface="Wingdings" pitchFamily="2" charset="2"/>
        <a:buChar char=""/>
        <a:tabLst/>
        <a:defRPr sz="2448" kern="1200" spc="0" baseline="0">
          <a:gradFill>
            <a:gsLst>
              <a:gs pos="1250">
                <a:schemeClr val="tx1"/>
              </a:gs>
              <a:gs pos="100000">
                <a:schemeClr val="tx1"/>
              </a:gs>
            </a:gsLst>
            <a:lin ang="5400000" scaled="0"/>
          </a:gradFill>
          <a:latin typeface="+mn-lt"/>
          <a:ea typeface="+mn-ea"/>
          <a:cs typeface="+mn-cs"/>
        </a:defRPr>
      </a:lvl2pPr>
      <a:lvl3pPr marL="813209" marR="0" indent="-229573" algn="l" defTabSz="931191" rtl="0" eaLnBrk="1" fontAlgn="auto" latinLnBrk="0" hangingPunct="1">
        <a:lnSpc>
          <a:spcPct val="90000"/>
        </a:lnSpc>
        <a:spcBef>
          <a:spcPct val="20000"/>
        </a:spcBef>
        <a:spcAft>
          <a:spcPts val="0"/>
        </a:spcAft>
        <a:buClrTx/>
        <a:buSzPct val="90000"/>
        <a:buFont typeface="Wingdings" pitchFamily="2" charset="2"/>
        <a:buChar char=""/>
        <a:tabLst>
          <a:tab pos="813209" algn="l"/>
        </a:tabLst>
        <a:defRPr sz="2448" kern="1200" spc="0" baseline="0">
          <a:gradFill>
            <a:gsLst>
              <a:gs pos="1250">
                <a:schemeClr val="tx1"/>
              </a:gs>
              <a:gs pos="100000">
                <a:schemeClr val="tx1"/>
              </a:gs>
            </a:gsLst>
            <a:lin ang="5400000" scaled="0"/>
          </a:gradFill>
          <a:latin typeface="+mn-lt"/>
          <a:ea typeface="+mn-ea"/>
          <a:cs typeface="+mn-cs"/>
        </a:defRPr>
      </a:lvl3pPr>
      <a:lvl4pPr marL="1049250" marR="0" indent="-236040" algn="l" defTabSz="931191" rtl="0" eaLnBrk="1" fontAlgn="auto" latinLnBrk="0" hangingPunct="1">
        <a:lnSpc>
          <a:spcPct val="90000"/>
        </a:lnSpc>
        <a:spcBef>
          <a:spcPct val="20000"/>
        </a:spcBef>
        <a:spcAft>
          <a:spcPts val="0"/>
        </a:spcAft>
        <a:buClrTx/>
        <a:buSzPct val="90000"/>
        <a:buFont typeface="Wingdings" pitchFamily="2" charset="2"/>
        <a:buChar char=""/>
        <a:tabLst/>
        <a:defRPr sz="2040" kern="1200" spc="0" baseline="0">
          <a:gradFill>
            <a:gsLst>
              <a:gs pos="1250">
                <a:schemeClr val="tx1"/>
              </a:gs>
              <a:gs pos="100000">
                <a:schemeClr val="tx1"/>
              </a:gs>
            </a:gsLst>
            <a:lin ang="5400000" scaled="0"/>
          </a:gradFill>
          <a:latin typeface="+mn-lt"/>
          <a:ea typeface="+mn-ea"/>
          <a:cs typeface="+mn-cs"/>
        </a:defRPr>
      </a:lvl4pPr>
      <a:lvl5pPr marL="1278823" marR="0" indent="-229573" algn="l" defTabSz="931191" rtl="0" eaLnBrk="1" fontAlgn="auto" latinLnBrk="0" hangingPunct="1">
        <a:lnSpc>
          <a:spcPct val="90000"/>
        </a:lnSpc>
        <a:spcBef>
          <a:spcPct val="20000"/>
        </a:spcBef>
        <a:spcAft>
          <a:spcPts val="0"/>
        </a:spcAft>
        <a:buClrTx/>
        <a:buSzPct val="90000"/>
        <a:buFont typeface="Wingdings" pitchFamily="2" charset="2"/>
        <a:buChar char=""/>
        <a:tabLst>
          <a:tab pos="1278823" algn="l"/>
        </a:tabLst>
        <a:defRPr sz="2040" kern="1200" spc="0" baseline="0">
          <a:gradFill>
            <a:gsLst>
              <a:gs pos="1250">
                <a:schemeClr val="tx1"/>
              </a:gs>
              <a:gs pos="100000">
                <a:schemeClr val="tx1"/>
              </a:gs>
            </a:gsLst>
            <a:lin ang="5400000" scaled="0"/>
          </a:gradFill>
          <a:latin typeface="+mn-lt"/>
          <a:ea typeface="+mn-ea"/>
          <a:cs typeface="+mn-cs"/>
        </a:defRPr>
      </a:lvl5pPr>
      <a:lvl6pPr marL="2560776" indent="-232798" algn="l" defTabSz="931191" rtl="0" eaLnBrk="1" latinLnBrk="0" hangingPunct="1">
        <a:spcBef>
          <a:spcPct val="20000"/>
        </a:spcBef>
        <a:buFont typeface="Arial" pitchFamily="34" charset="0"/>
        <a:buChar char="•"/>
        <a:defRPr sz="2040" kern="1200">
          <a:solidFill>
            <a:schemeClr val="tx1"/>
          </a:solidFill>
          <a:latin typeface="+mn-lt"/>
          <a:ea typeface="+mn-ea"/>
          <a:cs typeface="+mn-cs"/>
        </a:defRPr>
      </a:lvl6pPr>
      <a:lvl7pPr marL="3026372" indent="-232798" algn="l" defTabSz="931191" rtl="0" eaLnBrk="1" latinLnBrk="0" hangingPunct="1">
        <a:spcBef>
          <a:spcPct val="20000"/>
        </a:spcBef>
        <a:buFont typeface="Arial" pitchFamily="34" charset="0"/>
        <a:buChar char="•"/>
        <a:defRPr sz="2040" kern="1200">
          <a:solidFill>
            <a:schemeClr val="tx1"/>
          </a:solidFill>
          <a:latin typeface="+mn-lt"/>
          <a:ea typeface="+mn-ea"/>
          <a:cs typeface="+mn-cs"/>
        </a:defRPr>
      </a:lvl7pPr>
      <a:lvl8pPr marL="3491967" indent="-232798" algn="l" defTabSz="931191" rtl="0" eaLnBrk="1" latinLnBrk="0" hangingPunct="1">
        <a:spcBef>
          <a:spcPct val="20000"/>
        </a:spcBef>
        <a:buFont typeface="Arial" pitchFamily="34" charset="0"/>
        <a:buChar char="•"/>
        <a:defRPr sz="2040" kern="1200">
          <a:solidFill>
            <a:schemeClr val="tx1"/>
          </a:solidFill>
          <a:latin typeface="+mn-lt"/>
          <a:ea typeface="+mn-ea"/>
          <a:cs typeface="+mn-cs"/>
        </a:defRPr>
      </a:lvl8pPr>
      <a:lvl9pPr marL="3957563" indent="-232798" algn="l" defTabSz="931191" rtl="0" eaLnBrk="1" latinLnBrk="0" hangingPunct="1">
        <a:spcBef>
          <a:spcPct val="20000"/>
        </a:spcBef>
        <a:buFont typeface="Arial" pitchFamily="34" charset="0"/>
        <a:buChar char="•"/>
        <a:defRPr sz="2040" kern="1200">
          <a:solidFill>
            <a:schemeClr val="tx1"/>
          </a:solidFill>
          <a:latin typeface="+mn-lt"/>
          <a:ea typeface="+mn-ea"/>
          <a:cs typeface="+mn-cs"/>
        </a:defRPr>
      </a:lvl9pPr>
    </p:bodyStyle>
    <p:otherStyle>
      <a:defPPr>
        <a:defRPr lang="en-US"/>
      </a:defPPr>
      <a:lvl1pPr marL="0" algn="l" defTabSz="931191" rtl="0" eaLnBrk="1" latinLnBrk="0" hangingPunct="1">
        <a:defRPr sz="1938" kern="1200">
          <a:solidFill>
            <a:schemeClr val="tx1"/>
          </a:solidFill>
          <a:latin typeface="+mn-lt"/>
          <a:ea typeface="+mn-ea"/>
          <a:cs typeface="+mn-cs"/>
        </a:defRPr>
      </a:lvl1pPr>
      <a:lvl2pPr marL="465596" algn="l" defTabSz="931191" rtl="0" eaLnBrk="1" latinLnBrk="0" hangingPunct="1">
        <a:defRPr sz="1938" kern="1200">
          <a:solidFill>
            <a:schemeClr val="tx1"/>
          </a:solidFill>
          <a:latin typeface="+mn-lt"/>
          <a:ea typeface="+mn-ea"/>
          <a:cs typeface="+mn-cs"/>
        </a:defRPr>
      </a:lvl2pPr>
      <a:lvl3pPr marL="931191" algn="l" defTabSz="931191" rtl="0" eaLnBrk="1" latinLnBrk="0" hangingPunct="1">
        <a:defRPr sz="1938" kern="1200">
          <a:solidFill>
            <a:schemeClr val="tx1"/>
          </a:solidFill>
          <a:latin typeface="+mn-lt"/>
          <a:ea typeface="+mn-ea"/>
          <a:cs typeface="+mn-cs"/>
        </a:defRPr>
      </a:lvl3pPr>
      <a:lvl4pPr marL="1396787" algn="l" defTabSz="931191" rtl="0" eaLnBrk="1" latinLnBrk="0" hangingPunct="1">
        <a:defRPr sz="1938" kern="1200">
          <a:solidFill>
            <a:schemeClr val="tx1"/>
          </a:solidFill>
          <a:latin typeface="+mn-lt"/>
          <a:ea typeface="+mn-ea"/>
          <a:cs typeface="+mn-cs"/>
        </a:defRPr>
      </a:lvl4pPr>
      <a:lvl5pPr marL="1862382" algn="l" defTabSz="931191" rtl="0" eaLnBrk="1" latinLnBrk="0" hangingPunct="1">
        <a:defRPr sz="1938" kern="1200">
          <a:solidFill>
            <a:schemeClr val="tx1"/>
          </a:solidFill>
          <a:latin typeface="+mn-lt"/>
          <a:ea typeface="+mn-ea"/>
          <a:cs typeface="+mn-cs"/>
        </a:defRPr>
      </a:lvl5pPr>
      <a:lvl6pPr marL="2327978" algn="l" defTabSz="931191" rtl="0" eaLnBrk="1" latinLnBrk="0" hangingPunct="1">
        <a:defRPr sz="1938" kern="1200">
          <a:solidFill>
            <a:schemeClr val="tx1"/>
          </a:solidFill>
          <a:latin typeface="+mn-lt"/>
          <a:ea typeface="+mn-ea"/>
          <a:cs typeface="+mn-cs"/>
        </a:defRPr>
      </a:lvl6pPr>
      <a:lvl7pPr marL="2793573" algn="l" defTabSz="931191" rtl="0" eaLnBrk="1" latinLnBrk="0" hangingPunct="1">
        <a:defRPr sz="1938" kern="1200">
          <a:solidFill>
            <a:schemeClr val="tx1"/>
          </a:solidFill>
          <a:latin typeface="+mn-lt"/>
          <a:ea typeface="+mn-ea"/>
          <a:cs typeface="+mn-cs"/>
        </a:defRPr>
      </a:lvl7pPr>
      <a:lvl8pPr marL="3259170" algn="l" defTabSz="931191" rtl="0" eaLnBrk="1" latinLnBrk="0" hangingPunct="1">
        <a:defRPr sz="1938" kern="1200">
          <a:solidFill>
            <a:schemeClr val="tx1"/>
          </a:solidFill>
          <a:latin typeface="+mn-lt"/>
          <a:ea typeface="+mn-ea"/>
          <a:cs typeface="+mn-cs"/>
        </a:defRPr>
      </a:lvl8pPr>
      <a:lvl9pPr marL="3724766" algn="l" defTabSz="931191" rtl="0" eaLnBrk="1" latinLnBrk="0" hangingPunct="1">
        <a:defRPr sz="193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7"/>
            <a:ext cx="11889564" cy="917575"/>
          </a:xfrm>
          <a:prstGeom prst="rect">
            <a:avLst/>
          </a:prstGeom>
        </p:spPr>
        <p:txBody>
          <a:bodyPr vert="horz" wrap="square" lIns="146304" tIns="91440" rIns="146304" bIns="91440" rtlCol="0" anchor="t">
            <a:noAutofit/>
          </a:bodyPr>
          <a:lstStyle/>
          <a:p>
            <a:r>
              <a:rPr lang="en-US"/>
              <a:t>Click to edit Master title style</a:t>
            </a:r>
          </a:p>
        </p:txBody>
      </p:sp>
      <p:sp>
        <p:nvSpPr>
          <p:cNvPr id="4" name="Text Placeholder 3"/>
          <p:cNvSpPr>
            <a:spLocks noGrp="1"/>
          </p:cNvSpPr>
          <p:nvPr>
            <p:ph type="body" idx="1"/>
          </p:nvPr>
        </p:nvSpPr>
        <p:spPr>
          <a:xfrm>
            <a:off x="274643" y="1212851"/>
            <a:ext cx="11887198" cy="2092881"/>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p:cNvPicPr>
            <a:picLocks noChangeAspect="1"/>
          </p:cNvPicPr>
          <p:nvPr/>
        </p:nvPicPr>
        <p:blipFill>
          <a:blip r:embed="rId31"/>
          <a:stretch>
            <a:fillRect/>
          </a:stretch>
        </p:blipFill>
        <p:spPr>
          <a:xfrm rot="5400000">
            <a:off x="9393899" y="3050516"/>
            <a:ext cx="6995160" cy="894134"/>
          </a:xfrm>
          <a:prstGeom prst="rect">
            <a:avLst/>
          </a:prstGeom>
        </p:spPr>
      </p:pic>
    </p:spTree>
    <p:extLst>
      <p:ext uri="{BB962C8B-B14F-4D97-AF65-F5344CB8AC3E}">
        <p14:creationId xmlns:p14="http://schemas.microsoft.com/office/powerpoint/2010/main" val="3608132984"/>
      </p:ext>
    </p:extLst>
  </p:cSld>
  <p:clrMap bg1="dk1" tx1="lt1" bg2="dk2" tx2="lt2" accent1="accent1" accent2="accent2" accent3="accent3" accent4="accent4" accent5="accent5" accent6="accent6" hlink="hlink" folHlink="folHlink"/>
  <p:sldLayoutIdLst>
    <p:sldLayoutId id="2147484687" r:id="rId1"/>
    <p:sldLayoutId id="2147484688" r:id="rId2"/>
    <p:sldLayoutId id="2147484689" r:id="rId3"/>
    <p:sldLayoutId id="2147484690" r:id="rId4"/>
    <p:sldLayoutId id="2147484691" r:id="rId5"/>
    <p:sldLayoutId id="2147484692" r:id="rId6"/>
    <p:sldLayoutId id="2147484693" r:id="rId7"/>
    <p:sldLayoutId id="2147484694" r:id="rId8"/>
    <p:sldLayoutId id="2147484695" r:id="rId9"/>
    <p:sldLayoutId id="2147484696" r:id="rId10"/>
    <p:sldLayoutId id="2147484697" r:id="rId11"/>
    <p:sldLayoutId id="2147484698" r:id="rId12"/>
    <p:sldLayoutId id="2147484699" r:id="rId13"/>
    <p:sldLayoutId id="2147484700" r:id="rId14"/>
    <p:sldLayoutId id="2147484701" r:id="rId15"/>
    <p:sldLayoutId id="2147484702" r:id="rId16"/>
    <p:sldLayoutId id="2147484703" r:id="rId17"/>
    <p:sldLayoutId id="2147484704" r:id="rId18"/>
    <p:sldLayoutId id="2147484705" r:id="rId19"/>
    <p:sldLayoutId id="2147484706" r:id="rId20"/>
    <p:sldLayoutId id="2147484839" r:id="rId21"/>
    <p:sldLayoutId id="2147484840" r:id="rId22"/>
    <p:sldLayoutId id="2147484841" r:id="rId23"/>
    <p:sldLayoutId id="2147484842" r:id="rId24"/>
    <p:sldLayoutId id="2147484843" r:id="rId25"/>
    <p:sldLayoutId id="2147484844" r:id="rId26"/>
    <p:sldLayoutId id="2147484845" r:id="rId27"/>
    <p:sldLayoutId id="2147484848" r:id="rId28"/>
    <p:sldLayoutId id="2147484849" r:id="rId29"/>
  </p:sldLayoutIdLst>
  <p:transition>
    <p:fade/>
  </p:transition>
  <p:hf hdr="0"/>
  <p:txStyles>
    <p:titleStyle>
      <a:lvl1pPr algn="l" defTabSz="932205" rtl="0" eaLnBrk="1" latinLnBrk="0" hangingPunct="1">
        <a:lnSpc>
          <a:spcPct val="90000"/>
        </a:lnSpc>
        <a:spcBef>
          <a:spcPct val="0"/>
        </a:spcBef>
        <a:buNone/>
        <a:defRPr lang="en-US" sz="4797"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702" marR="0" indent="-342702" algn="l" defTabSz="932205" rtl="0" eaLnBrk="1" fontAlgn="auto" latinLnBrk="0" hangingPunct="1">
        <a:lnSpc>
          <a:spcPct val="90000"/>
        </a:lnSpc>
        <a:spcBef>
          <a:spcPct val="20000"/>
        </a:spcBef>
        <a:spcAft>
          <a:spcPts val="0"/>
        </a:spcAft>
        <a:buClrTx/>
        <a:buSzPct val="90000"/>
        <a:buFont typeface="Arial" pitchFamily="34" charset="0"/>
        <a:buChar char="•"/>
        <a:tabLst/>
        <a:defRPr sz="3997" kern="1200" spc="0" baseline="0">
          <a:gradFill>
            <a:gsLst>
              <a:gs pos="1250">
                <a:schemeClr val="tx1"/>
              </a:gs>
              <a:gs pos="100000">
                <a:schemeClr val="tx1"/>
              </a:gs>
            </a:gsLst>
            <a:lin ang="5400000" scaled="0"/>
          </a:gradFill>
          <a:latin typeface="+mj-lt"/>
          <a:ea typeface="+mn-ea"/>
          <a:cs typeface="+mn-cs"/>
        </a:defRPr>
      </a:lvl1pPr>
      <a:lvl2pPr marL="583863" marR="0" indent="-241159" algn="l" defTabSz="932205"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799638"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107"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6576" marR="0" indent="-228469" algn="l" defTabSz="932205"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3563"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29666"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5769"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1872" indent="-233051" algn="l" defTabSz="93220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205" rtl="0" eaLnBrk="1" latinLnBrk="0" hangingPunct="1">
        <a:defRPr sz="1800" kern="1200">
          <a:solidFill>
            <a:schemeClr val="tx1"/>
          </a:solidFill>
          <a:latin typeface="+mn-lt"/>
          <a:ea typeface="+mn-ea"/>
          <a:cs typeface="+mn-cs"/>
        </a:defRPr>
      </a:lvl1pPr>
      <a:lvl2pPr marL="466101" algn="l" defTabSz="932205" rtl="0" eaLnBrk="1" latinLnBrk="0" hangingPunct="1">
        <a:defRPr sz="1800" kern="1200">
          <a:solidFill>
            <a:schemeClr val="tx1"/>
          </a:solidFill>
          <a:latin typeface="+mn-lt"/>
          <a:ea typeface="+mn-ea"/>
          <a:cs typeface="+mn-cs"/>
        </a:defRPr>
      </a:lvl2pPr>
      <a:lvl3pPr marL="932205" algn="l" defTabSz="932205" rtl="0" eaLnBrk="1" latinLnBrk="0" hangingPunct="1">
        <a:defRPr sz="1800" kern="1200">
          <a:solidFill>
            <a:schemeClr val="tx1"/>
          </a:solidFill>
          <a:latin typeface="+mn-lt"/>
          <a:ea typeface="+mn-ea"/>
          <a:cs typeface="+mn-cs"/>
        </a:defRPr>
      </a:lvl3pPr>
      <a:lvl4pPr marL="1398307" algn="l" defTabSz="932205" rtl="0" eaLnBrk="1" latinLnBrk="0" hangingPunct="1">
        <a:defRPr sz="1800" kern="1200">
          <a:solidFill>
            <a:schemeClr val="tx1"/>
          </a:solidFill>
          <a:latin typeface="+mn-lt"/>
          <a:ea typeface="+mn-ea"/>
          <a:cs typeface="+mn-cs"/>
        </a:defRPr>
      </a:lvl4pPr>
      <a:lvl5pPr marL="1864410" algn="l" defTabSz="932205" rtl="0" eaLnBrk="1" latinLnBrk="0" hangingPunct="1">
        <a:defRPr sz="1800" kern="1200">
          <a:solidFill>
            <a:schemeClr val="tx1"/>
          </a:solidFill>
          <a:latin typeface="+mn-lt"/>
          <a:ea typeface="+mn-ea"/>
          <a:cs typeface="+mn-cs"/>
        </a:defRPr>
      </a:lvl5pPr>
      <a:lvl6pPr marL="2330512" algn="l" defTabSz="932205" rtl="0" eaLnBrk="1" latinLnBrk="0" hangingPunct="1">
        <a:defRPr sz="1800" kern="1200">
          <a:solidFill>
            <a:schemeClr val="tx1"/>
          </a:solidFill>
          <a:latin typeface="+mn-lt"/>
          <a:ea typeface="+mn-ea"/>
          <a:cs typeface="+mn-cs"/>
        </a:defRPr>
      </a:lvl6pPr>
      <a:lvl7pPr marL="2796615" algn="l" defTabSz="932205" rtl="0" eaLnBrk="1" latinLnBrk="0" hangingPunct="1">
        <a:defRPr sz="1800" kern="1200">
          <a:solidFill>
            <a:schemeClr val="tx1"/>
          </a:solidFill>
          <a:latin typeface="+mn-lt"/>
          <a:ea typeface="+mn-ea"/>
          <a:cs typeface="+mn-cs"/>
        </a:defRPr>
      </a:lvl7pPr>
      <a:lvl8pPr marL="3262716" algn="l" defTabSz="932205" rtl="0" eaLnBrk="1" latinLnBrk="0" hangingPunct="1">
        <a:defRPr sz="1800" kern="1200">
          <a:solidFill>
            <a:schemeClr val="tx1"/>
          </a:solidFill>
          <a:latin typeface="+mn-lt"/>
          <a:ea typeface="+mn-ea"/>
          <a:cs typeface="+mn-cs"/>
        </a:defRPr>
      </a:lvl8pPr>
      <a:lvl9pPr marL="3728821" algn="l" defTabSz="932205"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6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6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2.xml"/><Relationship Id="rId1" Type="http://schemas.openxmlformats.org/officeDocument/2006/relationships/tags" Target="../tags/tag3.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5.xml"/><Relationship Id="rId1" Type="http://schemas.openxmlformats.org/officeDocument/2006/relationships/themeOverride" Target="../theme/themeOverride1.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xml"/><Relationship Id="rId1" Type="http://schemas.openxmlformats.org/officeDocument/2006/relationships/slideLayout" Target="../slideLayouts/slideLayout85.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91.xml"/></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alertlogic"/><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85.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jpeg"/></Relationships>
</file>

<file path=ppt/slides/_rels/slide12.xml.rels><?xml version="1.0" encoding="UTF-8" standalone="yes"?>
<Relationships xmlns="http://schemas.openxmlformats.org/package/2006/relationships"><Relationship Id="rId13" Type="http://schemas.openxmlformats.org/officeDocument/2006/relationships/image" Target="../media/image28.png"/><Relationship Id="rId18" Type="http://schemas.openxmlformats.org/officeDocument/2006/relationships/image" Target="../media/image48.jpeg"/><Relationship Id="rId26" Type="http://schemas.openxmlformats.org/officeDocument/2006/relationships/image" Target="../media/image53.png"/><Relationship Id="rId39" Type="http://schemas.openxmlformats.org/officeDocument/2006/relationships/image" Target="../media/image66.jpg"/><Relationship Id="rId21" Type="http://schemas.openxmlformats.org/officeDocument/2006/relationships/image" Target="../media/image49.png"/><Relationship Id="rId34" Type="http://schemas.openxmlformats.org/officeDocument/2006/relationships/image" Target="../media/image61.apprenda"/><Relationship Id="rId42" Type="http://schemas.openxmlformats.org/officeDocument/2006/relationships/image" Target="../media/image68.scalearc"/><Relationship Id="rId47" Type="http://schemas.openxmlformats.org/officeDocument/2006/relationships/image" Target="../media/image73.jpg"/><Relationship Id="rId50" Type="http://schemas.openxmlformats.org/officeDocument/2006/relationships/image" Target="../media/image75.jpeg"/><Relationship Id="rId7" Type="http://schemas.openxmlformats.org/officeDocument/2006/relationships/image" Target="../media/image30.png"/><Relationship Id="rId2" Type="http://schemas.openxmlformats.org/officeDocument/2006/relationships/notesSlide" Target="../notesSlides/notesSlide9.xml"/><Relationship Id="rId16" Type="http://schemas.openxmlformats.org/officeDocument/2006/relationships/image" Target="../media/image46.jpeg"/><Relationship Id="rId29" Type="http://schemas.openxmlformats.org/officeDocument/2006/relationships/image" Target="../media/image56.png"/><Relationship Id="rId11" Type="http://schemas.openxmlformats.org/officeDocument/2006/relationships/image" Target="../media/image42.png"/><Relationship Id="rId24" Type="http://schemas.openxmlformats.org/officeDocument/2006/relationships/image" Target="../media/image32.png"/><Relationship Id="rId32" Type="http://schemas.openxmlformats.org/officeDocument/2006/relationships/image" Target="../media/image59.cohesiveFT"/><Relationship Id="rId37" Type="http://schemas.openxmlformats.org/officeDocument/2006/relationships/image" Target="../media/image64.jpeg"/><Relationship Id="rId40" Type="http://schemas.openxmlformats.org/officeDocument/2006/relationships/image" Target="../media/image27.alertlogic"/><Relationship Id="rId45" Type="http://schemas.openxmlformats.org/officeDocument/2006/relationships/image" Target="../media/image71.png"/><Relationship Id="rId53" Type="http://schemas.openxmlformats.org/officeDocument/2006/relationships/image" Target="../media/image78.png"/><Relationship Id="rId5" Type="http://schemas.openxmlformats.org/officeDocument/2006/relationships/image" Target="../media/image37.png"/><Relationship Id="rId10" Type="http://schemas.openxmlformats.org/officeDocument/2006/relationships/image" Target="../media/image41.png"/><Relationship Id="rId19" Type="http://schemas.openxmlformats.org/officeDocument/2006/relationships/image" Target="../media/image29.png"/><Relationship Id="rId31" Type="http://schemas.openxmlformats.org/officeDocument/2006/relationships/image" Target="../media/image58.bluestripe"/><Relationship Id="rId44" Type="http://schemas.openxmlformats.org/officeDocument/2006/relationships/image" Target="../media/image70.jpg"/><Relationship Id="rId52" Type="http://schemas.openxmlformats.org/officeDocument/2006/relationships/image" Target="../media/image77.jpg"/><Relationship Id="rId4" Type="http://schemas.openxmlformats.org/officeDocument/2006/relationships/image" Target="../media/image36.png"/><Relationship Id="rId9" Type="http://schemas.openxmlformats.org/officeDocument/2006/relationships/image" Target="../media/image40.jpeg"/><Relationship Id="rId14" Type="http://schemas.openxmlformats.org/officeDocument/2006/relationships/image" Target="../media/image44.jpeg"/><Relationship Id="rId22" Type="http://schemas.openxmlformats.org/officeDocument/2006/relationships/image" Target="../media/image50.jpeg"/><Relationship Id="rId27" Type="http://schemas.openxmlformats.org/officeDocument/2006/relationships/image" Target="../media/image54.jpeg"/><Relationship Id="rId30" Type="http://schemas.openxmlformats.org/officeDocument/2006/relationships/image" Target="../media/image57.aiscaler"/><Relationship Id="rId35" Type="http://schemas.openxmlformats.org/officeDocument/2006/relationships/image" Target="../media/image62.png"/><Relationship Id="rId43" Type="http://schemas.openxmlformats.org/officeDocument/2006/relationships/image" Target="../media/image69.png"/><Relationship Id="rId48" Type="http://schemas.openxmlformats.org/officeDocument/2006/relationships/image" Target="../media/image33.jpeg"/><Relationship Id="rId8" Type="http://schemas.openxmlformats.org/officeDocument/2006/relationships/image" Target="../media/image39.png"/><Relationship Id="rId51" Type="http://schemas.openxmlformats.org/officeDocument/2006/relationships/image" Target="../media/image76.jpg"/><Relationship Id="rId3" Type="http://schemas.openxmlformats.org/officeDocument/2006/relationships/image" Target="../media/image35.png"/><Relationship Id="rId12" Type="http://schemas.openxmlformats.org/officeDocument/2006/relationships/image" Target="../media/image43.png"/><Relationship Id="rId17" Type="http://schemas.openxmlformats.org/officeDocument/2006/relationships/image" Target="../media/image47.jpeg"/><Relationship Id="rId25" Type="http://schemas.openxmlformats.org/officeDocument/2006/relationships/image" Target="../media/image52.png"/><Relationship Id="rId33" Type="http://schemas.openxmlformats.org/officeDocument/2006/relationships/image" Target="../media/image60.derdack"/><Relationship Id="rId38" Type="http://schemas.openxmlformats.org/officeDocument/2006/relationships/image" Target="../media/image65.jpeg"/><Relationship Id="rId46" Type="http://schemas.openxmlformats.org/officeDocument/2006/relationships/image" Target="../media/image72.jpeg"/><Relationship Id="rId20" Type="http://schemas.openxmlformats.org/officeDocument/2006/relationships/image" Target="../media/image31.png"/><Relationship Id="rId41" Type="http://schemas.openxmlformats.org/officeDocument/2006/relationships/image" Target="../media/image67.jpg"/><Relationship Id="rId54" Type="http://schemas.openxmlformats.org/officeDocument/2006/relationships/image" Target="../media/image79.png"/><Relationship Id="rId1" Type="http://schemas.openxmlformats.org/officeDocument/2006/relationships/slideLayout" Target="../slideLayouts/slideLayout88.xml"/><Relationship Id="rId6" Type="http://schemas.openxmlformats.org/officeDocument/2006/relationships/image" Target="../media/image38.jpg"/><Relationship Id="rId15" Type="http://schemas.openxmlformats.org/officeDocument/2006/relationships/image" Target="../media/image45.jpeg"/><Relationship Id="rId23" Type="http://schemas.openxmlformats.org/officeDocument/2006/relationships/image" Target="../media/image51.jpg"/><Relationship Id="rId28" Type="http://schemas.openxmlformats.org/officeDocument/2006/relationships/image" Target="../media/image55.png"/><Relationship Id="rId36" Type="http://schemas.openxmlformats.org/officeDocument/2006/relationships/image" Target="../media/image63.jpg"/><Relationship Id="rId49" Type="http://schemas.openxmlformats.org/officeDocument/2006/relationships/image" Target="../media/image74.jp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69.png"/><Relationship Id="rId3" Type="http://schemas.openxmlformats.org/officeDocument/2006/relationships/image" Target="../media/image30.png"/><Relationship Id="rId7" Type="http://schemas.openxmlformats.org/officeDocument/2006/relationships/image" Target="../media/image47.jpeg"/><Relationship Id="rId12" Type="http://schemas.openxmlformats.org/officeDocument/2006/relationships/image" Target="../media/image27.alertlogic"/><Relationship Id="rId2" Type="http://schemas.openxmlformats.org/officeDocument/2006/relationships/image" Target="../media/image36.png"/><Relationship Id="rId16" Type="http://schemas.openxmlformats.org/officeDocument/2006/relationships/image" Target="../media/image79.png"/><Relationship Id="rId1" Type="http://schemas.openxmlformats.org/officeDocument/2006/relationships/slideLayout" Target="../slideLayouts/slideLayout88.xml"/><Relationship Id="rId6" Type="http://schemas.openxmlformats.org/officeDocument/2006/relationships/image" Target="../media/image45.jpeg"/><Relationship Id="rId11" Type="http://schemas.openxmlformats.org/officeDocument/2006/relationships/image" Target="../media/image52.png"/><Relationship Id="rId5" Type="http://schemas.openxmlformats.org/officeDocument/2006/relationships/image" Target="../media/image28.png"/><Relationship Id="rId15" Type="http://schemas.openxmlformats.org/officeDocument/2006/relationships/image" Target="../media/image33.jpeg"/><Relationship Id="rId10" Type="http://schemas.openxmlformats.org/officeDocument/2006/relationships/image" Target="../media/image32.png"/><Relationship Id="rId4" Type="http://schemas.openxmlformats.org/officeDocument/2006/relationships/image" Target="../media/image43.png"/><Relationship Id="rId9" Type="http://schemas.openxmlformats.org/officeDocument/2006/relationships/image" Target="../media/image31.png"/><Relationship Id="rId14" Type="http://schemas.openxmlformats.org/officeDocument/2006/relationships/image" Target="../media/image7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0.xml"/></Relationships>
</file>

<file path=ppt/slides/_rels/slide1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xml"/><Relationship Id="rId1" Type="http://schemas.openxmlformats.org/officeDocument/2006/relationships/slideLayout" Target="../slideLayouts/slideLayout9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6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6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6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6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67.xml"/></Relationships>
</file>

<file path=ppt/slides/_rels/slide31.xml.rels><?xml version="1.0" encoding="UTF-8" standalone="yes"?>
<Relationships xmlns="http://schemas.openxmlformats.org/package/2006/relationships"><Relationship Id="rId2" Type="http://schemas.openxmlformats.org/officeDocument/2006/relationships/hyperlink" Target="https://azure.microsoft.com/en-us/pricing/calculator/" TargetMode="External"/><Relationship Id="rId1" Type="http://schemas.openxmlformats.org/officeDocument/2006/relationships/slideLayout" Target="../slideLayouts/slideLayout6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7.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67.xml"/></Relationships>
</file>

<file path=ppt/slides/_rels/slide34.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slideLayout" Target="../slideLayouts/slideLayout83.xml"/><Relationship Id="rId4" Type="http://schemas.openxmlformats.org/officeDocument/2006/relationships/image" Target="../media/image83.emf"/></Relationships>
</file>

<file path=ppt/slides/_rels/slide35.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image" Target="../media/image84.emf"/><Relationship Id="rId1" Type="http://schemas.openxmlformats.org/officeDocument/2006/relationships/slideLayout" Target="../slideLayouts/slideLayout83.xml"/><Relationship Id="rId6" Type="http://schemas.openxmlformats.org/officeDocument/2006/relationships/image" Target="../media/image88.emf"/><Relationship Id="rId5" Type="http://schemas.openxmlformats.org/officeDocument/2006/relationships/image" Target="../media/image87.emf"/><Relationship Id="rId4" Type="http://schemas.openxmlformats.org/officeDocument/2006/relationships/image" Target="../media/image86.emf"/></Relationships>
</file>

<file path=ppt/slides/_rels/slide36.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emf"/><Relationship Id="rId1" Type="http://schemas.openxmlformats.org/officeDocument/2006/relationships/slideLayout" Target="../slideLayouts/slideLayout70.xml"/><Relationship Id="rId6" Type="http://schemas.openxmlformats.org/officeDocument/2006/relationships/image" Target="../media/image93.emf"/><Relationship Id="rId5" Type="http://schemas.openxmlformats.org/officeDocument/2006/relationships/image" Target="../media/image92.emf"/><Relationship Id="rId4" Type="http://schemas.openxmlformats.org/officeDocument/2006/relationships/image" Target="../media/image91.emf"/></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2.xml"/><Relationship Id="rId1" Type="http://schemas.openxmlformats.org/officeDocument/2006/relationships/slideLayout" Target="../slideLayouts/slideLayout84.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6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41.xml.rels><?xml version="1.0" encoding="UTF-8" standalone="yes"?>
<Relationships xmlns="http://schemas.openxmlformats.org/package/2006/relationships"><Relationship Id="rId8" Type="http://schemas.openxmlformats.org/officeDocument/2006/relationships/image" Target="../media/image104.emf"/><Relationship Id="rId13" Type="http://schemas.openxmlformats.org/officeDocument/2006/relationships/image" Target="../media/image109.png"/><Relationship Id="rId3" Type="http://schemas.openxmlformats.org/officeDocument/2006/relationships/image" Target="../media/image99.png"/><Relationship Id="rId7" Type="http://schemas.openxmlformats.org/officeDocument/2006/relationships/image" Target="../media/image103.emf"/><Relationship Id="rId12" Type="http://schemas.openxmlformats.org/officeDocument/2006/relationships/image" Target="../media/image108.emf"/><Relationship Id="rId2" Type="http://schemas.openxmlformats.org/officeDocument/2006/relationships/image" Target="../media/image98.emf"/><Relationship Id="rId1" Type="http://schemas.openxmlformats.org/officeDocument/2006/relationships/slideLayout" Target="../slideLayouts/slideLayout85.xml"/><Relationship Id="rId6" Type="http://schemas.openxmlformats.org/officeDocument/2006/relationships/image" Target="../media/image102.emf"/><Relationship Id="rId11" Type="http://schemas.openxmlformats.org/officeDocument/2006/relationships/image" Target="../media/image107.emf"/><Relationship Id="rId5" Type="http://schemas.openxmlformats.org/officeDocument/2006/relationships/image" Target="../media/image101.emf"/><Relationship Id="rId10" Type="http://schemas.openxmlformats.org/officeDocument/2006/relationships/image" Target="../media/image106.emf"/><Relationship Id="rId4" Type="http://schemas.openxmlformats.org/officeDocument/2006/relationships/image" Target="../media/image100.emf"/><Relationship Id="rId9" Type="http://schemas.openxmlformats.org/officeDocument/2006/relationships/image" Target="../media/image105.emf"/><Relationship Id="rId14" Type="http://schemas.openxmlformats.org/officeDocument/2006/relationships/image" Target="../media/image110.png"/></Relationships>
</file>

<file path=ppt/slides/_rels/slide42.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108.emf"/><Relationship Id="rId7" Type="http://schemas.openxmlformats.org/officeDocument/2006/relationships/image" Target="../media/image111.png"/><Relationship Id="rId2" Type="http://schemas.openxmlformats.org/officeDocument/2006/relationships/image" Target="../media/image99.png"/><Relationship Id="rId1" Type="http://schemas.openxmlformats.org/officeDocument/2006/relationships/slideLayout" Target="../slideLayouts/slideLayout85.xml"/><Relationship Id="rId6" Type="http://schemas.openxmlformats.org/officeDocument/2006/relationships/image" Target="../media/image98.emf"/><Relationship Id="rId11" Type="http://schemas.openxmlformats.org/officeDocument/2006/relationships/image" Target="../media/image102.emf"/><Relationship Id="rId5" Type="http://schemas.openxmlformats.org/officeDocument/2006/relationships/image" Target="../media/image104.emf"/><Relationship Id="rId10" Type="http://schemas.openxmlformats.org/officeDocument/2006/relationships/image" Target="../media/image101.emf"/><Relationship Id="rId4" Type="http://schemas.openxmlformats.org/officeDocument/2006/relationships/image" Target="../media/image103.emf"/><Relationship Id="rId9" Type="http://schemas.openxmlformats.org/officeDocument/2006/relationships/image" Target="../media/image107.emf"/></Relationships>
</file>

<file path=ppt/slides/_rels/slide4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84.xml"/></Relationships>
</file>

<file path=ppt/slides/_rels/slide4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84.xml"/></Relationships>
</file>

<file path=ppt/slides/_rels/slide4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4.xml"/><Relationship Id="rId1" Type="http://schemas.openxmlformats.org/officeDocument/2006/relationships/slideLayout" Target="../slideLayouts/slideLayout86.xml"/><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7.xml"/></Relationships>
</file>

<file path=ppt/slides/_rels/slide4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88.xml"/><Relationship Id="rId4" Type="http://schemas.openxmlformats.org/officeDocument/2006/relationships/image" Target="../media/image117.png"/></Relationships>
</file>

<file path=ppt/slides/_rels/slide48.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notesSlide" Target="../notesSlides/notesSlide26.xml"/><Relationship Id="rId1" Type="http://schemas.openxmlformats.org/officeDocument/2006/relationships/slideLayout" Target="../slideLayouts/slideLayout89.xml"/><Relationship Id="rId5" Type="http://schemas.openxmlformats.org/officeDocument/2006/relationships/image" Target="../media/image120.emf"/><Relationship Id="rId4" Type="http://schemas.openxmlformats.org/officeDocument/2006/relationships/image" Target="../media/image119.png"/></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Azure Overview |</a:t>
            </a:r>
            <a:br>
              <a:rPr lang="en-US" dirty="0"/>
            </a:br>
            <a:r>
              <a:rPr lang="en-US" dirty="0"/>
              <a:t>Partner Enablement</a:t>
            </a:r>
          </a:p>
        </p:txBody>
      </p:sp>
      <p:sp>
        <p:nvSpPr>
          <p:cNvPr id="3" name="Text Placeholder 2"/>
          <p:cNvSpPr>
            <a:spLocks noGrp="1"/>
          </p:cNvSpPr>
          <p:nvPr>
            <p:ph type="body" sz="quarter" idx="14"/>
          </p:nvPr>
        </p:nvSpPr>
        <p:spPr>
          <a:xfrm>
            <a:off x="273050" y="3954463"/>
            <a:ext cx="6402388" cy="1384995"/>
          </a:xfrm>
        </p:spPr>
        <p:txBody>
          <a:bodyPr>
            <a:spAutoFit/>
          </a:bodyPr>
          <a:lstStyle/>
          <a:p>
            <a:r>
              <a:rPr lang="en-US" sz="2400" dirty="0"/>
              <a:t>Mr. Salin Kumar</a:t>
            </a:r>
          </a:p>
          <a:p>
            <a:endParaRPr lang="en-US" sz="2400" dirty="0"/>
          </a:p>
          <a:p>
            <a:r>
              <a:rPr lang="en-US" sz="1800" dirty="0"/>
              <a:t>Sr. Pre-Sales Consultant - Microsoft Cloud</a:t>
            </a:r>
          </a:p>
          <a:p>
            <a:r>
              <a:rPr lang="en-US" sz="1800" dirty="0"/>
              <a:t>Redington Middle East and Africa</a:t>
            </a:r>
          </a:p>
        </p:txBody>
      </p:sp>
      <p:pic>
        <p:nvPicPr>
          <p:cNvPr id="4" name="x__x0000_i1032">
            <a:extLst>
              <a:ext uri="{FF2B5EF4-FFF2-40B4-BE49-F238E27FC236}">
                <a16:creationId xmlns:a16="http://schemas.microsoft.com/office/drawing/2014/main" id="{1D69A904-ED14-4551-8FFE-5FF3D0377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7" y="982662"/>
            <a:ext cx="183726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0389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5" name="Group 4"/>
          <p:cNvGrpSpPr/>
          <p:nvPr/>
        </p:nvGrpSpPr>
        <p:grpSpPr>
          <a:xfrm>
            <a:off x="3116642" y="1278777"/>
            <a:ext cx="5997195" cy="3492153"/>
            <a:chOff x="3277360" y="2014105"/>
            <a:chExt cx="5880972" cy="3424476"/>
          </a:xfrm>
        </p:grpSpPr>
        <p:sp>
          <p:nvSpPr>
            <p:cNvPr id="6" name="Title"/>
            <p:cNvSpPr txBox="1">
              <a:spLocks/>
            </p:cNvSpPr>
            <p:nvPr/>
          </p:nvSpPr>
          <p:spPr>
            <a:xfrm>
              <a:off x="3277360" y="3752720"/>
              <a:ext cx="5880972" cy="917444"/>
            </a:xfrm>
            <a:prstGeom prst="rect">
              <a:avLst/>
            </a:prstGeom>
          </p:spPr>
          <p:txBody>
            <a:bodyPr vert="horz" wrap="square" lIns="149174" tIns="93234" rIns="149174" bIns="93234" rtlCol="0" anchor="t">
              <a:noAutofit/>
            </a:bodyPr>
            <a:lstStyle>
              <a:lvl1pPr algn="ctr">
                <a:lnSpc>
                  <a:spcPct val="90000"/>
                </a:lnSpc>
                <a:spcBef>
                  <a:spcPct val="0"/>
                </a:spcBef>
                <a:buNone/>
                <a:defRPr lang="en-US" sz="4800" b="0" cap="none" spc="-102" baseline="0" dirty="0" smtClean="0">
                  <a:ln w="3175">
                    <a:noFill/>
                  </a:ln>
                  <a:gradFill>
                    <a:gsLst>
                      <a:gs pos="21239">
                        <a:schemeClr val="bg2">
                          <a:lumMod val="50000"/>
                        </a:schemeClr>
                      </a:gs>
                      <a:gs pos="84000">
                        <a:schemeClr val="bg2">
                          <a:lumMod val="50000"/>
                        </a:schemeClr>
                      </a:gs>
                    </a:gsLst>
                    <a:lin ang="5400000" scaled="0"/>
                  </a:gradFill>
                  <a:effectLst/>
                  <a:latin typeface="+mj-lt"/>
                  <a:cs typeface="Segoe UI"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0" cap="none" spc="-102" normalizeH="0" baseline="0" noProof="0" dirty="0">
                  <a:ln w="3175">
                    <a:noFill/>
                  </a:ln>
                  <a:gradFill>
                    <a:gsLst>
                      <a:gs pos="1250">
                        <a:srgbClr val="505050"/>
                      </a:gs>
                      <a:gs pos="100000">
                        <a:srgbClr val="505050"/>
                      </a:gs>
                    </a:gsLst>
                    <a:lin ang="5400000" scaled="0"/>
                  </a:gradFill>
                  <a:effectLst/>
                  <a:uLnTx/>
                  <a:uFillTx/>
                  <a:latin typeface="Segoe UI Light"/>
                  <a:ea typeface="+mn-ea"/>
                  <a:cs typeface="Segoe UI" pitchFamily="34" charset="0"/>
                </a:rPr>
                <a:t>Microsoft Azure Cloud</a:t>
              </a:r>
            </a:p>
          </p:txBody>
        </p:sp>
        <p:sp>
          <p:nvSpPr>
            <p:cNvPr id="10" name="TextBox 9"/>
            <p:cNvSpPr txBox="1"/>
            <p:nvPr/>
          </p:nvSpPr>
          <p:spPr>
            <a:xfrm>
              <a:off x="3840743" y="4832393"/>
              <a:ext cx="4754206" cy="606188"/>
            </a:xfrm>
            <a:prstGeom prst="rect">
              <a:avLst/>
            </a:prstGeom>
            <a:noFill/>
          </p:spPr>
          <p:txBody>
            <a:bodyPr wrap="square" lIns="186468" tIns="149174" rIns="186468" bIns="149174" rtlCol="0">
              <a:spAutoFit/>
            </a:bodyPr>
            <a:lstStyle/>
            <a:p>
              <a:pPr marL="0" marR="0" lvl="0" indent="0" algn="ctr" defTabSz="932238" rtl="0" eaLnBrk="1" fontAlgn="auto" latinLnBrk="0" hangingPunct="1">
                <a:lnSpc>
                  <a:spcPct val="90000"/>
                </a:lnSpc>
                <a:spcBef>
                  <a:spcPts val="0"/>
                </a:spcBef>
                <a:spcAft>
                  <a:spcPts val="612"/>
                </a:spcAft>
                <a:buClrTx/>
                <a:buSzTx/>
                <a:buFontTx/>
                <a:buNone/>
                <a:tabLst/>
                <a:defRPr/>
              </a:pPr>
              <a:r>
                <a:rPr kumimoji="0" lang="en-US" sz="2244" b="0" i="0" u="none" strike="noStrike" kern="0" cap="none" spc="51" normalizeH="0" baseline="0" noProof="0" dirty="0">
                  <a:ln>
                    <a:noFill/>
                  </a:ln>
                  <a:solidFill>
                    <a:srgbClr val="666666"/>
                  </a:solidFill>
                  <a:effectLst/>
                  <a:uLnTx/>
                  <a:uFillTx/>
                  <a:latin typeface="Segoe UI Semilight" panose="020B0402040204020203" pitchFamily="34" charset="0"/>
                  <a:ea typeface="+mn-ea"/>
                  <a:cs typeface="Segoe UI Semilight" panose="020B0402040204020203" pitchFamily="34" charset="0"/>
                </a:rPr>
                <a:t>Global        Trusted        Hybrid</a:t>
              </a:r>
            </a:p>
          </p:txBody>
        </p:sp>
        <p:sp>
          <p:nvSpPr>
            <p:cNvPr id="11" name="Oval 10"/>
            <p:cNvSpPr/>
            <p:nvPr/>
          </p:nvSpPr>
          <p:spPr bwMode="auto">
            <a:xfrm>
              <a:off x="5469544" y="5098708"/>
              <a:ext cx="62247" cy="62247"/>
            </a:xfrm>
            <a:prstGeom prst="ellipse">
              <a:avLst/>
            </a:prstGeom>
            <a:solidFill>
              <a:schemeClr val="bg2">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68" tIns="149174" rIns="186468" bIns="149174" numCol="1" spcCol="0" rtlCol="0" fromWordArt="0" anchor="t" anchorCtr="0" forceAA="0" compatLnSpc="1">
              <a:prstTxWarp prst="textNoShape">
                <a:avLst/>
              </a:prstTxWarp>
              <a:noAutofit/>
            </a:bodyPr>
            <a:lstStyle/>
            <a:p>
              <a:pPr marL="0" marR="0" lvl="0" indent="0" algn="ctr" defTabSz="950663" rtl="0"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Oval 11"/>
            <p:cNvSpPr/>
            <p:nvPr/>
          </p:nvSpPr>
          <p:spPr bwMode="auto">
            <a:xfrm>
              <a:off x="7072254" y="5098708"/>
              <a:ext cx="62247" cy="62247"/>
            </a:xfrm>
            <a:prstGeom prst="ellipse">
              <a:avLst/>
            </a:prstGeom>
            <a:solidFill>
              <a:schemeClr val="bg2">
                <a:lumMod val="50000"/>
                <a:lumOff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68" tIns="149174" rIns="186468" bIns="149174" numCol="1" spcCol="0" rtlCol="0" fromWordArt="0" anchor="t" anchorCtr="0" forceAA="0" compatLnSpc="1">
              <a:prstTxWarp prst="textNoShape">
                <a:avLst/>
              </a:prstTxWarp>
              <a:noAutofit/>
            </a:bodyPr>
            <a:lstStyle/>
            <a:p>
              <a:pPr marL="0" marR="0" lvl="0" indent="0" algn="ctr" defTabSz="950663" rtl="0"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Freeform 5"/>
            <p:cNvSpPr>
              <a:spLocks noEditPoints="1"/>
            </p:cNvSpPr>
            <p:nvPr/>
          </p:nvSpPr>
          <p:spPr bwMode="auto">
            <a:xfrm>
              <a:off x="4863709" y="2014105"/>
              <a:ext cx="2708274" cy="1472300"/>
            </a:xfrm>
            <a:custGeom>
              <a:avLst/>
              <a:gdLst>
                <a:gd name="T0" fmla="*/ 316 w 407"/>
                <a:gd name="T1" fmla="*/ 220 h 220"/>
                <a:gd name="T2" fmla="*/ 71 w 407"/>
                <a:gd name="T3" fmla="*/ 220 h 220"/>
                <a:gd name="T4" fmla="*/ 0 w 407"/>
                <a:gd name="T5" fmla="*/ 148 h 220"/>
                <a:gd name="T6" fmla="*/ 7 w 407"/>
                <a:gd name="T7" fmla="*/ 118 h 220"/>
                <a:gd name="T8" fmla="*/ 71 w 407"/>
                <a:gd name="T9" fmla="*/ 76 h 220"/>
                <a:gd name="T10" fmla="*/ 105 w 407"/>
                <a:gd name="T11" fmla="*/ 84 h 220"/>
                <a:gd name="T12" fmla="*/ 211 w 407"/>
                <a:gd name="T13" fmla="*/ 0 h 220"/>
                <a:gd name="T14" fmla="*/ 294 w 407"/>
                <a:gd name="T15" fmla="*/ 38 h 220"/>
                <a:gd name="T16" fmla="*/ 316 w 407"/>
                <a:gd name="T17" fmla="*/ 35 h 220"/>
                <a:gd name="T18" fmla="*/ 407 w 407"/>
                <a:gd name="T19" fmla="*/ 128 h 220"/>
                <a:gd name="T20" fmla="*/ 316 w 407"/>
                <a:gd name="T21" fmla="*/ 220 h 220"/>
                <a:gd name="T22" fmla="*/ 71 w 407"/>
                <a:gd name="T23" fmla="*/ 84 h 220"/>
                <a:gd name="T24" fmla="*/ 14 w 407"/>
                <a:gd name="T25" fmla="*/ 121 h 220"/>
                <a:gd name="T26" fmla="*/ 8 w 407"/>
                <a:gd name="T27" fmla="*/ 148 h 220"/>
                <a:gd name="T28" fmla="*/ 71 w 407"/>
                <a:gd name="T29" fmla="*/ 212 h 220"/>
                <a:gd name="T30" fmla="*/ 316 w 407"/>
                <a:gd name="T31" fmla="*/ 212 h 220"/>
                <a:gd name="T32" fmla="*/ 399 w 407"/>
                <a:gd name="T33" fmla="*/ 128 h 220"/>
                <a:gd name="T34" fmla="*/ 316 w 407"/>
                <a:gd name="T35" fmla="*/ 43 h 220"/>
                <a:gd name="T36" fmla="*/ 293 w 407"/>
                <a:gd name="T37" fmla="*/ 46 h 220"/>
                <a:gd name="T38" fmla="*/ 291 w 407"/>
                <a:gd name="T39" fmla="*/ 47 h 220"/>
                <a:gd name="T40" fmla="*/ 289 w 407"/>
                <a:gd name="T41" fmla="*/ 45 h 220"/>
                <a:gd name="T42" fmla="*/ 211 w 407"/>
                <a:gd name="T43" fmla="*/ 8 h 220"/>
                <a:gd name="T44" fmla="*/ 111 w 407"/>
                <a:gd name="T45" fmla="*/ 91 h 220"/>
                <a:gd name="T46" fmla="*/ 110 w 407"/>
                <a:gd name="T47" fmla="*/ 97 h 220"/>
                <a:gd name="T48" fmla="*/ 105 w 407"/>
                <a:gd name="T49" fmla="*/ 94 h 220"/>
                <a:gd name="T50" fmla="*/ 71 w 407"/>
                <a:gd name="T51" fmla="*/ 8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7" h="220">
                  <a:moveTo>
                    <a:pt x="316" y="220"/>
                  </a:moveTo>
                  <a:cubicBezTo>
                    <a:pt x="71" y="220"/>
                    <a:pt x="71" y="220"/>
                    <a:pt x="71" y="220"/>
                  </a:cubicBezTo>
                  <a:cubicBezTo>
                    <a:pt x="32" y="220"/>
                    <a:pt x="0" y="188"/>
                    <a:pt x="0" y="148"/>
                  </a:cubicBezTo>
                  <a:cubicBezTo>
                    <a:pt x="0" y="137"/>
                    <a:pt x="2" y="127"/>
                    <a:pt x="7" y="118"/>
                  </a:cubicBezTo>
                  <a:cubicBezTo>
                    <a:pt x="18" y="92"/>
                    <a:pt x="44" y="76"/>
                    <a:pt x="71" y="76"/>
                  </a:cubicBezTo>
                  <a:cubicBezTo>
                    <a:pt x="83" y="76"/>
                    <a:pt x="94" y="79"/>
                    <a:pt x="105" y="84"/>
                  </a:cubicBezTo>
                  <a:cubicBezTo>
                    <a:pt x="116" y="35"/>
                    <a:pt x="160" y="0"/>
                    <a:pt x="211" y="0"/>
                  </a:cubicBezTo>
                  <a:cubicBezTo>
                    <a:pt x="243" y="0"/>
                    <a:pt x="273" y="14"/>
                    <a:pt x="294" y="38"/>
                  </a:cubicBezTo>
                  <a:cubicBezTo>
                    <a:pt x="301" y="36"/>
                    <a:pt x="308" y="35"/>
                    <a:pt x="316" y="35"/>
                  </a:cubicBezTo>
                  <a:cubicBezTo>
                    <a:pt x="366" y="35"/>
                    <a:pt x="407" y="77"/>
                    <a:pt x="407" y="128"/>
                  </a:cubicBezTo>
                  <a:cubicBezTo>
                    <a:pt x="407" y="179"/>
                    <a:pt x="366" y="220"/>
                    <a:pt x="316" y="220"/>
                  </a:cubicBezTo>
                  <a:close/>
                  <a:moveTo>
                    <a:pt x="71" y="84"/>
                  </a:moveTo>
                  <a:cubicBezTo>
                    <a:pt x="47" y="84"/>
                    <a:pt x="24" y="98"/>
                    <a:pt x="14" y="121"/>
                  </a:cubicBezTo>
                  <a:cubicBezTo>
                    <a:pt x="10" y="130"/>
                    <a:pt x="8" y="139"/>
                    <a:pt x="8" y="148"/>
                  </a:cubicBezTo>
                  <a:cubicBezTo>
                    <a:pt x="8" y="183"/>
                    <a:pt x="36" y="212"/>
                    <a:pt x="71" y="212"/>
                  </a:cubicBezTo>
                  <a:cubicBezTo>
                    <a:pt x="316" y="212"/>
                    <a:pt x="316" y="212"/>
                    <a:pt x="316" y="212"/>
                  </a:cubicBezTo>
                  <a:cubicBezTo>
                    <a:pt x="362" y="212"/>
                    <a:pt x="399" y="174"/>
                    <a:pt x="399" y="128"/>
                  </a:cubicBezTo>
                  <a:cubicBezTo>
                    <a:pt x="399" y="81"/>
                    <a:pt x="362" y="43"/>
                    <a:pt x="316" y="43"/>
                  </a:cubicBezTo>
                  <a:cubicBezTo>
                    <a:pt x="308" y="43"/>
                    <a:pt x="301" y="44"/>
                    <a:pt x="293" y="46"/>
                  </a:cubicBezTo>
                  <a:cubicBezTo>
                    <a:pt x="291" y="47"/>
                    <a:pt x="291" y="47"/>
                    <a:pt x="291" y="47"/>
                  </a:cubicBezTo>
                  <a:cubicBezTo>
                    <a:pt x="289" y="45"/>
                    <a:pt x="289" y="45"/>
                    <a:pt x="289" y="45"/>
                  </a:cubicBezTo>
                  <a:cubicBezTo>
                    <a:pt x="270" y="21"/>
                    <a:pt x="241" y="8"/>
                    <a:pt x="211" y="8"/>
                  </a:cubicBezTo>
                  <a:cubicBezTo>
                    <a:pt x="162" y="8"/>
                    <a:pt x="120" y="43"/>
                    <a:pt x="111" y="91"/>
                  </a:cubicBezTo>
                  <a:cubicBezTo>
                    <a:pt x="110" y="97"/>
                    <a:pt x="110" y="97"/>
                    <a:pt x="110" y="97"/>
                  </a:cubicBezTo>
                  <a:cubicBezTo>
                    <a:pt x="105" y="94"/>
                    <a:pt x="105" y="94"/>
                    <a:pt x="105" y="94"/>
                  </a:cubicBezTo>
                  <a:cubicBezTo>
                    <a:pt x="95" y="87"/>
                    <a:pt x="83" y="84"/>
                    <a:pt x="71" y="84"/>
                  </a:cubicBezTo>
                  <a:close/>
                </a:path>
              </a:pathLst>
            </a:custGeom>
            <a:solidFill>
              <a:schemeClr val="accent1"/>
            </a:solidFill>
            <a:ln>
              <a:solidFill>
                <a:schemeClr val="accent1"/>
              </a:solidFill>
            </a:ln>
          </p:spPr>
          <p:txBody>
            <a:bodyPr vert="horz" wrap="square" lIns="93247" tIns="46623" rIns="93247" bIns="46623" numCol="1" anchor="t" anchorCtr="0" compatLnSpc="1">
              <a:prstTxWarp prst="textNoShape">
                <a:avLst/>
              </a:prstTxWarp>
            </a:bodyPr>
            <a:lstStyle/>
            <a:p>
              <a:pPr marL="0" marR="0" lvl="0" indent="0" algn="l" defTabSz="932418"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sysClr val="windowText" lastClr="000000"/>
                </a:solidFill>
                <a:effectLst/>
                <a:uLnTx/>
                <a:uFillTx/>
                <a:latin typeface="Segoe UI"/>
                <a:ea typeface="+mn-ea"/>
                <a:cs typeface="+mn-cs"/>
              </a:endParaRPr>
            </a:p>
          </p:txBody>
        </p:sp>
      </p:grpSp>
    </p:spTree>
    <p:extLst>
      <p:ext uri="{BB962C8B-B14F-4D97-AF65-F5344CB8AC3E}">
        <p14:creationId xmlns:p14="http://schemas.microsoft.com/office/powerpoint/2010/main" val="3207763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16"/>
          <p:cNvSpPr/>
          <p:nvPr/>
        </p:nvSpPr>
        <p:spPr>
          <a:xfrm>
            <a:off x="804525" y="3834552"/>
            <a:ext cx="5125945" cy="1981782"/>
          </a:xfrm>
          <a:custGeom>
            <a:avLst/>
            <a:gdLst>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67150 w 6372225"/>
              <a:gd name="connsiteY10" fmla="*/ 1743075 h 1943100"/>
              <a:gd name="connsiteX11" fmla="*/ 3562350 w 6372225"/>
              <a:gd name="connsiteY11" fmla="*/ 1638300 h 1943100"/>
              <a:gd name="connsiteX12" fmla="*/ 3124200 w 6372225"/>
              <a:gd name="connsiteY12" fmla="*/ 1228725 h 1943100"/>
              <a:gd name="connsiteX13" fmla="*/ 2600325 w 6372225"/>
              <a:gd name="connsiteY13" fmla="*/ 876300 h 1943100"/>
              <a:gd name="connsiteX14" fmla="*/ 2085975 w 6372225"/>
              <a:gd name="connsiteY14" fmla="*/ 847725 h 1943100"/>
              <a:gd name="connsiteX15" fmla="*/ 1428750 w 6372225"/>
              <a:gd name="connsiteY15" fmla="*/ 1362075 h 1943100"/>
              <a:gd name="connsiteX16" fmla="*/ 1019175 w 6372225"/>
              <a:gd name="connsiteY16" fmla="*/ 1695450 h 1943100"/>
              <a:gd name="connsiteX17" fmla="*/ 581025 w 6372225"/>
              <a:gd name="connsiteY17" fmla="*/ 1562100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67150 w 6372225"/>
              <a:gd name="connsiteY10" fmla="*/ 1743075 h 1943100"/>
              <a:gd name="connsiteX11" fmla="*/ 3562350 w 6372225"/>
              <a:gd name="connsiteY11" fmla="*/ 1638300 h 1943100"/>
              <a:gd name="connsiteX12" fmla="*/ 3124200 w 6372225"/>
              <a:gd name="connsiteY12" fmla="*/ 1228725 h 1943100"/>
              <a:gd name="connsiteX13" fmla="*/ 2600325 w 6372225"/>
              <a:gd name="connsiteY13" fmla="*/ 876300 h 1943100"/>
              <a:gd name="connsiteX14" fmla="*/ 2085975 w 6372225"/>
              <a:gd name="connsiteY14" fmla="*/ 847725 h 1943100"/>
              <a:gd name="connsiteX15" fmla="*/ 1428750 w 6372225"/>
              <a:gd name="connsiteY15" fmla="*/ 1362075 h 1943100"/>
              <a:gd name="connsiteX16" fmla="*/ 1019175 w 6372225"/>
              <a:gd name="connsiteY16" fmla="*/ 1695450 h 1943100"/>
              <a:gd name="connsiteX17" fmla="*/ 581025 w 6372225"/>
              <a:gd name="connsiteY17" fmla="*/ 1562100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67150 w 6372225"/>
              <a:gd name="connsiteY10" fmla="*/ 1743075 h 1943100"/>
              <a:gd name="connsiteX11" fmla="*/ 3562350 w 6372225"/>
              <a:gd name="connsiteY11" fmla="*/ 1638300 h 1943100"/>
              <a:gd name="connsiteX12" fmla="*/ 3124200 w 6372225"/>
              <a:gd name="connsiteY12" fmla="*/ 1228725 h 1943100"/>
              <a:gd name="connsiteX13" fmla="*/ 2695575 w 6372225"/>
              <a:gd name="connsiteY13" fmla="*/ 885825 h 1943100"/>
              <a:gd name="connsiteX14" fmla="*/ 2085975 w 6372225"/>
              <a:gd name="connsiteY14" fmla="*/ 847725 h 1943100"/>
              <a:gd name="connsiteX15" fmla="*/ 1428750 w 6372225"/>
              <a:gd name="connsiteY15" fmla="*/ 1362075 h 1943100"/>
              <a:gd name="connsiteX16" fmla="*/ 1019175 w 6372225"/>
              <a:gd name="connsiteY16" fmla="*/ 1695450 h 1943100"/>
              <a:gd name="connsiteX17" fmla="*/ 581025 w 6372225"/>
              <a:gd name="connsiteY17" fmla="*/ 1562100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67150 w 6372225"/>
              <a:gd name="connsiteY10" fmla="*/ 1743075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085975 w 6372225"/>
              <a:gd name="connsiteY14" fmla="*/ 847725 h 1943100"/>
              <a:gd name="connsiteX15" fmla="*/ 1428750 w 6372225"/>
              <a:gd name="connsiteY15" fmla="*/ 1362075 h 1943100"/>
              <a:gd name="connsiteX16" fmla="*/ 1019175 w 6372225"/>
              <a:gd name="connsiteY16" fmla="*/ 1695450 h 1943100"/>
              <a:gd name="connsiteX17" fmla="*/ 581025 w 6372225"/>
              <a:gd name="connsiteY17" fmla="*/ 1562100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67150 w 6372225"/>
              <a:gd name="connsiteY10" fmla="*/ 1743075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085975 w 6372225"/>
              <a:gd name="connsiteY14" fmla="*/ 847725 h 1943100"/>
              <a:gd name="connsiteX15" fmla="*/ 1428750 w 6372225"/>
              <a:gd name="connsiteY15" fmla="*/ 1362075 h 1943100"/>
              <a:gd name="connsiteX16" fmla="*/ 1019175 w 6372225"/>
              <a:gd name="connsiteY16" fmla="*/ 1695450 h 1943100"/>
              <a:gd name="connsiteX17" fmla="*/ 581025 w 6372225"/>
              <a:gd name="connsiteY17" fmla="*/ 1562100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085975 w 6372225"/>
              <a:gd name="connsiteY14" fmla="*/ 847725 h 1943100"/>
              <a:gd name="connsiteX15" fmla="*/ 1428750 w 6372225"/>
              <a:gd name="connsiteY15" fmla="*/ 1362075 h 1943100"/>
              <a:gd name="connsiteX16" fmla="*/ 1019175 w 6372225"/>
              <a:gd name="connsiteY16" fmla="*/ 1695450 h 1943100"/>
              <a:gd name="connsiteX17" fmla="*/ 581025 w 6372225"/>
              <a:gd name="connsiteY17" fmla="*/ 1562100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085975 w 6372225"/>
              <a:gd name="connsiteY14" fmla="*/ 847725 h 1943100"/>
              <a:gd name="connsiteX15" fmla="*/ 1428750 w 6372225"/>
              <a:gd name="connsiteY15" fmla="*/ 1362075 h 1943100"/>
              <a:gd name="connsiteX16" fmla="*/ 1019175 w 6372225"/>
              <a:gd name="connsiteY16" fmla="*/ 1695450 h 1943100"/>
              <a:gd name="connsiteX17" fmla="*/ 600075 w 6372225"/>
              <a:gd name="connsiteY17" fmla="*/ 1514475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085975 w 6372225"/>
              <a:gd name="connsiteY14" fmla="*/ 847725 h 1943100"/>
              <a:gd name="connsiteX15" fmla="*/ 1428750 w 6372225"/>
              <a:gd name="connsiteY15" fmla="*/ 1362075 h 1943100"/>
              <a:gd name="connsiteX16" fmla="*/ 1019175 w 6372225"/>
              <a:gd name="connsiteY16" fmla="*/ 1695450 h 1943100"/>
              <a:gd name="connsiteX17" fmla="*/ 600075 w 6372225"/>
              <a:gd name="connsiteY17" fmla="*/ 1514475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1019175 w 6372225"/>
              <a:gd name="connsiteY16" fmla="*/ 1695450 h 1943100"/>
              <a:gd name="connsiteX17" fmla="*/ 600075 w 6372225"/>
              <a:gd name="connsiteY17" fmla="*/ 1514475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1019175 w 6372225"/>
              <a:gd name="connsiteY16" fmla="*/ 1695450 h 1943100"/>
              <a:gd name="connsiteX17" fmla="*/ 600075 w 6372225"/>
              <a:gd name="connsiteY17" fmla="*/ 1514475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1019175 w 6372225"/>
              <a:gd name="connsiteY16" fmla="*/ 1695450 h 1943100"/>
              <a:gd name="connsiteX17" fmla="*/ 600075 w 6372225"/>
              <a:gd name="connsiteY17" fmla="*/ 1514475 h 1943100"/>
              <a:gd name="connsiteX18" fmla="*/ 419100 w 6372225"/>
              <a:gd name="connsiteY18" fmla="*/ 1495425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1019175 w 6372225"/>
              <a:gd name="connsiteY16" fmla="*/ 1695450 h 1943100"/>
              <a:gd name="connsiteX17" fmla="*/ 600075 w 6372225"/>
              <a:gd name="connsiteY17" fmla="*/ 1514475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1019175 w 6372225"/>
              <a:gd name="connsiteY16" fmla="*/ 1695450 h 1943100"/>
              <a:gd name="connsiteX17" fmla="*/ 600075 w 6372225"/>
              <a:gd name="connsiteY17" fmla="*/ 1514475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1019175 w 6372225"/>
              <a:gd name="connsiteY16" fmla="*/ 1695450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1019175 w 6372225"/>
              <a:gd name="connsiteY16" fmla="*/ 1695450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998042 w 6372225"/>
              <a:gd name="connsiteY16" fmla="*/ 1678781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998042 w 6372225"/>
              <a:gd name="connsiteY16" fmla="*/ 1678781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28750 w 6372225"/>
              <a:gd name="connsiteY15" fmla="*/ 1362075 h 1943100"/>
              <a:gd name="connsiteX16" fmla="*/ 998042 w 6372225"/>
              <a:gd name="connsiteY16" fmla="*/ 1678781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61961 w 6372225"/>
              <a:gd name="connsiteY15" fmla="*/ 1376362 h 1943100"/>
              <a:gd name="connsiteX16" fmla="*/ 998042 w 6372225"/>
              <a:gd name="connsiteY16" fmla="*/ 1678781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95575 w 6372225"/>
              <a:gd name="connsiteY13" fmla="*/ 885825 h 1943100"/>
              <a:gd name="connsiteX14" fmla="*/ 2114550 w 6372225"/>
              <a:gd name="connsiteY14" fmla="*/ 857250 h 1943100"/>
              <a:gd name="connsiteX15" fmla="*/ 1461961 w 6372225"/>
              <a:gd name="connsiteY15" fmla="*/ 1376362 h 1943100"/>
              <a:gd name="connsiteX16" fmla="*/ 998042 w 6372225"/>
              <a:gd name="connsiteY16" fmla="*/ 1678781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65385 w 6372225"/>
              <a:gd name="connsiteY13" fmla="*/ 859631 h 1943100"/>
              <a:gd name="connsiteX14" fmla="*/ 2114550 w 6372225"/>
              <a:gd name="connsiteY14" fmla="*/ 857250 h 1943100"/>
              <a:gd name="connsiteX15" fmla="*/ 1461961 w 6372225"/>
              <a:gd name="connsiteY15" fmla="*/ 1376362 h 1943100"/>
              <a:gd name="connsiteX16" fmla="*/ 998042 w 6372225"/>
              <a:gd name="connsiteY16" fmla="*/ 1678781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24350 w 6372225"/>
              <a:gd name="connsiteY8" fmla="*/ 0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62366 w 6372225"/>
              <a:gd name="connsiteY13" fmla="*/ 866775 h 1943100"/>
              <a:gd name="connsiteX14" fmla="*/ 2114550 w 6372225"/>
              <a:gd name="connsiteY14" fmla="*/ 857250 h 1943100"/>
              <a:gd name="connsiteX15" fmla="*/ 1461961 w 6372225"/>
              <a:gd name="connsiteY15" fmla="*/ 1376362 h 1943100"/>
              <a:gd name="connsiteX16" fmla="*/ 998042 w 6372225"/>
              <a:gd name="connsiteY16" fmla="*/ 1678781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00197 w 6372225"/>
              <a:gd name="connsiteY8" fmla="*/ 69057 h 1943100"/>
              <a:gd name="connsiteX9" fmla="*/ 4029075 w 6372225"/>
              <a:gd name="connsiteY9" fmla="*/ 1314450 h 1943100"/>
              <a:gd name="connsiteX10" fmla="*/ 3876675 w 6372225"/>
              <a:gd name="connsiteY10" fmla="*/ 1809750 h 1943100"/>
              <a:gd name="connsiteX11" fmla="*/ 3600450 w 6372225"/>
              <a:gd name="connsiteY11" fmla="*/ 1600200 h 1943100"/>
              <a:gd name="connsiteX12" fmla="*/ 3124200 w 6372225"/>
              <a:gd name="connsiteY12" fmla="*/ 1228725 h 1943100"/>
              <a:gd name="connsiteX13" fmla="*/ 2662366 w 6372225"/>
              <a:gd name="connsiteY13" fmla="*/ 866775 h 1943100"/>
              <a:gd name="connsiteX14" fmla="*/ 2114550 w 6372225"/>
              <a:gd name="connsiteY14" fmla="*/ 857250 h 1943100"/>
              <a:gd name="connsiteX15" fmla="*/ 1461961 w 6372225"/>
              <a:gd name="connsiteY15" fmla="*/ 1376362 h 1943100"/>
              <a:gd name="connsiteX16" fmla="*/ 998042 w 6372225"/>
              <a:gd name="connsiteY16" fmla="*/ 1678781 h 1943100"/>
              <a:gd name="connsiteX17" fmla="*/ 594036 w 6372225"/>
              <a:gd name="connsiteY17" fmla="*/ 1504950 h 1943100"/>
              <a:gd name="connsiteX18" fmla="*/ 385889 w 6372225"/>
              <a:gd name="connsiteY18" fmla="*/ 1504950 h 1943100"/>
              <a:gd name="connsiteX19" fmla="*/ 85725 w 6372225"/>
              <a:gd name="connsiteY19" fmla="*/ 1781175 h 1943100"/>
              <a:gd name="connsiteX20" fmla="*/ 0 w 6372225"/>
              <a:gd name="connsiteY20" fmla="*/ 1914525 h 1943100"/>
              <a:gd name="connsiteX0" fmla="*/ 0 w 6372225"/>
              <a:gd name="connsiteY0" fmla="*/ 1914525 h 1943100"/>
              <a:gd name="connsiteX1" fmla="*/ 6372225 w 6372225"/>
              <a:gd name="connsiteY1" fmla="*/ 1943100 h 1943100"/>
              <a:gd name="connsiteX2" fmla="*/ 6372225 w 6372225"/>
              <a:gd name="connsiteY2" fmla="*/ 1543050 h 1943100"/>
              <a:gd name="connsiteX3" fmla="*/ 5810250 w 6372225"/>
              <a:gd name="connsiteY3" fmla="*/ 1543050 h 1943100"/>
              <a:gd name="connsiteX4" fmla="*/ 5343525 w 6372225"/>
              <a:gd name="connsiteY4" fmla="*/ 1752600 h 1943100"/>
              <a:gd name="connsiteX5" fmla="*/ 5133975 w 6372225"/>
              <a:gd name="connsiteY5" fmla="*/ 1743075 h 1943100"/>
              <a:gd name="connsiteX6" fmla="*/ 4733925 w 6372225"/>
              <a:gd name="connsiteY6" fmla="*/ 504825 h 1943100"/>
              <a:gd name="connsiteX7" fmla="*/ 4467225 w 6372225"/>
              <a:gd name="connsiteY7" fmla="*/ 0 h 1943100"/>
              <a:gd name="connsiteX8" fmla="*/ 4361948 w 6372225"/>
              <a:gd name="connsiteY8" fmla="*/ 5050 h 1943100"/>
              <a:gd name="connsiteX9" fmla="*/ 4300197 w 6372225"/>
              <a:gd name="connsiteY9" fmla="*/ 69057 h 1943100"/>
              <a:gd name="connsiteX10" fmla="*/ 4029075 w 6372225"/>
              <a:gd name="connsiteY10" fmla="*/ 1314450 h 1943100"/>
              <a:gd name="connsiteX11" fmla="*/ 3876675 w 6372225"/>
              <a:gd name="connsiteY11" fmla="*/ 1809750 h 1943100"/>
              <a:gd name="connsiteX12" fmla="*/ 3600450 w 6372225"/>
              <a:gd name="connsiteY12" fmla="*/ 1600200 h 1943100"/>
              <a:gd name="connsiteX13" fmla="*/ 3124200 w 6372225"/>
              <a:gd name="connsiteY13" fmla="*/ 1228725 h 1943100"/>
              <a:gd name="connsiteX14" fmla="*/ 2662366 w 6372225"/>
              <a:gd name="connsiteY14" fmla="*/ 866775 h 1943100"/>
              <a:gd name="connsiteX15" fmla="*/ 2114550 w 6372225"/>
              <a:gd name="connsiteY15" fmla="*/ 857250 h 1943100"/>
              <a:gd name="connsiteX16" fmla="*/ 1461961 w 6372225"/>
              <a:gd name="connsiteY16" fmla="*/ 1376362 h 1943100"/>
              <a:gd name="connsiteX17" fmla="*/ 998042 w 6372225"/>
              <a:gd name="connsiteY17" fmla="*/ 1678781 h 1943100"/>
              <a:gd name="connsiteX18" fmla="*/ 594036 w 6372225"/>
              <a:gd name="connsiteY18" fmla="*/ 1504950 h 1943100"/>
              <a:gd name="connsiteX19" fmla="*/ 385889 w 6372225"/>
              <a:gd name="connsiteY19" fmla="*/ 1504950 h 1943100"/>
              <a:gd name="connsiteX20" fmla="*/ 85725 w 6372225"/>
              <a:gd name="connsiteY20" fmla="*/ 1781175 h 1943100"/>
              <a:gd name="connsiteX21" fmla="*/ 0 w 6372225"/>
              <a:gd name="connsiteY21" fmla="*/ 1914525 h 1943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372225" h="1943100">
                <a:moveTo>
                  <a:pt x="0" y="1914525"/>
                </a:moveTo>
                <a:lnTo>
                  <a:pt x="6372225" y="1943100"/>
                </a:lnTo>
                <a:lnTo>
                  <a:pt x="6372225" y="1543050"/>
                </a:lnTo>
                <a:lnTo>
                  <a:pt x="5810250" y="1543050"/>
                </a:lnTo>
                <a:lnTo>
                  <a:pt x="5343525" y="1752600"/>
                </a:lnTo>
                <a:lnTo>
                  <a:pt x="5133975" y="1743075"/>
                </a:lnTo>
                <a:lnTo>
                  <a:pt x="4733925" y="504825"/>
                </a:lnTo>
                <a:lnTo>
                  <a:pt x="4467225" y="0"/>
                </a:lnTo>
                <a:cubicBezTo>
                  <a:pt x="4434145" y="12796"/>
                  <a:pt x="4395028" y="-7746"/>
                  <a:pt x="4361948" y="5050"/>
                </a:cubicBezTo>
                <a:lnTo>
                  <a:pt x="4300197" y="69057"/>
                </a:lnTo>
                <a:lnTo>
                  <a:pt x="4029075" y="1314450"/>
                </a:lnTo>
                <a:lnTo>
                  <a:pt x="3876675" y="1809750"/>
                </a:lnTo>
                <a:cubicBezTo>
                  <a:pt x="3787775" y="1762125"/>
                  <a:pt x="3698875" y="1704975"/>
                  <a:pt x="3600450" y="1600200"/>
                </a:cubicBezTo>
                <a:lnTo>
                  <a:pt x="3124200" y="1228725"/>
                </a:lnTo>
                <a:lnTo>
                  <a:pt x="2662366" y="866775"/>
                </a:lnTo>
                <a:cubicBezTo>
                  <a:pt x="2490916" y="857250"/>
                  <a:pt x="2447925" y="733425"/>
                  <a:pt x="2114550" y="857250"/>
                </a:cubicBezTo>
                <a:cubicBezTo>
                  <a:pt x="1897020" y="1030287"/>
                  <a:pt x="1745913" y="1127125"/>
                  <a:pt x="1461961" y="1376362"/>
                </a:cubicBezTo>
                <a:cubicBezTo>
                  <a:pt x="1318392" y="1481931"/>
                  <a:pt x="1205013" y="1585119"/>
                  <a:pt x="998042" y="1678781"/>
                </a:cubicBezTo>
                <a:cubicBezTo>
                  <a:pt x="867399" y="1670844"/>
                  <a:pt x="833835" y="1660525"/>
                  <a:pt x="594036" y="1504950"/>
                </a:cubicBezTo>
                <a:cubicBezTo>
                  <a:pt x="522641" y="1501775"/>
                  <a:pt x="508608" y="1467643"/>
                  <a:pt x="385889" y="1504950"/>
                </a:cubicBezTo>
                <a:lnTo>
                  <a:pt x="85725" y="1781175"/>
                </a:lnTo>
                <a:lnTo>
                  <a:pt x="0" y="1914525"/>
                </a:lnTo>
                <a:close/>
              </a:path>
            </a:pathLst>
          </a:custGeom>
        </p:spPr>
        <p:style>
          <a:lnRef idx="1">
            <a:schemeClr val="accent3"/>
          </a:lnRef>
          <a:fillRef idx="3">
            <a:schemeClr val="accent3"/>
          </a:fillRef>
          <a:effectRef idx="2">
            <a:schemeClr val="accent3"/>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2064" name="Freeform 2063"/>
          <p:cNvSpPr/>
          <p:nvPr/>
        </p:nvSpPr>
        <p:spPr>
          <a:xfrm>
            <a:off x="781538" y="3732548"/>
            <a:ext cx="5143891" cy="2078928"/>
          </a:xfrm>
          <a:custGeom>
            <a:avLst/>
            <a:gdLst>
              <a:gd name="connsiteX0" fmla="*/ 4991100 w 5010150"/>
              <a:gd name="connsiteY0" fmla="*/ 2047875 h 2047875"/>
              <a:gd name="connsiteX1" fmla="*/ 0 w 5010150"/>
              <a:gd name="connsiteY1" fmla="*/ 2019300 h 2047875"/>
              <a:gd name="connsiteX2" fmla="*/ 533400 w 5010150"/>
              <a:gd name="connsiteY2" fmla="*/ 1504950 h 2047875"/>
              <a:gd name="connsiteX3" fmla="*/ 1371600 w 5010150"/>
              <a:gd name="connsiteY3" fmla="*/ 1495425 h 2047875"/>
              <a:gd name="connsiteX4" fmla="*/ 2228850 w 5010150"/>
              <a:gd name="connsiteY4" fmla="*/ 752475 h 2047875"/>
              <a:gd name="connsiteX5" fmla="*/ 3429000 w 5010150"/>
              <a:gd name="connsiteY5" fmla="*/ 762000 h 2047875"/>
              <a:gd name="connsiteX6" fmla="*/ 3695700 w 5010150"/>
              <a:gd name="connsiteY6" fmla="*/ 0 h 2047875"/>
              <a:gd name="connsiteX7" fmla="*/ 5010150 w 5010150"/>
              <a:gd name="connsiteY7" fmla="*/ 0 h 2047875"/>
              <a:gd name="connsiteX8" fmla="*/ 4991100 w 5010150"/>
              <a:gd name="connsiteY8" fmla="*/ 2047875 h 2047875"/>
              <a:gd name="connsiteX0" fmla="*/ 4991100 w 5010150"/>
              <a:gd name="connsiteY0" fmla="*/ 2047875 h 2047875"/>
              <a:gd name="connsiteX1" fmla="*/ 0 w 5010150"/>
              <a:gd name="connsiteY1" fmla="*/ 2019300 h 2047875"/>
              <a:gd name="connsiteX2" fmla="*/ 800100 w 5010150"/>
              <a:gd name="connsiteY2" fmla="*/ 1495425 h 2047875"/>
              <a:gd name="connsiteX3" fmla="*/ 1371600 w 5010150"/>
              <a:gd name="connsiteY3" fmla="*/ 1495425 h 2047875"/>
              <a:gd name="connsiteX4" fmla="*/ 2228850 w 5010150"/>
              <a:gd name="connsiteY4" fmla="*/ 752475 h 2047875"/>
              <a:gd name="connsiteX5" fmla="*/ 3429000 w 5010150"/>
              <a:gd name="connsiteY5" fmla="*/ 762000 h 2047875"/>
              <a:gd name="connsiteX6" fmla="*/ 3695700 w 5010150"/>
              <a:gd name="connsiteY6" fmla="*/ 0 h 2047875"/>
              <a:gd name="connsiteX7" fmla="*/ 5010150 w 5010150"/>
              <a:gd name="connsiteY7" fmla="*/ 0 h 2047875"/>
              <a:gd name="connsiteX8" fmla="*/ 4991100 w 5010150"/>
              <a:gd name="connsiteY8" fmla="*/ 2047875 h 2047875"/>
              <a:gd name="connsiteX0" fmla="*/ 4991100 w 5010150"/>
              <a:gd name="connsiteY0" fmla="*/ 2047875 h 2047875"/>
              <a:gd name="connsiteX1" fmla="*/ 0 w 5010150"/>
              <a:gd name="connsiteY1" fmla="*/ 2019300 h 2047875"/>
              <a:gd name="connsiteX2" fmla="*/ 800100 w 5010150"/>
              <a:gd name="connsiteY2" fmla="*/ 1495425 h 2047875"/>
              <a:gd name="connsiteX3" fmla="*/ 1543050 w 5010150"/>
              <a:gd name="connsiteY3" fmla="*/ 1495425 h 2047875"/>
              <a:gd name="connsiteX4" fmla="*/ 2228850 w 5010150"/>
              <a:gd name="connsiteY4" fmla="*/ 752475 h 2047875"/>
              <a:gd name="connsiteX5" fmla="*/ 3429000 w 5010150"/>
              <a:gd name="connsiteY5" fmla="*/ 762000 h 2047875"/>
              <a:gd name="connsiteX6" fmla="*/ 3695700 w 5010150"/>
              <a:gd name="connsiteY6" fmla="*/ 0 h 2047875"/>
              <a:gd name="connsiteX7" fmla="*/ 5010150 w 5010150"/>
              <a:gd name="connsiteY7" fmla="*/ 0 h 2047875"/>
              <a:gd name="connsiteX8" fmla="*/ 4991100 w 5010150"/>
              <a:gd name="connsiteY8" fmla="*/ 2047875 h 2047875"/>
              <a:gd name="connsiteX0" fmla="*/ 4991100 w 5010150"/>
              <a:gd name="connsiteY0" fmla="*/ 2047875 h 2047875"/>
              <a:gd name="connsiteX1" fmla="*/ 0 w 5010150"/>
              <a:gd name="connsiteY1" fmla="*/ 2019300 h 2047875"/>
              <a:gd name="connsiteX2" fmla="*/ 800100 w 5010150"/>
              <a:gd name="connsiteY2" fmla="*/ 1495425 h 2047875"/>
              <a:gd name="connsiteX3" fmla="*/ 1543050 w 5010150"/>
              <a:gd name="connsiteY3" fmla="*/ 1495425 h 2047875"/>
              <a:gd name="connsiteX4" fmla="*/ 2566987 w 5010150"/>
              <a:gd name="connsiteY4" fmla="*/ 757238 h 2047875"/>
              <a:gd name="connsiteX5" fmla="*/ 3429000 w 5010150"/>
              <a:gd name="connsiteY5" fmla="*/ 762000 h 2047875"/>
              <a:gd name="connsiteX6" fmla="*/ 3695700 w 5010150"/>
              <a:gd name="connsiteY6" fmla="*/ 0 h 2047875"/>
              <a:gd name="connsiteX7" fmla="*/ 5010150 w 5010150"/>
              <a:gd name="connsiteY7" fmla="*/ 0 h 2047875"/>
              <a:gd name="connsiteX8" fmla="*/ 4991100 w 5010150"/>
              <a:gd name="connsiteY8" fmla="*/ 2047875 h 2047875"/>
              <a:gd name="connsiteX0" fmla="*/ 4991100 w 5010150"/>
              <a:gd name="connsiteY0" fmla="*/ 2047875 h 2047875"/>
              <a:gd name="connsiteX1" fmla="*/ 0 w 5010150"/>
              <a:gd name="connsiteY1" fmla="*/ 2019300 h 2047875"/>
              <a:gd name="connsiteX2" fmla="*/ 800100 w 5010150"/>
              <a:gd name="connsiteY2" fmla="*/ 1495425 h 2047875"/>
              <a:gd name="connsiteX3" fmla="*/ 1543050 w 5010150"/>
              <a:gd name="connsiteY3" fmla="*/ 1495425 h 2047875"/>
              <a:gd name="connsiteX4" fmla="*/ 2566987 w 5010150"/>
              <a:gd name="connsiteY4" fmla="*/ 757238 h 2047875"/>
              <a:gd name="connsiteX5" fmla="*/ 3429000 w 5010150"/>
              <a:gd name="connsiteY5" fmla="*/ 762000 h 2047875"/>
              <a:gd name="connsiteX6" fmla="*/ 4205288 w 5010150"/>
              <a:gd name="connsiteY6" fmla="*/ 0 h 2047875"/>
              <a:gd name="connsiteX7" fmla="*/ 5010150 w 5010150"/>
              <a:gd name="connsiteY7" fmla="*/ 0 h 2047875"/>
              <a:gd name="connsiteX8" fmla="*/ 4991100 w 5010150"/>
              <a:gd name="connsiteY8" fmla="*/ 2047875 h 2047875"/>
              <a:gd name="connsiteX0" fmla="*/ 5043488 w 5043488"/>
              <a:gd name="connsiteY0" fmla="*/ 2038350 h 2038350"/>
              <a:gd name="connsiteX1" fmla="*/ 0 w 5043488"/>
              <a:gd name="connsiteY1" fmla="*/ 2019300 h 2038350"/>
              <a:gd name="connsiteX2" fmla="*/ 800100 w 5043488"/>
              <a:gd name="connsiteY2" fmla="*/ 1495425 h 2038350"/>
              <a:gd name="connsiteX3" fmla="*/ 1543050 w 5043488"/>
              <a:gd name="connsiteY3" fmla="*/ 1495425 h 2038350"/>
              <a:gd name="connsiteX4" fmla="*/ 2566987 w 5043488"/>
              <a:gd name="connsiteY4" fmla="*/ 757238 h 2038350"/>
              <a:gd name="connsiteX5" fmla="*/ 3429000 w 5043488"/>
              <a:gd name="connsiteY5" fmla="*/ 762000 h 2038350"/>
              <a:gd name="connsiteX6" fmla="*/ 4205288 w 5043488"/>
              <a:gd name="connsiteY6" fmla="*/ 0 h 2038350"/>
              <a:gd name="connsiteX7" fmla="*/ 5010150 w 5043488"/>
              <a:gd name="connsiteY7" fmla="*/ 0 h 2038350"/>
              <a:gd name="connsiteX8" fmla="*/ 5043488 w 5043488"/>
              <a:gd name="connsiteY8" fmla="*/ 203835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43488" h="2038350">
                <a:moveTo>
                  <a:pt x="5043488" y="2038350"/>
                </a:moveTo>
                <a:lnTo>
                  <a:pt x="0" y="2019300"/>
                </a:lnTo>
                <a:lnTo>
                  <a:pt x="800100" y="1495425"/>
                </a:lnTo>
                <a:lnTo>
                  <a:pt x="1543050" y="1495425"/>
                </a:lnTo>
                <a:lnTo>
                  <a:pt x="2566987" y="757238"/>
                </a:lnTo>
                <a:lnTo>
                  <a:pt x="3429000" y="762000"/>
                </a:lnTo>
                <a:lnTo>
                  <a:pt x="4205288" y="0"/>
                </a:lnTo>
                <a:lnTo>
                  <a:pt x="5010150" y="0"/>
                </a:lnTo>
                <a:lnTo>
                  <a:pt x="5043488" y="2038350"/>
                </a:lnTo>
                <a:close/>
              </a:path>
            </a:pathLst>
          </a:custGeom>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cxnSp>
        <p:nvCxnSpPr>
          <p:cNvPr id="5" name="Straight Connector 4"/>
          <p:cNvCxnSpPr/>
          <p:nvPr/>
        </p:nvCxnSpPr>
        <p:spPr>
          <a:xfrm>
            <a:off x="781538" y="2785373"/>
            <a:ext cx="0" cy="3021246"/>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781539" y="5806619"/>
            <a:ext cx="5148932"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888684" y="5877536"/>
            <a:ext cx="918822" cy="512317"/>
          </a:xfrm>
          <a:prstGeom prst="rect">
            <a:avLst/>
          </a:prstGeom>
          <a:noFill/>
        </p:spPr>
        <p:txBody>
          <a:bodyPr wrap="none" lIns="0" tIns="0" rIns="0" bIns="0" rtlCol="0">
            <a:spAutoFit/>
          </a:bodyPr>
          <a:lstStyle/>
          <a:p>
            <a:r>
              <a:rPr lang="en-US" sz="3264" dirty="0">
                <a:gradFill>
                  <a:gsLst>
                    <a:gs pos="0">
                      <a:schemeClr val="tx1"/>
                    </a:gs>
                    <a:gs pos="86000">
                      <a:schemeClr val="tx1"/>
                    </a:gs>
                  </a:gsLst>
                  <a:lin ang="5400000" scaled="0"/>
                </a:gradFill>
              </a:rPr>
              <a:t>Time</a:t>
            </a:r>
          </a:p>
        </p:txBody>
      </p:sp>
      <p:sp>
        <p:nvSpPr>
          <p:cNvPr id="9" name="TextBox 8"/>
          <p:cNvSpPr txBox="1"/>
          <p:nvPr/>
        </p:nvSpPr>
        <p:spPr>
          <a:xfrm rot="16200000">
            <a:off x="-394771" y="3908691"/>
            <a:ext cx="1602216" cy="512317"/>
          </a:xfrm>
          <a:prstGeom prst="rect">
            <a:avLst/>
          </a:prstGeom>
          <a:noFill/>
        </p:spPr>
        <p:txBody>
          <a:bodyPr wrap="none" lIns="0" tIns="0" rIns="0" bIns="0" rtlCol="0">
            <a:spAutoFit/>
          </a:bodyPr>
          <a:lstStyle/>
          <a:p>
            <a:r>
              <a:rPr lang="en-US" sz="3264" dirty="0">
                <a:gradFill>
                  <a:gsLst>
                    <a:gs pos="0">
                      <a:schemeClr val="tx1"/>
                    </a:gs>
                    <a:gs pos="86000">
                      <a:schemeClr val="tx1"/>
                    </a:gs>
                  </a:gsLst>
                  <a:lin ang="5400000" scaled="0"/>
                </a:gradFill>
              </a:rPr>
              <a:t>Demand</a:t>
            </a:r>
          </a:p>
        </p:txBody>
      </p:sp>
      <p:sp>
        <p:nvSpPr>
          <p:cNvPr id="10" name="Freeform 9"/>
          <p:cNvSpPr/>
          <p:nvPr/>
        </p:nvSpPr>
        <p:spPr>
          <a:xfrm>
            <a:off x="789201" y="3824837"/>
            <a:ext cx="5133608" cy="1981782"/>
          </a:xfrm>
          <a:custGeom>
            <a:avLst/>
            <a:gdLst>
              <a:gd name="connsiteX0" fmla="*/ 0 w 6381750"/>
              <a:gd name="connsiteY0" fmla="*/ 2479798 h 2479798"/>
              <a:gd name="connsiteX1" fmla="*/ 476250 w 6381750"/>
              <a:gd name="connsiteY1" fmla="*/ 1898773 h 2479798"/>
              <a:gd name="connsiteX2" fmla="*/ 1085850 w 6381750"/>
              <a:gd name="connsiteY2" fmla="*/ 2117848 h 2479798"/>
              <a:gd name="connsiteX3" fmla="*/ 2324100 w 6381750"/>
              <a:gd name="connsiteY3" fmla="*/ 1022473 h 2479798"/>
              <a:gd name="connsiteX4" fmla="*/ 3371850 w 6381750"/>
              <a:gd name="connsiteY4" fmla="*/ 1765423 h 2479798"/>
              <a:gd name="connsiteX5" fmla="*/ 3905250 w 6381750"/>
              <a:gd name="connsiteY5" fmla="*/ 2232148 h 2479798"/>
              <a:gd name="connsiteX6" fmla="*/ 4362450 w 6381750"/>
              <a:gd name="connsiteY6" fmla="*/ 31873 h 2479798"/>
              <a:gd name="connsiteX7" fmla="*/ 4867275 w 6381750"/>
              <a:gd name="connsiteY7" fmla="*/ 1012948 h 2479798"/>
              <a:gd name="connsiteX8" fmla="*/ 5172075 w 6381750"/>
              <a:gd name="connsiteY8" fmla="*/ 2213098 h 2479798"/>
              <a:gd name="connsiteX9" fmla="*/ 5791200 w 6381750"/>
              <a:gd name="connsiteY9" fmla="*/ 1984498 h 2479798"/>
              <a:gd name="connsiteX10" fmla="*/ 6381750 w 6381750"/>
              <a:gd name="connsiteY10" fmla="*/ 1955923 h 247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81750" h="2479798">
                <a:moveTo>
                  <a:pt x="0" y="2479798"/>
                </a:moveTo>
                <a:cubicBezTo>
                  <a:pt x="147637" y="2219448"/>
                  <a:pt x="295275" y="1959098"/>
                  <a:pt x="476250" y="1898773"/>
                </a:cubicBezTo>
                <a:cubicBezTo>
                  <a:pt x="657225" y="1838448"/>
                  <a:pt x="777875" y="2263898"/>
                  <a:pt x="1085850" y="2117848"/>
                </a:cubicBezTo>
                <a:cubicBezTo>
                  <a:pt x="1393825" y="1971798"/>
                  <a:pt x="1943100" y="1081210"/>
                  <a:pt x="2324100" y="1022473"/>
                </a:cubicBezTo>
                <a:cubicBezTo>
                  <a:pt x="2705100" y="963736"/>
                  <a:pt x="3108325" y="1563811"/>
                  <a:pt x="3371850" y="1765423"/>
                </a:cubicBezTo>
                <a:cubicBezTo>
                  <a:pt x="3635375" y="1967035"/>
                  <a:pt x="3740150" y="2521073"/>
                  <a:pt x="3905250" y="2232148"/>
                </a:cubicBezTo>
                <a:cubicBezTo>
                  <a:pt x="4070350" y="1943223"/>
                  <a:pt x="4202113" y="235073"/>
                  <a:pt x="4362450" y="31873"/>
                </a:cubicBezTo>
                <a:cubicBezTo>
                  <a:pt x="4522787" y="-171327"/>
                  <a:pt x="4732337" y="649410"/>
                  <a:pt x="4867275" y="1012948"/>
                </a:cubicBezTo>
                <a:cubicBezTo>
                  <a:pt x="5002213" y="1376486"/>
                  <a:pt x="5018088" y="2051173"/>
                  <a:pt x="5172075" y="2213098"/>
                </a:cubicBezTo>
                <a:cubicBezTo>
                  <a:pt x="5326062" y="2375023"/>
                  <a:pt x="5589588" y="2027360"/>
                  <a:pt x="5791200" y="1984498"/>
                </a:cubicBezTo>
                <a:cubicBezTo>
                  <a:pt x="5992812" y="1941636"/>
                  <a:pt x="6187281" y="1948779"/>
                  <a:pt x="6381750" y="1955923"/>
                </a:cubicBezTo>
              </a:path>
            </a:pathLst>
          </a:cu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sz="1836"/>
          </a:p>
        </p:txBody>
      </p:sp>
      <p:sp>
        <p:nvSpPr>
          <p:cNvPr id="2056" name="Freeform 2055"/>
          <p:cNvSpPr/>
          <p:nvPr/>
        </p:nvSpPr>
        <p:spPr>
          <a:xfrm>
            <a:off x="6691017" y="3652696"/>
            <a:ext cx="5105031" cy="2166360"/>
          </a:xfrm>
          <a:custGeom>
            <a:avLst/>
            <a:gdLst>
              <a:gd name="connsiteX0" fmla="*/ 0 w 5005387"/>
              <a:gd name="connsiteY0" fmla="*/ 2119313 h 2124075"/>
              <a:gd name="connsiteX1" fmla="*/ 4995862 w 5005387"/>
              <a:gd name="connsiteY1" fmla="*/ 2124075 h 2124075"/>
              <a:gd name="connsiteX2" fmla="*/ 5005387 w 5005387"/>
              <a:gd name="connsiteY2" fmla="*/ 1609725 h 2124075"/>
              <a:gd name="connsiteX3" fmla="*/ 4814887 w 5005387"/>
              <a:gd name="connsiteY3" fmla="*/ 1619250 h 2124075"/>
              <a:gd name="connsiteX4" fmla="*/ 4633912 w 5005387"/>
              <a:gd name="connsiteY4" fmla="*/ 1624013 h 2124075"/>
              <a:gd name="connsiteX5" fmla="*/ 4486275 w 5005387"/>
              <a:gd name="connsiteY5" fmla="*/ 1662113 h 2124075"/>
              <a:gd name="connsiteX6" fmla="*/ 4395787 w 5005387"/>
              <a:gd name="connsiteY6" fmla="*/ 1719263 h 2124075"/>
              <a:gd name="connsiteX7" fmla="*/ 4310062 w 5005387"/>
              <a:gd name="connsiteY7" fmla="*/ 1757363 h 2124075"/>
              <a:gd name="connsiteX8" fmla="*/ 4271962 w 5005387"/>
              <a:gd name="connsiteY8" fmla="*/ 1766888 h 2124075"/>
              <a:gd name="connsiteX9" fmla="*/ 4143375 w 5005387"/>
              <a:gd name="connsiteY9" fmla="*/ 1628775 h 2124075"/>
              <a:gd name="connsiteX10" fmla="*/ 4095750 w 5005387"/>
              <a:gd name="connsiteY10" fmla="*/ 1404938 h 2124075"/>
              <a:gd name="connsiteX11" fmla="*/ 4000500 w 5005387"/>
              <a:gd name="connsiteY11" fmla="*/ 1023938 h 2124075"/>
              <a:gd name="connsiteX12" fmla="*/ 3910012 w 5005387"/>
              <a:gd name="connsiteY12" fmla="*/ 747713 h 2124075"/>
              <a:gd name="connsiteX13" fmla="*/ 3824287 w 5005387"/>
              <a:gd name="connsiteY13" fmla="*/ 552450 h 2124075"/>
              <a:gd name="connsiteX14" fmla="*/ 3733800 w 5005387"/>
              <a:gd name="connsiteY14" fmla="*/ 395288 h 2124075"/>
              <a:gd name="connsiteX15" fmla="*/ 3590925 w 5005387"/>
              <a:gd name="connsiteY15" fmla="*/ 190500 h 2124075"/>
              <a:gd name="connsiteX16" fmla="*/ 3495675 w 5005387"/>
              <a:gd name="connsiteY16" fmla="*/ 61913 h 2124075"/>
              <a:gd name="connsiteX17" fmla="*/ 3409950 w 5005387"/>
              <a:gd name="connsiteY17" fmla="*/ 0 h 2124075"/>
              <a:gd name="connsiteX18" fmla="*/ 3357562 w 5005387"/>
              <a:gd name="connsiteY18" fmla="*/ 14288 h 2124075"/>
              <a:gd name="connsiteX19" fmla="*/ 3333750 w 5005387"/>
              <a:gd name="connsiteY19" fmla="*/ 66675 h 2124075"/>
              <a:gd name="connsiteX20" fmla="*/ 3295650 w 5005387"/>
              <a:gd name="connsiteY20" fmla="*/ 328613 h 2124075"/>
              <a:gd name="connsiteX21" fmla="*/ 3281362 w 5005387"/>
              <a:gd name="connsiteY21" fmla="*/ 585788 h 2124075"/>
              <a:gd name="connsiteX22" fmla="*/ 3257550 w 5005387"/>
              <a:gd name="connsiteY22" fmla="*/ 876300 h 2124075"/>
              <a:gd name="connsiteX23" fmla="*/ 3262312 w 5005387"/>
              <a:gd name="connsiteY23" fmla="*/ 1000125 h 2124075"/>
              <a:gd name="connsiteX24" fmla="*/ 3252787 w 5005387"/>
              <a:gd name="connsiteY24" fmla="*/ 1157288 h 2124075"/>
              <a:gd name="connsiteX25" fmla="*/ 3224212 w 5005387"/>
              <a:gd name="connsiteY25" fmla="*/ 1366838 h 2124075"/>
              <a:gd name="connsiteX26" fmla="*/ 3190875 w 5005387"/>
              <a:gd name="connsiteY26" fmla="*/ 1576388 h 2124075"/>
              <a:gd name="connsiteX27" fmla="*/ 3148012 w 5005387"/>
              <a:gd name="connsiteY27" fmla="*/ 1695450 h 2124075"/>
              <a:gd name="connsiteX28" fmla="*/ 3095625 w 5005387"/>
              <a:gd name="connsiteY28" fmla="*/ 1766888 h 2124075"/>
              <a:gd name="connsiteX29" fmla="*/ 2986087 w 5005387"/>
              <a:gd name="connsiteY29" fmla="*/ 1766888 h 2124075"/>
              <a:gd name="connsiteX30" fmla="*/ 2819400 w 5005387"/>
              <a:gd name="connsiteY30" fmla="*/ 1666875 h 2124075"/>
              <a:gd name="connsiteX31" fmla="*/ 2690812 w 5005387"/>
              <a:gd name="connsiteY31" fmla="*/ 1543050 h 2124075"/>
              <a:gd name="connsiteX32" fmla="*/ 2566987 w 5005387"/>
              <a:gd name="connsiteY32" fmla="*/ 1438275 h 2124075"/>
              <a:gd name="connsiteX33" fmla="*/ 2443162 w 5005387"/>
              <a:gd name="connsiteY33" fmla="*/ 1314450 h 2124075"/>
              <a:gd name="connsiteX34" fmla="*/ 2338387 w 5005387"/>
              <a:gd name="connsiteY34" fmla="*/ 1195388 h 2124075"/>
              <a:gd name="connsiteX35" fmla="*/ 2095500 w 5005387"/>
              <a:gd name="connsiteY35" fmla="*/ 981075 h 2124075"/>
              <a:gd name="connsiteX36" fmla="*/ 1895475 w 5005387"/>
              <a:gd name="connsiteY36" fmla="*/ 871538 h 2124075"/>
              <a:gd name="connsiteX37" fmla="*/ 1790700 w 5005387"/>
              <a:gd name="connsiteY37" fmla="*/ 862013 h 2124075"/>
              <a:gd name="connsiteX38" fmla="*/ 1671637 w 5005387"/>
              <a:gd name="connsiteY38" fmla="*/ 895350 h 2124075"/>
              <a:gd name="connsiteX39" fmla="*/ 1585912 w 5005387"/>
              <a:gd name="connsiteY39" fmla="*/ 976313 h 2124075"/>
              <a:gd name="connsiteX40" fmla="*/ 1509712 w 5005387"/>
              <a:gd name="connsiteY40" fmla="*/ 1076325 h 2124075"/>
              <a:gd name="connsiteX41" fmla="*/ 1433512 w 5005387"/>
              <a:gd name="connsiteY41" fmla="*/ 1195388 h 2124075"/>
              <a:gd name="connsiteX42" fmla="*/ 1343025 w 5005387"/>
              <a:gd name="connsiteY42" fmla="*/ 1362075 h 2124075"/>
              <a:gd name="connsiteX43" fmla="*/ 1262062 w 5005387"/>
              <a:gd name="connsiteY43" fmla="*/ 1514475 h 2124075"/>
              <a:gd name="connsiteX44" fmla="*/ 1204912 w 5005387"/>
              <a:gd name="connsiteY44" fmla="*/ 1628775 h 2124075"/>
              <a:gd name="connsiteX45" fmla="*/ 1090612 w 5005387"/>
              <a:gd name="connsiteY45" fmla="*/ 1790700 h 2124075"/>
              <a:gd name="connsiteX46" fmla="*/ 962025 w 5005387"/>
              <a:gd name="connsiteY46" fmla="*/ 1881188 h 2124075"/>
              <a:gd name="connsiteX47" fmla="*/ 866775 w 5005387"/>
              <a:gd name="connsiteY47" fmla="*/ 1885950 h 2124075"/>
              <a:gd name="connsiteX48" fmla="*/ 742950 w 5005387"/>
              <a:gd name="connsiteY48" fmla="*/ 1795463 h 2124075"/>
              <a:gd name="connsiteX49" fmla="*/ 638175 w 5005387"/>
              <a:gd name="connsiteY49" fmla="*/ 1724025 h 2124075"/>
              <a:gd name="connsiteX50" fmla="*/ 547687 w 5005387"/>
              <a:gd name="connsiteY50" fmla="*/ 1619250 h 2124075"/>
              <a:gd name="connsiteX51" fmla="*/ 414337 w 5005387"/>
              <a:gd name="connsiteY51" fmla="*/ 1614488 h 2124075"/>
              <a:gd name="connsiteX52" fmla="*/ 266700 w 5005387"/>
              <a:gd name="connsiteY52" fmla="*/ 1671638 h 2124075"/>
              <a:gd name="connsiteX53" fmla="*/ 147637 w 5005387"/>
              <a:gd name="connsiteY53" fmla="*/ 1847850 h 2124075"/>
              <a:gd name="connsiteX54" fmla="*/ 95250 w 5005387"/>
              <a:gd name="connsiteY54" fmla="*/ 1943100 h 2124075"/>
              <a:gd name="connsiteX55" fmla="*/ 0 w 5005387"/>
              <a:gd name="connsiteY55" fmla="*/ 2119313 h 2124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005387" h="2124075">
                <a:moveTo>
                  <a:pt x="0" y="2119313"/>
                </a:moveTo>
                <a:lnTo>
                  <a:pt x="4995862" y="2124075"/>
                </a:lnTo>
                <a:lnTo>
                  <a:pt x="5005387" y="1609725"/>
                </a:lnTo>
                <a:lnTo>
                  <a:pt x="4814887" y="1619250"/>
                </a:lnTo>
                <a:lnTo>
                  <a:pt x="4633912" y="1624013"/>
                </a:lnTo>
                <a:lnTo>
                  <a:pt x="4486275" y="1662113"/>
                </a:lnTo>
                <a:lnTo>
                  <a:pt x="4395787" y="1719263"/>
                </a:lnTo>
                <a:lnTo>
                  <a:pt x="4310062" y="1757363"/>
                </a:lnTo>
                <a:lnTo>
                  <a:pt x="4271962" y="1766888"/>
                </a:lnTo>
                <a:lnTo>
                  <a:pt x="4143375" y="1628775"/>
                </a:lnTo>
                <a:lnTo>
                  <a:pt x="4095750" y="1404938"/>
                </a:lnTo>
                <a:lnTo>
                  <a:pt x="4000500" y="1023938"/>
                </a:lnTo>
                <a:lnTo>
                  <a:pt x="3910012" y="747713"/>
                </a:lnTo>
                <a:lnTo>
                  <a:pt x="3824287" y="552450"/>
                </a:lnTo>
                <a:lnTo>
                  <a:pt x="3733800" y="395288"/>
                </a:lnTo>
                <a:lnTo>
                  <a:pt x="3590925" y="190500"/>
                </a:lnTo>
                <a:lnTo>
                  <a:pt x="3495675" y="61913"/>
                </a:lnTo>
                <a:lnTo>
                  <a:pt x="3409950" y="0"/>
                </a:lnTo>
                <a:lnTo>
                  <a:pt x="3357562" y="14288"/>
                </a:lnTo>
                <a:lnTo>
                  <a:pt x="3333750" y="66675"/>
                </a:lnTo>
                <a:lnTo>
                  <a:pt x="3295650" y="328613"/>
                </a:lnTo>
                <a:lnTo>
                  <a:pt x="3281362" y="585788"/>
                </a:lnTo>
                <a:lnTo>
                  <a:pt x="3257550" y="876300"/>
                </a:lnTo>
                <a:lnTo>
                  <a:pt x="3262312" y="1000125"/>
                </a:lnTo>
                <a:lnTo>
                  <a:pt x="3252787" y="1157288"/>
                </a:lnTo>
                <a:lnTo>
                  <a:pt x="3224212" y="1366838"/>
                </a:lnTo>
                <a:lnTo>
                  <a:pt x="3190875" y="1576388"/>
                </a:lnTo>
                <a:lnTo>
                  <a:pt x="3148012" y="1695450"/>
                </a:lnTo>
                <a:lnTo>
                  <a:pt x="3095625" y="1766888"/>
                </a:lnTo>
                <a:lnTo>
                  <a:pt x="2986087" y="1766888"/>
                </a:lnTo>
                <a:lnTo>
                  <a:pt x="2819400" y="1666875"/>
                </a:lnTo>
                <a:lnTo>
                  <a:pt x="2690812" y="1543050"/>
                </a:lnTo>
                <a:lnTo>
                  <a:pt x="2566987" y="1438275"/>
                </a:lnTo>
                <a:lnTo>
                  <a:pt x="2443162" y="1314450"/>
                </a:lnTo>
                <a:lnTo>
                  <a:pt x="2338387" y="1195388"/>
                </a:lnTo>
                <a:lnTo>
                  <a:pt x="2095500" y="981075"/>
                </a:lnTo>
                <a:lnTo>
                  <a:pt x="1895475" y="871538"/>
                </a:lnTo>
                <a:lnTo>
                  <a:pt x="1790700" y="862013"/>
                </a:lnTo>
                <a:lnTo>
                  <a:pt x="1671637" y="895350"/>
                </a:lnTo>
                <a:lnTo>
                  <a:pt x="1585912" y="976313"/>
                </a:lnTo>
                <a:lnTo>
                  <a:pt x="1509712" y="1076325"/>
                </a:lnTo>
                <a:lnTo>
                  <a:pt x="1433512" y="1195388"/>
                </a:lnTo>
                <a:lnTo>
                  <a:pt x="1343025" y="1362075"/>
                </a:lnTo>
                <a:lnTo>
                  <a:pt x="1262062" y="1514475"/>
                </a:lnTo>
                <a:lnTo>
                  <a:pt x="1204912" y="1628775"/>
                </a:lnTo>
                <a:lnTo>
                  <a:pt x="1090612" y="1790700"/>
                </a:lnTo>
                <a:lnTo>
                  <a:pt x="962025" y="1881188"/>
                </a:lnTo>
                <a:lnTo>
                  <a:pt x="866775" y="1885950"/>
                </a:lnTo>
                <a:lnTo>
                  <a:pt x="742950" y="1795463"/>
                </a:lnTo>
                <a:lnTo>
                  <a:pt x="638175" y="1724025"/>
                </a:lnTo>
                <a:lnTo>
                  <a:pt x="547687" y="1619250"/>
                </a:lnTo>
                <a:lnTo>
                  <a:pt x="414337" y="1614488"/>
                </a:lnTo>
                <a:lnTo>
                  <a:pt x="266700" y="1671638"/>
                </a:lnTo>
                <a:lnTo>
                  <a:pt x="147637" y="1847850"/>
                </a:lnTo>
                <a:lnTo>
                  <a:pt x="95250" y="1943100"/>
                </a:lnTo>
                <a:lnTo>
                  <a:pt x="0" y="2119313"/>
                </a:lnTo>
                <a:close/>
              </a:path>
            </a:pathLst>
          </a:custGeom>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2053" name="Freeform 2052"/>
          <p:cNvSpPr/>
          <p:nvPr/>
        </p:nvSpPr>
        <p:spPr>
          <a:xfrm>
            <a:off x="10031226" y="3642981"/>
            <a:ext cx="1758346" cy="1994735"/>
          </a:xfrm>
          <a:custGeom>
            <a:avLst/>
            <a:gdLst>
              <a:gd name="connsiteX0" fmla="*/ 0 w 1724025"/>
              <a:gd name="connsiteY0" fmla="*/ 673100 h 1955800"/>
              <a:gd name="connsiteX1" fmla="*/ 0 w 1724025"/>
              <a:gd name="connsiteY1" fmla="*/ 673100 h 1955800"/>
              <a:gd name="connsiteX2" fmla="*/ 31750 w 1724025"/>
              <a:gd name="connsiteY2" fmla="*/ 282575 h 1955800"/>
              <a:gd name="connsiteX3" fmla="*/ 63500 w 1724025"/>
              <a:gd name="connsiteY3" fmla="*/ 88900 h 1955800"/>
              <a:gd name="connsiteX4" fmla="*/ 104775 w 1724025"/>
              <a:gd name="connsiteY4" fmla="*/ 9525 h 1955800"/>
              <a:gd name="connsiteX5" fmla="*/ 139700 w 1724025"/>
              <a:gd name="connsiteY5" fmla="*/ 0 h 1955800"/>
              <a:gd name="connsiteX6" fmla="*/ 190500 w 1724025"/>
              <a:gd name="connsiteY6" fmla="*/ 31750 h 1955800"/>
              <a:gd name="connsiteX7" fmla="*/ 273050 w 1724025"/>
              <a:gd name="connsiteY7" fmla="*/ 130175 h 1955800"/>
              <a:gd name="connsiteX8" fmla="*/ 349250 w 1724025"/>
              <a:gd name="connsiteY8" fmla="*/ 234950 h 1955800"/>
              <a:gd name="connsiteX9" fmla="*/ 425450 w 1724025"/>
              <a:gd name="connsiteY9" fmla="*/ 349250 h 1955800"/>
              <a:gd name="connsiteX10" fmla="*/ 495300 w 1724025"/>
              <a:gd name="connsiteY10" fmla="*/ 454025 h 1955800"/>
              <a:gd name="connsiteX11" fmla="*/ 555625 w 1724025"/>
              <a:gd name="connsiteY11" fmla="*/ 571500 h 1955800"/>
              <a:gd name="connsiteX12" fmla="*/ 590550 w 1724025"/>
              <a:gd name="connsiteY12" fmla="*/ 660400 h 1955800"/>
              <a:gd name="connsiteX13" fmla="*/ 647700 w 1724025"/>
              <a:gd name="connsiteY13" fmla="*/ 796925 h 1955800"/>
              <a:gd name="connsiteX14" fmla="*/ 711200 w 1724025"/>
              <a:gd name="connsiteY14" fmla="*/ 974725 h 1955800"/>
              <a:gd name="connsiteX15" fmla="*/ 755650 w 1724025"/>
              <a:gd name="connsiteY15" fmla="*/ 1136650 h 1955800"/>
              <a:gd name="connsiteX16" fmla="*/ 806450 w 1724025"/>
              <a:gd name="connsiteY16" fmla="*/ 1333500 h 1955800"/>
              <a:gd name="connsiteX17" fmla="*/ 835025 w 1724025"/>
              <a:gd name="connsiteY17" fmla="*/ 1466850 h 1955800"/>
              <a:gd name="connsiteX18" fmla="*/ 869950 w 1724025"/>
              <a:gd name="connsiteY18" fmla="*/ 1600200 h 1955800"/>
              <a:gd name="connsiteX19" fmla="*/ 923925 w 1724025"/>
              <a:gd name="connsiteY19" fmla="*/ 1733550 h 1955800"/>
              <a:gd name="connsiteX20" fmla="*/ 962025 w 1724025"/>
              <a:gd name="connsiteY20" fmla="*/ 1768475 h 1955800"/>
              <a:gd name="connsiteX21" fmla="*/ 1025525 w 1724025"/>
              <a:gd name="connsiteY21" fmla="*/ 1781175 h 1955800"/>
              <a:gd name="connsiteX22" fmla="*/ 1117600 w 1724025"/>
              <a:gd name="connsiteY22" fmla="*/ 1736725 h 1955800"/>
              <a:gd name="connsiteX23" fmla="*/ 1222375 w 1724025"/>
              <a:gd name="connsiteY23" fmla="*/ 1666875 h 1955800"/>
              <a:gd name="connsiteX24" fmla="*/ 1336675 w 1724025"/>
              <a:gd name="connsiteY24" fmla="*/ 1641475 h 1955800"/>
              <a:gd name="connsiteX25" fmla="*/ 1463675 w 1724025"/>
              <a:gd name="connsiteY25" fmla="*/ 1622425 h 1955800"/>
              <a:gd name="connsiteX26" fmla="*/ 1631950 w 1724025"/>
              <a:gd name="connsiteY26" fmla="*/ 1616075 h 1955800"/>
              <a:gd name="connsiteX27" fmla="*/ 1720850 w 1724025"/>
              <a:gd name="connsiteY27" fmla="*/ 1609725 h 1955800"/>
              <a:gd name="connsiteX28" fmla="*/ 1724025 w 1724025"/>
              <a:gd name="connsiteY28" fmla="*/ 1730375 h 1955800"/>
              <a:gd name="connsiteX29" fmla="*/ 1581150 w 1724025"/>
              <a:gd name="connsiteY29" fmla="*/ 1727200 h 1955800"/>
              <a:gd name="connsiteX30" fmla="*/ 1400175 w 1724025"/>
              <a:gd name="connsiteY30" fmla="*/ 1720850 h 1955800"/>
              <a:gd name="connsiteX31" fmla="*/ 1279525 w 1724025"/>
              <a:gd name="connsiteY31" fmla="*/ 1743075 h 1955800"/>
              <a:gd name="connsiteX32" fmla="*/ 1165225 w 1724025"/>
              <a:gd name="connsiteY32" fmla="*/ 1774825 h 1955800"/>
              <a:gd name="connsiteX33" fmla="*/ 1082675 w 1724025"/>
              <a:gd name="connsiteY33" fmla="*/ 1828800 h 1955800"/>
              <a:gd name="connsiteX34" fmla="*/ 1000125 w 1724025"/>
              <a:gd name="connsiteY34" fmla="*/ 1901825 h 1955800"/>
              <a:gd name="connsiteX35" fmla="*/ 911225 w 1724025"/>
              <a:gd name="connsiteY35" fmla="*/ 1933575 h 1955800"/>
              <a:gd name="connsiteX36" fmla="*/ 889000 w 1724025"/>
              <a:gd name="connsiteY36" fmla="*/ 1955800 h 1955800"/>
              <a:gd name="connsiteX37" fmla="*/ 796925 w 1724025"/>
              <a:gd name="connsiteY37" fmla="*/ 1949450 h 1955800"/>
              <a:gd name="connsiteX38" fmla="*/ 733425 w 1724025"/>
              <a:gd name="connsiteY38" fmla="*/ 1885950 h 1955800"/>
              <a:gd name="connsiteX39" fmla="*/ 695325 w 1724025"/>
              <a:gd name="connsiteY39" fmla="*/ 1743075 h 1955800"/>
              <a:gd name="connsiteX40" fmla="*/ 654050 w 1724025"/>
              <a:gd name="connsiteY40" fmla="*/ 1543050 h 1955800"/>
              <a:gd name="connsiteX41" fmla="*/ 619125 w 1724025"/>
              <a:gd name="connsiteY41" fmla="*/ 1355725 h 1955800"/>
              <a:gd name="connsiteX42" fmla="*/ 593725 w 1724025"/>
              <a:gd name="connsiteY42" fmla="*/ 1206500 h 1955800"/>
              <a:gd name="connsiteX43" fmla="*/ 558800 w 1724025"/>
              <a:gd name="connsiteY43" fmla="*/ 1082675 h 1955800"/>
              <a:gd name="connsiteX44" fmla="*/ 523875 w 1724025"/>
              <a:gd name="connsiteY44" fmla="*/ 952500 h 1955800"/>
              <a:gd name="connsiteX45" fmla="*/ 460375 w 1724025"/>
              <a:gd name="connsiteY45" fmla="*/ 781050 h 1955800"/>
              <a:gd name="connsiteX46" fmla="*/ 393700 w 1724025"/>
              <a:gd name="connsiteY46" fmla="*/ 561975 h 1955800"/>
              <a:gd name="connsiteX47" fmla="*/ 320675 w 1724025"/>
              <a:gd name="connsiteY47" fmla="*/ 374650 h 1955800"/>
              <a:gd name="connsiteX48" fmla="*/ 244475 w 1724025"/>
              <a:gd name="connsiteY48" fmla="*/ 244475 h 1955800"/>
              <a:gd name="connsiteX49" fmla="*/ 206375 w 1724025"/>
              <a:gd name="connsiteY49" fmla="*/ 196850 h 1955800"/>
              <a:gd name="connsiteX50" fmla="*/ 165100 w 1724025"/>
              <a:gd name="connsiteY50" fmla="*/ 193675 h 1955800"/>
              <a:gd name="connsiteX51" fmla="*/ 123825 w 1724025"/>
              <a:gd name="connsiteY51" fmla="*/ 222250 h 1955800"/>
              <a:gd name="connsiteX52" fmla="*/ 95250 w 1724025"/>
              <a:gd name="connsiteY52" fmla="*/ 285750 h 1955800"/>
              <a:gd name="connsiteX53" fmla="*/ 60325 w 1724025"/>
              <a:gd name="connsiteY53" fmla="*/ 390525 h 1955800"/>
              <a:gd name="connsiteX54" fmla="*/ 41275 w 1724025"/>
              <a:gd name="connsiteY54" fmla="*/ 469900 h 1955800"/>
              <a:gd name="connsiteX55" fmla="*/ 28575 w 1724025"/>
              <a:gd name="connsiteY55" fmla="*/ 581025 h 1955800"/>
              <a:gd name="connsiteX56" fmla="*/ 0 w 1724025"/>
              <a:gd name="connsiteY56" fmla="*/ 673100 h 195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724025" h="1955800">
                <a:moveTo>
                  <a:pt x="0" y="673100"/>
                </a:moveTo>
                <a:lnTo>
                  <a:pt x="0" y="673100"/>
                </a:lnTo>
                <a:lnTo>
                  <a:pt x="31750" y="282575"/>
                </a:lnTo>
                <a:lnTo>
                  <a:pt x="63500" y="88900"/>
                </a:lnTo>
                <a:lnTo>
                  <a:pt x="104775" y="9525"/>
                </a:lnTo>
                <a:lnTo>
                  <a:pt x="139700" y="0"/>
                </a:lnTo>
                <a:lnTo>
                  <a:pt x="190500" y="31750"/>
                </a:lnTo>
                <a:lnTo>
                  <a:pt x="273050" y="130175"/>
                </a:lnTo>
                <a:lnTo>
                  <a:pt x="349250" y="234950"/>
                </a:lnTo>
                <a:lnTo>
                  <a:pt x="425450" y="349250"/>
                </a:lnTo>
                <a:lnTo>
                  <a:pt x="495300" y="454025"/>
                </a:lnTo>
                <a:lnTo>
                  <a:pt x="555625" y="571500"/>
                </a:lnTo>
                <a:lnTo>
                  <a:pt x="590550" y="660400"/>
                </a:lnTo>
                <a:lnTo>
                  <a:pt x="647700" y="796925"/>
                </a:lnTo>
                <a:lnTo>
                  <a:pt x="711200" y="974725"/>
                </a:lnTo>
                <a:lnTo>
                  <a:pt x="755650" y="1136650"/>
                </a:lnTo>
                <a:lnTo>
                  <a:pt x="806450" y="1333500"/>
                </a:lnTo>
                <a:lnTo>
                  <a:pt x="835025" y="1466850"/>
                </a:lnTo>
                <a:lnTo>
                  <a:pt x="869950" y="1600200"/>
                </a:lnTo>
                <a:lnTo>
                  <a:pt x="923925" y="1733550"/>
                </a:lnTo>
                <a:lnTo>
                  <a:pt x="962025" y="1768475"/>
                </a:lnTo>
                <a:lnTo>
                  <a:pt x="1025525" y="1781175"/>
                </a:lnTo>
                <a:lnTo>
                  <a:pt x="1117600" y="1736725"/>
                </a:lnTo>
                <a:lnTo>
                  <a:pt x="1222375" y="1666875"/>
                </a:lnTo>
                <a:lnTo>
                  <a:pt x="1336675" y="1641475"/>
                </a:lnTo>
                <a:lnTo>
                  <a:pt x="1463675" y="1622425"/>
                </a:lnTo>
                <a:lnTo>
                  <a:pt x="1631950" y="1616075"/>
                </a:lnTo>
                <a:lnTo>
                  <a:pt x="1720850" y="1609725"/>
                </a:lnTo>
                <a:cubicBezTo>
                  <a:pt x="1721908" y="1649942"/>
                  <a:pt x="1722967" y="1690158"/>
                  <a:pt x="1724025" y="1730375"/>
                </a:cubicBezTo>
                <a:lnTo>
                  <a:pt x="1581150" y="1727200"/>
                </a:lnTo>
                <a:lnTo>
                  <a:pt x="1400175" y="1720850"/>
                </a:lnTo>
                <a:lnTo>
                  <a:pt x="1279525" y="1743075"/>
                </a:lnTo>
                <a:lnTo>
                  <a:pt x="1165225" y="1774825"/>
                </a:lnTo>
                <a:lnTo>
                  <a:pt x="1082675" y="1828800"/>
                </a:lnTo>
                <a:lnTo>
                  <a:pt x="1000125" y="1901825"/>
                </a:lnTo>
                <a:lnTo>
                  <a:pt x="911225" y="1933575"/>
                </a:lnTo>
                <a:lnTo>
                  <a:pt x="889000" y="1955800"/>
                </a:lnTo>
                <a:lnTo>
                  <a:pt x="796925" y="1949450"/>
                </a:lnTo>
                <a:lnTo>
                  <a:pt x="733425" y="1885950"/>
                </a:lnTo>
                <a:lnTo>
                  <a:pt x="695325" y="1743075"/>
                </a:lnTo>
                <a:lnTo>
                  <a:pt x="654050" y="1543050"/>
                </a:lnTo>
                <a:lnTo>
                  <a:pt x="619125" y="1355725"/>
                </a:lnTo>
                <a:lnTo>
                  <a:pt x="593725" y="1206500"/>
                </a:lnTo>
                <a:lnTo>
                  <a:pt x="558800" y="1082675"/>
                </a:lnTo>
                <a:lnTo>
                  <a:pt x="523875" y="952500"/>
                </a:lnTo>
                <a:lnTo>
                  <a:pt x="460375" y="781050"/>
                </a:lnTo>
                <a:lnTo>
                  <a:pt x="393700" y="561975"/>
                </a:lnTo>
                <a:lnTo>
                  <a:pt x="320675" y="374650"/>
                </a:lnTo>
                <a:lnTo>
                  <a:pt x="244475" y="244475"/>
                </a:lnTo>
                <a:lnTo>
                  <a:pt x="206375" y="196850"/>
                </a:lnTo>
                <a:lnTo>
                  <a:pt x="165100" y="193675"/>
                </a:lnTo>
                <a:lnTo>
                  <a:pt x="123825" y="222250"/>
                </a:lnTo>
                <a:lnTo>
                  <a:pt x="95250" y="285750"/>
                </a:lnTo>
                <a:lnTo>
                  <a:pt x="60325" y="390525"/>
                </a:lnTo>
                <a:lnTo>
                  <a:pt x="41275" y="469900"/>
                </a:lnTo>
                <a:lnTo>
                  <a:pt x="28575" y="581025"/>
                </a:lnTo>
                <a:lnTo>
                  <a:pt x="0" y="673100"/>
                </a:lnTo>
                <a:close/>
              </a:path>
            </a:pathLst>
          </a:custGeom>
          <a:solidFill>
            <a:srgbClr val="FFC000"/>
          </a:solidFill>
          <a:ln>
            <a:solidFill>
              <a:srgbClr val="FFC000"/>
            </a:solidFill>
          </a:ln>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22" name="Freeform 21"/>
          <p:cNvSpPr/>
          <p:nvPr/>
        </p:nvSpPr>
        <p:spPr>
          <a:xfrm>
            <a:off x="9879029" y="4756924"/>
            <a:ext cx="103623" cy="628212"/>
          </a:xfrm>
          <a:custGeom>
            <a:avLst/>
            <a:gdLst>
              <a:gd name="connsiteX0" fmla="*/ 0 w 101600"/>
              <a:gd name="connsiteY0" fmla="*/ 615950 h 615950"/>
              <a:gd name="connsiteX1" fmla="*/ 0 w 101600"/>
              <a:gd name="connsiteY1" fmla="*/ 615950 h 615950"/>
              <a:gd name="connsiteX2" fmla="*/ 53975 w 101600"/>
              <a:gd name="connsiteY2" fmla="*/ 250825 h 615950"/>
              <a:gd name="connsiteX3" fmla="*/ 101600 w 101600"/>
              <a:gd name="connsiteY3" fmla="*/ 0 h 615950"/>
              <a:gd name="connsiteX4" fmla="*/ 95250 w 101600"/>
              <a:gd name="connsiteY4" fmla="*/ 206375 h 615950"/>
              <a:gd name="connsiteX5" fmla="*/ 82550 w 101600"/>
              <a:gd name="connsiteY5" fmla="*/ 384175 h 615950"/>
              <a:gd name="connsiteX6" fmla="*/ 44450 w 101600"/>
              <a:gd name="connsiteY6" fmla="*/ 539750 h 615950"/>
              <a:gd name="connsiteX7" fmla="*/ 0 w 101600"/>
              <a:gd name="connsiteY7" fmla="*/ 615950 h 61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1600" h="615950">
                <a:moveTo>
                  <a:pt x="0" y="615950"/>
                </a:moveTo>
                <a:lnTo>
                  <a:pt x="0" y="615950"/>
                </a:lnTo>
                <a:lnTo>
                  <a:pt x="53975" y="250825"/>
                </a:lnTo>
                <a:lnTo>
                  <a:pt x="101600" y="0"/>
                </a:lnTo>
                <a:lnTo>
                  <a:pt x="95250" y="206375"/>
                </a:lnTo>
                <a:lnTo>
                  <a:pt x="82550" y="384175"/>
                </a:lnTo>
                <a:lnTo>
                  <a:pt x="44450" y="539750"/>
                </a:lnTo>
                <a:lnTo>
                  <a:pt x="0" y="615950"/>
                </a:lnTo>
                <a:close/>
              </a:path>
            </a:pathLst>
          </a:custGeom>
          <a:solidFill>
            <a:srgbClr val="FF0000"/>
          </a:solidFill>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21" name="Freeform 20"/>
          <p:cNvSpPr/>
          <p:nvPr/>
        </p:nvSpPr>
        <p:spPr>
          <a:xfrm>
            <a:off x="8136875" y="4530250"/>
            <a:ext cx="1729202" cy="1159278"/>
          </a:xfrm>
          <a:custGeom>
            <a:avLst/>
            <a:gdLst>
              <a:gd name="connsiteX0" fmla="*/ 0 w 1695450"/>
              <a:gd name="connsiteY0" fmla="*/ 371475 h 1136650"/>
              <a:gd name="connsiteX1" fmla="*/ 82550 w 1695450"/>
              <a:gd name="connsiteY1" fmla="*/ 222250 h 1136650"/>
              <a:gd name="connsiteX2" fmla="*/ 212725 w 1695450"/>
              <a:gd name="connsiteY2" fmla="*/ 92075 h 1136650"/>
              <a:gd name="connsiteX3" fmla="*/ 244475 w 1695450"/>
              <a:gd name="connsiteY3" fmla="*/ 69850 h 1136650"/>
              <a:gd name="connsiteX4" fmla="*/ 327025 w 1695450"/>
              <a:gd name="connsiteY4" fmla="*/ 25400 h 1136650"/>
              <a:gd name="connsiteX5" fmla="*/ 412750 w 1695450"/>
              <a:gd name="connsiteY5" fmla="*/ 0 h 1136650"/>
              <a:gd name="connsiteX6" fmla="*/ 469900 w 1695450"/>
              <a:gd name="connsiteY6" fmla="*/ 0 h 1136650"/>
              <a:gd name="connsiteX7" fmla="*/ 590550 w 1695450"/>
              <a:gd name="connsiteY7" fmla="*/ 38100 h 1136650"/>
              <a:gd name="connsiteX8" fmla="*/ 708025 w 1695450"/>
              <a:gd name="connsiteY8" fmla="*/ 136525 h 1136650"/>
              <a:gd name="connsiteX9" fmla="*/ 847725 w 1695450"/>
              <a:gd name="connsiteY9" fmla="*/ 257175 h 1136650"/>
              <a:gd name="connsiteX10" fmla="*/ 1009650 w 1695450"/>
              <a:gd name="connsiteY10" fmla="*/ 409575 h 1136650"/>
              <a:gd name="connsiteX11" fmla="*/ 1139825 w 1695450"/>
              <a:gd name="connsiteY11" fmla="*/ 542925 h 1136650"/>
              <a:gd name="connsiteX12" fmla="*/ 1327150 w 1695450"/>
              <a:gd name="connsiteY12" fmla="*/ 723900 h 1136650"/>
              <a:gd name="connsiteX13" fmla="*/ 1473200 w 1695450"/>
              <a:gd name="connsiteY13" fmla="*/ 844550 h 1136650"/>
              <a:gd name="connsiteX14" fmla="*/ 1568450 w 1695450"/>
              <a:gd name="connsiteY14" fmla="*/ 889000 h 1136650"/>
              <a:gd name="connsiteX15" fmla="*/ 1660525 w 1695450"/>
              <a:gd name="connsiteY15" fmla="*/ 901700 h 1136650"/>
              <a:gd name="connsiteX16" fmla="*/ 1660525 w 1695450"/>
              <a:gd name="connsiteY16" fmla="*/ 901700 h 1136650"/>
              <a:gd name="connsiteX17" fmla="*/ 1695450 w 1695450"/>
              <a:gd name="connsiteY17" fmla="*/ 892175 h 1136650"/>
              <a:gd name="connsiteX18" fmla="*/ 1644650 w 1695450"/>
              <a:gd name="connsiteY18" fmla="*/ 1047750 h 1136650"/>
              <a:gd name="connsiteX19" fmla="*/ 1606550 w 1695450"/>
              <a:gd name="connsiteY19" fmla="*/ 1108075 h 1136650"/>
              <a:gd name="connsiteX20" fmla="*/ 1565275 w 1695450"/>
              <a:gd name="connsiteY20" fmla="*/ 1127125 h 1136650"/>
              <a:gd name="connsiteX21" fmla="*/ 1543050 w 1695450"/>
              <a:gd name="connsiteY21" fmla="*/ 1136650 h 1136650"/>
              <a:gd name="connsiteX22" fmla="*/ 1482725 w 1695450"/>
              <a:gd name="connsiteY22" fmla="*/ 1101725 h 1136650"/>
              <a:gd name="connsiteX23" fmla="*/ 1422400 w 1695450"/>
              <a:gd name="connsiteY23" fmla="*/ 1006475 h 1136650"/>
              <a:gd name="connsiteX24" fmla="*/ 1390650 w 1695450"/>
              <a:gd name="connsiteY24" fmla="*/ 923925 h 1136650"/>
              <a:gd name="connsiteX25" fmla="*/ 1330325 w 1695450"/>
              <a:gd name="connsiteY25" fmla="*/ 831850 h 1136650"/>
              <a:gd name="connsiteX26" fmla="*/ 1254125 w 1695450"/>
              <a:gd name="connsiteY26" fmla="*/ 755650 h 1136650"/>
              <a:gd name="connsiteX27" fmla="*/ 1146175 w 1695450"/>
              <a:gd name="connsiteY27" fmla="*/ 654050 h 1136650"/>
              <a:gd name="connsiteX28" fmla="*/ 1060450 w 1695450"/>
              <a:gd name="connsiteY28" fmla="*/ 568325 h 1136650"/>
              <a:gd name="connsiteX29" fmla="*/ 974725 w 1695450"/>
              <a:gd name="connsiteY29" fmla="*/ 485775 h 1136650"/>
              <a:gd name="connsiteX30" fmla="*/ 914400 w 1695450"/>
              <a:gd name="connsiteY30" fmla="*/ 425450 h 1136650"/>
              <a:gd name="connsiteX31" fmla="*/ 847725 w 1695450"/>
              <a:gd name="connsiteY31" fmla="*/ 358775 h 1136650"/>
              <a:gd name="connsiteX32" fmla="*/ 796925 w 1695450"/>
              <a:gd name="connsiteY32" fmla="*/ 311150 h 1136650"/>
              <a:gd name="connsiteX33" fmla="*/ 736600 w 1695450"/>
              <a:gd name="connsiteY33" fmla="*/ 260350 h 1136650"/>
              <a:gd name="connsiteX34" fmla="*/ 654050 w 1695450"/>
              <a:gd name="connsiteY34" fmla="*/ 203200 h 1136650"/>
              <a:gd name="connsiteX35" fmla="*/ 584200 w 1695450"/>
              <a:gd name="connsiteY35" fmla="*/ 161925 h 1136650"/>
              <a:gd name="connsiteX36" fmla="*/ 473075 w 1695450"/>
              <a:gd name="connsiteY36" fmla="*/ 127000 h 1136650"/>
              <a:gd name="connsiteX37" fmla="*/ 412750 w 1695450"/>
              <a:gd name="connsiteY37" fmla="*/ 117475 h 1136650"/>
              <a:gd name="connsiteX38" fmla="*/ 355600 w 1695450"/>
              <a:gd name="connsiteY38" fmla="*/ 127000 h 1136650"/>
              <a:gd name="connsiteX39" fmla="*/ 292100 w 1695450"/>
              <a:gd name="connsiteY39" fmla="*/ 149225 h 1136650"/>
              <a:gd name="connsiteX40" fmla="*/ 225425 w 1695450"/>
              <a:gd name="connsiteY40" fmla="*/ 180975 h 1136650"/>
              <a:gd name="connsiteX41" fmla="*/ 161925 w 1695450"/>
              <a:gd name="connsiteY41" fmla="*/ 231775 h 1136650"/>
              <a:gd name="connsiteX42" fmla="*/ 76200 w 1695450"/>
              <a:gd name="connsiteY42" fmla="*/ 314325 h 1136650"/>
              <a:gd name="connsiteX43" fmla="*/ 0 w 1695450"/>
              <a:gd name="connsiteY43" fmla="*/ 371475 h 113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695450" h="1136650">
                <a:moveTo>
                  <a:pt x="0" y="371475"/>
                </a:moveTo>
                <a:lnTo>
                  <a:pt x="82550" y="222250"/>
                </a:lnTo>
                <a:lnTo>
                  <a:pt x="212725" y="92075"/>
                </a:lnTo>
                <a:lnTo>
                  <a:pt x="244475" y="69850"/>
                </a:lnTo>
                <a:lnTo>
                  <a:pt x="327025" y="25400"/>
                </a:lnTo>
                <a:lnTo>
                  <a:pt x="412750" y="0"/>
                </a:lnTo>
                <a:lnTo>
                  <a:pt x="469900" y="0"/>
                </a:lnTo>
                <a:lnTo>
                  <a:pt x="590550" y="38100"/>
                </a:lnTo>
                <a:lnTo>
                  <a:pt x="708025" y="136525"/>
                </a:lnTo>
                <a:lnTo>
                  <a:pt x="847725" y="257175"/>
                </a:lnTo>
                <a:lnTo>
                  <a:pt x="1009650" y="409575"/>
                </a:lnTo>
                <a:lnTo>
                  <a:pt x="1139825" y="542925"/>
                </a:lnTo>
                <a:lnTo>
                  <a:pt x="1327150" y="723900"/>
                </a:lnTo>
                <a:lnTo>
                  <a:pt x="1473200" y="844550"/>
                </a:lnTo>
                <a:lnTo>
                  <a:pt x="1568450" y="889000"/>
                </a:lnTo>
                <a:lnTo>
                  <a:pt x="1660525" y="901700"/>
                </a:lnTo>
                <a:lnTo>
                  <a:pt x="1660525" y="901700"/>
                </a:lnTo>
                <a:lnTo>
                  <a:pt x="1695450" y="892175"/>
                </a:lnTo>
                <a:lnTo>
                  <a:pt x="1644650" y="1047750"/>
                </a:lnTo>
                <a:lnTo>
                  <a:pt x="1606550" y="1108075"/>
                </a:lnTo>
                <a:lnTo>
                  <a:pt x="1565275" y="1127125"/>
                </a:lnTo>
                <a:lnTo>
                  <a:pt x="1543050" y="1136650"/>
                </a:lnTo>
                <a:lnTo>
                  <a:pt x="1482725" y="1101725"/>
                </a:lnTo>
                <a:lnTo>
                  <a:pt x="1422400" y="1006475"/>
                </a:lnTo>
                <a:lnTo>
                  <a:pt x="1390650" y="923925"/>
                </a:lnTo>
                <a:lnTo>
                  <a:pt x="1330325" y="831850"/>
                </a:lnTo>
                <a:lnTo>
                  <a:pt x="1254125" y="755650"/>
                </a:lnTo>
                <a:lnTo>
                  <a:pt x="1146175" y="654050"/>
                </a:lnTo>
                <a:lnTo>
                  <a:pt x="1060450" y="568325"/>
                </a:lnTo>
                <a:lnTo>
                  <a:pt x="974725" y="485775"/>
                </a:lnTo>
                <a:lnTo>
                  <a:pt x="914400" y="425450"/>
                </a:lnTo>
                <a:lnTo>
                  <a:pt x="847725" y="358775"/>
                </a:lnTo>
                <a:lnTo>
                  <a:pt x="796925" y="311150"/>
                </a:lnTo>
                <a:lnTo>
                  <a:pt x="736600" y="260350"/>
                </a:lnTo>
                <a:lnTo>
                  <a:pt x="654050" y="203200"/>
                </a:lnTo>
                <a:lnTo>
                  <a:pt x="584200" y="161925"/>
                </a:lnTo>
                <a:lnTo>
                  <a:pt x="473075" y="127000"/>
                </a:lnTo>
                <a:lnTo>
                  <a:pt x="412750" y="117475"/>
                </a:lnTo>
                <a:lnTo>
                  <a:pt x="355600" y="127000"/>
                </a:lnTo>
                <a:lnTo>
                  <a:pt x="292100" y="149225"/>
                </a:lnTo>
                <a:lnTo>
                  <a:pt x="225425" y="180975"/>
                </a:lnTo>
                <a:lnTo>
                  <a:pt x="161925" y="231775"/>
                </a:lnTo>
                <a:lnTo>
                  <a:pt x="76200" y="314325"/>
                </a:lnTo>
                <a:lnTo>
                  <a:pt x="0" y="371475"/>
                </a:lnTo>
                <a:close/>
              </a:path>
            </a:pathLst>
          </a:custGeom>
          <a:solidFill>
            <a:srgbClr val="FFC000"/>
          </a:solidFill>
          <a:ln>
            <a:solidFill>
              <a:srgbClr val="FFC000"/>
            </a:solidFill>
          </a:ln>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34" name="Freeform 33"/>
          <p:cNvSpPr/>
          <p:nvPr/>
        </p:nvSpPr>
        <p:spPr>
          <a:xfrm>
            <a:off x="7554000" y="5088662"/>
            <a:ext cx="451323" cy="475250"/>
          </a:xfrm>
          <a:custGeom>
            <a:avLst/>
            <a:gdLst>
              <a:gd name="connsiteX0" fmla="*/ 0 w 552450"/>
              <a:gd name="connsiteY0" fmla="*/ 82550 h 231775"/>
              <a:gd name="connsiteX1" fmla="*/ 101600 w 552450"/>
              <a:gd name="connsiteY1" fmla="*/ 41275 h 231775"/>
              <a:gd name="connsiteX2" fmla="*/ 212725 w 552450"/>
              <a:gd name="connsiteY2" fmla="*/ 92075 h 231775"/>
              <a:gd name="connsiteX3" fmla="*/ 327025 w 552450"/>
              <a:gd name="connsiteY3" fmla="*/ 193675 h 231775"/>
              <a:gd name="connsiteX4" fmla="*/ 406400 w 552450"/>
              <a:gd name="connsiteY4" fmla="*/ 231775 h 231775"/>
              <a:gd name="connsiteX5" fmla="*/ 514350 w 552450"/>
              <a:gd name="connsiteY5" fmla="*/ 231775 h 231775"/>
              <a:gd name="connsiteX6" fmla="*/ 552450 w 552450"/>
              <a:gd name="connsiteY6" fmla="*/ 215900 h 231775"/>
              <a:gd name="connsiteX7" fmla="*/ 454025 w 552450"/>
              <a:gd name="connsiteY7" fmla="*/ 149225 h 231775"/>
              <a:gd name="connsiteX8" fmla="*/ 336550 w 552450"/>
              <a:gd name="connsiteY8" fmla="*/ 44450 h 231775"/>
              <a:gd name="connsiteX9" fmla="*/ 234950 w 552450"/>
              <a:gd name="connsiteY9" fmla="*/ 0 h 231775"/>
              <a:gd name="connsiteX10" fmla="*/ 142875 w 552450"/>
              <a:gd name="connsiteY10" fmla="*/ 3175 h 231775"/>
              <a:gd name="connsiteX11" fmla="*/ 0 w 552450"/>
              <a:gd name="connsiteY11" fmla="*/ 82550 h 231775"/>
              <a:gd name="connsiteX0" fmla="*/ 0 w 552450"/>
              <a:gd name="connsiteY0" fmla="*/ 85725 h 234950"/>
              <a:gd name="connsiteX1" fmla="*/ 101600 w 552450"/>
              <a:gd name="connsiteY1" fmla="*/ 44450 h 234950"/>
              <a:gd name="connsiteX2" fmla="*/ 212725 w 552450"/>
              <a:gd name="connsiteY2" fmla="*/ 95250 h 234950"/>
              <a:gd name="connsiteX3" fmla="*/ 327025 w 552450"/>
              <a:gd name="connsiteY3" fmla="*/ 196850 h 234950"/>
              <a:gd name="connsiteX4" fmla="*/ 406400 w 552450"/>
              <a:gd name="connsiteY4" fmla="*/ 234950 h 234950"/>
              <a:gd name="connsiteX5" fmla="*/ 514350 w 552450"/>
              <a:gd name="connsiteY5" fmla="*/ 234950 h 234950"/>
              <a:gd name="connsiteX6" fmla="*/ 552450 w 552450"/>
              <a:gd name="connsiteY6" fmla="*/ 219075 h 234950"/>
              <a:gd name="connsiteX7" fmla="*/ 454025 w 552450"/>
              <a:gd name="connsiteY7" fmla="*/ 152400 h 234950"/>
              <a:gd name="connsiteX8" fmla="*/ 336550 w 552450"/>
              <a:gd name="connsiteY8" fmla="*/ 47625 h 234950"/>
              <a:gd name="connsiteX9" fmla="*/ 234950 w 552450"/>
              <a:gd name="connsiteY9" fmla="*/ 3175 h 234950"/>
              <a:gd name="connsiteX10" fmla="*/ 98425 w 552450"/>
              <a:gd name="connsiteY10" fmla="*/ 0 h 234950"/>
              <a:gd name="connsiteX11" fmla="*/ 0 w 552450"/>
              <a:gd name="connsiteY11" fmla="*/ 85725 h 234950"/>
              <a:gd name="connsiteX0" fmla="*/ 0 w 552450"/>
              <a:gd name="connsiteY0" fmla="*/ 85725 h 234950"/>
              <a:gd name="connsiteX1" fmla="*/ 107950 w 552450"/>
              <a:gd name="connsiteY1" fmla="*/ 26916 h 234950"/>
              <a:gd name="connsiteX2" fmla="*/ 212725 w 552450"/>
              <a:gd name="connsiteY2" fmla="*/ 95250 h 234950"/>
              <a:gd name="connsiteX3" fmla="*/ 327025 w 552450"/>
              <a:gd name="connsiteY3" fmla="*/ 196850 h 234950"/>
              <a:gd name="connsiteX4" fmla="*/ 406400 w 552450"/>
              <a:gd name="connsiteY4" fmla="*/ 234950 h 234950"/>
              <a:gd name="connsiteX5" fmla="*/ 514350 w 552450"/>
              <a:gd name="connsiteY5" fmla="*/ 234950 h 234950"/>
              <a:gd name="connsiteX6" fmla="*/ 552450 w 552450"/>
              <a:gd name="connsiteY6" fmla="*/ 219075 h 234950"/>
              <a:gd name="connsiteX7" fmla="*/ 454025 w 552450"/>
              <a:gd name="connsiteY7" fmla="*/ 152400 h 234950"/>
              <a:gd name="connsiteX8" fmla="*/ 336550 w 552450"/>
              <a:gd name="connsiteY8" fmla="*/ 47625 h 234950"/>
              <a:gd name="connsiteX9" fmla="*/ 234950 w 552450"/>
              <a:gd name="connsiteY9" fmla="*/ 3175 h 234950"/>
              <a:gd name="connsiteX10" fmla="*/ 98425 w 552450"/>
              <a:gd name="connsiteY10" fmla="*/ 0 h 234950"/>
              <a:gd name="connsiteX11" fmla="*/ 0 w 552450"/>
              <a:gd name="connsiteY11" fmla="*/ 85725 h 234950"/>
              <a:gd name="connsiteX0" fmla="*/ 0 w 552450"/>
              <a:gd name="connsiteY0" fmla="*/ 110603 h 259828"/>
              <a:gd name="connsiteX1" fmla="*/ 107950 w 552450"/>
              <a:gd name="connsiteY1" fmla="*/ 51794 h 259828"/>
              <a:gd name="connsiteX2" fmla="*/ 212725 w 552450"/>
              <a:gd name="connsiteY2" fmla="*/ 120128 h 259828"/>
              <a:gd name="connsiteX3" fmla="*/ 327025 w 552450"/>
              <a:gd name="connsiteY3" fmla="*/ 221728 h 259828"/>
              <a:gd name="connsiteX4" fmla="*/ 406400 w 552450"/>
              <a:gd name="connsiteY4" fmla="*/ 259828 h 259828"/>
              <a:gd name="connsiteX5" fmla="*/ 514350 w 552450"/>
              <a:gd name="connsiteY5" fmla="*/ 259828 h 259828"/>
              <a:gd name="connsiteX6" fmla="*/ 552450 w 552450"/>
              <a:gd name="connsiteY6" fmla="*/ 243953 h 259828"/>
              <a:gd name="connsiteX7" fmla="*/ 454025 w 552450"/>
              <a:gd name="connsiteY7" fmla="*/ 177278 h 259828"/>
              <a:gd name="connsiteX8" fmla="*/ 336550 w 552450"/>
              <a:gd name="connsiteY8" fmla="*/ 72503 h 259828"/>
              <a:gd name="connsiteX9" fmla="*/ 257175 w 552450"/>
              <a:gd name="connsiteY9" fmla="*/ 0 h 259828"/>
              <a:gd name="connsiteX10" fmla="*/ 98425 w 552450"/>
              <a:gd name="connsiteY10" fmla="*/ 24878 h 259828"/>
              <a:gd name="connsiteX11" fmla="*/ 0 w 552450"/>
              <a:gd name="connsiteY11" fmla="*/ 110603 h 259828"/>
              <a:gd name="connsiteX0" fmla="*/ 0 w 552450"/>
              <a:gd name="connsiteY0" fmla="*/ 110603 h 259828"/>
              <a:gd name="connsiteX1" fmla="*/ 107950 w 552450"/>
              <a:gd name="connsiteY1" fmla="*/ 51794 h 259828"/>
              <a:gd name="connsiteX2" fmla="*/ 212725 w 552450"/>
              <a:gd name="connsiteY2" fmla="*/ 120128 h 259828"/>
              <a:gd name="connsiteX3" fmla="*/ 327025 w 552450"/>
              <a:gd name="connsiteY3" fmla="*/ 221728 h 259828"/>
              <a:gd name="connsiteX4" fmla="*/ 406400 w 552450"/>
              <a:gd name="connsiteY4" fmla="*/ 259828 h 259828"/>
              <a:gd name="connsiteX5" fmla="*/ 514350 w 552450"/>
              <a:gd name="connsiteY5" fmla="*/ 259828 h 259828"/>
              <a:gd name="connsiteX6" fmla="*/ 552450 w 552450"/>
              <a:gd name="connsiteY6" fmla="*/ 243953 h 259828"/>
              <a:gd name="connsiteX7" fmla="*/ 454025 w 552450"/>
              <a:gd name="connsiteY7" fmla="*/ 177278 h 259828"/>
              <a:gd name="connsiteX8" fmla="*/ 336550 w 552450"/>
              <a:gd name="connsiteY8" fmla="*/ 72503 h 259828"/>
              <a:gd name="connsiteX9" fmla="*/ 349250 w 552450"/>
              <a:gd name="connsiteY9" fmla="*/ 42413 h 259828"/>
              <a:gd name="connsiteX10" fmla="*/ 257175 w 552450"/>
              <a:gd name="connsiteY10" fmla="*/ 0 h 259828"/>
              <a:gd name="connsiteX11" fmla="*/ 98425 w 552450"/>
              <a:gd name="connsiteY11" fmla="*/ 24878 h 259828"/>
              <a:gd name="connsiteX12" fmla="*/ 0 w 552450"/>
              <a:gd name="connsiteY12" fmla="*/ 110603 h 259828"/>
              <a:gd name="connsiteX0" fmla="*/ 0 w 552450"/>
              <a:gd name="connsiteY0" fmla="*/ 110603 h 259828"/>
              <a:gd name="connsiteX1" fmla="*/ 120650 w 552450"/>
              <a:gd name="connsiteY1" fmla="*/ 30754 h 259828"/>
              <a:gd name="connsiteX2" fmla="*/ 212725 w 552450"/>
              <a:gd name="connsiteY2" fmla="*/ 120128 h 259828"/>
              <a:gd name="connsiteX3" fmla="*/ 327025 w 552450"/>
              <a:gd name="connsiteY3" fmla="*/ 221728 h 259828"/>
              <a:gd name="connsiteX4" fmla="*/ 406400 w 552450"/>
              <a:gd name="connsiteY4" fmla="*/ 259828 h 259828"/>
              <a:gd name="connsiteX5" fmla="*/ 514350 w 552450"/>
              <a:gd name="connsiteY5" fmla="*/ 259828 h 259828"/>
              <a:gd name="connsiteX6" fmla="*/ 552450 w 552450"/>
              <a:gd name="connsiteY6" fmla="*/ 243953 h 259828"/>
              <a:gd name="connsiteX7" fmla="*/ 454025 w 552450"/>
              <a:gd name="connsiteY7" fmla="*/ 177278 h 259828"/>
              <a:gd name="connsiteX8" fmla="*/ 336550 w 552450"/>
              <a:gd name="connsiteY8" fmla="*/ 72503 h 259828"/>
              <a:gd name="connsiteX9" fmla="*/ 349250 w 552450"/>
              <a:gd name="connsiteY9" fmla="*/ 42413 h 259828"/>
              <a:gd name="connsiteX10" fmla="*/ 257175 w 552450"/>
              <a:gd name="connsiteY10" fmla="*/ 0 h 259828"/>
              <a:gd name="connsiteX11" fmla="*/ 98425 w 552450"/>
              <a:gd name="connsiteY11" fmla="*/ 24878 h 259828"/>
              <a:gd name="connsiteX12" fmla="*/ 0 w 552450"/>
              <a:gd name="connsiteY12" fmla="*/ 110603 h 259828"/>
              <a:gd name="connsiteX0" fmla="*/ 0 w 552450"/>
              <a:gd name="connsiteY0" fmla="*/ 110603 h 259828"/>
              <a:gd name="connsiteX1" fmla="*/ 120650 w 552450"/>
              <a:gd name="connsiteY1" fmla="*/ 30754 h 259828"/>
              <a:gd name="connsiteX2" fmla="*/ 212725 w 552450"/>
              <a:gd name="connsiteY2" fmla="*/ 120128 h 259828"/>
              <a:gd name="connsiteX3" fmla="*/ 327025 w 552450"/>
              <a:gd name="connsiteY3" fmla="*/ 221728 h 259828"/>
              <a:gd name="connsiteX4" fmla="*/ 406400 w 552450"/>
              <a:gd name="connsiteY4" fmla="*/ 259828 h 259828"/>
              <a:gd name="connsiteX5" fmla="*/ 514350 w 552450"/>
              <a:gd name="connsiteY5" fmla="*/ 259828 h 259828"/>
              <a:gd name="connsiteX6" fmla="*/ 552450 w 552450"/>
              <a:gd name="connsiteY6" fmla="*/ 243953 h 259828"/>
              <a:gd name="connsiteX7" fmla="*/ 454025 w 552450"/>
              <a:gd name="connsiteY7" fmla="*/ 177278 h 259828"/>
              <a:gd name="connsiteX8" fmla="*/ 336550 w 552450"/>
              <a:gd name="connsiteY8" fmla="*/ 72503 h 259828"/>
              <a:gd name="connsiteX9" fmla="*/ 323850 w 552450"/>
              <a:gd name="connsiteY9" fmla="*/ 59947 h 259828"/>
              <a:gd name="connsiteX10" fmla="*/ 257175 w 552450"/>
              <a:gd name="connsiteY10" fmla="*/ 0 h 259828"/>
              <a:gd name="connsiteX11" fmla="*/ 98425 w 552450"/>
              <a:gd name="connsiteY11" fmla="*/ 24878 h 259828"/>
              <a:gd name="connsiteX12" fmla="*/ 0 w 552450"/>
              <a:gd name="connsiteY12" fmla="*/ 110603 h 259828"/>
              <a:gd name="connsiteX0" fmla="*/ 0 w 552450"/>
              <a:gd name="connsiteY0" fmla="*/ 103590 h 252815"/>
              <a:gd name="connsiteX1" fmla="*/ 120650 w 552450"/>
              <a:gd name="connsiteY1" fmla="*/ 23741 h 252815"/>
              <a:gd name="connsiteX2" fmla="*/ 212725 w 552450"/>
              <a:gd name="connsiteY2" fmla="*/ 113115 h 252815"/>
              <a:gd name="connsiteX3" fmla="*/ 327025 w 552450"/>
              <a:gd name="connsiteY3" fmla="*/ 214715 h 252815"/>
              <a:gd name="connsiteX4" fmla="*/ 406400 w 552450"/>
              <a:gd name="connsiteY4" fmla="*/ 252815 h 252815"/>
              <a:gd name="connsiteX5" fmla="*/ 514350 w 552450"/>
              <a:gd name="connsiteY5" fmla="*/ 252815 h 252815"/>
              <a:gd name="connsiteX6" fmla="*/ 552450 w 552450"/>
              <a:gd name="connsiteY6" fmla="*/ 236940 h 252815"/>
              <a:gd name="connsiteX7" fmla="*/ 454025 w 552450"/>
              <a:gd name="connsiteY7" fmla="*/ 170265 h 252815"/>
              <a:gd name="connsiteX8" fmla="*/ 336550 w 552450"/>
              <a:gd name="connsiteY8" fmla="*/ 65490 h 252815"/>
              <a:gd name="connsiteX9" fmla="*/ 323850 w 552450"/>
              <a:gd name="connsiteY9" fmla="*/ 52934 h 252815"/>
              <a:gd name="connsiteX10" fmla="*/ 244475 w 552450"/>
              <a:gd name="connsiteY10" fmla="*/ 0 h 252815"/>
              <a:gd name="connsiteX11" fmla="*/ 98425 w 552450"/>
              <a:gd name="connsiteY11" fmla="*/ 17865 h 252815"/>
              <a:gd name="connsiteX12" fmla="*/ 0 w 552450"/>
              <a:gd name="connsiteY12" fmla="*/ 103590 h 252815"/>
              <a:gd name="connsiteX0" fmla="*/ 0 w 552450"/>
              <a:gd name="connsiteY0" fmla="*/ 261392 h 410617"/>
              <a:gd name="connsiteX1" fmla="*/ 120650 w 552450"/>
              <a:gd name="connsiteY1" fmla="*/ 181543 h 410617"/>
              <a:gd name="connsiteX2" fmla="*/ 212725 w 552450"/>
              <a:gd name="connsiteY2" fmla="*/ 270917 h 410617"/>
              <a:gd name="connsiteX3" fmla="*/ 327025 w 552450"/>
              <a:gd name="connsiteY3" fmla="*/ 372517 h 410617"/>
              <a:gd name="connsiteX4" fmla="*/ 406400 w 552450"/>
              <a:gd name="connsiteY4" fmla="*/ 410617 h 410617"/>
              <a:gd name="connsiteX5" fmla="*/ 514350 w 552450"/>
              <a:gd name="connsiteY5" fmla="*/ 410617 h 410617"/>
              <a:gd name="connsiteX6" fmla="*/ 552450 w 552450"/>
              <a:gd name="connsiteY6" fmla="*/ 394742 h 410617"/>
              <a:gd name="connsiteX7" fmla="*/ 454025 w 552450"/>
              <a:gd name="connsiteY7" fmla="*/ 328067 h 410617"/>
              <a:gd name="connsiteX8" fmla="*/ 336550 w 552450"/>
              <a:gd name="connsiteY8" fmla="*/ 223292 h 410617"/>
              <a:gd name="connsiteX9" fmla="*/ 323850 w 552450"/>
              <a:gd name="connsiteY9" fmla="*/ 210736 h 410617"/>
              <a:gd name="connsiteX10" fmla="*/ 260350 w 552450"/>
              <a:gd name="connsiteY10" fmla="*/ 0 h 410617"/>
              <a:gd name="connsiteX11" fmla="*/ 98425 w 552450"/>
              <a:gd name="connsiteY11" fmla="*/ 175667 h 410617"/>
              <a:gd name="connsiteX12" fmla="*/ 0 w 552450"/>
              <a:gd name="connsiteY12" fmla="*/ 261392 h 410617"/>
              <a:gd name="connsiteX0" fmla="*/ 0 w 552450"/>
              <a:gd name="connsiteY0" fmla="*/ 346442 h 495667"/>
              <a:gd name="connsiteX1" fmla="*/ 120650 w 552450"/>
              <a:gd name="connsiteY1" fmla="*/ 266593 h 495667"/>
              <a:gd name="connsiteX2" fmla="*/ 212725 w 552450"/>
              <a:gd name="connsiteY2" fmla="*/ 355967 h 495667"/>
              <a:gd name="connsiteX3" fmla="*/ 327025 w 552450"/>
              <a:gd name="connsiteY3" fmla="*/ 457567 h 495667"/>
              <a:gd name="connsiteX4" fmla="*/ 406400 w 552450"/>
              <a:gd name="connsiteY4" fmla="*/ 495667 h 495667"/>
              <a:gd name="connsiteX5" fmla="*/ 514350 w 552450"/>
              <a:gd name="connsiteY5" fmla="*/ 495667 h 495667"/>
              <a:gd name="connsiteX6" fmla="*/ 552450 w 552450"/>
              <a:gd name="connsiteY6" fmla="*/ 479792 h 495667"/>
              <a:gd name="connsiteX7" fmla="*/ 454025 w 552450"/>
              <a:gd name="connsiteY7" fmla="*/ 413117 h 495667"/>
              <a:gd name="connsiteX8" fmla="*/ 336550 w 552450"/>
              <a:gd name="connsiteY8" fmla="*/ 308342 h 495667"/>
              <a:gd name="connsiteX9" fmla="*/ 323850 w 552450"/>
              <a:gd name="connsiteY9" fmla="*/ 295786 h 495667"/>
              <a:gd name="connsiteX10" fmla="*/ 260350 w 552450"/>
              <a:gd name="connsiteY10" fmla="*/ 85050 h 495667"/>
              <a:gd name="connsiteX11" fmla="*/ 98425 w 552450"/>
              <a:gd name="connsiteY11" fmla="*/ 260717 h 495667"/>
              <a:gd name="connsiteX12" fmla="*/ 0 w 552450"/>
              <a:gd name="connsiteY12" fmla="*/ 346442 h 495667"/>
              <a:gd name="connsiteX0" fmla="*/ 0 w 552450"/>
              <a:gd name="connsiteY0" fmla="*/ 489504 h 638729"/>
              <a:gd name="connsiteX1" fmla="*/ 120650 w 552450"/>
              <a:gd name="connsiteY1" fmla="*/ 409655 h 638729"/>
              <a:gd name="connsiteX2" fmla="*/ 212725 w 552450"/>
              <a:gd name="connsiteY2" fmla="*/ 499029 h 638729"/>
              <a:gd name="connsiteX3" fmla="*/ 327025 w 552450"/>
              <a:gd name="connsiteY3" fmla="*/ 600629 h 638729"/>
              <a:gd name="connsiteX4" fmla="*/ 406400 w 552450"/>
              <a:gd name="connsiteY4" fmla="*/ 638729 h 638729"/>
              <a:gd name="connsiteX5" fmla="*/ 514350 w 552450"/>
              <a:gd name="connsiteY5" fmla="*/ 638729 h 638729"/>
              <a:gd name="connsiteX6" fmla="*/ 552450 w 552450"/>
              <a:gd name="connsiteY6" fmla="*/ 622854 h 638729"/>
              <a:gd name="connsiteX7" fmla="*/ 454025 w 552450"/>
              <a:gd name="connsiteY7" fmla="*/ 556179 h 638729"/>
              <a:gd name="connsiteX8" fmla="*/ 336550 w 552450"/>
              <a:gd name="connsiteY8" fmla="*/ 451404 h 638729"/>
              <a:gd name="connsiteX9" fmla="*/ 469900 w 552450"/>
              <a:gd name="connsiteY9" fmla="*/ 39083 h 638729"/>
              <a:gd name="connsiteX10" fmla="*/ 260350 w 552450"/>
              <a:gd name="connsiteY10" fmla="*/ 228112 h 638729"/>
              <a:gd name="connsiteX11" fmla="*/ 98425 w 552450"/>
              <a:gd name="connsiteY11" fmla="*/ 403779 h 638729"/>
              <a:gd name="connsiteX12" fmla="*/ 0 w 552450"/>
              <a:gd name="connsiteY12" fmla="*/ 489504 h 638729"/>
              <a:gd name="connsiteX0" fmla="*/ 0 w 552450"/>
              <a:gd name="connsiteY0" fmla="*/ 489504 h 638729"/>
              <a:gd name="connsiteX1" fmla="*/ 120650 w 552450"/>
              <a:gd name="connsiteY1" fmla="*/ 409655 h 638729"/>
              <a:gd name="connsiteX2" fmla="*/ 212725 w 552450"/>
              <a:gd name="connsiteY2" fmla="*/ 499029 h 638729"/>
              <a:gd name="connsiteX3" fmla="*/ 327025 w 552450"/>
              <a:gd name="connsiteY3" fmla="*/ 600629 h 638729"/>
              <a:gd name="connsiteX4" fmla="*/ 406400 w 552450"/>
              <a:gd name="connsiteY4" fmla="*/ 638729 h 638729"/>
              <a:gd name="connsiteX5" fmla="*/ 514350 w 552450"/>
              <a:gd name="connsiteY5" fmla="*/ 638729 h 638729"/>
              <a:gd name="connsiteX6" fmla="*/ 552450 w 552450"/>
              <a:gd name="connsiteY6" fmla="*/ 622854 h 638729"/>
              <a:gd name="connsiteX7" fmla="*/ 454025 w 552450"/>
              <a:gd name="connsiteY7" fmla="*/ 556179 h 638729"/>
              <a:gd name="connsiteX8" fmla="*/ 327025 w 552450"/>
              <a:gd name="connsiteY8" fmla="*/ 335683 h 638729"/>
              <a:gd name="connsiteX9" fmla="*/ 469900 w 552450"/>
              <a:gd name="connsiteY9" fmla="*/ 39083 h 638729"/>
              <a:gd name="connsiteX10" fmla="*/ 260350 w 552450"/>
              <a:gd name="connsiteY10" fmla="*/ 228112 h 638729"/>
              <a:gd name="connsiteX11" fmla="*/ 98425 w 552450"/>
              <a:gd name="connsiteY11" fmla="*/ 403779 h 638729"/>
              <a:gd name="connsiteX12" fmla="*/ 0 w 552450"/>
              <a:gd name="connsiteY12" fmla="*/ 489504 h 638729"/>
              <a:gd name="connsiteX0" fmla="*/ 0 w 514350"/>
              <a:gd name="connsiteY0" fmla="*/ 489504 h 638729"/>
              <a:gd name="connsiteX1" fmla="*/ 120650 w 514350"/>
              <a:gd name="connsiteY1" fmla="*/ 409655 h 638729"/>
              <a:gd name="connsiteX2" fmla="*/ 212725 w 514350"/>
              <a:gd name="connsiteY2" fmla="*/ 499029 h 638729"/>
              <a:gd name="connsiteX3" fmla="*/ 327025 w 514350"/>
              <a:gd name="connsiteY3" fmla="*/ 600629 h 638729"/>
              <a:gd name="connsiteX4" fmla="*/ 406400 w 514350"/>
              <a:gd name="connsiteY4" fmla="*/ 638729 h 638729"/>
              <a:gd name="connsiteX5" fmla="*/ 514350 w 514350"/>
              <a:gd name="connsiteY5" fmla="*/ 638729 h 638729"/>
              <a:gd name="connsiteX6" fmla="*/ 257175 w 514350"/>
              <a:gd name="connsiteY6" fmla="*/ 401931 h 638729"/>
              <a:gd name="connsiteX7" fmla="*/ 454025 w 514350"/>
              <a:gd name="connsiteY7" fmla="*/ 556179 h 638729"/>
              <a:gd name="connsiteX8" fmla="*/ 327025 w 514350"/>
              <a:gd name="connsiteY8" fmla="*/ 335683 h 638729"/>
              <a:gd name="connsiteX9" fmla="*/ 469900 w 514350"/>
              <a:gd name="connsiteY9" fmla="*/ 39083 h 638729"/>
              <a:gd name="connsiteX10" fmla="*/ 260350 w 514350"/>
              <a:gd name="connsiteY10" fmla="*/ 228112 h 638729"/>
              <a:gd name="connsiteX11" fmla="*/ 98425 w 514350"/>
              <a:gd name="connsiteY11" fmla="*/ 403779 h 638729"/>
              <a:gd name="connsiteX12" fmla="*/ 0 w 514350"/>
              <a:gd name="connsiteY12" fmla="*/ 489504 h 638729"/>
              <a:gd name="connsiteX0" fmla="*/ 0 w 470033"/>
              <a:gd name="connsiteY0" fmla="*/ 489504 h 638729"/>
              <a:gd name="connsiteX1" fmla="*/ 120650 w 470033"/>
              <a:gd name="connsiteY1" fmla="*/ 409655 h 638729"/>
              <a:gd name="connsiteX2" fmla="*/ 212725 w 470033"/>
              <a:gd name="connsiteY2" fmla="*/ 499029 h 638729"/>
              <a:gd name="connsiteX3" fmla="*/ 327025 w 470033"/>
              <a:gd name="connsiteY3" fmla="*/ 600629 h 638729"/>
              <a:gd name="connsiteX4" fmla="*/ 406400 w 470033"/>
              <a:gd name="connsiteY4" fmla="*/ 638729 h 638729"/>
              <a:gd name="connsiteX5" fmla="*/ 225425 w 470033"/>
              <a:gd name="connsiteY5" fmla="*/ 463393 h 638729"/>
              <a:gd name="connsiteX6" fmla="*/ 257175 w 470033"/>
              <a:gd name="connsiteY6" fmla="*/ 401931 h 638729"/>
              <a:gd name="connsiteX7" fmla="*/ 454025 w 470033"/>
              <a:gd name="connsiteY7" fmla="*/ 556179 h 638729"/>
              <a:gd name="connsiteX8" fmla="*/ 327025 w 470033"/>
              <a:gd name="connsiteY8" fmla="*/ 335683 h 638729"/>
              <a:gd name="connsiteX9" fmla="*/ 469900 w 470033"/>
              <a:gd name="connsiteY9" fmla="*/ 39083 h 638729"/>
              <a:gd name="connsiteX10" fmla="*/ 260350 w 470033"/>
              <a:gd name="connsiteY10" fmla="*/ 228112 h 638729"/>
              <a:gd name="connsiteX11" fmla="*/ 98425 w 470033"/>
              <a:gd name="connsiteY11" fmla="*/ 403779 h 638729"/>
              <a:gd name="connsiteX12" fmla="*/ 0 w 470033"/>
              <a:gd name="connsiteY12" fmla="*/ 489504 h 638729"/>
              <a:gd name="connsiteX0" fmla="*/ 0 w 470033"/>
              <a:gd name="connsiteY0" fmla="*/ 489504 h 638729"/>
              <a:gd name="connsiteX1" fmla="*/ 120650 w 470033"/>
              <a:gd name="connsiteY1" fmla="*/ 409655 h 638729"/>
              <a:gd name="connsiteX2" fmla="*/ 142875 w 470033"/>
              <a:gd name="connsiteY2" fmla="*/ 537603 h 638729"/>
              <a:gd name="connsiteX3" fmla="*/ 327025 w 470033"/>
              <a:gd name="connsiteY3" fmla="*/ 600629 h 638729"/>
              <a:gd name="connsiteX4" fmla="*/ 406400 w 470033"/>
              <a:gd name="connsiteY4" fmla="*/ 638729 h 638729"/>
              <a:gd name="connsiteX5" fmla="*/ 225425 w 470033"/>
              <a:gd name="connsiteY5" fmla="*/ 463393 h 638729"/>
              <a:gd name="connsiteX6" fmla="*/ 257175 w 470033"/>
              <a:gd name="connsiteY6" fmla="*/ 401931 h 638729"/>
              <a:gd name="connsiteX7" fmla="*/ 454025 w 470033"/>
              <a:gd name="connsiteY7" fmla="*/ 556179 h 638729"/>
              <a:gd name="connsiteX8" fmla="*/ 327025 w 470033"/>
              <a:gd name="connsiteY8" fmla="*/ 335683 h 638729"/>
              <a:gd name="connsiteX9" fmla="*/ 469900 w 470033"/>
              <a:gd name="connsiteY9" fmla="*/ 39083 h 638729"/>
              <a:gd name="connsiteX10" fmla="*/ 260350 w 470033"/>
              <a:gd name="connsiteY10" fmla="*/ 228112 h 638729"/>
              <a:gd name="connsiteX11" fmla="*/ 98425 w 470033"/>
              <a:gd name="connsiteY11" fmla="*/ 403779 h 638729"/>
              <a:gd name="connsiteX12" fmla="*/ 0 w 470033"/>
              <a:gd name="connsiteY12" fmla="*/ 489504 h 638729"/>
              <a:gd name="connsiteX0" fmla="*/ 0 w 470033"/>
              <a:gd name="connsiteY0" fmla="*/ 489504 h 638729"/>
              <a:gd name="connsiteX1" fmla="*/ 120650 w 470033"/>
              <a:gd name="connsiteY1" fmla="*/ 409655 h 638729"/>
              <a:gd name="connsiteX2" fmla="*/ 60325 w 470033"/>
              <a:gd name="connsiteY2" fmla="*/ 534096 h 638729"/>
              <a:gd name="connsiteX3" fmla="*/ 327025 w 470033"/>
              <a:gd name="connsiteY3" fmla="*/ 600629 h 638729"/>
              <a:gd name="connsiteX4" fmla="*/ 406400 w 470033"/>
              <a:gd name="connsiteY4" fmla="*/ 638729 h 638729"/>
              <a:gd name="connsiteX5" fmla="*/ 225425 w 470033"/>
              <a:gd name="connsiteY5" fmla="*/ 463393 h 638729"/>
              <a:gd name="connsiteX6" fmla="*/ 257175 w 470033"/>
              <a:gd name="connsiteY6" fmla="*/ 401931 h 638729"/>
              <a:gd name="connsiteX7" fmla="*/ 454025 w 470033"/>
              <a:gd name="connsiteY7" fmla="*/ 556179 h 638729"/>
              <a:gd name="connsiteX8" fmla="*/ 327025 w 470033"/>
              <a:gd name="connsiteY8" fmla="*/ 335683 h 638729"/>
              <a:gd name="connsiteX9" fmla="*/ 469900 w 470033"/>
              <a:gd name="connsiteY9" fmla="*/ 39083 h 638729"/>
              <a:gd name="connsiteX10" fmla="*/ 260350 w 470033"/>
              <a:gd name="connsiteY10" fmla="*/ 228112 h 638729"/>
              <a:gd name="connsiteX11" fmla="*/ 98425 w 470033"/>
              <a:gd name="connsiteY11" fmla="*/ 403779 h 638729"/>
              <a:gd name="connsiteX12" fmla="*/ 0 w 470033"/>
              <a:gd name="connsiteY12" fmla="*/ 489504 h 638729"/>
              <a:gd name="connsiteX0" fmla="*/ 0 w 470033"/>
              <a:gd name="connsiteY0" fmla="*/ 489504 h 638729"/>
              <a:gd name="connsiteX1" fmla="*/ 120650 w 470033"/>
              <a:gd name="connsiteY1" fmla="*/ 409655 h 638729"/>
              <a:gd name="connsiteX2" fmla="*/ 60325 w 470033"/>
              <a:gd name="connsiteY2" fmla="*/ 534096 h 638729"/>
              <a:gd name="connsiteX3" fmla="*/ 327025 w 470033"/>
              <a:gd name="connsiteY3" fmla="*/ 600629 h 638729"/>
              <a:gd name="connsiteX4" fmla="*/ 406400 w 470033"/>
              <a:gd name="connsiteY4" fmla="*/ 638729 h 638729"/>
              <a:gd name="connsiteX5" fmla="*/ 225425 w 470033"/>
              <a:gd name="connsiteY5" fmla="*/ 463393 h 638729"/>
              <a:gd name="connsiteX6" fmla="*/ 257175 w 470033"/>
              <a:gd name="connsiteY6" fmla="*/ 401931 h 638729"/>
              <a:gd name="connsiteX7" fmla="*/ 454025 w 470033"/>
              <a:gd name="connsiteY7" fmla="*/ 556179 h 638729"/>
              <a:gd name="connsiteX8" fmla="*/ 327025 w 470033"/>
              <a:gd name="connsiteY8" fmla="*/ 335683 h 638729"/>
              <a:gd name="connsiteX9" fmla="*/ 469900 w 470033"/>
              <a:gd name="connsiteY9" fmla="*/ 39083 h 638729"/>
              <a:gd name="connsiteX10" fmla="*/ 260350 w 470033"/>
              <a:gd name="connsiteY10" fmla="*/ 228112 h 638729"/>
              <a:gd name="connsiteX11" fmla="*/ 98425 w 470033"/>
              <a:gd name="connsiteY11" fmla="*/ 403779 h 638729"/>
              <a:gd name="connsiteX12" fmla="*/ 0 w 470033"/>
              <a:gd name="connsiteY12" fmla="*/ 489504 h 638729"/>
              <a:gd name="connsiteX0" fmla="*/ 0 w 470033"/>
              <a:gd name="connsiteY0" fmla="*/ 489504 h 600629"/>
              <a:gd name="connsiteX1" fmla="*/ 120650 w 470033"/>
              <a:gd name="connsiteY1" fmla="*/ 409655 h 600629"/>
              <a:gd name="connsiteX2" fmla="*/ 60325 w 470033"/>
              <a:gd name="connsiteY2" fmla="*/ 534096 h 600629"/>
              <a:gd name="connsiteX3" fmla="*/ 327025 w 470033"/>
              <a:gd name="connsiteY3" fmla="*/ 600629 h 600629"/>
              <a:gd name="connsiteX4" fmla="*/ 200025 w 470033"/>
              <a:gd name="connsiteY4" fmla="*/ 463393 h 600629"/>
              <a:gd name="connsiteX5" fmla="*/ 225425 w 470033"/>
              <a:gd name="connsiteY5" fmla="*/ 463393 h 600629"/>
              <a:gd name="connsiteX6" fmla="*/ 257175 w 470033"/>
              <a:gd name="connsiteY6" fmla="*/ 401931 h 600629"/>
              <a:gd name="connsiteX7" fmla="*/ 454025 w 470033"/>
              <a:gd name="connsiteY7" fmla="*/ 556179 h 600629"/>
              <a:gd name="connsiteX8" fmla="*/ 327025 w 470033"/>
              <a:gd name="connsiteY8" fmla="*/ 335683 h 600629"/>
              <a:gd name="connsiteX9" fmla="*/ 469900 w 470033"/>
              <a:gd name="connsiteY9" fmla="*/ 39083 h 600629"/>
              <a:gd name="connsiteX10" fmla="*/ 260350 w 470033"/>
              <a:gd name="connsiteY10" fmla="*/ 228112 h 600629"/>
              <a:gd name="connsiteX11" fmla="*/ 98425 w 470033"/>
              <a:gd name="connsiteY11" fmla="*/ 403779 h 600629"/>
              <a:gd name="connsiteX12" fmla="*/ 0 w 470033"/>
              <a:gd name="connsiteY12" fmla="*/ 489504 h 600629"/>
              <a:gd name="connsiteX0" fmla="*/ 0 w 470033"/>
              <a:gd name="connsiteY0" fmla="*/ 489504 h 556179"/>
              <a:gd name="connsiteX1" fmla="*/ 120650 w 470033"/>
              <a:gd name="connsiteY1" fmla="*/ 409655 h 556179"/>
              <a:gd name="connsiteX2" fmla="*/ 60325 w 470033"/>
              <a:gd name="connsiteY2" fmla="*/ 534096 h 556179"/>
              <a:gd name="connsiteX3" fmla="*/ 142875 w 470033"/>
              <a:gd name="connsiteY3" fmla="*/ 516468 h 556179"/>
              <a:gd name="connsiteX4" fmla="*/ 200025 w 470033"/>
              <a:gd name="connsiteY4" fmla="*/ 463393 h 556179"/>
              <a:gd name="connsiteX5" fmla="*/ 225425 w 470033"/>
              <a:gd name="connsiteY5" fmla="*/ 463393 h 556179"/>
              <a:gd name="connsiteX6" fmla="*/ 257175 w 470033"/>
              <a:gd name="connsiteY6" fmla="*/ 401931 h 556179"/>
              <a:gd name="connsiteX7" fmla="*/ 454025 w 470033"/>
              <a:gd name="connsiteY7" fmla="*/ 556179 h 556179"/>
              <a:gd name="connsiteX8" fmla="*/ 327025 w 470033"/>
              <a:gd name="connsiteY8" fmla="*/ 335683 h 556179"/>
              <a:gd name="connsiteX9" fmla="*/ 469900 w 470033"/>
              <a:gd name="connsiteY9" fmla="*/ 39083 h 556179"/>
              <a:gd name="connsiteX10" fmla="*/ 260350 w 470033"/>
              <a:gd name="connsiteY10" fmla="*/ 228112 h 556179"/>
              <a:gd name="connsiteX11" fmla="*/ 98425 w 470033"/>
              <a:gd name="connsiteY11" fmla="*/ 403779 h 556179"/>
              <a:gd name="connsiteX12" fmla="*/ 0 w 470033"/>
              <a:gd name="connsiteY12" fmla="*/ 489504 h 556179"/>
              <a:gd name="connsiteX0" fmla="*/ 0 w 470033"/>
              <a:gd name="connsiteY0" fmla="*/ 489504 h 534096"/>
              <a:gd name="connsiteX1" fmla="*/ 120650 w 470033"/>
              <a:gd name="connsiteY1" fmla="*/ 409655 h 534096"/>
              <a:gd name="connsiteX2" fmla="*/ 60325 w 470033"/>
              <a:gd name="connsiteY2" fmla="*/ 534096 h 534096"/>
              <a:gd name="connsiteX3" fmla="*/ 142875 w 470033"/>
              <a:gd name="connsiteY3" fmla="*/ 516468 h 534096"/>
              <a:gd name="connsiteX4" fmla="*/ 200025 w 470033"/>
              <a:gd name="connsiteY4" fmla="*/ 463393 h 534096"/>
              <a:gd name="connsiteX5" fmla="*/ 225425 w 470033"/>
              <a:gd name="connsiteY5" fmla="*/ 463393 h 534096"/>
              <a:gd name="connsiteX6" fmla="*/ 257175 w 470033"/>
              <a:gd name="connsiteY6" fmla="*/ 401931 h 534096"/>
              <a:gd name="connsiteX7" fmla="*/ 279400 w 470033"/>
              <a:gd name="connsiteY7" fmla="*/ 384350 h 534096"/>
              <a:gd name="connsiteX8" fmla="*/ 327025 w 470033"/>
              <a:gd name="connsiteY8" fmla="*/ 335683 h 534096"/>
              <a:gd name="connsiteX9" fmla="*/ 469900 w 470033"/>
              <a:gd name="connsiteY9" fmla="*/ 39083 h 534096"/>
              <a:gd name="connsiteX10" fmla="*/ 260350 w 470033"/>
              <a:gd name="connsiteY10" fmla="*/ 228112 h 534096"/>
              <a:gd name="connsiteX11" fmla="*/ 98425 w 470033"/>
              <a:gd name="connsiteY11" fmla="*/ 403779 h 534096"/>
              <a:gd name="connsiteX12" fmla="*/ 0 w 470033"/>
              <a:gd name="connsiteY12" fmla="*/ 489504 h 534096"/>
              <a:gd name="connsiteX0" fmla="*/ 0 w 499161"/>
              <a:gd name="connsiteY0" fmla="*/ 486704 h 531296"/>
              <a:gd name="connsiteX1" fmla="*/ 120650 w 499161"/>
              <a:gd name="connsiteY1" fmla="*/ 406855 h 531296"/>
              <a:gd name="connsiteX2" fmla="*/ 60325 w 499161"/>
              <a:gd name="connsiteY2" fmla="*/ 531296 h 531296"/>
              <a:gd name="connsiteX3" fmla="*/ 142875 w 499161"/>
              <a:gd name="connsiteY3" fmla="*/ 513668 h 531296"/>
              <a:gd name="connsiteX4" fmla="*/ 200025 w 499161"/>
              <a:gd name="connsiteY4" fmla="*/ 460593 h 531296"/>
              <a:gd name="connsiteX5" fmla="*/ 225425 w 499161"/>
              <a:gd name="connsiteY5" fmla="*/ 460593 h 531296"/>
              <a:gd name="connsiteX6" fmla="*/ 257175 w 499161"/>
              <a:gd name="connsiteY6" fmla="*/ 399131 h 531296"/>
              <a:gd name="connsiteX7" fmla="*/ 279400 w 499161"/>
              <a:gd name="connsiteY7" fmla="*/ 381550 h 531296"/>
              <a:gd name="connsiteX8" fmla="*/ 327025 w 499161"/>
              <a:gd name="connsiteY8" fmla="*/ 332883 h 531296"/>
              <a:gd name="connsiteX9" fmla="*/ 499049 w 499161"/>
              <a:gd name="connsiteY9" fmla="*/ 40120 h 531296"/>
              <a:gd name="connsiteX10" fmla="*/ 260350 w 499161"/>
              <a:gd name="connsiteY10" fmla="*/ 225312 h 531296"/>
              <a:gd name="connsiteX11" fmla="*/ 98425 w 499161"/>
              <a:gd name="connsiteY11" fmla="*/ 400979 h 531296"/>
              <a:gd name="connsiteX12" fmla="*/ 0 w 499161"/>
              <a:gd name="connsiteY12" fmla="*/ 486704 h 531296"/>
              <a:gd name="connsiteX0" fmla="*/ 0 w 499963"/>
              <a:gd name="connsiteY0" fmla="*/ 495223 h 539815"/>
              <a:gd name="connsiteX1" fmla="*/ 120650 w 499963"/>
              <a:gd name="connsiteY1" fmla="*/ 415374 h 539815"/>
              <a:gd name="connsiteX2" fmla="*/ 60325 w 499963"/>
              <a:gd name="connsiteY2" fmla="*/ 539815 h 539815"/>
              <a:gd name="connsiteX3" fmla="*/ 142875 w 499963"/>
              <a:gd name="connsiteY3" fmla="*/ 522187 h 539815"/>
              <a:gd name="connsiteX4" fmla="*/ 200025 w 499963"/>
              <a:gd name="connsiteY4" fmla="*/ 469112 h 539815"/>
              <a:gd name="connsiteX5" fmla="*/ 225425 w 499963"/>
              <a:gd name="connsiteY5" fmla="*/ 469112 h 539815"/>
              <a:gd name="connsiteX6" fmla="*/ 257175 w 499963"/>
              <a:gd name="connsiteY6" fmla="*/ 407650 h 539815"/>
              <a:gd name="connsiteX7" fmla="*/ 279400 w 499963"/>
              <a:gd name="connsiteY7" fmla="*/ 390069 h 539815"/>
              <a:gd name="connsiteX8" fmla="*/ 327025 w 499963"/>
              <a:gd name="connsiteY8" fmla="*/ 341402 h 539815"/>
              <a:gd name="connsiteX9" fmla="*/ 499049 w 499963"/>
              <a:gd name="connsiteY9" fmla="*/ 48639 h 539815"/>
              <a:gd name="connsiteX10" fmla="*/ 260350 w 499963"/>
              <a:gd name="connsiteY10" fmla="*/ 233831 h 539815"/>
              <a:gd name="connsiteX11" fmla="*/ 98425 w 499963"/>
              <a:gd name="connsiteY11" fmla="*/ 409498 h 539815"/>
              <a:gd name="connsiteX12" fmla="*/ 0 w 499963"/>
              <a:gd name="connsiteY12" fmla="*/ 495223 h 539815"/>
              <a:gd name="connsiteX0" fmla="*/ 0 w 478612"/>
              <a:gd name="connsiteY0" fmla="*/ 498029 h 542621"/>
              <a:gd name="connsiteX1" fmla="*/ 120650 w 478612"/>
              <a:gd name="connsiteY1" fmla="*/ 418180 h 542621"/>
              <a:gd name="connsiteX2" fmla="*/ 60325 w 478612"/>
              <a:gd name="connsiteY2" fmla="*/ 542621 h 542621"/>
              <a:gd name="connsiteX3" fmla="*/ 142875 w 478612"/>
              <a:gd name="connsiteY3" fmla="*/ 524993 h 542621"/>
              <a:gd name="connsiteX4" fmla="*/ 200025 w 478612"/>
              <a:gd name="connsiteY4" fmla="*/ 471918 h 542621"/>
              <a:gd name="connsiteX5" fmla="*/ 225425 w 478612"/>
              <a:gd name="connsiteY5" fmla="*/ 471918 h 542621"/>
              <a:gd name="connsiteX6" fmla="*/ 257175 w 478612"/>
              <a:gd name="connsiteY6" fmla="*/ 410456 h 542621"/>
              <a:gd name="connsiteX7" fmla="*/ 279400 w 478612"/>
              <a:gd name="connsiteY7" fmla="*/ 392875 h 542621"/>
              <a:gd name="connsiteX8" fmla="*/ 327025 w 478612"/>
              <a:gd name="connsiteY8" fmla="*/ 344208 h 542621"/>
              <a:gd name="connsiteX9" fmla="*/ 477187 w 478612"/>
              <a:gd name="connsiteY9" fmla="*/ 47609 h 542621"/>
              <a:gd name="connsiteX10" fmla="*/ 260350 w 478612"/>
              <a:gd name="connsiteY10" fmla="*/ 236637 h 542621"/>
              <a:gd name="connsiteX11" fmla="*/ 98425 w 478612"/>
              <a:gd name="connsiteY11" fmla="*/ 412304 h 542621"/>
              <a:gd name="connsiteX12" fmla="*/ 0 w 478612"/>
              <a:gd name="connsiteY12" fmla="*/ 498029 h 542621"/>
              <a:gd name="connsiteX0" fmla="*/ 0 w 491439"/>
              <a:gd name="connsiteY0" fmla="*/ 504849 h 549441"/>
              <a:gd name="connsiteX1" fmla="*/ 120650 w 491439"/>
              <a:gd name="connsiteY1" fmla="*/ 425000 h 549441"/>
              <a:gd name="connsiteX2" fmla="*/ 60325 w 491439"/>
              <a:gd name="connsiteY2" fmla="*/ 549441 h 549441"/>
              <a:gd name="connsiteX3" fmla="*/ 142875 w 491439"/>
              <a:gd name="connsiteY3" fmla="*/ 531813 h 549441"/>
              <a:gd name="connsiteX4" fmla="*/ 200025 w 491439"/>
              <a:gd name="connsiteY4" fmla="*/ 478738 h 549441"/>
              <a:gd name="connsiteX5" fmla="*/ 225425 w 491439"/>
              <a:gd name="connsiteY5" fmla="*/ 478738 h 549441"/>
              <a:gd name="connsiteX6" fmla="*/ 257175 w 491439"/>
              <a:gd name="connsiteY6" fmla="*/ 417276 h 549441"/>
              <a:gd name="connsiteX7" fmla="*/ 279400 w 491439"/>
              <a:gd name="connsiteY7" fmla="*/ 399695 h 549441"/>
              <a:gd name="connsiteX8" fmla="*/ 327025 w 491439"/>
              <a:gd name="connsiteY8" fmla="*/ 351028 h 549441"/>
              <a:gd name="connsiteX9" fmla="*/ 477187 w 491439"/>
              <a:gd name="connsiteY9" fmla="*/ 54429 h 549441"/>
              <a:gd name="connsiteX10" fmla="*/ 260350 w 491439"/>
              <a:gd name="connsiteY10" fmla="*/ 243457 h 549441"/>
              <a:gd name="connsiteX11" fmla="*/ 98425 w 491439"/>
              <a:gd name="connsiteY11" fmla="*/ 419124 h 549441"/>
              <a:gd name="connsiteX12" fmla="*/ 0 w 491439"/>
              <a:gd name="connsiteY12" fmla="*/ 504849 h 549441"/>
              <a:gd name="connsiteX0" fmla="*/ 0 w 507835"/>
              <a:gd name="connsiteY0" fmla="*/ 518489 h 563081"/>
              <a:gd name="connsiteX1" fmla="*/ 120650 w 507835"/>
              <a:gd name="connsiteY1" fmla="*/ 438640 h 563081"/>
              <a:gd name="connsiteX2" fmla="*/ 60325 w 507835"/>
              <a:gd name="connsiteY2" fmla="*/ 563081 h 563081"/>
              <a:gd name="connsiteX3" fmla="*/ 142875 w 507835"/>
              <a:gd name="connsiteY3" fmla="*/ 545453 h 563081"/>
              <a:gd name="connsiteX4" fmla="*/ 200025 w 507835"/>
              <a:gd name="connsiteY4" fmla="*/ 492378 h 563081"/>
              <a:gd name="connsiteX5" fmla="*/ 225425 w 507835"/>
              <a:gd name="connsiteY5" fmla="*/ 492378 h 563081"/>
              <a:gd name="connsiteX6" fmla="*/ 257175 w 507835"/>
              <a:gd name="connsiteY6" fmla="*/ 430916 h 563081"/>
              <a:gd name="connsiteX7" fmla="*/ 279400 w 507835"/>
              <a:gd name="connsiteY7" fmla="*/ 413335 h 563081"/>
              <a:gd name="connsiteX8" fmla="*/ 327025 w 507835"/>
              <a:gd name="connsiteY8" fmla="*/ 364668 h 563081"/>
              <a:gd name="connsiteX9" fmla="*/ 477187 w 507835"/>
              <a:gd name="connsiteY9" fmla="*/ 68069 h 563081"/>
              <a:gd name="connsiteX10" fmla="*/ 260350 w 507835"/>
              <a:gd name="connsiteY10" fmla="*/ 257097 h 563081"/>
              <a:gd name="connsiteX11" fmla="*/ 98425 w 507835"/>
              <a:gd name="connsiteY11" fmla="*/ 432764 h 563081"/>
              <a:gd name="connsiteX12" fmla="*/ 0 w 507835"/>
              <a:gd name="connsiteY12" fmla="*/ 518489 h 56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7835" h="563081">
                <a:moveTo>
                  <a:pt x="0" y="518489"/>
                </a:moveTo>
                <a:lnTo>
                  <a:pt x="120650" y="438640"/>
                </a:lnTo>
                <a:cubicBezTo>
                  <a:pt x="100542" y="480120"/>
                  <a:pt x="-62442" y="507574"/>
                  <a:pt x="60325" y="563081"/>
                </a:cubicBezTo>
                <a:lnTo>
                  <a:pt x="142875" y="545453"/>
                </a:lnTo>
                <a:lnTo>
                  <a:pt x="200025" y="492378"/>
                </a:lnTo>
                <a:lnTo>
                  <a:pt x="225425" y="492378"/>
                </a:lnTo>
                <a:lnTo>
                  <a:pt x="257175" y="430916"/>
                </a:lnTo>
                <a:lnTo>
                  <a:pt x="279400" y="413335"/>
                </a:lnTo>
                <a:lnTo>
                  <a:pt x="327025" y="364668"/>
                </a:lnTo>
                <a:cubicBezTo>
                  <a:pt x="321733" y="360483"/>
                  <a:pt x="482479" y="72254"/>
                  <a:pt x="477187" y="68069"/>
                </a:cubicBezTo>
                <a:cubicBezTo>
                  <a:pt x="561687" y="-67400"/>
                  <a:pt x="465667" y="1217"/>
                  <a:pt x="260350" y="257097"/>
                </a:cubicBezTo>
                <a:lnTo>
                  <a:pt x="98425" y="432764"/>
                </a:lnTo>
                <a:lnTo>
                  <a:pt x="0" y="518489"/>
                </a:lnTo>
                <a:close/>
              </a:path>
            </a:pathLst>
          </a:custGeom>
          <a:solidFill>
            <a:srgbClr val="FF0000"/>
          </a:solidFill>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20" name="Freeform 19"/>
          <p:cNvSpPr/>
          <p:nvPr/>
        </p:nvSpPr>
        <p:spPr>
          <a:xfrm>
            <a:off x="6958168" y="5310350"/>
            <a:ext cx="563448" cy="233457"/>
          </a:xfrm>
          <a:custGeom>
            <a:avLst/>
            <a:gdLst>
              <a:gd name="connsiteX0" fmla="*/ 0 w 552450"/>
              <a:gd name="connsiteY0" fmla="*/ 82550 h 231775"/>
              <a:gd name="connsiteX1" fmla="*/ 101600 w 552450"/>
              <a:gd name="connsiteY1" fmla="*/ 41275 h 231775"/>
              <a:gd name="connsiteX2" fmla="*/ 212725 w 552450"/>
              <a:gd name="connsiteY2" fmla="*/ 92075 h 231775"/>
              <a:gd name="connsiteX3" fmla="*/ 327025 w 552450"/>
              <a:gd name="connsiteY3" fmla="*/ 193675 h 231775"/>
              <a:gd name="connsiteX4" fmla="*/ 406400 w 552450"/>
              <a:gd name="connsiteY4" fmla="*/ 231775 h 231775"/>
              <a:gd name="connsiteX5" fmla="*/ 514350 w 552450"/>
              <a:gd name="connsiteY5" fmla="*/ 231775 h 231775"/>
              <a:gd name="connsiteX6" fmla="*/ 552450 w 552450"/>
              <a:gd name="connsiteY6" fmla="*/ 215900 h 231775"/>
              <a:gd name="connsiteX7" fmla="*/ 454025 w 552450"/>
              <a:gd name="connsiteY7" fmla="*/ 149225 h 231775"/>
              <a:gd name="connsiteX8" fmla="*/ 336550 w 552450"/>
              <a:gd name="connsiteY8" fmla="*/ 44450 h 231775"/>
              <a:gd name="connsiteX9" fmla="*/ 234950 w 552450"/>
              <a:gd name="connsiteY9" fmla="*/ 0 h 231775"/>
              <a:gd name="connsiteX10" fmla="*/ 142875 w 552450"/>
              <a:gd name="connsiteY10" fmla="*/ 3175 h 231775"/>
              <a:gd name="connsiteX11" fmla="*/ 0 w 552450"/>
              <a:gd name="connsiteY11" fmla="*/ 82550 h 231775"/>
              <a:gd name="connsiteX0" fmla="*/ 0 w 552450"/>
              <a:gd name="connsiteY0" fmla="*/ 85725 h 234950"/>
              <a:gd name="connsiteX1" fmla="*/ 101600 w 552450"/>
              <a:gd name="connsiteY1" fmla="*/ 44450 h 234950"/>
              <a:gd name="connsiteX2" fmla="*/ 212725 w 552450"/>
              <a:gd name="connsiteY2" fmla="*/ 95250 h 234950"/>
              <a:gd name="connsiteX3" fmla="*/ 327025 w 552450"/>
              <a:gd name="connsiteY3" fmla="*/ 196850 h 234950"/>
              <a:gd name="connsiteX4" fmla="*/ 406400 w 552450"/>
              <a:gd name="connsiteY4" fmla="*/ 234950 h 234950"/>
              <a:gd name="connsiteX5" fmla="*/ 514350 w 552450"/>
              <a:gd name="connsiteY5" fmla="*/ 234950 h 234950"/>
              <a:gd name="connsiteX6" fmla="*/ 552450 w 552450"/>
              <a:gd name="connsiteY6" fmla="*/ 219075 h 234950"/>
              <a:gd name="connsiteX7" fmla="*/ 454025 w 552450"/>
              <a:gd name="connsiteY7" fmla="*/ 152400 h 234950"/>
              <a:gd name="connsiteX8" fmla="*/ 336550 w 552450"/>
              <a:gd name="connsiteY8" fmla="*/ 47625 h 234950"/>
              <a:gd name="connsiteX9" fmla="*/ 234950 w 552450"/>
              <a:gd name="connsiteY9" fmla="*/ 3175 h 234950"/>
              <a:gd name="connsiteX10" fmla="*/ 98425 w 552450"/>
              <a:gd name="connsiteY10" fmla="*/ 0 h 234950"/>
              <a:gd name="connsiteX11" fmla="*/ 0 w 552450"/>
              <a:gd name="connsiteY11" fmla="*/ 85725 h 234950"/>
              <a:gd name="connsiteX0" fmla="*/ 0 w 552450"/>
              <a:gd name="connsiteY0" fmla="*/ 85725 h 234950"/>
              <a:gd name="connsiteX1" fmla="*/ 107950 w 552450"/>
              <a:gd name="connsiteY1" fmla="*/ 26916 h 234950"/>
              <a:gd name="connsiteX2" fmla="*/ 212725 w 552450"/>
              <a:gd name="connsiteY2" fmla="*/ 95250 h 234950"/>
              <a:gd name="connsiteX3" fmla="*/ 327025 w 552450"/>
              <a:gd name="connsiteY3" fmla="*/ 196850 h 234950"/>
              <a:gd name="connsiteX4" fmla="*/ 406400 w 552450"/>
              <a:gd name="connsiteY4" fmla="*/ 234950 h 234950"/>
              <a:gd name="connsiteX5" fmla="*/ 514350 w 552450"/>
              <a:gd name="connsiteY5" fmla="*/ 234950 h 234950"/>
              <a:gd name="connsiteX6" fmla="*/ 552450 w 552450"/>
              <a:gd name="connsiteY6" fmla="*/ 219075 h 234950"/>
              <a:gd name="connsiteX7" fmla="*/ 454025 w 552450"/>
              <a:gd name="connsiteY7" fmla="*/ 152400 h 234950"/>
              <a:gd name="connsiteX8" fmla="*/ 336550 w 552450"/>
              <a:gd name="connsiteY8" fmla="*/ 47625 h 234950"/>
              <a:gd name="connsiteX9" fmla="*/ 234950 w 552450"/>
              <a:gd name="connsiteY9" fmla="*/ 3175 h 234950"/>
              <a:gd name="connsiteX10" fmla="*/ 98425 w 552450"/>
              <a:gd name="connsiteY10" fmla="*/ 0 h 234950"/>
              <a:gd name="connsiteX11" fmla="*/ 0 w 552450"/>
              <a:gd name="connsiteY11" fmla="*/ 85725 h 234950"/>
              <a:gd name="connsiteX0" fmla="*/ 0 w 552450"/>
              <a:gd name="connsiteY0" fmla="*/ 110603 h 259828"/>
              <a:gd name="connsiteX1" fmla="*/ 107950 w 552450"/>
              <a:gd name="connsiteY1" fmla="*/ 51794 h 259828"/>
              <a:gd name="connsiteX2" fmla="*/ 212725 w 552450"/>
              <a:gd name="connsiteY2" fmla="*/ 120128 h 259828"/>
              <a:gd name="connsiteX3" fmla="*/ 327025 w 552450"/>
              <a:gd name="connsiteY3" fmla="*/ 221728 h 259828"/>
              <a:gd name="connsiteX4" fmla="*/ 406400 w 552450"/>
              <a:gd name="connsiteY4" fmla="*/ 259828 h 259828"/>
              <a:gd name="connsiteX5" fmla="*/ 514350 w 552450"/>
              <a:gd name="connsiteY5" fmla="*/ 259828 h 259828"/>
              <a:gd name="connsiteX6" fmla="*/ 552450 w 552450"/>
              <a:gd name="connsiteY6" fmla="*/ 243953 h 259828"/>
              <a:gd name="connsiteX7" fmla="*/ 454025 w 552450"/>
              <a:gd name="connsiteY7" fmla="*/ 177278 h 259828"/>
              <a:gd name="connsiteX8" fmla="*/ 336550 w 552450"/>
              <a:gd name="connsiteY8" fmla="*/ 72503 h 259828"/>
              <a:gd name="connsiteX9" fmla="*/ 257175 w 552450"/>
              <a:gd name="connsiteY9" fmla="*/ 0 h 259828"/>
              <a:gd name="connsiteX10" fmla="*/ 98425 w 552450"/>
              <a:gd name="connsiteY10" fmla="*/ 24878 h 259828"/>
              <a:gd name="connsiteX11" fmla="*/ 0 w 552450"/>
              <a:gd name="connsiteY11" fmla="*/ 110603 h 259828"/>
              <a:gd name="connsiteX0" fmla="*/ 0 w 552450"/>
              <a:gd name="connsiteY0" fmla="*/ 110603 h 259828"/>
              <a:gd name="connsiteX1" fmla="*/ 107950 w 552450"/>
              <a:gd name="connsiteY1" fmla="*/ 51794 h 259828"/>
              <a:gd name="connsiteX2" fmla="*/ 212725 w 552450"/>
              <a:gd name="connsiteY2" fmla="*/ 120128 h 259828"/>
              <a:gd name="connsiteX3" fmla="*/ 327025 w 552450"/>
              <a:gd name="connsiteY3" fmla="*/ 221728 h 259828"/>
              <a:gd name="connsiteX4" fmla="*/ 406400 w 552450"/>
              <a:gd name="connsiteY4" fmla="*/ 259828 h 259828"/>
              <a:gd name="connsiteX5" fmla="*/ 514350 w 552450"/>
              <a:gd name="connsiteY5" fmla="*/ 259828 h 259828"/>
              <a:gd name="connsiteX6" fmla="*/ 552450 w 552450"/>
              <a:gd name="connsiteY6" fmla="*/ 243953 h 259828"/>
              <a:gd name="connsiteX7" fmla="*/ 454025 w 552450"/>
              <a:gd name="connsiteY7" fmla="*/ 177278 h 259828"/>
              <a:gd name="connsiteX8" fmla="*/ 336550 w 552450"/>
              <a:gd name="connsiteY8" fmla="*/ 72503 h 259828"/>
              <a:gd name="connsiteX9" fmla="*/ 349250 w 552450"/>
              <a:gd name="connsiteY9" fmla="*/ 42413 h 259828"/>
              <a:gd name="connsiteX10" fmla="*/ 257175 w 552450"/>
              <a:gd name="connsiteY10" fmla="*/ 0 h 259828"/>
              <a:gd name="connsiteX11" fmla="*/ 98425 w 552450"/>
              <a:gd name="connsiteY11" fmla="*/ 24878 h 259828"/>
              <a:gd name="connsiteX12" fmla="*/ 0 w 552450"/>
              <a:gd name="connsiteY12" fmla="*/ 110603 h 259828"/>
              <a:gd name="connsiteX0" fmla="*/ 0 w 552450"/>
              <a:gd name="connsiteY0" fmla="*/ 110603 h 259828"/>
              <a:gd name="connsiteX1" fmla="*/ 120650 w 552450"/>
              <a:gd name="connsiteY1" fmla="*/ 30754 h 259828"/>
              <a:gd name="connsiteX2" fmla="*/ 212725 w 552450"/>
              <a:gd name="connsiteY2" fmla="*/ 120128 h 259828"/>
              <a:gd name="connsiteX3" fmla="*/ 327025 w 552450"/>
              <a:gd name="connsiteY3" fmla="*/ 221728 h 259828"/>
              <a:gd name="connsiteX4" fmla="*/ 406400 w 552450"/>
              <a:gd name="connsiteY4" fmla="*/ 259828 h 259828"/>
              <a:gd name="connsiteX5" fmla="*/ 514350 w 552450"/>
              <a:gd name="connsiteY5" fmla="*/ 259828 h 259828"/>
              <a:gd name="connsiteX6" fmla="*/ 552450 w 552450"/>
              <a:gd name="connsiteY6" fmla="*/ 243953 h 259828"/>
              <a:gd name="connsiteX7" fmla="*/ 454025 w 552450"/>
              <a:gd name="connsiteY7" fmla="*/ 177278 h 259828"/>
              <a:gd name="connsiteX8" fmla="*/ 336550 w 552450"/>
              <a:gd name="connsiteY8" fmla="*/ 72503 h 259828"/>
              <a:gd name="connsiteX9" fmla="*/ 349250 w 552450"/>
              <a:gd name="connsiteY9" fmla="*/ 42413 h 259828"/>
              <a:gd name="connsiteX10" fmla="*/ 257175 w 552450"/>
              <a:gd name="connsiteY10" fmla="*/ 0 h 259828"/>
              <a:gd name="connsiteX11" fmla="*/ 98425 w 552450"/>
              <a:gd name="connsiteY11" fmla="*/ 24878 h 259828"/>
              <a:gd name="connsiteX12" fmla="*/ 0 w 552450"/>
              <a:gd name="connsiteY12" fmla="*/ 110603 h 259828"/>
              <a:gd name="connsiteX0" fmla="*/ 0 w 552450"/>
              <a:gd name="connsiteY0" fmla="*/ 110603 h 259828"/>
              <a:gd name="connsiteX1" fmla="*/ 120650 w 552450"/>
              <a:gd name="connsiteY1" fmla="*/ 30754 h 259828"/>
              <a:gd name="connsiteX2" fmla="*/ 212725 w 552450"/>
              <a:gd name="connsiteY2" fmla="*/ 120128 h 259828"/>
              <a:gd name="connsiteX3" fmla="*/ 327025 w 552450"/>
              <a:gd name="connsiteY3" fmla="*/ 221728 h 259828"/>
              <a:gd name="connsiteX4" fmla="*/ 406400 w 552450"/>
              <a:gd name="connsiteY4" fmla="*/ 259828 h 259828"/>
              <a:gd name="connsiteX5" fmla="*/ 514350 w 552450"/>
              <a:gd name="connsiteY5" fmla="*/ 259828 h 259828"/>
              <a:gd name="connsiteX6" fmla="*/ 552450 w 552450"/>
              <a:gd name="connsiteY6" fmla="*/ 243953 h 259828"/>
              <a:gd name="connsiteX7" fmla="*/ 454025 w 552450"/>
              <a:gd name="connsiteY7" fmla="*/ 177278 h 259828"/>
              <a:gd name="connsiteX8" fmla="*/ 336550 w 552450"/>
              <a:gd name="connsiteY8" fmla="*/ 72503 h 259828"/>
              <a:gd name="connsiteX9" fmla="*/ 323850 w 552450"/>
              <a:gd name="connsiteY9" fmla="*/ 59947 h 259828"/>
              <a:gd name="connsiteX10" fmla="*/ 257175 w 552450"/>
              <a:gd name="connsiteY10" fmla="*/ 0 h 259828"/>
              <a:gd name="connsiteX11" fmla="*/ 98425 w 552450"/>
              <a:gd name="connsiteY11" fmla="*/ 24878 h 259828"/>
              <a:gd name="connsiteX12" fmla="*/ 0 w 552450"/>
              <a:gd name="connsiteY12" fmla="*/ 110603 h 259828"/>
              <a:gd name="connsiteX0" fmla="*/ 0 w 552450"/>
              <a:gd name="connsiteY0" fmla="*/ 103590 h 252815"/>
              <a:gd name="connsiteX1" fmla="*/ 120650 w 552450"/>
              <a:gd name="connsiteY1" fmla="*/ 23741 h 252815"/>
              <a:gd name="connsiteX2" fmla="*/ 212725 w 552450"/>
              <a:gd name="connsiteY2" fmla="*/ 113115 h 252815"/>
              <a:gd name="connsiteX3" fmla="*/ 327025 w 552450"/>
              <a:gd name="connsiteY3" fmla="*/ 214715 h 252815"/>
              <a:gd name="connsiteX4" fmla="*/ 406400 w 552450"/>
              <a:gd name="connsiteY4" fmla="*/ 252815 h 252815"/>
              <a:gd name="connsiteX5" fmla="*/ 514350 w 552450"/>
              <a:gd name="connsiteY5" fmla="*/ 252815 h 252815"/>
              <a:gd name="connsiteX6" fmla="*/ 552450 w 552450"/>
              <a:gd name="connsiteY6" fmla="*/ 236940 h 252815"/>
              <a:gd name="connsiteX7" fmla="*/ 454025 w 552450"/>
              <a:gd name="connsiteY7" fmla="*/ 170265 h 252815"/>
              <a:gd name="connsiteX8" fmla="*/ 336550 w 552450"/>
              <a:gd name="connsiteY8" fmla="*/ 65490 h 252815"/>
              <a:gd name="connsiteX9" fmla="*/ 323850 w 552450"/>
              <a:gd name="connsiteY9" fmla="*/ 52934 h 252815"/>
              <a:gd name="connsiteX10" fmla="*/ 244475 w 552450"/>
              <a:gd name="connsiteY10" fmla="*/ 0 h 252815"/>
              <a:gd name="connsiteX11" fmla="*/ 98425 w 552450"/>
              <a:gd name="connsiteY11" fmla="*/ 17865 h 252815"/>
              <a:gd name="connsiteX12" fmla="*/ 0 w 552450"/>
              <a:gd name="connsiteY12" fmla="*/ 103590 h 252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52450" h="252815">
                <a:moveTo>
                  <a:pt x="0" y="103590"/>
                </a:moveTo>
                <a:lnTo>
                  <a:pt x="120650" y="23741"/>
                </a:lnTo>
                <a:lnTo>
                  <a:pt x="212725" y="113115"/>
                </a:lnTo>
                <a:lnTo>
                  <a:pt x="327025" y="214715"/>
                </a:lnTo>
                <a:lnTo>
                  <a:pt x="406400" y="252815"/>
                </a:lnTo>
                <a:lnTo>
                  <a:pt x="514350" y="252815"/>
                </a:lnTo>
                <a:lnTo>
                  <a:pt x="552450" y="236940"/>
                </a:lnTo>
                <a:lnTo>
                  <a:pt x="454025" y="170265"/>
                </a:lnTo>
                <a:lnTo>
                  <a:pt x="336550" y="65490"/>
                </a:lnTo>
                <a:cubicBezTo>
                  <a:pt x="331258" y="61305"/>
                  <a:pt x="329142" y="57119"/>
                  <a:pt x="323850" y="52934"/>
                </a:cubicBezTo>
                <a:lnTo>
                  <a:pt x="244475" y="0"/>
                </a:lnTo>
                <a:lnTo>
                  <a:pt x="98425" y="17865"/>
                </a:lnTo>
                <a:lnTo>
                  <a:pt x="0" y="103590"/>
                </a:lnTo>
                <a:close/>
              </a:path>
            </a:pathLst>
          </a:custGeom>
          <a:solidFill>
            <a:srgbClr val="FFC000"/>
          </a:solidFill>
          <a:ln>
            <a:solidFill>
              <a:srgbClr val="FFC000"/>
            </a:solidFill>
          </a:ln>
        </p:spPr>
        <p:style>
          <a:lnRef idx="2">
            <a:schemeClr val="accent3">
              <a:shade val="50000"/>
            </a:schemeClr>
          </a:lnRef>
          <a:fillRef idx="1">
            <a:schemeClr val="accent3"/>
          </a:fillRef>
          <a:effectRef idx="0">
            <a:schemeClr val="accent3"/>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2" name="Title 1"/>
          <p:cNvSpPr>
            <a:spLocks noGrp="1"/>
          </p:cNvSpPr>
          <p:nvPr>
            <p:ph type="title"/>
          </p:nvPr>
        </p:nvSpPr>
        <p:spPr/>
        <p:txBody>
          <a:bodyPr/>
          <a:lstStyle/>
          <a:p>
            <a:r>
              <a:rPr lang="en-US" dirty="0"/>
              <a:t>What is a “Cloud”?</a:t>
            </a:r>
          </a:p>
        </p:txBody>
      </p:sp>
      <p:sp>
        <p:nvSpPr>
          <p:cNvPr id="3" name="Content Placeholder 2"/>
          <p:cNvSpPr>
            <a:spLocks noGrp="1"/>
          </p:cNvSpPr>
          <p:nvPr>
            <p:ph idx="1"/>
          </p:nvPr>
        </p:nvSpPr>
        <p:spPr>
          <a:xfrm>
            <a:off x="528196" y="1347493"/>
            <a:ext cx="11370961" cy="904043"/>
          </a:xfrm>
        </p:spPr>
        <p:txBody>
          <a:bodyPr/>
          <a:lstStyle/>
          <a:p>
            <a:r>
              <a:rPr lang="en-US" dirty="0"/>
              <a:t>Cloud: on-demand, scalable, multi-tenant, self-service compute and storage resources</a:t>
            </a:r>
          </a:p>
        </p:txBody>
      </p:sp>
      <p:grpSp>
        <p:nvGrpSpPr>
          <p:cNvPr id="23" name="Group 22"/>
          <p:cNvGrpSpPr/>
          <p:nvPr/>
        </p:nvGrpSpPr>
        <p:grpSpPr>
          <a:xfrm>
            <a:off x="6015471" y="2799944"/>
            <a:ext cx="5787954" cy="3604479"/>
            <a:chOff x="1129662" y="2590800"/>
            <a:chExt cx="7195188" cy="3534124"/>
          </a:xfrm>
        </p:grpSpPr>
        <p:cxnSp>
          <p:nvCxnSpPr>
            <p:cNvPr id="26" name="Straight Connector 25"/>
            <p:cNvCxnSpPr/>
            <p:nvPr/>
          </p:nvCxnSpPr>
          <p:spPr>
            <a:xfrm>
              <a:off x="1914525" y="2590800"/>
              <a:ext cx="0" cy="2962275"/>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1914525" y="5553075"/>
              <a:ext cx="6400800" cy="0"/>
            </a:xfrm>
            <a:prstGeom prst="line">
              <a:avLst/>
            </a:prstGeom>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33984" y="5622607"/>
              <a:ext cx="1142217" cy="502317"/>
            </a:xfrm>
            <a:prstGeom prst="rect">
              <a:avLst/>
            </a:prstGeom>
            <a:noFill/>
          </p:spPr>
          <p:txBody>
            <a:bodyPr wrap="none" lIns="0" tIns="0" rIns="0" bIns="0" rtlCol="0">
              <a:spAutoFit/>
            </a:bodyPr>
            <a:lstStyle/>
            <a:p>
              <a:r>
                <a:rPr lang="en-US" sz="3264" dirty="0">
                  <a:gradFill>
                    <a:gsLst>
                      <a:gs pos="0">
                        <a:schemeClr val="tx1"/>
                      </a:gs>
                      <a:gs pos="86000">
                        <a:schemeClr val="tx1"/>
                      </a:gs>
                    </a:gsLst>
                    <a:lin ang="5400000" scaled="0"/>
                  </a:gradFill>
                </a:rPr>
                <a:t>Time</a:t>
              </a:r>
            </a:p>
          </p:txBody>
        </p:sp>
        <p:sp>
          <p:nvSpPr>
            <p:cNvPr id="29" name="TextBox 28"/>
            <p:cNvSpPr txBox="1"/>
            <p:nvPr/>
          </p:nvSpPr>
          <p:spPr>
            <a:xfrm rot="16200000">
              <a:off x="662629" y="3624912"/>
              <a:ext cx="1570943" cy="636877"/>
            </a:xfrm>
            <a:prstGeom prst="rect">
              <a:avLst/>
            </a:prstGeom>
            <a:noFill/>
          </p:spPr>
          <p:txBody>
            <a:bodyPr wrap="none" lIns="0" tIns="0" rIns="0" bIns="0" rtlCol="0">
              <a:spAutoFit/>
            </a:bodyPr>
            <a:lstStyle/>
            <a:p>
              <a:r>
                <a:rPr lang="en-US" sz="3264" dirty="0">
                  <a:gradFill>
                    <a:gsLst>
                      <a:gs pos="0">
                        <a:schemeClr val="tx1"/>
                      </a:gs>
                      <a:gs pos="86000">
                        <a:schemeClr val="tx1"/>
                      </a:gs>
                    </a:gsLst>
                    <a:lin ang="5400000" scaled="0"/>
                  </a:gradFill>
                </a:rPr>
                <a:t>Demand</a:t>
              </a:r>
            </a:p>
          </p:txBody>
        </p:sp>
        <p:sp>
          <p:nvSpPr>
            <p:cNvPr id="30" name="Freeform 29"/>
            <p:cNvSpPr/>
            <p:nvPr/>
          </p:nvSpPr>
          <p:spPr>
            <a:xfrm>
              <a:off x="1924050" y="3609975"/>
              <a:ext cx="6381750" cy="1943100"/>
            </a:xfrm>
            <a:custGeom>
              <a:avLst/>
              <a:gdLst>
                <a:gd name="connsiteX0" fmla="*/ 0 w 6381750"/>
                <a:gd name="connsiteY0" fmla="*/ 2479798 h 2479798"/>
                <a:gd name="connsiteX1" fmla="*/ 476250 w 6381750"/>
                <a:gd name="connsiteY1" fmla="*/ 1898773 h 2479798"/>
                <a:gd name="connsiteX2" fmla="*/ 1085850 w 6381750"/>
                <a:gd name="connsiteY2" fmla="*/ 2117848 h 2479798"/>
                <a:gd name="connsiteX3" fmla="*/ 2324100 w 6381750"/>
                <a:gd name="connsiteY3" fmla="*/ 1022473 h 2479798"/>
                <a:gd name="connsiteX4" fmla="*/ 3371850 w 6381750"/>
                <a:gd name="connsiteY4" fmla="*/ 1765423 h 2479798"/>
                <a:gd name="connsiteX5" fmla="*/ 3905250 w 6381750"/>
                <a:gd name="connsiteY5" fmla="*/ 2232148 h 2479798"/>
                <a:gd name="connsiteX6" fmla="*/ 4362450 w 6381750"/>
                <a:gd name="connsiteY6" fmla="*/ 31873 h 2479798"/>
                <a:gd name="connsiteX7" fmla="*/ 4867275 w 6381750"/>
                <a:gd name="connsiteY7" fmla="*/ 1012948 h 2479798"/>
                <a:gd name="connsiteX8" fmla="*/ 5172075 w 6381750"/>
                <a:gd name="connsiteY8" fmla="*/ 2213098 h 2479798"/>
                <a:gd name="connsiteX9" fmla="*/ 5791200 w 6381750"/>
                <a:gd name="connsiteY9" fmla="*/ 1984498 h 2479798"/>
                <a:gd name="connsiteX10" fmla="*/ 6381750 w 6381750"/>
                <a:gd name="connsiteY10" fmla="*/ 1955923 h 247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81750" h="2479798">
                  <a:moveTo>
                    <a:pt x="0" y="2479798"/>
                  </a:moveTo>
                  <a:cubicBezTo>
                    <a:pt x="147637" y="2219448"/>
                    <a:pt x="295275" y="1959098"/>
                    <a:pt x="476250" y="1898773"/>
                  </a:cubicBezTo>
                  <a:cubicBezTo>
                    <a:pt x="657225" y="1838448"/>
                    <a:pt x="777875" y="2263898"/>
                    <a:pt x="1085850" y="2117848"/>
                  </a:cubicBezTo>
                  <a:cubicBezTo>
                    <a:pt x="1393825" y="1971798"/>
                    <a:pt x="1943100" y="1081210"/>
                    <a:pt x="2324100" y="1022473"/>
                  </a:cubicBezTo>
                  <a:cubicBezTo>
                    <a:pt x="2705100" y="963736"/>
                    <a:pt x="3108325" y="1563811"/>
                    <a:pt x="3371850" y="1765423"/>
                  </a:cubicBezTo>
                  <a:cubicBezTo>
                    <a:pt x="3635375" y="1967035"/>
                    <a:pt x="3740150" y="2521073"/>
                    <a:pt x="3905250" y="2232148"/>
                  </a:cubicBezTo>
                  <a:cubicBezTo>
                    <a:pt x="4070350" y="1943223"/>
                    <a:pt x="4202113" y="235073"/>
                    <a:pt x="4362450" y="31873"/>
                  </a:cubicBezTo>
                  <a:cubicBezTo>
                    <a:pt x="4522787" y="-171327"/>
                    <a:pt x="4732337" y="649410"/>
                    <a:pt x="4867275" y="1012948"/>
                  </a:cubicBezTo>
                  <a:cubicBezTo>
                    <a:pt x="5002213" y="1376486"/>
                    <a:pt x="5018088" y="2051173"/>
                    <a:pt x="5172075" y="2213098"/>
                  </a:cubicBezTo>
                  <a:cubicBezTo>
                    <a:pt x="5326062" y="2375023"/>
                    <a:pt x="5589588" y="2027360"/>
                    <a:pt x="5791200" y="1984498"/>
                  </a:cubicBezTo>
                  <a:cubicBezTo>
                    <a:pt x="5992812" y="1941636"/>
                    <a:pt x="6187281" y="1948779"/>
                    <a:pt x="6381750" y="1955923"/>
                  </a:cubicBezTo>
                </a:path>
              </a:pathLst>
            </a:custGeom>
          </p:spPr>
          <p:style>
            <a:lnRef idx="3">
              <a:schemeClr val="accent3"/>
            </a:lnRef>
            <a:fillRef idx="0">
              <a:schemeClr val="accent3"/>
            </a:fillRef>
            <a:effectRef idx="2">
              <a:schemeClr val="accent3"/>
            </a:effectRef>
            <a:fontRef idx="minor">
              <a:schemeClr val="tx1"/>
            </a:fontRef>
          </p:style>
          <p:txBody>
            <a:bodyPr rtlCol="0" anchor="ctr"/>
            <a:lstStyle/>
            <a:p>
              <a:pPr algn="ctr"/>
              <a:endParaRPr lang="en-US" sz="1836"/>
            </a:p>
          </p:txBody>
        </p:sp>
        <p:sp>
          <p:nvSpPr>
            <p:cNvPr id="31" name="Freeform 30"/>
            <p:cNvSpPr/>
            <p:nvPr/>
          </p:nvSpPr>
          <p:spPr>
            <a:xfrm>
              <a:off x="1933575" y="3414137"/>
              <a:ext cx="6391275" cy="2157988"/>
            </a:xfrm>
            <a:custGeom>
              <a:avLst/>
              <a:gdLst>
                <a:gd name="connsiteX0" fmla="*/ 0 w 6391275"/>
                <a:gd name="connsiteY0" fmla="*/ 2157988 h 2157988"/>
                <a:gd name="connsiteX1" fmla="*/ 381000 w 6391275"/>
                <a:gd name="connsiteY1" fmla="*/ 1691263 h 2157988"/>
                <a:gd name="connsiteX2" fmla="*/ 733425 w 6391275"/>
                <a:gd name="connsiteY2" fmla="*/ 1643638 h 2157988"/>
                <a:gd name="connsiteX3" fmla="*/ 971550 w 6391275"/>
                <a:gd name="connsiteY3" fmla="*/ 1796038 h 2157988"/>
                <a:gd name="connsiteX4" fmla="*/ 1343025 w 6391275"/>
                <a:gd name="connsiteY4" fmla="*/ 1853188 h 2157988"/>
                <a:gd name="connsiteX5" fmla="*/ 2000250 w 6391275"/>
                <a:gd name="connsiteY5" fmla="*/ 1034038 h 2157988"/>
                <a:gd name="connsiteX6" fmla="*/ 2466975 w 6391275"/>
                <a:gd name="connsiteY6" fmla="*/ 881638 h 2157988"/>
                <a:gd name="connsiteX7" fmla="*/ 2981325 w 6391275"/>
                <a:gd name="connsiteY7" fmla="*/ 1186438 h 2157988"/>
                <a:gd name="connsiteX8" fmla="*/ 3762375 w 6391275"/>
                <a:gd name="connsiteY8" fmla="*/ 1738888 h 2157988"/>
                <a:gd name="connsiteX9" fmla="*/ 4086225 w 6391275"/>
                <a:gd name="connsiteY9" fmla="*/ 1538863 h 2157988"/>
                <a:gd name="connsiteX10" fmla="*/ 4267200 w 6391275"/>
                <a:gd name="connsiteY10" fmla="*/ 81538 h 2157988"/>
                <a:gd name="connsiteX11" fmla="*/ 4648200 w 6391275"/>
                <a:gd name="connsiteY11" fmla="*/ 252988 h 2157988"/>
                <a:gd name="connsiteX12" fmla="*/ 5029200 w 6391275"/>
                <a:gd name="connsiteY12" fmla="*/ 824488 h 2157988"/>
                <a:gd name="connsiteX13" fmla="*/ 5372100 w 6391275"/>
                <a:gd name="connsiteY13" fmla="*/ 1738888 h 2157988"/>
                <a:gd name="connsiteX14" fmla="*/ 5810250 w 6391275"/>
                <a:gd name="connsiteY14" fmla="*/ 1643638 h 2157988"/>
                <a:gd name="connsiteX15" fmla="*/ 6391275 w 6391275"/>
                <a:gd name="connsiteY15" fmla="*/ 1615063 h 2157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91275" h="2157988">
                  <a:moveTo>
                    <a:pt x="0" y="2157988"/>
                  </a:moveTo>
                  <a:cubicBezTo>
                    <a:pt x="129381" y="1967488"/>
                    <a:pt x="258763" y="1776988"/>
                    <a:pt x="381000" y="1691263"/>
                  </a:cubicBezTo>
                  <a:cubicBezTo>
                    <a:pt x="503238" y="1605538"/>
                    <a:pt x="635000" y="1626175"/>
                    <a:pt x="733425" y="1643638"/>
                  </a:cubicBezTo>
                  <a:cubicBezTo>
                    <a:pt x="831850" y="1661100"/>
                    <a:pt x="869950" y="1761113"/>
                    <a:pt x="971550" y="1796038"/>
                  </a:cubicBezTo>
                  <a:cubicBezTo>
                    <a:pt x="1073150" y="1830963"/>
                    <a:pt x="1171575" y="1980188"/>
                    <a:pt x="1343025" y="1853188"/>
                  </a:cubicBezTo>
                  <a:cubicBezTo>
                    <a:pt x="1514475" y="1726188"/>
                    <a:pt x="1812925" y="1195963"/>
                    <a:pt x="2000250" y="1034038"/>
                  </a:cubicBezTo>
                  <a:cubicBezTo>
                    <a:pt x="2187575" y="872113"/>
                    <a:pt x="2303463" y="856238"/>
                    <a:pt x="2466975" y="881638"/>
                  </a:cubicBezTo>
                  <a:cubicBezTo>
                    <a:pt x="2630488" y="907038"/>
                    <a:pt x="2765425" y="1043563"/>
                    <a:pt x="2981325" y="1186438"/>
                  </a:cubicBezTo>
                  <a:cubicBezTo>
                    <a:pt x="3197225" y="1329313"/>
                    <a:pt x="3578225" y="1680150"/>
                    <a:pt x="3762375" y="1738888"/>
                  </a:cubicBezTo>
                  <a:cubicBezTo>
                    <a:pt x="3946525" y="1797625"/>
                    <a:pt x="4002088" y="1815088"/>
                    <a:pt x="4086225" y="1538863"/>
                  </a:cubicBezTo>
                  <a:cubicBezTo>
                    <a:pt x="4170362" y="1262638"/>
                    <a:pt x="4173538" y="295850"/>
                    <a:pt x="4267200" y="81538"/>
                  </a:cubicBezTo>
                  <a:cubicBezTo>
                    <a:pt x="4360862" y="-132774"/>
                    <a:pt x="4521200" y="129163"/>
                    <a:pt x="4648200" y="252988"/>
                  </a:cubicBezTo>
                  <a:cubicBezTo>
                    <a:pt x="4775200" y="376813"/>
                    <a:pt x="4908550" y="576838"/>
                    <a:pt x="5029200" y="824488"/>
                  </a:cubicBezTo>
                  <a:cubicBezTo>
                    <a:pt x="5149850" y="1072138"/>
                    <a:pt x="5241925" y="1602363"/>
                    <a:pt x="5372100" y="1738888"/>
                  </a:cubicBezTo>
                  <a:cubicBezTo>
                    <a:pt x="5502275" y="1875413"/>
                    <a:pt x="5640388" y="1664275"/>
                    <a:pt x="5810250" y="1643638"/>
                  </a:cubicBezTo>
                  <a:cubicBezTo>
                    <a:pt x="5980112" y="1623001"/>
                    <a:pt x="6185693" y="1619032"/>
                    <a:pt x="6391275" y="1615063"/>
                  </a:cubicBezTo>
                </a:path>
              </a:pathLst>
            </a:cu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sz="1836"/>
            </a:p>
          </p:txBody>
        </p:sp>
      </p:grpSp>
      <p:sp>
        <p:nvSpPr>
          <p:cNvPr id="2059" name="TextBox 2058"/>
          <p:cNvSpPr txBox="1"/>
          <p:nvPr/>
        </p:nvSpPr>
        <p:spPr>
          <a:xfrm>
            <a:off x="1809420" y="2904671"/>
            <a:ext cx="3622121" cy="512317"/>
          </a:xfrm>
          <a:prstGeom prst="rect">
            <a:avLst/>
          </a:prstGeom>
          <a:noFill/>
        </p:spPr>
        <p:txBody>
          <a:bodyPr wrap="none" lIns="0" tIns="0" rIns="0" bIns="0" rtlCol="0">
            <a:spAutoFit/>
          </a:bodyPr>
          <a:lstStyle/>
          <a:p>
            <a:r>
              <a:rPr lang="en-US" sz="3264" dirty="0">
                <a:gradFill>
                  <a:gsLst>
                    <a:gs pos="0">
                      <a:schemeClr val="tx1"/>
                    </a:gs>
                    <a:gs pos="86000">
                      <a:schemeClr val="tx1"/>
                    </a:gs>
                  </a:gsLst>
                  <a:lin ang="5400000" scaled="0"/>
                </a:gradFill>
              </a:rPr>
              <a:t>Server Provisioning</a:t>
            </a:r>
          </a:p>
        </p:txBody>
      </p:sp>
      <p:sp>
        <p:nvSpPr>
          <p:cNvPr id="46" name="TextBox 45"/>
          <p:cNvSpPr txBox="1"/>
          <p:nvPr/>
        </p:nvSpPr>
        <p:spPr>
          <a:xfrm>
            <a:off x="7363389" y="2925931"/>
            <a:ext cx="3542140" cy="512317"/>
          </a:xfrm>
          <a:prstGeom prst="rect">
            <a:avLst/>
          </a:prstGeom>
          <a:noFill/>
        </p:spPr>
        <p:txBody>
          <a:bodyPr wrap="none" lIns="0" tIns="0" rIns="0" bIns="0" rtlCol="0">
            <a:spAutoFit/>
          </a:bodyPr>
          <a:lstStyle/>
          <a:p>
            <a:r>
              <a:rPr lang="en-US" sz="3264" dirty="0">
                <a:gradFill>
                  <a:gsLst>
                    <a:gs pos="0">
                      <a:schemeClr val="tx1"/>
                    </a:gs>
                    <a:gs pos="86000">
                      <a:schemeClr val="tx1"/>
                    </a:gs>
                  </a:gsLst>
                  <a:lin ang="5400000" scaled="0"/>
                </a:gradFill>
              </a:rPr>
              <a:t>Cloud Provisioning</a:t>
            </a:r>
          </a:p>
        </p:txBody>
      </p:sp>
      <p:sp>
        <p:nvSpPr>
          <p:cNvPr id="2060" name="Rectangle 2059"/>
          <p:cNvSpPr/>
          <p:nvPr/>
        </p:nvSpPr>
        <p:spPr bwMode="auto">
          <a:xfrm>
            <a:off x="5112231" y="6055797"/>
            <a:ext cx="198066" cy="174863"/>
          </a:xfrm>
          <a:prstGeom prst="rect">
            <a:avLst/>
          </a:prstGeom>
          <a:solidFill>
            <a:srgbClr val="FFC000"/>
          </a:solidFill>
          <a:ln>
            <a:solidFill>
              <a:srgbClr val="FFC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2061" name="TextBox 2060"/>
          <p:cNvSpPr txBox="1"/>
          <p:nvPr/>
        </p:nvSpPr>
        <p:spPr>
          <a:xfrm>
            <a:off x="5422590" y="5986276"/>
            <a:ext cx="1937177" cy="320182"/>
          </a:xfrm>
          <a:prstGeom prst="rect">
            <a:avLst/>
          </a:prstGeom>
          <a:noFill/>
        </p:spPr>
        <p:txBody>
          <a:bodyPr wrap="none" lIns="0" tIns="0" rIns="0" bIns="0" rtlCol="0">
            <a:spAutoFit/>
          </a:bodyPr>
          <a:lstStyle/>
          <a:p>
            <a:r>
              <a:rPr lang="en-US" sz="2040" dirty="0">
                <a:gradFill>
                  <a:gsLst>
                    <a:gs pos="0">
                      <a:schemeClr val="tx1"/>
                    </a:gs>
                    <a:gs pos="86000">
                      <a:schemeClr val="tx1"/>
                    </a:gs>
                  </a:gsLst>
                  <a:lin ang="5400000" scaled="0"/>
                </a:gradFill>
              </a:rPr>
              <a:t>Overprovisioned</a:t>
            </a:r>
          </a:p>
        </p:txBody>
      </p:sp>
      <p:sp>
        <p:nvSpPr>
          <p:cNvPr id="2062" name="Rectangle 2061"/>
          <p:cNvSpPr/>
          <p:nvPr/>
        </p:nvSpPr>
        <p:spPr bwMode="auto">
          <a:xfrm>
            <a:off x="5112231" y="6386095"/>
            <a:ext cx="198066" cy="194292"/>
          </a:xfrm>
          <a:prstGeom prst="rect">
            <a:avLst/>
          </a:prstGeom>
          <a:solidFill>
            <a:srgbClr val="FF0000"/>
          </a:solidFill>
          <a:ln>
            <a:solidFill>
              <a:srgbClr val="FF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50" name="TextBox 49"/>
          <p:cNvSpPr txBox="1"/>
          <p:nvPr/>
        </p:nvSpPr>
        <p:spPr>
          <a:xfrm>
            <a:off x="5456591" y="6300181"/>
            <a:ext cx="2100604" cy="320182"/>
          </a:xfrm>
          <a:prstGeom prst="rect">
            <a:avLst/>
          </a:prstGeom>
          <a:noFill/>
        </p:spPr>
        <p:txBody>
          <a:bodyPr wrap="none" lIns="0" tIns="0" rIns="0" bIns="0" rtlCol="0">
            <a:spAutoFit/>
          </a:bodyPr>
          <a:lstStyle/>
          <a:p>
            <a:r>
              <a:rPr lang="en-US" sz="2040" dirty="0" err="1">
                <a:gradFill>
                  <a:gsLst>
                    <a:gs pos="0">
                      <a:schemeClr val="tx1"/>
                    </a:gs>
                    <a:gs pos="86000">
                      <a:schemeClr val="tx1"/>
                    </a:gs>
                  </a:gsLst>
                  <a:lin ang="5400000" scaled="0"/>
                </a:gradFill>
              </a:rPr>
              <a:t>Underprovisioned</a:t>
            </a:r>
            <a:endParaRPr lang="en-US" sz="2040" dirty="0">
              <a:gradFill>
                <a:gsLst>
                  <a:gs pos="0">
                    <a:schemeClr val="tx1"/>
                  </a:gs>
                  <a:gs pos="86000">
                    <a:schemeClr val="tx1"/>
                  </a:gs>
                </a:gsLst>
                <a:lin ang="5400000" scaled="0"/>
              </a:gradFill>
            </a:endParaRPr>
          </a:p>
        </p:txBody>
      </p:sp>
      <p:sp>
        <p:nvSpPr>
          <p:cNvPr id="2065" name="Freeform 2064"/>
          <p:cNvSpPr/>
          <p:nvPr/>
        </p:nvSpPr>
        <p:spPr>
          <a:xfrm>
            <a:off x="3018891" y="4507583"/>
            <a:ext cx="1117181" cy="1156040"/>
          </a:xfrm>
          <a:custGeom>
            <a:avLst/>
            <a:gdLst>
              <a:gd name="connsiteX0" fmla="*/ 0 w 1095375"/>
              <a:gd name="connsiteY0" fmla="*/ 266700 h 1133475"/>
              <a:gd name="connsiteX1" fmla="*/ 166687 w 1095375"/>
              <a:gd name="connsiteY1" fmla="*/ 395288 h 1133475"/>
              <a:gd name="connsiteX2" fmla="*/ 290512 w 1095375"/>
              <a:gd name="connsiteY2" fmla="*/ 528638 h 1133475"/>
              <a:gd name="connsiteX3" fmla="*/ 423862 w 1095375"/>
              <a:gd name="connsiteY3" fmla="*/ 661988 h 1133475"/>
              <a:gd name="connsiteX4" fmla="*/ 509587 w 1095375"/>
              <a:gd name="connsiteY4" fmla="*/ 723900 h 1133475"/>
              <a:gd name="connsiteX5" fmla="*/ 566737 w 1095375"/>
              <a:gd name="connsiteY5" fmla="*/ 790575 h 1133475"/>
              <a:gd name="connsiteX6" fmla="*/ 657225 w 1095375"/>
              <a:gd name="connsiteY6" fmla="*/ 900113 h 1133475"/>
              <a:gd name="connsiteX7" fmla="*/ 733425 w 1095375"/>
              <a:gd name="connsiteY7" fmla="*/ 1047750 h 1133475"/>
              <a:gd name="connsiteX8" fmla="*/ 785812 w 1095375"/>
              <a:gd name="connsiteY8" fmla="*/ 1133475 h 1133475"/>
              <a:gd name="connsiteX9" fmla="*/ 876300 w 1095375"/>
              <a:gd name="connsiteY9" fmla="*/ 1114425 h 1133475"/>
              <a:gd name="connsiteX10" fmla="*/ 933450 w 1095375"/>
              <a:gd name="connsiteY10" fmla="*/ 947738 h 1133475"/>
              <a:gd name="connsiteX11" fmla="*/ 1000125 w 1095375"/>
              <a:gd name="connsiteY11" fmla="*/ 609600 h 1133475"/>
              <a:gd name="connsiteX12" fmla="*/ 1047750 w 1095375"/>
              <a:gd name="connsiteY12" fmla="*/ 371475 h 1133475"/>
              <a:gd name="connsiteX13" fmla="*/ 1090612 w 1095375"/>
              <a:gd name="connsiteY13" fmla="*/ 38100 h 1133475"/>
              <a:gd name="connsiteX14" fmla="*/ 1095375 w 1095375"/>
              <a:gd name="connsiteY14" fmla="*/ 0 h 1133475"/>
              <a:gd name="connsiteX15" fmla="*/ 395287 w 1095375"/>
              <a:gd name="connsiteY15" fmla="*/ 4763 h 1133475"/>
              <a:gd name="connsiteX16" fmla="*/ 0 w 1095375"/>
              <a:gd name="connsiteY16" fmla="*/ 266700 h 113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95375" h="1133475">
                <a:moveTo>
                  <a:pt x="0" y="266700"/>
                </a:moveTo>
                <a:lnTo>
                  <a:pt x="166687" y="395288"/>
                </a:lnTo>
                <a:lnTo>
                  <a:pt x="290512" y="528638"/>
                </a:lnTo>
                <a:lnTo>
                  <a:pt x="423862" y="661988"/>
                </a:lnTo>
                <a:lnTo>
                  <a:pt x="509587" y="723900"/>
                </a:lnTo>
                <a:lnTo>
                  <a:pt x="566737" y="790575"/>
                </a:lnTo>
                <a:lnTo>
                  <a:pt x="657225" y="900113"/>
                </a:lnTo>
                <a:lnTo>
                  <a:pt x="733425" y="1047750"/>
                </a:lnTo>
                <a:lnTo>
                  <a:pt x="785812" y="1133475"/>
                </a:lnTo>
                <a:lnTo>
                  <a:pt x="876300" y="1114425"/>
                </a:lnTo>
                <a:lnTo>
                  <a:pt x="933450" y="947738"/>
                </a:lnTo>
                <a:lnTo>
                  <a:pt x="1000125" y="609600"/>
                </a:lnTo>
                <a:lnTo>
                  <a:pt x="1047750" y="371475"/>
                </a:lnTo>
                <a:lnTo>
                  <a:pt x="1090612" y="38100"/>
                </a:lnTo>
                <a:lnTo>
                  <a:pt x="1095375" y="0"/>
                </a:lnTo>
                <a:lnTo>
                  <a:pt x="395287" y="4763"/>
                </a:lnTo>
                <a:lnTo>
                  <a:pt x="0" y="266700"/>
                </a:lnTo>
                <a:close/>
              </a:path>
            </a:pathLst>
          </a:custGeom>
          <a:solidFill>
            <a:srgbClr val="FFC000"/>
          </a:solidFill>
          <a:ln>
            <a:solidFill>
              <a:srgbClr val="FFC000"/>
            </a:solidFill>
          </a:ln>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2066" name="Freeform 2065"/>
          <p:cNvSpPr/>
          <p:nvPr/>
        </p:nvSpPr>
        <p:spPr>
          <a:xfrm>
            <a:off x="1367406" y="5265323"/>
            <a:ext cx="578019" cy="272009"/>
          </a:xfrm>
          <a:custGeom>
            <a:avLst/>
            <a:gdLst>
              <a:gd name="connsiteX0" fmla="*/ 0 w 566737"/>
              <a:gd name="connsiteY0" fmla="*/ 152400 h 266700"/>
              <a:gd name="connsiteX1" fmla="*/ 90487 w 566737"/>
              <a:gd name="connsiteY1" fmla="*/ 233363 h 266700"/>
              <a:gd name="connsiteX2" fmla="*/ 190500 w 566737"/>
              <a:gd name="connsiteY2" fmla="*/ 266700 h 266700"/>
              <a:gd name="connsiteX3" fmla="*/ 280987 w 566737"/>
              <a:gd name="connsiteY3" fmla="*/ 252413 h 266700"/>
              <a:gd name="connsiteX4" fmla="*/ 366712 w 566737"/>
              <a:gd name="connsiteY4" fmla="*/ 195263 h 266700"/>
              <a:gd name="connsiteX5" fmla="*/ 485775 w 566737"/>
              <a:gd name="connsiteY5" fmla="*/ 61913 h 266700"/>
              <a:gd name="connsiteX6" fmla="*/ 566737 w 566737"/>
              <a:gd name="connsiteY6" fmla="*/ 0 h 266700"/>
              <a:gd name="connsiteX7" fmla="*/ 257175 w 566737"/>
              <a:gd name="connsiteY7" fmla="*/ 0 h 266700"/>
              <a:gd name="connsiteX8" fmla="*/ 223837 w 566737"/>
              <a:gd name="connsiteY8" fmla="*/ 9525 h 266700"/>
              <a:gd name="connsiteX9" fmla="*/ 0 w 566737"/>
              <a:gd name="connsiteY9" fmla="*/ 1524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6737" h="266700">
                <a:moveTo>
                  <a:pt x="0" y="152400"/>
                </a:moveTo>
                <a:lnTo>
                  <a:pt x="90487" y="233363"/>
                </a:lnTo>
                <a:lnTo>
                  <a:pt x="190500" y="266700"/>
                </a:lnTo>
                <a:lnTo>
                  <a:pt x="280987" y="252413"/>
                </a:lnTo>
                <a:lnTo>
                  <a:pt x="366712" y="195263"/>
                </a:lnTo>
                <a:lnTo>
                  <a:pt x="485775" y="61913"/>
                </a:lnTo>
                <a:lnTo>
                  <a:pt x="566737" y="0"/>
                </a:lnTo>
                <a:lnTo>
                  <a:pt x="257175" y="0"/>
                </a:lnTo>
                <a:lnTo>
                  <a:pt x="223837" y="9525"/>
                </a:lnTo>
                <a:lnTo>
                  <a:pt x="0" y="152400"/>
                </a:lnTo>
                <a:close/>
              </a:path>
            </a:pathLst>
          </a:custGeom>
          <a:solidFill>
            <a:srgbClr val="FFC000"/>
          </a:solidFill>
          <a:ln>
            <a:solidFill>
              <a:srgbClr val="FFC000"/>
            </a:solidFill>
          </a:ln>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
        <p:nvSpPr>
          <p:cNvPr id="2067" name="Freeform 2066"/>
          <p:cNvSpPr/>
          <p:nvPr/>
        </p:nvSpPr>
        <p:spPr>
          <a:xfrm>
            <a:off x="4582945" y="3754700"/>
            <a:ext cx="1321188" cy="1860349"/>
          </a:xfrm>
          <a:custGeom>
            <a:avLst/>
            <a:gdLst>
              <a:gd name="connsiteX0" fmla="*/ 0 w 1285875"/>
              <a:gd name="connsiteY0" fmla="*/ 461963 h 1828800"/>
              <a:gd name="connsiteX1" fmla="*/ 80962 w 1285875"/>
              <a:gd name="connsiteY1" fmla="*/ 681038 h 1828800"/>
              <a:gd name="connsiteX2" fmla="*/ 123825 w 1285875"/>
              <a:gd name="connsiteY2" fmla="*/ 847725 h 1828800"/>
              <a:gd name="connsiteX3" fmla="*/ 180975 w 1285875"/>
              <a:gd name="connsiteY3" fmla="*/ 1023938 h 1828800"/>
              <a:gd name="connsiteX4" fmla="*/ 233362 w 1285875"/>
              <a:gd name="connsiteY4" fmla="*/ 1281113 h 1828800"/>
              <a:gd name="connsiteX5" fmla="*/ 257175 w 1285875"/>
              <a:gd name="connsiteY5" fmla="*/ 1547813 h 1828800"/>
              <a:gd name="connsiteX6" fmla="*/ 319087 w 1285875"/>
              <a:gd name="connsiteY6" fmla="*/ 1724025 h 1828800"/>
              <a:gd name="connsiteX7" fmla="*/ 390525 w 1285875"/>
              <a:gd name="connsiteY7" fmla="*/ 1824038 h 1828800"/>
              <a:gd name="connsiteX8" fmla="*/ 476250 w 1285875"/>
              <a:gd name="connsiteY8" fmla="*/ 1828800 h 1828800"/>
              <a:gd name="connsiteX9" fmla="*/ 552450 w 1285875"/>
              <a:gd name="connsiteY9" fmla="*/ 1790700 h 1828800"/>
              <a:gd name="connsiteX10" fmla="*/ 681037 w 1285875"/>
              <a:gd name="connsiteY10" fmla="*/ 1695450 h 1828800"/>
              <a:gd name="connsiteX11" fmla="*/ 852487 w 1285875"/>
              <a:gd name="connsiteY11" fmla="*/ 1609725 h 1828800"/>
              <a:gd name="connsiteX12" fmla="*/ 1028700 w 1285875"/>
              <a:gd name="connsiteY12" fmla="*/ 1595438 h 1828800"/>
              <a:gd name="connsiteX13" fmla="*/ 1243012 w 1285875"/>
              <a:gd name="connsiteY13" fmla="*/ 1595438 h 1828800"/>
              <a:gd name="connsiteX14" fmla="*/ 1243012 w 1285875"/>
              <a:gd name="connsiteY14" fmla="*/ 1595438 h 1828800"/>
              <a:gd name="connsiteX15" fmla="*/ 1285875 w 1285875"/>
              <a:gd name="connsiteY15" fmla="*/ 9525 h 1828800"/>
              <a:gd name="connsiteX16" fmla="*/ 466725 w 1285875"/>
              <a:gd name="connsiteY16" fmla="*/ 0 h 1828800"/>
              <a:gd name="connsiteX17" fmla="*/ 0 w 1285875"/>
              <a:gd name="connsiteY17" fmla="*/ 461963 h 1828800"/>
              <a:gd name="connsiteX0" fmla="*/ 0 w 1295400"/>
              <a:gd name="connsiteY0" fmla="*/ 461963 h 1828800"/>
              <a:gd name="connsiteX1" fmla="*/ 80962 w 1295400"/>
              <a:gd name="connsiteY1" fmla="*/ 681038 h 1828800"/>
              <a:gd name="connsiteX2" fmla="*/ 123825 w 1295400"/>
              <a:gd name="connsiteY2" fmla="*/ 847725 h 1828800"/>
              <a:gd name="connsiteX3" fmla="*/ 180975 w 1295400"/>
              <a:gd name="connsiteY3" fmla="*/ 1023938 h 1828800"/>
              <a:gd name="connsiteX4" fmla="*/ 233362 w 1295400"/>
              <a:gd name="connsiteY4" fmla="*/ 1281113 h 1828800"/>
              <a:gd name="connsiteX5" fmla="*/ 257175 w 1295400"/>
              <a:gd name="connsiteY5" fmla="*/ 1547813 h 1828800"/>
              <a:gd name="connsiteX6" fmla="*/ 319087 w 1295400"/>
              <a:gd name="connsiteY6" fmla="*/ 1724025 h 1828800"/>
              <a:gd name="connsiteX7" fmla="*/ 390525 w 1295400"/>
              <a:gd name="connsiteY7" fmla="*/ 1824038 h 1828800"/>
              <a:gd name="connsiteX8" fmla="*/ 476250 w 1295400"/>
              <a:gd name="connsiteY8" fmla="*/ 1828800 h 1828800"/>
              <a:gd name="connsiteX9" fmla="*/ 552450 w 1295400"/>
              <a:gd name="connsiteY9" fmla="*/ 1790700 h 1828800"/>
              <a:gd name="connsiteX10" fmla="*/ 681037 w 1295400"/>
              <a:gd name="connsiteY10" fmla="*/ 1695450 h 1828800"/>
              <a:gd name="connsiteX11" fmla="*/ 852487 w 1295400"/>
              <a:gd name="connsiteY11" fmla="*/ 1609725 h 1828800"/>
              <a:gd name="connsiteX12" fmla="*/ 1028700 w 1295400"/>
              <a:gd name="connsiteY12" fmla="*/ 1595438 h 1828800"/>
              <a:gd name="connsiteX13" fmla="*/ 1243012 w 1295400"/>
              <a:gd name="connsiteY13" fmla="*/ 1595438 h 1828800"/>
              <a:gd name="connsiteX14" fmla="*/ 1295400 w 1295400"/>
              <a:gd name="connsiteY14" fmla="*/ 1595438 h 1828800"/>
              <a:gd name="connsiteX15" fmla="*/ 1285875 w 1295400"/>
              <a:gd name="connsiteY15" fmla="*/ 9525 h 1828800"/>
              <a:gd name="connsiteX16" fmla="*/ 466725 w 1295400"/>
              <a:gd name="connsiteY16" fmla="*/ 0 h 1828800"/>
              <a:gd name="connsiteX17" fmla="*/ 0 w 1295400"/>
              <a:gd name="connsiteY17" fmla="*/ 461963 h 1828800"/>
              <a:gd name="connsiteX0" fmla="*/ 0 w 1295400"/>
              <a:gd name="connsiteY0" fmla="*/ 481013 h 1828800"/>
              <a:gd name="connsiteX1" fmla="*/ 80962 w 1295400"/>
              <a:gd name="connsiteY1" fmla="*/ 681038 h 1828800"/>
              <a:gd name="connsiteX2" fmla="*/ 123825 w 1295400"/>
              <a:gd name="connsiteY2" fmla="*/ 847725 h 1828800"/>
              <a:gd name="connsiteX3" fmla="*/ 180975 w 1295400"/>
              <a:gd name="connsiteY3" fmla="*/ 1023938 h 1828800"/>
              <a:gd name="connsiteX4" fmla="*/ 233362 w 1295400"/>
              <a:gd name="connsiteY4" fmla="*/ 1281113 h 1828800"/>
              <a:gd name="connsiteX5" fmla="*/ 257175 w 1295400"/>
              <a:gd name="connsiteY5" fmla="*/ 1547813 h 1828800"/>
              <a:gd name="connsiteX6" fmla="*/ 319087 w 1295400"/>
              <a:gd name="connsiteY6" fmla="*/ 1724025 h 1828800"/>
              <a:gd name="connsiteX7" fmla="*/ 390525 w 1295400"/>
              <a:gd name="connsiteY7" fmla="*/ 1824038 h 1828800"/>
              <a:gd name="connsiteX8" fmla="*/ 476250 w 1295400"/>
              <a:gd name="connsiteY8" fmla="*/ 1828800 h 1828800"/>
              <a:gd name="connsiteX9" fmla="*/ 552450 w 1295400"/>
              <a:gd name="connsiteY9" fmla="*/ 1790700 h 1828800"/>
              <a:gd name="connsiteX10" fmla="*/ 681037 w 1295400"/>
              <a:gd name="connsiteY10" fmla="*/ 1695450 h 1828800"/>
              <a:gd name="connsiteX11" fmla="*/ 852487 w 1295400"/>
              <a:gd name="connsiteY11" fmla="*/ 1609725 h 1828800"/>
              <a:gd name="connsiteX12" fmla="*/ 1028700 w 1295400"/>
              <a:gd name="connsiteY12" fmla="*/ 1595438 h 1828800"/>
              <a:gd name="connsiteX13" fmla="*/ 1243012 w 1295400"/>
              <a:gd name="connsiteY13" fmla="*/ 1595438 h 1828800"/>
              <a:gd name="connsiteX14" fmla="*/ 1295400 w 1295400"/>
              <a:gd name="connsiteY14" fmla="*/ 1595438 h 1828800"/>
              <a:gd name="connsiteX15" fmla="*/ 1285875 w 1295400"/>
              <a:gd name="connsiteY15" fmla="*/ 9525 h 1828800"/>
              <a:gd name="connsiteX16" fmla="*/ 466725 w 1295400"/>
              <a:gd name="connsiteY16" fmla="*/ 0 h 1828800"/>
              <a:gd name="connsiteX17" fmla="*/ 0 w 1295400"/>
              <a:gd name="connsiteY17" fmla="*/ 481013 h 1828800"/>
              <a:gd name="connsiteX0" fmla="*/ 0 w 1295400"/>
              <a:gd name="connsiteY0" fmla="*/ 485775 h 1833562"/>
              <a:gd name="connsiteX1" fmla="*/ 80962 w 1295400"/>
              <a:gd name="connsiteY1" fmla="*/ 685800 h 1833562"/>
              <a:gd name="connsiteX2" fmla="*/ 123825 w 1295400"/>
              <a:gd name="connsiteY2" fmla="*/ 852487 h 1833562"/>
              <a:gd name="connsiteX3" fmla="*/ 180975 w 1295400"/>
              <a:gd name="connsiteY3" fmla="*/ 1028700 h 1833562"/>
              <a:gd name="connsiteX4" fmla="*/ 233362 w 1295400"/>
              <a:gd name="connsiteY4" fmla="*/ 1285875 h 1833562"/>
              <a:gd name="connsiteX5" fmla="*/ 257175 w 1295400"/>
              <a:gd name="connsiteY5" fmla="*/ 1552575 h 1833562"/>
              <a:gd name="connsiteX6" fmla="*/ 319087 w 1295400"/>
              <a:gd name="connsiteY6" fmla="*/ 1728787 h 1833562"/>
              <a:gd name="connsiteX7" fmla="*/ 390525 w 1295400"/>
              <a:gd name="connsiteY7" fmla="*/ 1828800 h 1833562"/>
              <a:gd name="connsiteX8" fmla="*/ 476250 w 1295400"/>
              <a:gd name="connsiteY8" fmla="*/ 1833562 h 1833562"/>
              <a:gd name="connsiteX9" fmla="*/ 552450 w 1295400"/>
              <a:gd name="connsiteY9" fmla="*/ 1795462 h 1833562"/>
              <a:gd name="connsiteX10" fmla="*/ 681037 w 1295400"/>
              <a:gd name="connsiteY10" fmla="*/ 1700212 h 1833562"/>
              <a:gd name="connsiteX11" fmla="*/ 852487 w 1295400"/>
              <a:gd name="connsiteY11" fmla="*/ 1614487 h 1833562"/>
              <a:gd name="connsiteX12" fmla="*/ 1028700 w 1295400"/>
              <a:gd name="connsiteY12" fmla="*/ 1600200 h 1833562"/>
              <a:gd name="connsiteX13" fmla="*/ 1243012 w 1295400"/>
              <a:gd name="connsiteY13" fmla="*/ 1600200 h 1833562"/>
              <a:gd name="connsiteX14" fmla="*/ 1295400 w 1295400"/>
              <a:gd name="connsiteY14" fmla="*/ 1600200 h 1833562"/>
              <a:gd name="connsiteX15" fmla="*/ 1285875 w 1295400"/>
              <a:gd name="connsiteY15" fmla="*/ 14287 h 1833562"/>
              <a:gd name="connsiteX16" fmla="*/ 481013 w 1295400"/>
              <a:gd name="connsiteY16" fmla="*/ 0 h 1833562"/>
              <a:gd name="connsiteX17" fmla="*/ 0 w 1295400"/>
              <a:gd name="connsiteY17" fmla="*/ 485775 h 1833562"/>
              <a:gd name="connsiteX0" fmla="*/ 0 w 1295400"/>
              <a:gd name="connsiteY0" fmla="*/ 476250 h 1824037"/>
              <a:gd name="connsiteX1" fmla="*/ 80962 w 1295400"/>
              <a:gd name="connsiteY1" fmla="*/ 676275 h 1824037"/>
              <a:gd name="connsiteX2" fmla="*/ 123825 w 1295400"/>
              <a:gd name="connsiteY2" fmla="*/ 842962 h 1824037"/>
              <a:gd name="connsiteX3" fmla="*/ 180975 w 1295400"/>
              <a:gd name="connsiteY3" fmla="*/ 1019175 h 1824037"/>
              <a:gd name="connsiteX4" fmla="*/ 233362 w 1295400"/>
              <a:gd name="connsiteY4" fmla="*/ 1276350 h 1824037"/>
              <a:gd name="connsiteX5" fmla="*/ 257175 w 1295400"/>
              <a:gd name="connsiteY5" fmla="*/ 1543050 h 1824037"/>
              <a:gd name="connsiteX6" fmla="*/ 319087 w 1295400"/>
              <a:gd name="connsiteY6" fmla="*/ 1719262 h 1824037"/>
              <a:gd name="connsiteX7" fmla="*/ 390525 w 1295400"/>
              <a:gd name="connsiteY7" fmla="*/ 1819275 h 1824037"/>
              <a:gd name="connsiteX8" fmla="*/ 476250 w 1295400"/>
              <a:gd name="connsiteY8" fmla="*/ 1824037 h 1824037"/>
              <a:gd name="connsiteX9" fmla="*/ 552450 w 1295400"/>
              <a:gd name="connsiteY9" fmla="*/ 1785937 h 1824037"/>
              <a:gd name="connsiteX10" fmla="*/ 681037 w 1295400"/>
              <a:gd name="connsiteY10" fmla="*/ 1690687 h 1824037"/>
              <a:gd name="connsiteX11" fmla="*/ 852487 w 1295400"/>
              <a:gd name="connsiteY11" fmla="*/ 1604962 h 1824037"/>
              <a:gd name="connsiteX12" fmla="*/ 1028700 w 1295400"/>
              <a:gd name="connsiteY12" fmla="*/ 1590675 h 1824037"/>
              <a:gd name="connsiteX13" fmla="*/ 1243012 w 1295400"/>
              <a:gd name="connsiteY13" fmla="*/ 1590675 h 1824037"/>
              <a:gd name="connsiteX14" fmla="*/ 1295400 w 1295400"/>
              <a:gd name="connsiteY14" fmla="*/ 1590675 h 1824037"/>
              <a:gd name="connsiteX15" fmla="*/ 1285875 w 1295400"/>
              <a:gd name="connsiteY15" fmla="*/ 4762 h 1824037"/>
              <a:gd name="connsiteX16" fmla="*/ 481013 w 1295400"/>
              <a:gd name="connsiteY16" fmla="*/ 0 h 1824037"/>
              <a:gd name="connsiteX17" fmla="*/ 0 w 1295400"/>
              <a:gd name="connsiteY17" fmla="*/ 476250 h 1824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95400" h="1824037">
                <a:moveTo>
                  <a:pt x="0" y="476250"/>
                </a:moveTo>
                <a:lnTo>
                  <a:pt x="80962" y="676275"/>
                </a:lnTo>
                <a:lnTo>
                  <a:pt x="123825" y="842962"/>
                </a:lnTo>
                <a:lnTo>
                  <a:pt x="180975" y="1019175"/>
                </a:lnTo>
                <a:lnTo>
                  <a:pt x="233362" y="1276350"/>
                </a:lnTo>
                <a:lnTo>
                  <a:pt x="257175" y="1543050"/>
                </a:lnTo>
                <a:lnTo>
                  <a:pt x="319087" y="1719262"/>
                </a:lnTo>
                <a:lnTo>
                  <a:pt x="390525" y="1819275"/>
                </a:lnTo>
                <a:lnTo>
                  <a:pt x="476250" y="1824037"/>
                </a:lnTo>
                <a:lnTo>
                  <a:pt x="552450" y="1785937"/>
                </a:lnTo>
                <a:lnTo>
                  <a:pt x="681037" y="1690687"/>
                </a:lnTo>
                <a:lnTo>
                  <a:pt x="852487" y="1604962"/>
                </a:lnTo>
                <a:lnTo>
                  <a:pt x="1028700" y="1590675"/>
                </a:lnTo>
                <a:lnTo>
                  <a:pt x="1243012" y="1590675"/>
                </a:lnTo>
                <a:lnTo>
                  <a:pt x="1295400" y="1590675"/>
                </a:lnTo>
                <a:lnTo>
                  <a:pt x="1285875" y="4762"/>
                </a:lnTo>
                <a:lnTo>
                  <a:pt x="481013" y="0"/>
                </a:lnTo>
                <a:lnTo>
                  <a:pt x="0" y="476250"/>
                </a:lnTo>
                <a:close/>
              </a:path>
            </a:pathLst>
          </a:custGeom>
          <a:solidFill>
            <a:srgbClr val="FFC000"/>
          </a:solidFill>
          <a:ln>
            <a:solidFill>
              <a:srgbClr val="FFC000"/>
            </a:solidFill>
          </a:ln>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chemeClr val="tx1"/>
                  </a:gs>
                  <a:gs pos="100000">
                    <a:schemeClr val="tx1"/>
                  </a:gs>
                </a:gsLst>
                <a:lin ang="5400000" scaled="0"/>
              </a:gradFill>
            </a:endParaRPr>
          </a:p>
        </p:txBody>
      </p:sp>
    </p:spTree>
    <p:custDataLst>
      <p:tags r:id="rId1"/>
    </p:custDataLst>
    <p:extLst>
      <p:ext uri="{BB962C8B-B14F-4D97-AF65-F5344CB8AC3E}">
        <p14:creationId xmlns:p14="http://schemas.microsoft.com/office/powerpoint/2010/main" val="148644287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Efficiency Versus Control</a:t>
            </a:r>
          </a:p>
        </p:txBody>
      </p:sp>
      <p:graphicFrame>
        <p:nvGraphicFramePr>
          <p:cNvPr id="5" name="Table 4"/>
          <p:cNvGraphicFramePr>
            <a:graphicFrameLocks noGrp="1"/>
          </p:cNvGraphicFramePr>
          <p:nvPr/>
        </p:nvGraphicFramePr>
        <p:xfrm>
          <a:off x="2269478" y="2145328"/>
          <a:ext cx="8142244" cy="3616425"/>
        </p:xfrm>
        <a:graphic>
          <a:graphicData uri="http://schemas.openxmlformats.org/drawingml/2006/table">
            <a:tbl>
              <a:tblPr firstRow="1" bandRow="1">
                <a:tableStyleId>{5C22544A-7EE6-4342-B048-85BDC9FD1C3A}</a:tableStyleId>
              </a:tblPr>
              <a:tblGrid>
                <a:gridCol w="2415158">
                  <a:extLst>
                    <a:ext uri="{9D8B030D-6E8A-4147-A177-3AD203B41FA5}">
                      <a16:colId xmlns:a16="http://schemas.microsoft.com/office/drawing/2014/main" val="20000"/>
                    </a:ext>
                  </a:extLst>
                </a:gridCol>
                <a:gridCol w="1544460">
                  <a:extLst>
                    <a:ext uri="{9D8B030D-6E8A-4147-A177-3AD203B41FA5}">
                      <a16:colId xmlns:a16="http://schemas.microsoft.com/office/drawing/2014/main" val="20001"/>
                    </a:ext>
                  </a:extLst>
                </a:gridCol>
                <a:gridCol w="1257747">
                  <a:extLst>
                    <a:ext uri="{9D8B030D-6E8A-4147-A177-3AD203B41FA5}">
                      <a16:colId xmlns:a16="http://schemas.microsoft.com/office/drawing/2014/main" val="20002"/>
                    </a:ext>
                  </a:extLst>
                </a:gridCol>
                <a:gridCol w="1416270">
                  <a:extLst>
                    <a:ext uri="{9D8B030D-6E8A-4147-A177-3AD203B41FA5}">
                      <a16:colId xmlns:a16="http://schemas.microsoft.com/office/drawing/2014/main" val="20003"/>
                    </a:ext>
                  </a:extLst>
                </a:gridCol>
                <a:gridCol w="1508609">
                  <a:extLst>
                    <a:ext uri="{9D8B030D-6E8A-4147-A177-3AD203B41FA5}">
                      <a16:colId xmlns:a16="http://schemas.microsoft.com/office/drawing/2014/main" val="20004"/>
                    </a:ext>
                  </a:extLst>
                </a:gridCol>
              </a:tblGrid>
              <a:tr h="590649">
                <a:tc>
                  <a:txBody>
                    <a:bodyPr/>
                    <a:lstStyle/>
                    <a:p>
                      <a:r>
                        <a:rPr lang="en-US" sz="1600" dirty="0">
                          <a:solidFill>
                            <a:schemeClr val="tx2"/>
                          </a:solidFill>
                        </a:rPr>
                        <a:t>     = Managed for You</a:t>
                      </a:r>
                    </a:p>
                  </a:txBody>
                  <a:tcPr marL="124314" marR="124314" marT="46630" marB="46630"/>
                </a:tc>
                <a:tc>
                  <a:txBody>
                    <a:bodyPr/>
                    <a:lstStyle/>
                    <a:p>
                      <a:pPr algn="ctr"/>
                      <a:r>
                        <a:rPr lang="en-US" sz="1600" dirty="0">
                          <a:solidFill>
                            <a:schemeClr val="tx2"/>
                          </a:solidFill>
                        </a:rPr>
                        <a:t>Standalone</a:t>
                      </a:r>
                    </a:p>
                    <a:p>
                      <a:pPr algn="ctr"/>
                      <a:r>
                        <a:rPr lang="en-US" sz="1600" dirty="0">
                          <a:solidFill>
                            <a:schemeClr val="tx2"/>
                          </a:solidFill>
                        </a:rPr>
                        <a:t>Servers</a:t>
                      </a:r>
                    </a:p>
                  </a:txBody>
                  <a:tcPr marL="124314" marR="124314" marT="46630" marB="46630"/>
                </a:tc>
                <a:tc>
                  <a:txBody>
                    <a:bodyPr/>
                    <a:lstStyle/>
                    <a:p>
                      <a:pPr algn="ctr"/>
                      <a:r>
                        <a:rPr lang="en-US" sz="1600" dirty="0" err="1">
                          <a:solidFill>
                            <a:schemeClr val="tx2"/>
                          </a:solidFill>
                        </a:rPr>
                        <a:t>IaaS</a:t>
                      </a:r>
                      <a:endParaRPr lang="en-US" sz="1600" dirty="0">
                        <a:solidFill>
                          <a:schemeClr val="tx2"/>
                        </a:solidFill>
                      </a:endParaRPr>
                    </a:p>
                  </a:txBody>
                  <a:tcPr marL="124314" marR="124314" marT="46630" marB="46630"/>
                </a:tc>
                <a:tc>
                  <a:txBody>
                    <a:bodyPr/>
                    <a:lstStyle/>
                    <a:p>
                      <a:pPr algn="ctr"/>
                      <a:r>
                        <a:rPr lang="en-US" sz="1600" dirty="0" err="1">
                          <a:solidFill>
                            <a:schemeClr val="tx2"/>
                          </a:solidFill>
                        </a:rPr>
                        <a:t>PaaS</a:t>
                      </a:r>
                      <a:endParaRPr lang="en-US" sz="1600" dirty="0">
                        <a:solidFill>
                          <a:schemeClr val="tx2"/>
                        </a:solidFill>
                      </a:endParaRPr>
                    </a:p>
                  </a:txBody>
                  <a:tcPr marL="124314" marR="124314" marT="46630" marB="46630"/>
                </a:tc>
                <a:tc>
                  <a:txBody>
                    <a:bodyPr/>
                    <a:lstStyle/>
                    <a:p>
                      <a:pPr algn="ctr"/>
                      <a:r>
                        <a:rPr lang="en-US" sz="1600" dirty="0" err="1">
                          <a:solidFill>
                            <a:schemeClr val="tx2"/>
                          </a:solidFill>
                        </a:rPr>
                        <a:t>SaaS</a:t>
                      </a:r>
                      <a:endParaRPr lang="en-US" sz="1600" dirty="0">
                        <a:solidFill>
                          <a:schemeClr val="tx2"/>
                        </a:solidFill>
                      </a:endParaRPr>
                    </a:p>
                  </a:txBody>
                  <a:tcPr marL="124314" marR="124314" marT="46630" marB="46630"/>
                </a:tc>
                <a:extLst>
                  <a:ext uri="{0D108BD9-81ED-4DB2-BD59-A6C34878D82A}">
                    <a16:rowId xmlns:a16="http://schemas.microsoft.com/office/drawing/2014/main" val="10000"/>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Applications</a:t>
                      </a:r>
                    </a:p>
                  </a:txBody>
                  <a:tcPr marL="124314" marR="124314" marT="46630" marB="46630">
                    <a:solidFill>
                      <a:schemeClr val="accent1"/>
                    </a:solidFill>
                  </a:tcPr>
                </a:tc>
                <a:tc>
                  <a:txBody>
                    <a:bodyPr/>
                    <a:lstStyle/>
                    <a:p>
                      <a:endParaRPr lang="en-US" sz="1600" dirty="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1"/>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Runtimes</a:t>
                      </a:r>
                    </a:p>
                  </a:txBody>
                  <a:tcPr marL="124314" marR="124314" marT="46630" marB="46630">
                    <a:solidFill>
                      <a:schemeClr val="accent1"/>
                    </a:solidFill>
                  </a:tcPr>
                </a:tc>
                <a:tc>
                  <a:txBody>
                    <a:bodyPr/>
                    <a:lstStyle/>
                    <a:p>
                      <a:endParaRPr lang="en-US" sz="160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2"/>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Database</a:t>
                      </a:r>
                    </a:p>
                  </a:txBody>
                  <a:tcPr marL="124314" marR="124314" marT="46630" marB="46630">
                    <a:solidFill>
                      <a:schemeClr val="accent1"/>
                    </a:solidFill>
                  </a:tcPr>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3"/>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Operating System</a:t>
                      </a:r>
                    </a:p>
                  </a:txBody>
                  <a:tcPr marL="124314" marR="124314" marT="46630" marB="46630">
                    <a:solidFill>
                      <a:schemeClr val="accent1"/>
                    </a:solidFill>
                  </a:tcPr>
                </a:tc>
                <a:tc>
                  <a:txBody>
                    <a:bodyPr/>
                    <a:lstStyle/>
                    <a:p>
                      <a:endParaRPr lang="en-US" sz="1600" dirty="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extLst>
                  <a:ext uri="{0D108BD9-81ED-4DB2-BD59-A6C34878D82A}">
                    <a16:rowId xmlns:a16="http://schemas.microsoft.com/office/drawing/2014/main" val="10004"/>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Virtualization</a:t>
                      </a:r>
                    </a:p>
                  </a:txBody>
                  <a:tcPr marL="124314" marR="124314" marT="46630" marB="46630">
                    <a:solidFill>
                      <a:schemeClr val="accent1"/>
                    </a:solidFill>
                  </a:tcPr>
                </a:tc>
                <a:tc>
                  <a:txBody>
                    <a:bodyPr/>
                    <a:lstStyle/>
                    <a:p>
                      <a:endParaRPr lang="en-US" sz="1600" dirty="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5"/>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Server</a:t>
                      </a:r>
                    </a:p>
                  </a:txBody>
                  <a:tcPr marL="124314" marR="124314" marT="46630" marB="46630">
                    <a:solidFill>
                      <a:schemeClr val="accent1"/>
                    </a:solidFill>
                  </a:tcPr>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6"/>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Storage</a:t>
                      </a:r>
                    </a:p>
                  </a:txBody>
                  <a:tcPr marL="124314" marR="124314" marT="46630" marB="46630">
                    <a:solidFill>
                      <a:schemeClr val="accent1"/>
                    </a:solidFill>
                  </a:tcPr>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tc>
                  <a:txBody>
                    <a:bodyPr/>
                    <a:lstStyle/>
                    <a:p>
                      <a:endParaRPr lang="en-US" sz="1600">
                        <a:solidFill>
                          <a:schemeClr val="bg1"/>
                        </a:solidFill>
                      </a:endParaRPr>
                    </a:p>
                  </a:txBody>
                  <a:tcPr marL="124314" marR="124314" marT="46630" marB="46630"/>
                </a:tc>
                <a:extLst>
                  <a:ext uri="{0D108BD9-81ED-4DB2-BD59-A6C34878D82A}">
                    <a16:rowId xmlns:a16="http://schemas.microsoft.com/office/drawing/2014/main" val="10007"/>
                  </a:ext>
                </a:extLst>
              </a:tr>
              <a:tr h="378222">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en-US" sz="1600" dirty="0">
                          <a:solidFill>
                            <a:schemeClr val="tx2"/>
                          </a:solidFill>
                        </a:rPr>
                        <a:t>Networking</a:t>
                      </a:r>
                    </a:p>
                  </a:txBody>
                  <a:tcPr marL="124314" marR="124314" marT="46630" marB="46630">
                    <a:solidFill>
                      <a:schemeClr val="accent1"/>
                    </a:solidFill>
                  </a:tcPr>
                </a:tc>
                <a:tc>
                  <a:txBody>
                    <a:bodyPr/>
                    <a:lstStyle/>
                    <a:p>
                      <a:endParaRPr lang="en-US" sz="1600" dirty="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tc>
                  <a:txBody>
                    <a:bodyPr/>
                    <a:lstStyle/>
                    <a:p>
                      <a:endParaRPr lang="en-US" sz="1600" dirty="0">
                        <a:solidFill>
                          <a:schemeClr val="bg1"/>
                        </a:solidFill>
                      </a:endParaRPr>
                    </a:p>
                  </a:txBody>
                  <a:tcPr marL="124314" marR="124314" marT="46630" marB="46630"/>
                </a:tc>
                <a:extLst>
                  <a:ext uri="{0D108BD9-81ED-4DB2-BD59-A6C34878D82A}">
                    <a16:rowId xmlns:a16="http://schemas.microsoft.com/office/drawing/2014/main" val="10008"/>
                  </a:ext>
                </a:extLst>
              </a:tr>
            </a:tbl>
          </a:graphicData>
        </a:graphic>
      </p:graphicFrame>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2769424"/>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314818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3524581"/>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3900981"/>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427502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465025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5028883"/>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34387" y="540750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9477" y="2223047"/>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540750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314818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3524581"/>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3900981"/>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427502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465025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82866" y="5028883"/>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TextBox 31"/>
          <p:cNvSpPr txBox="1"/>
          <p:nvPr/>
        </p:nvSpPr>
        <p:spPr>
          <a:xfrm>
            <a:off x="6932494" y="1128792"/>
            <a:ext cx="3030962" cy="448228"/>
          </a:xfrm>
          <a:prstGeom prst="rect">
            <a:avLst/>
          </a:prstGeom>
          <a:noFill/>
        </p:spPr>
        <p:txBody>
          <a:bodyPr wrap="square" lIns="0" tIns="0" rIns="0" bIns="0" rtlCol="0">
            <a:spAutoFit/>
          </a:bodyPr>
          <a:lstStyle/>
          <a:p>
            <a:pPr algn="ctr"/>
            <a:r>
              <a:rPr lang="en-US" sz="2856" dirty="0">
                <a:solidFill>
                  <a:schemeClr val="accent1"/>
                </a:solidFill>
              </a:rPr>
              <a:t>Microsoft Azure</a:t>
            </a:r>
          </a:p>
        </p:txBody>
      </p:sp>
      <p:sp>
        <p:nvSpPr>
          <p:cNvPr id="41" name="Down Arrow 40"/>
          <p:cNvSpPr/>
          <p:nvPr/>
        </p:nvSpPr>
        <p:spPr bwMode="auto">
          <a:xfrm>
            <a:off x="8098247" y="1629288"/>
            <a:ext cx="419670" cy="468337"/>
          </a:xfrm>
          <a:prstGeom prst="downArrow">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244" dirty="0">
              <a:gradFill>
                <a:gsLst>
                  <a:gs pos="0">
                    <a:srgbClr val="FFFFFF"/>
                  </a:gs>
                  <a:gs pos="100000">
                    <a:srgbClr val="FFFFFF"/>
                  </a:gs>
                </a:gsLst>
                <a:lin ang="5400000" scaled="0"/>
              </a:gradFill>
            </a:endParaRPr>
          </a:p>
        </p:txBody>
      </p:sp>
      <p:pic>
        <p:nvPicPr>
          <p:cNvPr id="1027"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2767066"/>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3145824"/>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3522223"/>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3898623"/>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4272664"/>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4647900"/>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5026525"/>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0439" y="5405150"/>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6244" y="4275022"/>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6244" y="465025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6244" y="5028883"/>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6244" y="5407508"/>
            <a:ext cx="365857" cy="280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344" y="2767066"/>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344" y="3145824"/>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344" y="3522223"/>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344" y="3898623"/>
            <a:ext cx="379662" cy="28482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3" descr="C:\Users\markruss\AppData\Local\Microsoft\Windows\Temporary Internet Files\Content.IE5\01I8MGMS\MC9004315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5965" y="2767066"/>
            <a:ext cx="379662" cy="284820"/>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p:cNvSpPr/>
          <p:nvPr/>
        </p:nvSpPr>
        <p:spPr bwMode="auto">
          <a:xfrm>
            <a:off x="5680098" y="5950900"/>
            <a:ext cx="2685696" cy="384883"/>
          </a:xfrm>
          <a:prstGeom prst="rightArrow">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a:endParaRPr lang="en-US" sz="2244" dirty="0">
              <a:solidFill>
                <a:schemeClr val="tx1">
                  <a:alpha val="99000"/>
                </a:schemeClr>
              </a:solidFill>
            </a:endParaRPr>
          </a:p>
        </p:txBody>
      </p:sp>
      <p:sp>
        <p:nvSpPr>
          <p:cNvPr id="6" name="TextBox 5"/>
          <p:cNvSpPr txBox="1"/>
          <p:nvPr/>
        </p:nvSpPr>
        <p:spPr>
          <a:xfrm>
            <a:off x="4152058" y="5950897"/>
            <a:ext cx="1443630" cy="384205"/>
          </a:xfrm>
          <a:prstGeom prst="rect">
            <a:avLst/>
          </a:prstGeom>
          <a:noFill/>
        </p:spPr>
        <p:txBody>
          <a:bodyPr wrap="none" lIns="0" tIns="0" rIns="0" bIns="0" rtlCol="0">
            <a:spAutoFit/>
          </a:bodyPr>
          <a:lstStyle/>
          <a:p>
            <a:r>
              <a:rPr lang="en-US" sz="2448" b="1" dirty="0">
                <a:solidFill>
                  <a:schemeClr val="accent1"/>
                </a:solidFill>
              </a:rPr>
              <a:t>Efficiency</a:t>
            </a:r>
          </a:p>
        </p:txBody>
      </p:sp>
      <p:sp>
        <p:nvSpPr>
          <p:cNvPr id="44" name="Right Arrow 43"/>
          <p:cNvSpPr/>
          <p:nvPr/>
        </p:nvSpPr>
        <p:spPr bwMode="auto">
          <a:xfrm rot="10800000">
            <a:off x="5684844" y="6417203"/>
            <a:ext cx="2685696" cy="384883"/>
          </a:xfrm>
          <a:prstGeom prst="rightArrow">
            <a:avLst/>
          </a:prstGeom>
          <a:gradFill>
            <a:gsLst>
              <a:gs pos="0">
                <a:schemeClr val="tx2">
                  <a:lumMod val="50000"/>
                </a:schemeClr>
              </a:gs>
              <a:gs pos="80000">
                <a:schemeClr val="tx2"/>
              </a:gs>
              <a:gs pos="100000">
                <a:schemeClr val="tx2"/>
              </a:gs>
            </a:gsLst>
          </a:gradFill>
          <a:ln>
            <a:solidFill>
              <a:schemeClr val="tx2"/>
            </a:solidFill>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a:endParaRPr lang="en-US" sz="2244" dirty="0">
              <a:solidFill>
                <a:schemeClr val="tx1">
                  <a:alpha val="99000"/>
                </a:schemeClr>
              </a:solidFill>
            </a:endParaRPr>
          </a:p>
        </p:txBody>
      </p:sp>
      <p:sp>
        <p:nvSpPr>
          <p:cNvPr id="57" name="TextBox 56"/>
          <p:cNvSpPr txBox="1"/>
          <p:nvPr/>
        </p:nvSpPr>
        <p:spPr>
          <a:xfrm>
            <a:off x="8762034" y="6386795"/>
            <a:ext cx="2012973" cy="384205"/>
          </a:xfrm>
          <a:prstGeom prst="rect">
            <a:avLst/>
          </a:prstGeom>
          <a:noFill/>
        </p:spPr>
        <p:txBody>
          <a:bodyPr wrap="none" lIns="0" tIns="0" rIns="0" bIns="0" rtlCol="0">
            <a:spAutoFit/>
          </a:bodyPr>
          <a:lstStyle/>
          <a:p>
            <a:r>
              <a:rPr lang="en-US" sz="2448" b="1" dirty="0" err="1">
                <a:solidFill>
                  <a:schemeClr val="accent1"/>
                </a:solidFill>
              </a:rPr>
              <a:t>Control+Cost</a:t>
            </a:r>
            <a:endParaRPr lang="en-US" sz="2448" b="1" dirty="0">
              <a:solidFill>
                <a:schemeClr val="accent1"/>
              </a:solidFill>
            </a:endParaRPr>
          </a:p>
        </p:txBody>
      </p:sp>
    </p:spTree>
    <p:extLst>
      <p:ext uri="{BB962C8B-B14F-4D97-AF65-F5344CB8AC3E}">
        <p14:creationId xmlns:p14="http://schemas.microsoft.com/office/powerpoint/2010/main" val="31945170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Cloud Terminology</a:t>
            </a:r>
          </a:p>
        </p:txBody>
      </p:sp>
      <p:sp>
        <p:nvSpPr>
          <p:cNvPr id="9" name="Text Placeholder 8"/>
          <p:cNvSpPr>
            <a:spLocks noGrp="1"/>
          </p:cNvSpPr>
          <p:nvPr>
            <p:ph idx="1"/>
          </p:nvPr>
        </p:nvSpPr>
        <p:spPr>
          <a:xfrm>
            <a:off x="531949" y="1174680"/>
            <a:ext cx="11370961" cy="4658329"/>
          </a:xfrm>
        </p:spPr>
        <p:txBody>
          <a:bodyPr/>
          <a:lstStyle/>
          <a:p>
            <a:r>
              <a:rPr lang="en-US" sz="2856" dirty="0"/>
              <a:t>Infrastructure as a Service (</a:t>
            </a:r>
            <a:r>
              <a:rPr lang="en-US" sz="2856" dirty="0" err="1"/>
              <a:t>IaaS</a:t>
            </a:r>
            <a:r>
              <a:rPr lang="en-US" sz="2856" dirty="0"/>
              <a:t>): </a:t>
            </a:r>
            <a:br>
              <a:rPr lang="en-US" sz="2856" dirty="0"/>
            </a:br>
            <a:r>
              <a:rPr lang="en-US" sz="2856" dirty="0"/>
              <a:t>basic compute and storage resources</a:t>
            </a:r>
          </a:p>
          <a:p>
            <a:pPr lvl="1"/>
            <a:r>
              <a:rPr lang="en-US" dirty="0"/>
              <a:t>On-demand servers</a:t>
            </a:r>
          </a:p>
          <a:p>
            <a:pPr lvl="1"/>
            <a:r>
              <a:rPr lang="en-US" dirty="0"/>
              <a:t>Amazon EC2, </a:t>
            </a:r>
            <a:r>
              <a:rPr lang="en-US" dirty="0" err="1"/>
              <a:t>VMWare</a:t>
            </a:r>
            <a:r>
              <a:rPr lang="en-US" dirty="0"/>
              <a:t> </a:t>
            </a:r>
            <a:r>
              <a:rPr lang="en-US" dirty="0" err="1"/>
              <a:t>vCloud</a:t>
            </a:r>
            <a:endParaRPr lang="en-US" dirty="0"/>
          </a:p>
          <a:p>
            <a:r>
              <a:rPr lang="en-US" sz="2856" dirty="0"/>
              <a:t>Platform as a Service (</a:t>
            </a:r>
            <a:r>
              <a:rPr lang="en-US" sz="2856" dirty="0" err="1"/>
              <a:t>PaaS</a:t>
            </a:r>
            <a:r>
              <a:rPr lang="en-US" sz="2856" dirty="0"/>
              <a:t>): cloud application infrastructure</a:t>
            </a:r>
          </a:p>
          <a:p>
            <a:pPr lvl="1"/>
            <a:r>
              <a:rPr lang="en-US" dirty="0"/>
              <a:t>On-demand application-hosting environment</a:t>
            </a:r>
          </a:p>
          <a:p>
            <a:pPr lvl="1"/>
            <a:r>
              <a:rPr lang="en-US" dirty="0"/>
              <a:t>E.g. Google </a:t>
            </a:r>
            <a:r>
              <a:rPr lang="en-US" dirty="0" err="1"/>
              <a:t>AppEngine</a:t>
            </a:r>
            <a:r>
              <a:rPr lang="en-US" dirty="0"/>
              <a:t>, Salesforce.com, Windows Azure</a:t>
            </a:r>
          </a:p>
          <a:p>
            <a:r>
              <a:rPr lang="en-US" sz="2856" dirty="0"/>
              <a:t>Software as a Service (</a:t>
            </a:r>
            <a:r>
              <a:rPr lang="en-US" sz="2856" dirty="0" err="1"/>
              <a:t>SaaS</a:t>
            </a:r>
            <a:r>
              <a:rPr lang="en-US" sz="2856" dirty="0"/>
              <a:t>): cloud applications</a:t>
            </a:r>
          </a:p>
          <a:p>
            <a:pPr lvl="1"/>
            <a:r>
              <a:rPr lang="en-US" dirty="0"/>
              <a:t>On-demand applications</a:t>
            </a:r>
          </a:p>
          <a:p>
            <a:pPr lvl="1"/>
            <a:r>
              <a:rPr lang="en-US" dirty="0"/>
              <a:t>E.g. Office 365, </a:t>
            </a:r>
            <a:r>
              <a:rPr lang="en-US" dirty="0" err="1"/>
              <a:t>GMail</a:t>
            </a:r>
            <a:r>
              <a:rPr lang="en-US" dirty="0"/>
              <a:t>, Microsoft Office Web Companions</a:t>
            </a:r>
          </a:p>
          <a:p>
            <a:pPr lvl="1"/>
            <a:endParaRPr lang="en-US" dirty="0"/>
          </a:p>
        </p:txBody>
      </p:sp>
    </p:spTree>
    <p:custDataLst>
      <p:tags r:id="rId1"/>
    </p:custDataLst>
    <p:extLst>
      <p:ext uri="{BB962C8B-B14F-4D97-AF65-F5344CB8AC3E}">
        <p14:creationId xmlns:p14="http://schemas.microsoft.com/office/powerpoint/2010/main" val="14520320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Cloud Callout 77"/>
          <p:cNvSpPr/>
          <p:nvPr/>
        </p:nvSpPr>
        <p:spPr>
          <a:xfrm>
            <a:off x="558713" y="3420918"/>
            <a:ext cx="10756505" cy="4739361"/>
          </a:xfrm>
          <a:prstGeom prst="cloudCallout">
            <a:avLst>
              <a:gd name="adj1" fmla="val -4026"/>
              <a:gd name="adj2" fmla="val 29623"/>
            </a:avLst>
          </a:prstGeom>
          <a:solidFill>
            <a:sysClr val="window" lastClr="FFFFFF">
              <a:alpha val="58000"/>
            </a:sysClr>
          </a:solidFill>
          <a:ln w="25400" cap="flat" cmpd="sng" algn="ctr">
            <a:solidFill>
              <a:sysClr val="windowText" lastClr="000000"/>
            </a:solidFill>
            <a:prstDash val="solid"/>
          </a:ln>
          <a:effectLst/>
        </p:spPr>
        <p:txBody>
          <a:bodyPr rot="0" spcFirstLastPara="0" vert="horz" wrap="square" lIns="93260" tIns="46630" rIns="93260" bIns="46630" numCol="1" spcCol="0" rtlCol="0" fromWordArt="0" anchor="ctr" anchorCtr="0" forceAA="0" compatLnSpc="1">
            <a:prstTxWarp prst="textNoShape">
              <a:avLst/>
            </a:prstTxWarp>
            <a:noAutofit/>
          </a:bodyPr>
          <a:lstStyle/>
          <a:p>
            <a:pPr algn="ctr">
              <a:spcAft>
                <a:spcPts val="612"/>
              </a:spcAft>
            </a:pPr>
            <a:endParaRPr lang="en-US" sz="1224" dirty="0">
              <a:latin typeface="Times New Roman"/>
              <a:ea typeface="Times New Roman"/>
            </a:endParaRPr>
          </a:p>
        </p:txBody>
      </p:sp>
      <p:grpSp>
        <p:nvGrpSpPr>
          <p:cNvPr id="15" name="Group 14"/>
          <p:cNvGrpSpPr/>
          <p:nvPr/>
        </p:nvGrpSpPr>
        <p:grpSpPr>
          <a:xfrm>
            <a:off x="5155630" y="3814490"/>
            <a:ext cx="3560359" cy="2709835"/>
            <a:chOff x="5032263" y="4035311"/>
            <a:chExt cx="3490865" cy="2656942"/>
          </a:xfrm>
        </p:grpSpPr>
        <p:sp>
          <p:nvSpPr>
            <p:cNvPr id="76" name="Rectangle 75"/>
            <p:cNvSpPr/>
            <p:nvPr/>
          </p:nvSpPr>
          <p:spPr bwMode="auto">
            <a:xfrm>
              <a:off x="5184663" y="4187711"/>
              <a:ext cx="3338465" cy="2504542"/>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dirty="0">
                <a:gradFill>
                  <a:gsLst>
                    <a:gs pos="0">
                      <a:srgbClr val="FFFFFF"/>
                    </a:gs>
                    <a:gs pos="100000">
                      <a:srgbClr val="FFFFFF"/>
                    </a:gs>
                  </a:gsLst>
                  <a:lin ang="5400000" scaled="0"/>
                </a:gradFill>
              </a:endParaRPr>
            </a:p>
          </p:txBody>
        </p:sp>
        <p:sp>
          <p:nvSpPr>
            <p:cNvPr id="77" name="TextBox 76"/>
            <p:cNvSpPr txBox="1"/>
            <p:nvPr/>
          </p:nvSpPr>
          <p:spPr>
            <a:xfrm>
              <a:off x="5184664" y="5491772"/>
              <a:ext cx="3338464" cy="627864"/>
            </a:xfrm>
            <a:prstGeom prst="rect">
              <a:avLst/>
            </a:prstGeom>
          </p:spPr>
          <p:style>
            <a:lnRef idx="0">
              <a:schemeClr val="accent1"/>
            </a:lnRef>
            <a:fillRef idx="3">
              <a:schemeClr val="accent1"/>
            </a:fillRef>
            <a:effectRef idx="3">
              <a:schemeClr val="accent1"/>
            </a:effectRef>
            <a:fontRef idx="minor">
              <a:schemeClr val="lt1"/>
            </a:fontRef>
          </p:style>
          <p:txBody>
            <a:bodyPr wrap="square" lIns="0" tIns="0" rIns="0" bIns="0" rtlCol="0">
              <a:spAutoFit/>
            </a:bodyPr>
            <a:lstStyle/>
            <a:p>
              <a:pPr algn="ctr"/>
              <a:r>
                <a:rPr lang="en-US" sz="2040" b="1" dirty="0">
                  <a:gradFill>
                    <a:gsLst>
                      <a:gs pos="0">
                        <a:schemeClr val="tx1"/>
                      </a:gs>
                      <a:gs pos="86000">
                        <a:schemeClr val="tx1"/>
                      </a:gs>
                    </a:gsLst>
                    <a:lin ang="5400000" scaled="0"/>
                  </a:gradFill>
                </a:rPr>
                <a:t>Operating </a:t>
              </a:r>
            </a:p>
            <a:p>
              <a:pPr algn="ctr"/>
              <a:r>
                <a:rPr lang="en-US" sz="2040" b="1" dirty="0">
                  <a:gradFill>
                    <a:gsLst>
                      <a:gs pos="0">
                        <a:schemeClr val="tx1"/>
                      </a:gs>
                      <a:gs pos="86000">
                        <a:schemeClr val="tx1"/>
                      </a:gs>
                    </a:gsLst>
                    <a:lin ang="5400000" scaled="0"/>
                  </a:gradFill>
                </a:rPr>
                <a:t>System</a:t>
              </a:r>
            </a:p>
          </p:txBody>
        </p:sp>
        <p:sp>
          <p:nvSpPr>
            <p:cNvPr id="16" name="Rectangle 15"/>
            <p:cNvSpPr/>
            <p:nvPr/>
          </p:nvSpPr>
          <p:spPr bwMode="auto">
            <a:xfrm>
              <a:off x="5032263" y="4035311"/>
              <a:ext cx="3338465" cy="2504542"/>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dirty="0">
                <a:gradFill>
                  <a:gsLst>
                    <a:gs pos="0">
                      <a:srgbClr val="FFFFFF"/>
                    </a:gs>
                    <a:gs pos="100000">
                      <a:srgbClr val="FFFFFF"/>
                    </a:gs>
                  </a:gsLst>
                  <a:lin ang="5400000" scaled="0"/>
                </a:gradFill>
              </a:endParaRPr>
            </a:p>
          </p:txBody>
        </p:sp>
        <p:sp>
          <p:nvSpPr>
            <p:cNvPr id="17" name="TextBox 16"/>
            <p:cNvSpPr txBox="1"/>
            <p:nvPr/>
          </p:nvSpPr>
          <p:spPr>
            <a:xfrm>
              <a:off x="5032264" y="5339372"/>
              <a:ext cx="3338464" cy="627864"/>
            </a:xfrm>
            <a:prstGeom prst="rect">
              <a:avLst/>
            </a:prstGeom>
          </p:spPr>
          <p:style>
            <a:lnRef idx="0">
              <a:schemeClr val="accent1"/>
            </a:lnRef>
            <a:fillRef idx="3">
              <a:schemeClr val="accent1"/>
            </a:fillRef>
            <a:effectRef idx="3">
              <a:schemeClr val="accent1"/>
            </a:effectRef>
            <a:fontRef idx="minor">
              <a:schemeClr val="lt1"/>
            </a:fontRef>
          </p:style>
          <p:txBody>
            <a:bodyPr wrap="square" lIns="0" tIns="0" rIns="0" bIns="0" rtlCol="0">
              <a:spAutoFit/>
            </a:bodyPr>
            <a:lstStyle/>
            <a:p>
              <a:pPr algn="ctr"/>
              <a:r>
                <a:rPr lang="en-US" sz="2040" b="1" dirty="0">
                  <a:gradFill>
                    <a:gsLst>
                      <a:gs pos="0">
                        <a:schemeClr val="tx1"/>
                      </a:gs>
                      <a:gs pos="86000">
                        <a:schemeClr val="tx1"/>
                      </a:gs>
                    </a:gsLst>
                    <a:lin ang="5400000" scaled="0"/>
                  </a:gradFill>
                </a:rPr>
                <a:t>Operating </a:t>
              </a:r>
            </a:p>
            <a:p>
              <a:pPr algn="ctr"/>
              <a:r>
                <a:rPr lang="en-US" sz="2040" b="1" dirty="0">
                  <a:gradFill>
                    <a:gsLst>
                      <a:gs pos="0">
                        <a:schemeClr val="tx1"/>
                      </a:gs>
                      <a:gs pos="86000">
                        <a:schemeClr val="tx1"/>
                      </a:gs>
                    </a:gsLst>
                    <a:lin ang="5400000" scaled="0"/>
                  </a:gradFill>
                </a:rPr>
                <a:t>System</a:t>
              </a:r>
            </a:p>
          </p:txBody>
        </p:sp>
        <p:sp>
          <p:nvSpPr>
            <p:cNvPr id="62" name="TextBox 61"/>
            <p:cNvSpPr txBox="1"/>
            <p:nvPr/>
          </p:nvSpPr>
          <p:spPr>
            <a:xfrm>
              <a:off x="5074018" y="6102555"/>
              <a:ext cx="3296710" cy="313932"/>
            </a:xfrm>
            <a:prstGeom prst="rect">
              <a:avLst/>
            </a:prstGeom>
            <a:noFill/>
          </p:spPr>
          <p:txBody>
            <a:bodyPr wrap="square" lIns="0" tIns="0" rIns="0" bIns="0" rtlCol="0">
              <a:spAutoFit/>
            </a:bodyPr>
            <a:lstStyle/>
            <a:p>
              <a:pPr algn="ctr"/>
              <a:r>
                <a:rPr lang="en-US" sz="2040" b="1" dirty="0">
                  <a:gradFill>
                    <a:gsLst>
                      <a:gs pos="0">
                        <a:schemeClr val="tx1"/>
                      </a:gs>
                      <a:gs pos="86000">
                        <a:schemeClr val="tx1"/>
                      </a:gs>
                    </a:gsLst>
                    <a:lin ang="5400000" scaled="0"/>
                  </a:gradFill>
                </a:rPr>
                <a:t>VM</a:t>
              </a:r>
            </a:p>
          </p:txBody>
        </p:sp>
        <p:sp>
          <p:nvSpPr>
            <p:cNvPr id="74" name="TextBox 73"/>
            <p:cNvSpPr txBox="1"/>
            <p:nvPr/>
          </p:nvSpPr>
          <p:spPr>
            <a:xfrm>
              <a:off x="7057426" y="4384221"/>
              <a:ext cx="1194968" cy="627864"/>
            </a:xfrm>
            <a:prstGeom prst="rect">
              <a:avLst/>
            </a:prstGeom>
          </p:spPr>
          <p:style>
            <a:lnRef idx="0">
              <a:schemeClr val="accent1"/>
            </a:lnRef>
            <a:fillRef idx="3">
              <a:schemeClr val="accent1"/>
            </a:fillRef>
            <a:effectRef idx="3">
              <a:schemeClr val="accent1"/>
            </a:effectRef>
            <a:fontRef idx="minor">
              <a:schemeClr val="lt1"/>
            </a:fontRef>
          </p:style>
          <p:txBody>
            <a:bodyPr wrap="square" lIns="0" tIns="0" rIns="0" bIns="0" rtlCol="0">
              <a:spAutoFit/>
            </a:bodyPr>
            <a:lstStyle/>
            <a:p>
              <a:pPr algn="ctr"/>
              <a:r>
                <a:rPr lang="en-US" sz="2040" b="1" dirty="0">
                  <a:gradFill>
                    <a:gsLst>
                      <a:gs pos="0">
                        <a:schemeClr val="tx1"/>
                      </a:gs>
                      <a:gs pos="86000">
                        <a:schemeClr val="tx1"/>
                      </a:gs>
                    </a:gsLst>
                    <a:lin ang="5400000" scaled="0"/>
                  </a:gradFill>
                </a:rPr>
                <a:t>Web</a:t>
              </a:r>
            </a:p>
            <a:p>
              <a:pPr algn="ctr"/>
              <a:r>
                <a:rPr lang="en-US" sz="2040" b="1" dirty="0">
                  <a:gradFill>
                    <a:gsLst>
                      <a:gs pos="0">
                        <a:schemeClr val="tx1"/>
                      </a:gs>
                      <a:gs pos="86000">
                        <a:schemeClr val="tx1"/>
                      </a:gs>
                    </a:gsLst>
                    <a:lin ang="5400000" scaled="0"/>
                  </a:gradFill>
                </a:rPr>
                <a:t>Server</a:t>
              </a:r>
            </a:p>
          </p:txBody>
        </p:sp>
      </p:grpSp>
      <p:grpSp>
        <p:nvGrpSpPr>
          <p:cNvPr id="22" name="Group 21"/>
          <p:cNvGrpSpPr/>
          <p:nvPr/>
        </p:nvGrpSpPr>
        <p:grpSpPr>
          <a:xfrm>
            <a:off x="2744399" y="3953536"/>
            <a:ext cx="1843057" cy="2535618"/>
            <a:chOff x="2668097" y="4171643"/>
            <a:chExt cx="1807083" cy="2486126"/>
          </a:xfrm>
        </p:grpSpPr>
        <p:sp>
          <p:nvSpPr>
            <p:cNvPr id="63" name="Rectangle 62"/>
            <p:cNvSpPr/>
            <p:nvPr/>
          </p:nvSpPr>
          <p:spPr bwMode="auto">
            <a:xfrm>
              <a:off x="2668099" y="4171643"/>
              <a:ext cx="1807081" cy="2486126"/>
            </a:xfrm>
            <a:prstGeom prst="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dirty="0">
                <a:gradFill>
                  <a:gsLst>
                    <a:gs pos="0">
                      <a:srgbClr val="FFFFFF"/>
                    </a:gs>
                    <a:gs pos="100000">
                      <a:srgbClr val="FFFFFF"/>
                    </a:gs>
                  </a:gsLst>
                  <a:lin ang="5400000" scaled="0"/>
                </a:gradFill>
              </a:endParaRPr>
            </a:p>
          </p:txBody>
        </p:sp>
        <p:sp>
          <p:nvSpPr>
            <p:cNvPr id="20" name="Can 19"/>
            <p:cNvSpPr/>
            <p:nvPr/>
          </p:nvSpPr>
          <p:spPr bwMode="auto">
            <a:xfrm>
              <a:off x="2950769" y="4301129"/>
              <a:ext cx="1161014" cy="1077938"/>
            </a:xfrm>
            <a:prstGeom prst="can">
              <a:avLst>
                <a:gd name="adj" fmla="val 50000"/>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dirty="0">
                <a:gradFill>
                  <a:gsLst>
                    <a:gs pos="0">
                      <a:srgbClr val="FFFFFF"/>
                    </a:gs>
                    <a:gs pos="100000">
                      <a:srgbClr val="FFFFFF"/>
                    </a:gs>
                  </a:gsLst>
                  <a:lin ang="5400000" scaled="0"/>
                </a:gradFill>
              </a:endParaRPr>
            </a:p>
          </p:txBody>
        </p:sp>
        <p:sp>
          <p:nvSpPr>
            <p:cNvPr id="64" name="TextBox 63"/>
            <p:cNvSpPr txBox="1"/>
            <p:nvPr/>
          </p:nvSpPr>
          <p:spPr>
            <a:xfrm>
              <a:off x="2668097" y="5495880"/>
              <a:ext cx="1807083" cy="627864"/>
            </a:xfrm>
            <a:prstGeom prst="rect">
              <a:avLst/>
            </a:prstGeom>
          </p:spPr>
          <p:style>
            <a:lnRef idx="0">
              <a:schemeClr val="accent1"/>
            </a:lnRef>
            <a:fillRef idx="3">
              <a:schemeClr val="accent1"/>
            </a:fillRef>
            <a:effectRef idx="3">
              <a:schemeClr val="accent1"/>
            </a:effectRef>
            <a:fontRef idx="minor">
              <a:schemeClr val="lt1"/>
            </a:fontRef>
          </p:style>
          <p:txBody>
            <a:bodyPr wrap="square" lIns="0" tIns="0" rIns="0" bIns="0" rtlCol="0">
              <a:spAutoFit/>
            </a:bodyPr>
            <a:lstStyle/>
            <a:p>
              <a:pPr algn="ctr"/>
              <a:r>
                <a:rPr lang="en-US" sz="2040" b="1" dirty="0">
                  <a:gradFill>
                    <a:gsLst>
                      <a:gs pos="0">
                        <a:schemeClr val="tx1"/>
                      </a:gs>
                      <a:gs pos="86000">
                        <a:schemeClr val="tx1"/>
                      </a:gs>
                    </a:gsLst>
                    <a:lin ang="5400000" scaled="0"/>
                  </a:gradFill>
                </a:rPr>
                <a:t>Operating </a:t>
              </a:r>
            </a:p>
            <a:p>
              <a:pPr algn="ctr"/>
              <a:r>
                <a:rPr lang="en-US" sz="2040" b="1" dirty="0">
                  <a:gradFill>
                    <a:gsLst>
                      <a:gs pos="0">
                        <a:schemeClr val="tx1"/>
                      </a:gs>
                      <a:gs pos="86000">
                        <a:schemeClr val="tx1"/>
                      </a:gs>
                    </a:gsLst>
                    <a:lin ang="5400000" scaled="0"/>
                  </a:gradFill>
                </a:rPr>
                <a:t>System</a:t>
              </a:r>
            </a:p>
          </p:txBody>
        </p:sp>
        <p:sp>
          <p:nvSpPr>
            <p:cNvPr id="67" name="TextBox 66"/>
            <p:cNvSpPr txBox="1"/>
            <p:nvPr/>
          </p:nvSpPr>
          <p:spPr>
            <a:xfrm>
              <a:off x="2668097" y="6226789"/>
              <a:ext cx="1807083" cy="313932"/>
            </a:xfrm>
            <a:prstGeom prst="rect">
              <a:avLst/>
            </a:prstGeom>
            <a:noFill/>
          </p:spPr>
          <p:txBody>
            <a:bodyPr wrap="square" lIns="0" tIns="0" rIns="0" bIns="0" rtlCol="0">
              <a:spAutoFit/>
            </a:bodyPr>
            <a:lstStyle/>
            <a:p>
              <a:pPr algn="ctr"/>
              <a:r>
                <a:rPr lang="en-US" sz="2040" b="1" dirty="0">
                  <a:gradFill>
                    <a:gsLst>
                      <a:gs pos="0">
                        <a:schemeClr val="tx1"/>
                      </a:gs>
                      <a:gs pos="86000">
                        <a:schemeClr val="tx1"/>
                      </a:gs>
                    </a:gsLst>
                    <a:lin ang="5400000" scaled="0"/>
                  </a:gradFill>
                </a:rPr>
                <a:t>VM</a:t>
              </a:r>
            </a:p>
          </p:txBody>
        </p:sp>
        <p:sp>
          <p:nvSpPr>
            <p:cNvPr id="68" name="TextBox 67"/>
            <p:cNvSpPr txBox="1"/>
            <p:nvPr/>
          </p:nvSpPr>
          <p:spPr>
            <a:xfrm>
              <a:off x="3012556" y="4939580"/>
              <a:ext cx="1037437" cy="313932"/>
            </a:xfrm>
            <a:prstGeom prst="rect">
              <a:avLst/>
            </a:prstGeom>
            <a:noFill/>
          </p:spPr>
          <p:txBody>
            <a:bodyPr wrap="square" lIns="0" tIns="0" rIns="0" bIns="0" rtlCol="0">
              <a:spAutoFit/>
            </a:bodyPr>
            <a:lstStyle/>
            <a:p>
              <a:pPr algn="ctr"/>
              <a:r>
                <a:rPr lang="en-US" sz="2040" b="1" dirty="0">
                  <a:gradFill>
                    <a:gsLst>
                      <a:gs pos="0">
                        <a:schemeClr val="tx1"/>
                      </a:gs>
                      <a:gs pos="86000">
                        <a:schemeClr val="tx1"/>
                      </a:gs>
                    </a:gsLst>
                    <a:lin ang="5400000" scaled="0"/>
                  </a:gradFill>
                </a:rPr>
                <a:t>DBMS</a:t>
              </a:r>
            </a:p>
          </p:txBody>
        </p:sp>
      </p:grpSp>
      <p:grpSp>
        <p:nvGrpSpPr>
          <p:cNvPr id="14" name="Group 13"/>
          <p:cNvGrpSpPr/>
          <p:nvPr/>
        </p:nvGrpSpPr>
        <p:grpSpPr>
          <a:xfrm>
            <a:off x="2978572" y="1468299"/>
            <a:ext cx="2718976" cy="2522421"/>
            <a:chOff x="2901446" y="1735004"/>
            <a:chExt cx="3180487" cy="2452705"/>
          </a:xfrm>
        </p:grpSpPr>
        <p:sp>
          <p:nvSpPr>
            <p:cNvPr id="88" name="Freeform 87"/>
            <p:cNvSpPr/>
            <p:nvPr/>
          </p:nvSpPr>
          <p:spPr>
            <a:xfrm>
              <a:off x="2901446" y="1735004"/>
              <a:ext cx="3180487" cy="2452705"/>
            </a:xfrm>
            <a:custGeom>
              <a:avLst/>
              <a:gdLst>
                <a:gd name="connsiteX0" fmla="*/ 2703114 w 2703114"/>
                <a:gd name="connsiteY0" fmla="*/ 0 h 2529444"/>
                <a:gd name="connsiteX1" fmla="*/ 399301 w 2703114"/>
                <a:gd name="connsiteY1" fmla="*/ 938150 h 2529444"/>
                <a:gd name="connsiteX2" fmla="*/ 209295 w 2703114"/>
                <a:gd name="connsiteY2" fmla="*/ 1971304 h 2529444"/>
                <a:gd name="connsiteX3" fmla="*/ 2572485 w 2703114"/>
                <a:gd name="connsiteY3" fmla="*/ 2529444 h 2529444"/>
                <a:gd name="connsiteX0" fmla="*/ 3228764 w 3228764"/>
                <a:gd name="connsiteY0" fmla="*/ 0 h 2540495"/>
                <a:gd name="connsiteX1" fmla="*/ 424420 w 3228764"/>
                <a:gd name="connsiteY1" fmla="*/ 949201 h 2540495"/>
                <a:gd name="connsiteX2" fmla="*/ 234414 w 3228764"/>
                <a:gd name="connsiteY2" fmla="*/ 1982355 h 2540495"/>
                <a:gd name="connsiteX3" fmla="*/ 2597604 w 3228764"/>
                <a:gd name="connsiteY3" fmla="*/ 2540495 h 2540495"/>
                <a:gd name="connsiteX0" fmla="*/ 3180487 w 3180487"/>
                <a:gd name="connsiteY0" fmla="*/ 0 h 2540495"/>
                <a:gd name="connsiteX1" fmla="*/ 2164323 w 3180487"/>
                <a:gd name="connsiteY1" fmla="*/ 229045 h 2540495"/>
                <a:gd name="connsiteX2" fmla="*/ 376143 w 3180487"/>
                <a:gd name="connsiteY2" fmla="*/ 949201 h 2540495"/>
                <a:gd name="connsiteX3" fmla="*/ 186137 w 3180487"/>
                <a:gd name="connsiteY3" fmla="*/ 1982355 h 2540495"/>
                <a:gd name="connsiteX4" fmla="*/ 2549327 w 3180487"/>
                <a:gd name="connsiteY4" fmla="*/ 2540495 h 2540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80487" h="2540495">
                  <a:moveTo>
                    <a:pt x="3180487" y="0"/>
                  </a:moveTo>
                  <a:cubicBezTo>
                    <a:pt x="3011126" y="52908"/>
                    <a:pt x="2631714" y="70845"/>
                    <a:pt x="2164323" y="229045"/>
                  </a:cubicBezTo>
                  <a:cubicBezTo>
                    <a:pt x="1696932" y="387245"/>
                    <a:pt x="705841" y="656983"/>
                    <a:pt x="376143" y="949201"/>
                  </a:cubicBezTo>
                  <a:cubicBezTo>
                    <a:pt x="46445" y="1241419"/>
                    <a:pt x="-176060" y="1717139"/>
                    <a:pt x="186137" y="1982355"/>
                  </a:cubicBezTo>
                  <a:cubicBezTo>
                    <a:pt x="548334" y="2247571"/>
                    <a:pt x="1548830" y="2394033"/>
                    <a:pt x="2549327" y="2540495"/>
                  </a:cubicBezTo>
                </a:path>
              </a:pathLst>
            </a:cu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40" b="1">
                <a:solidFill>
                  <a:schemeClr val="tx2"/>
                </a:solidFill>
              </a:endParaRPr>
            </a:p>
          </p:txBody>
        </p:sp>
        <p:sp useBgFill="1">
          <p:nvSpPr>
            <p:cNvPr id="60" name="TextBox 59"/>
            <p:cNvSpPr txBox="1"/>
            <p:nvPr/>
          </p:nvSpPr>
          <p:spPr>
            <a:xfrm>
              <a:off x="3105918" y="2130212"/>
              <a:ext cx="2133795" cy="1336962"/>
            </a:xfrm>
            <a:prstGeom prst="rect">
              <a:avLst/>
            </a:prstGeom>
            <a:ln>
              <a:noFill/>
            </a:ln>
          </p:spPr>
          <p:txBody>
            <a:bodyPr wrap="square" rtlCol="0">
              <a:spAutoFit/>
            </a:bodyPr>
            <a:lstStyle/>
            <a:p>
              <a:pPr algn="ctr"/>
              <a:r>
                <a:rPr lang="en-US" sz="1632" b="1" dirty="0"/>
                <a:t>2) Choose image, then create and configure VM(s) for application</a:t>
              </a:r>
            </a:p>
          </p:txBody>
        </p:sp>
      </p:grpSp>
      <p:grpSp>
        <p:nvGrpSpPr>
          <p:cNvPr id="12" name="Group 11"/>
          <p:cNvGrpSpPr/>
          <p:nvPr/>
        </p:nvGrpSpPr>
        <p:grpSpPr>
          <a:xfrm>
            <a:off x="910725" y="1224924"/>
            <a:ext cx="4818436" cy="2725140"/>
            <a:chOff x="870214" y="1496291"/>
            <a:chExt cx="4724386" cy="2671948"/>
          </a:xfrm>
        </p:grpSpPr>
        <p:sp>
          <p:nvSpPr>
            <p:cNvPr id="87" name="Freeform 86"/>
            <p:cNvSpPr/>
            <p:nvPr/>
          </p:nvSpPr>
          <p:spPr>
            <a:xfrm>
              <a:off x="2026492" y="1496291"/>
              <a:ext cx="3568108" cy="2671948"/>
            </a:xfrm>
            <a:custGeom>
              <a:avLst/>
              <a:gdLst>
                <a:gd name="connsiteX0" fmla="*/ 3448033 w 3448033"/>
                <a:gd name="connsiteY0" fmla="*/ 0 h 3028208"/>
                <a:gd name="connsiteX1" fmla="*/ 111066 w 3448033"/>
                <a:gd name="connsiteY1" fmla="*/ 558140 h 3028208"/>
                <a:gd name="connsiteX2" fmla="*/ 1120469 w 3448033"/>
                <a:gd name="connsiteY2" fmla="*/ 3028208 h 3028208"/>
              </a:gdLst>
              <a:ahLst/>
              <a:cxnLst>
                <a:cxn ang="0">
                  <a:pos x="connsiteX0" y="connsiteY0"/>
                </a:cxn>
                <a:cxn ang="0">
                  <a:pos x="connsiteX1" y="connsiteY1"/>
                </a:cxn>
                <a:cxn ang="0">
                  <a:pos x="connsiteX2" y="connsiteY2"/>
                </a:cxn>
              </a:cxnLst>
              <a:rect l="l" t="t" r="r" b="b"/>
              <a:pathLst>
                <a:path w="3448033" h="3028208">
                  <a:moveTo>
                    <a:pt x="3448033" y="0"/>
                  </a:moveTo>
                  <a:cubicBezTo>
                    <a:pt x="1973513" y="26719"/>
                    <a:pt x="498993" y="53439"/>
                    <a:pt x="111066" y="558140"/>
                  </a:cubicBezTo>
                  <a:cubicBezTo>
                    <a:pt x="-276861" y="1062841"/>
                    <a:pt x="421804" y="2045524"/>
                    <a:pt x="1120469" y="3028208"/>
                  </a:cubicBezTo>
                </a:path>
              </a:pathLst>
            </a:cu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40" b="1">
                <a:solidFill>
                  <a:schemeClr val="tx2"/>
                </a:solidFill>
              </a:endParaRPr>
            </a:p>
          </p:txBody>
        </p:sp>
        <p:sp useBgFill="1">
          <p:nvSpPr>
            <p:cNvPr id="71" name="TextBox 70"/>
            <p:cNvSpPr txBox="1"/>
            <p:nvPr/>
          </p:nvSpPr>
          <p:spPr>
            <a:xfrm>
              <a:off x="870214" y="2135386"/>
              <a:ext cx="2123671" cy="1096967"/>
            </a:xfrm>
            <a:prstGeom prst="rect">
              <a:avLst/>
            </a:prstGeom>
            <a:ln>
              <a:noFill/>
            </a:ln>
          </p:spPr>
          <p:txBody>
            <a:bodyPr wrap="square" rtlCol="0">
              <a:spAutoFit/>
            </a:bodyPr>
            <a:lstStyle/>
            <a:p>
              <a:pPr algn="ctr"/>
              <a:r>
                <a:rPr lang="en-US" sz="1632" b="1" dirty="0"/>
                <a:t>1) Choose image, then create VM for DBMS and configure DBMS</a:t>
              </a:r>
            </a:p>
          </p:txBody>
        </p:sp>
      </p:grpSp>
      <p:sp>
        <p:nvSpPr>
          <p:cNvPr id="11" name="Rectangle 10"/>
          <p:cNvSpPr/>
          <p:nvPr/>
        </p:nvSpPr>
        <p:spPr>
          <a:xfrm>
            <a:off x="610269" y="2957613"/>
            <a:ext cx="366042" cy="28266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836" dirty="0" err="1">
              <a:solidFill>
                <a:schemeClr val="tx2"/>
              </a:solidFill>
            </a:endParaRPr>
          </a:p>
        </p:txBody>
      </p:sp>
      <p:sp>
        <p:nvSpPr>
          <p:cNvPr id="2" name="Title 1"/>
          <p:cNvSpPr>
            <a:spLocks noGrp="1"/>
          </p:cNvSpPr>
          <p:nvPr>
            <p:ph type="title"/>
          </p:nvPr>
        </p:nvSpPr>
        <p:spPr>
          <a:xfrm>
            <a:off x="531948" y="233150"/>
            <a:ext cx="11370961" cy="1017048"/>
          </a:xfrm>
        </p:spPr>
        <p:txBody>
          <a:bodyPr/>
          <a:lstStyle/>
          <a:p>
            <a:r>
              <a:rPr lang="en-US" dirty="0" err="1"/>
              <a:t>IaaS</a:t>
            </a:r>
            <a:br>
              <a:rPr lang="en-US" dirty="0"/>
            </a:br>
            <a:endParaRPr lang="en-US" sz="2856" dirty="0">
              <a:gradFill>
                <a:gsLst>
                  <a:gs pos="50000">
                    <a:schemeClr val="tx2"/>
                  </a:gs>
                  <a:gs pos="100000">
                    <a:schemeClr val="tx2"/>
                  </a:gs>
                </a:gsLst>
                <a:lin ang="5400000" scaled="0"/>
              </a:gradFill>
            </a:endParaRPr>
          </a:p>
        </p:txBody>
      </p:sp>
      <p:sp>
        <p:nvSpPr>
          <p:cNvPr id="4" name="Can 3"/>
          <p:cNvSpPr/>
          <p:nvPr/>
        </p:nvSpPr>
        <p:spPr>
          <a:xfrm>
            <a:off x="2122665" y="2808889"/>
            <a:ext cx="1243471" cy="993489"/>
          </a:xfrm>
          <a:prstGeom prst="can">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836" dirty="0" err="1">
              <a:solidFill>
                <a:schemeClr val="tx2"/>
              </a:solidFill>
            </a:endParaRPr>
          </a:p>
        </p:txBody>
      </p:sp>
      <p:sp>
        <p:nvSpPr>
          <p:cNvPr id="5" name="TextBox 4"/>
          <p:cNvSpPr txBox="1"/>
          <p:nvPr/>
        </p:nvSpPr>
        <p:spPr>
          <a:xfrm>
            <a:off x="2122665" y="3194956"/>
            <a:ext cx="1243472" cy="376684"/>
          </a:xfrm>
          <a:prstGeom prst="rect">
            <a:avLst/>
          </a:prstGeom>
          <a:noFill/>
        </p:spPr>
        <p:txBody>
          <a:bodyPr wrap="square" rtlCol="0" anchor="ctr" anchorCtr="0">
            <a:noAutofit/>
          </a:bodyPr>
          <a:lstStyle/>
          <a:p>
            <a:pPr algn="ctr">
              <a:buClr>
                <a:schemeClr val="tx1"/>
              </a:buClr>
            </a:pPr>
            <a:r>
              <a:rPr lang="en-US" sz="1836" b="1" dirty="0">
                <a:solidFill>
                  <a:schemeClr val="bg1"/>
                </a:solidFill>
              </a:rPr>
              <a:t>Library</a:t>
            </a:r>
          </a:p>
        </p:txBody>
      </p:sp>
      <p:sp>
        <p:nvSpPr>
          <p:cNvPr id="6" name="Trapezoid 3"/>
          <p:cNvSpPr/>
          <p:nvPr/>
        </p:nvSpPr>
        <p:spPr>
          <a:xfrm rot="5400000" flipH="1">
            <a:off x="1452929" y="2774223"/>
            <a:ext cx="779137" cy="913375"/>
          </a:xfrm>
          <a:custGeom>
            <a:avLst/>
            <a:gdLst>
              <a:gd name="connsiteX0" fmla="*/ 0 w 2873363"/>
              <a:gd name="connsiteY0" fmla="*/ 2254723 h 2254723"/>
              <a:gd name="connsiteX1" fmla="*/ 1275001 w 2873363"/>
              <a:gd name="connsiteY1" fmla="*/ 0 h 2254723"/>
              <a:gd name="connsiteX2" fmla="*/ 1598362 w 2873363"/>
              <a:gd name="connsiteY2" fmla="*/ 0 h 2254723"/>
              <a:gd name="connsiteX3" fmla="*/ 2873363 w 2873363"/>
              <a:gd name="connsiteY3" fmla="*/ 2254723 h 2254723"/>
              <a:gd name="connsiteX4" fmla="*/ 0 w 2873363"/>
              <a:gd name="connsiteY4" fmla="*/ 2254723 h 2254723"/>
              <a:gd name="connsiteX0" fmla="*/ 0 w 2781326"/>
              <a:gd name="connsiteY0" fmla="*/ 2254723 h 3471665"/>
              <a:gd name="connsiteX1" fmla="*/ 1275001 w 2781326"/>
              <a:gd name="connsiteY1" fmla="*/ 0 h 3471665"/>
              <a:gd name="connsiteX2" fmla="*/ 1598362 w 2781326"/>
              <a:gd name="connsiteY2" fmla="*/ 0 h 3471665"/>
              <a:gd name="connsiteX3" fmla="*/ 2781326 w 2781326"/>
              <a:gd name="connsiteY3" fmla="*/ 3471665 h 3471665"/>
              <a:gd name="connsiteX4" fmla="*/ 0 w 2781326"/>
              <a:gd name="connsiteY4" fmla="*/ 2254723 h 3471665"/>
              <a:gd name="connsiteX0" fmla="*/ 0 w 2781326"/>
              <a:gd name="connsiteY0" fmla="*/ 2585015 h 3801957"/>
              <a:gd name="connsiteX1" fmla="*/ 1275001 w 2781326"/>
              <a:gd name="connsiteY1" fmla="*/ 330292 h 3801957"/>
              <a:gd name="connsiteX2" fmla="*/ 1926292 w 2781326"/>
              <a:gd name="connsiteY2" fmla="*/ 0 h 3801957"/>
              <a:gd name="connsiteX3" fmla="*/ 2781326 w 2781326"/>
              <a:gd name="connsiteY3" fmla="*/ 3801957 h 3801957"/>
              <a:gd name="connsiteX4" fmla="*/ 0 w 2781326"/>
              <a:gd name="connsiteY4" fmla="*/ 2585015 h 3801957"/>
              <a:gd name="connsiteX0" fmla="*/ 0 w 2781326"/>
              <a:gd name="connsiteY0" fmla="*/ 2585015 h 3801957"/>
              <a:gd name="connsiteX1" fmla="*/ 628002 w 2781326"/>
              <a:gd name="connsiteY1" fmla="*/ 355906 h 3801957"/>
              <a:gd name="connsiteX2" fmla="*/ 1926292 w 2781326"/>
              <a:gd name="connsiteY2" fmla="*/ 0 h 3801957"/>
              <a:gd name="connsiteX3" fmla="*/ 2781326 w 2781326"/>
              <a:gd name="connsiteY3" fmla="*/ 3801957 h 3801957"/>
              <a:gd name="connsiteX4" fmla="*/ 0 w 2781326"/>
              <a:gd name="connsiteY4" fmla="*/ 2585015 h 3801957"/>
              <a:gd name="connsiteX0" fmla="*/ 54973 w 2153324"/>
              <a:gd name="connsiteY0" fmla="*/ 1636130 h 3801957"/>
              <a:gd name="connsiteX1" fmla="*/ 0 w 2153324"/>
              <a:gd name="connsiteY1" fmla="*/ 355906 h 3801957"/>
              <a:gd name="connsiteX2" fmla="*/ 1298290 w 2153324"/>
              <a:gd name="connsiteY2" fmla="*/ 0 h 3801957"/>
              <a:gd name="connsiteX3" fmla="*/ 2153324 w 2153324"/>
              <a:gd name="connsiteY3" fmla="*/ 3801957 h 3801957"/>
              <a:gd name="connsiteX4" fmla="*/ 54973 w 2153324"/>
              <a:gd name="connsiteY4" fmla="*/ 1636130 h 3801957"/>
              <a:gd name="connsiteX0" fmla="*/ 0 w 3489111"/>
              <a:gd name="connsiteY0" fmla="*/ 2829177 h 3801957"/>
              <a:gd name="connsiteX1" fmla="*/ 1335787 w 3489111"/>
              <a:gd name="connsiteY1" fmla="*/ 355906 h 3801957"/>
              <a:gd name="connsiteX2" fmla="*/ 2634077 w 3489111"/>
              <a:gd name="connsiteY2" fmla="*/ 0 h 3801957"/>
              <a:gd name="connsiteX3" fmla="*/ 3489111 w 3489111"/>
              <a:gd name="connsiteY3" fmla="*/ 3801957 h 3801957"/>
              <a:gd name="connsiteX4" fmla="*/ 0 w 3489111"/>
              <a:gd name="connsiteY4" fmla="*/ 2829177 h 3801957"/>
              <a:gd name="connsiteX0" fmla="*/ 0 w 3217787"/>
              <a:gd name="connsiteY0" fmla="*/ 3077213 h 3801957"/>
              <a:gd name="connsiteX1" fmla="*/ 1064463 w 3217787"/>
              <a:gd name="connsiteY1" fmla="*/ 355906 h 3801957"/>
              <a:gd name="connsiteX2" fmla="*/ 2362753 w 3217787"/>
              <a:gd name="connsiteY2" fmla="*/ 0 h 3801957"/>
              <a:gd name="connsiteX3" fmla="*/ 3217787 w 3217787"/>
              <a:gd name="connsiteY3" fmla="*/ 3801957 h 3801957"/>
              <a:gd name="connsiteX4" fmla="*/ 0 w 3217787"/>
              <a:gd name="connsiteY4" fmla="*/ 3077213 h 3801957"/>
              <a:gd name="connsiteX0" fmla="*/ 0 w 3217787"/>
              <a:gd name="connsiteY0" fmla="*/ 3077213 h 3801957"/>
              <a:gd name="connsiteX1" fmla="*/ 1679138 w 3217787"/>
              <a:gd name="connsiteY1" fmla="*/ 287222 h 3801957"/>
              <a:gd name="connsiteX2" fmla="*/ 2362753 w 3217787"/>
              <a:gd name="connsiteY2" fmla="*/ 0 h 3801957"/>
              <a:gd name="connsiteX3" fmla="*/ 3217787 w 3217787"/>
              <a:gd name="connsiteY3" fmla="*/ 3801957 h 3801957"/>
              <a:gd name="connsiteX4" fmla="*/ 0 w 3217787"/>
              <a:gd name="connsiteY4" fmla="*/ 3077213 h 3801957"/>
              <a:gd name="connsiteX0" fmla="*/ 0 w 3217787"/>
              <a:gd name="connsiteY0" fmla="*/ 3106287 h 3831031"/>
              <a:gd name="connsiteX1" fmla="*/ 2340052 w 3217787"/>
              <a:gd name="connsiteY1" fmla="*/ 0 h 3831031"/>
              <a:gd name="connsiteX2" fmla="*/ 2362753 w 3217787"/>
              <a:gd name="connsiteY2" fmla="*/ 29074 h 3831031"/>
              <a:gd name="connsiteX3" fmla="*/ 3217787 w 3217787"/>
              <a:gd name="connsiteY3" fmla="*/ 3831031 h 3831031"/>
              <a:gd name="connsiteX4" fmla="*/ 0 w 3217787"/>
              <a:gd name="connsiteY4" fmla="*/ 3106287 h 3831031"/>
              <a:gd name="connsiteX0" fmla="*/ 0 w 3107634"/>
              <a:gd name="connsiteY0" fmla="*/ 3106287 h 3106287"/>
              <a:gd name="connsiteX1" fmla="*/ 2340052 w 3107634"/>
              <a:gd name="connsiteY1" fmla="*/ 0 h 3106287"/>
              <a:gd name="connsiteX2" fmla="*/ 2362753 w 3107634"/>
              <a:gd name="connsiteY2" fmla="*/ 29074 h 3106287"/>
              <a:gd name="connsiteX3" fmla="*/ 3107634 w 3107634"/>
              <a:gd name="connsiteY3" fmla="*/ 2841328 h 3106287"/>
              <a:gd name="connsiteX4" fmla="*/ 0 w 3107634"/>
              <a:gd name="connsiteY4" fmla="*/ 3106287 h 3106287"/>
              <a:gd name="connsiteX0" fmla="*/ 0 w 3107634"/>
              <a:gd name="connsiteY0" fmla="*/ 3106287 h 3114225"/>
              <a:gd name="connsiteX1" fmla="*/ 2340052 w 3107634"/>
              <a:gd name="connsiteY1" fmla="*/ 0 h 3114225"/>
              <a:gd name="connsiteX2" fmla="*/ 2362753 w 3107634"/>
              <a:gd name="connsiteY2" fmla="*/ 29074 h 3114225"/>
              <a:gd name="connsiteX3" fmla="*/ 3107634 w 3107634"/>
              <a:gd name="connsiteY3" fmla="*/ 3114225 h 3114225"/>
              <a:gd name="connsiteX4" fmla="*/ 0 w 3107634"/>
              <a:gd name="connsiteY4" fmla="*/ 3106287 h 3114225"/>
              <a:gd name="connsiteX0" fmla="*/ 0 w 3107634"/>
              <a:gd name="connsiteY0" fmla="*/ 3106287 h 3114225"/>
              <a:gd name="connsiteX1" fmla="*/ 2340052 w 3107634"/>
              <a:gd name="connsiteY1" fmla="*/ 0 h 3114225"/>
              <a:gd name="connsiteX2" fmla="*/ 1258390 w 3107634"/>
              <a:gd name="connsiteY2" fmla="*/ 120043 h 3114225"/>
              <a:gd name="connsiteX3" fmla="*/ 3107634 w 3107634"/>
              <a:gd name="connsiteY3" fmla="*/ 3114225 h 3114225"/>
              <a:gd name="connsiteX4" fmla="*/ 0 w 3107634"/>
              <a:gd name="connsiteY4" fmla="*/ 3106287 h 3114225"/>
              <a:gd name="connsiteX0" fmla="*/ 0 w 3107634"/>
              <a:gd name="connsiteY0" fmla="*/ 2986244 h 2994182"/>
              <a:gd name="connsiteX1" fmla="*/ 1196247 w 3107634"/>
              <a:gd name="connsiteY1" fmla="*/ 16406 h 2994182"/>
              <a:gd name="connsiteX2" fmla="*/ 1258390 w 3107634"/>
              <a:gd name="connsiteY2" fmla="*/ 0 h 2994182"/>
              <a:gd name="connsiteX3" fmla="*/ 3107634 w 3107634"/>
              <a:gd name="connsiteY3" fmla="*/ 2994182 h 2994182"/>
              <a:gd name="connsiteX4" fmla="*/ 0 w 3107634"/>
              <a:gd name="connsiteY4" fmla="*/ 2986244 h 2994182"/>
              <a:gd name="connsiteX0" fmla="*/ 0 w 3107634"/>
              <a:gd name="connsiteY0" fmla="*/ 2969838 h 2977776"/>
              <a:gd name="connsiteX1" fmla="*/ 1196247 w 3107634"/>
              <a:gd name="connsiteY1" fmla="*/ 0 h 2977776"/>
              <a:gd name="connsiteX2" fmla="*/ 922227 w 3107634"/>
              <a:gd name="connsiteY2" fmla="*/ 134 h 2977776"/>
              <a:gd name="connsiteX3" fmla="*/ 3107634 w 3107634"/>
              <a:gd name="connsiteY3" fmla="*/ 2977776 h 2977776"/>
              <a:gd name="connsiteX4" fmla="*/ 0 w 3107634"/>
              <a:gd name="connsiteY4" fmla="*/ 2969838 h 2977776"/>
              <a:gd name="connsiteX0" fmla="*/ 0 w 3107634"/>
              <a:gd name="connsiteY0" fmla="*/ 2986378 h 2994316"/>
              <a:gd name="connsiteX1" fmla="*/ 927320 w 3107634"/>
              <a:gd name="connsiteY1" fmla="*/ 0 h 2994316"/>
              <a:gd name="connsiteX2" fmla="*/ 922227 w 3107634"/>
              <a:gd name="connsiteY2" fmla="*/ 16674 h 2994316"/>
              <a:gd name="connsiteX3" fmla="*/ 3107634 w 3107634"/>
              <a:gd name="connsiteY3" fmla="*/ 2994316 h 2994316"/>
              <a:gd name="connsiteX4" fmla="*/ 0 w 3107634"/>
              <a:gd name="connsiteY4" fmla="*/ 2986378 h 2994316"/>
              <a:gd name="connsiteX0" fmla="*/ 0 w 3107634"/>
              <a:gd name="connsiteY0" fmla="*/ 3020300 h 3028238"/>
              <a:gd name="connsiteX1" fmla="*/ 927320 w 3107634"/>
              <a:gd name="connsiteY1" fmla="*/ 33922 h 3028238"/>
              <a:gd name="connsiteX2" fmla="*/ 899376 w 3107634"/>
              <a:gd name="connsiteY2" fmla="*/ 0 h 3028238"/>
              <a:gd name="connsiteX3" fmla="*/ 3107634 w 3107634"/>
              <a:gd name="connsiteY3" fmla="*/ 3028238 h 3028238"/>
              <a:gd name="connsiteX4" fmla="*/ 0 w 3107634"/>
              <a:gd name="connsiteY4" fmla="*/ 3020300 h 3028238"/>
              <a:gd name="connsiteX0" fmla="*/ 101863 w 3209497"/>
              <a:gd name="connsiteY0" fmla="*/ 2986378 h 2994316"/>
              <a:gd name="connsiteX1" fmla="*/ 1029183 w 3209497"/>
              <a:gd name="connsiteY1" fmla="*/ 0 h 2994316"/>
              <a:gd name="connsiteX2" fmla="*/ 1 w 3209497"/>
              <a:gd name="connsiteY2" fmla="*/ 66292 h 2994316"/>
              <a:gd name="connsiteX3" fmla="*/ 3209497 w 3209497"/>
              <a:gd name="connsiteY3" fmla="*/ 2994316 h 2994316"/>
              <a:gd name="connsiteX4" fmla="*/ 101863 w 3209497"/>
              <a:gd name="connsiteY4" fmla="*/ 2986378 h 2994316"/>
              <a:gd name="connsiteX0" fmla="*/ 101863 w 3209497"/>
              <a:gd name="connsiteY0" fmla="*/ 3053180 h 3061118"/>
              <a:gd name="connsiteX1" fmla="*/ 27944 w 3209497"/>
              <a:gd name="connsiteY1" fmla="*/ 0 h 3061118"/>
              <a:gd name="connsiteX2" fmla="*/ 1 w 3209497"/>
              <a:gd name="connsiteY2" fmla="*/ 133094 h 3061118"/>
              <a:gd name="connsiteX3" fmla="*/ 3209497 w 3209497"/>
              <a:gd name="connsiteY3" fmla="*/ 3061118 h 3061118"/>
              <a:gd name="connsiteX4" fmla="*/ 101863 w 3209497"/>
              <a:gd name="connsiteY4" fmla="*/ 3053180 h 3061118"/>
              <a:gd name="connsiteX0" fmla="*/ 79851 w 3187485"/>
              <a:gd name="connsiteY0" fmla="*/ 3053180 h 3061118"/>
              <a:gd name="connsiteX1" fmla="*/ 5932 w 3187485"/>
              <a:gd name="connsiteY1" fmla="*/ 0 h 3061118"/>
              <a:gd name="connsiteX2" fmla="*/ 0 w 3187485"/>
              <a:gd name="connsiteY2" fmla="*/ 13409 h 3061118"/>
              <a:gd name="connsiteX3" fmla="*/ 3187485 w 3187485"/>
              <a:gd name="connsiteY3" fmla="*/ 3061118 h 3061118"/>
              <a:gd name="connsiteX4" fmla="*/ 79851 w 3187485"/>
              <a:gd name="connsiteY4" fmla="*/ 3053180 h 3061118"/>
              <a:gd name="connsiteX0" fmla="*/ 73920 w 3181554"/>
              <a:gd name="connsiteY0" fmla="*/ 3053180 h 3061118"/>
              <a:gd name="connsiteX1" fmla="*/ 1 w 3181554"/>
              <a:gd name="connsiteY1" fmla="*/ 0 h 3061118"/>
              <a:gd name="connsiteX2" fmla="*/ 1926415 w 3181554"/>
              <a:gd name="connsiteY2" fmla="*/ 13417 h 3061118"/>
              <a:gd name="connsiteX3" fmla="*/ 3181554 w 3181554"/>
              <a:gd name="connsiteY3" fmla="*/ 3061118 h 3061118"/>
              <a:gd name="connsiteX4" fmla="*/ 73920 w 3181554"/>
              <a:gd name="connsiteY4" fmla="*/ 3053180 h 3061118"/>
              <a:gd name="connsiteX0" fmla="*/ 1 w 3107635"/>
              <a:gd name="connsiteY0" fmla="*/ 3039765 h 3047703"/>
              <a:gd name="connsiteX1" fmla="*/ 1858427 w 3107635"/>
              <a:gd name="connsiteY1" fmla="*/ 27006 h 3047703"/>
              <a:gd name="connsiteX2" fmla="*/ 1852496 w 3107635"/>
              <a:gd name="connsiteY2" fmla="*/ 2 h 3047703"/>
              <a:gd name="connsiteX3" fmla="*/ 3107635 w 3107635"/>
              <a:gd name="connsiteY3" fmla="*/ 3047703 h 3047703"/>
              <a:gd name="connsiteX4" fmla="*/ 1 w 3107635"/>
              <a:gd name="connsiteY4" fmla="*/ 3039765 h 3047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7635" h="3047703">
                <a:moveTo>
                  <a:pt x="1" y="3039765"/>
                </a:moveTo>
                <a:lnTo>
                  <a:pt x="1858427" y="27006"/>
                </a:lnTo>
                <a:lnTo>
                  <a:pt x="1852496" y="2"/>
                </a:lnTo>
                <a:lnTo>
                  <a:pt x="3107635" y="3047703"/>
                </a:lnTo>
                <a:lnTo>
                  <a:pt x="1" y="3039765"/>
                </a:lnTo>
                <a:close/>
              </a:path>
            </a:pathLst>
          </a:custGeom>
          <a:gradFill>
            <a:gsLst>
              <a:gs pos="0">
                <a:schemeClr val="accent1">
                  <a:tint val="66000"/>
                  <a:satMod val="160000"/>
                  <a:alpha val="52000"/>
                </a:schemeClr>
              </a:gs>
              <a:gs pos="50000">
                <a:schemeClr val="accent1">
                  <a:tint val="44500"/>
                  <a:satMod val="160000"/>
                  <a:alpha val="80000"/>
                </a:schemeClr>
              </a:gs>
              <a:gs pos="100000">
                <a:schemeClr val="accent1">
                  <a:tint val="23500"/>
                  <a:satMod val="160000"/>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7" name="Rectangle 6"/>
          <p:cNvSpPr/>
          <p:nvPr/>
        </p:nvSpPr>
        <p:spPr>
          <a:xfrm>
            <a:off x="755291" y="3081172"/>
            <a:ext cx="366042" cy="28266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836" dirty="0" err="1">
              <a:solidFill>
                <a:schemeClr val="tx2"/>
              </a:solidFill>
            </a:endParaRPr>
          </a:p>
        </p:txBody>
      </p:sp>
      <p:sp>
        <p:nvSpPr>
          <p:cNvPr id="8" name="Rectangle 7"/>
          <p:cNvSpPr/>
          <p:nvPr/>
        </p:nvSpPr>
        <p:spPr>
          <a:xfrm>
            <a:off x="910725" y="3236606"/>
            <a:ext cx="366042" cy="282660"/>
          </a:xfrm>
          <a:prstGeom prst="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836" dirty="0" err="1">
              <a:solidFill>
                <a:schemeClr val="tx2"/>
              </a:solidFill>
            </a:endParaRPr>
          </a:p>
        </p:txBody>
      </p:sp>
      <p:sp>
        <p:nvSpPr>
          <p:cNvPr id="9" name="TextBox 8"/>
          <p:cNvSpPr txBox="1"/>
          <p:nvPr/>
        </p:nvSpPr>
        <p:spPr>
          <a:xfrm>
            <a:off x="172657" y="3614035"/>
            <a:ext cx="1607310" cy="382308"/>
          </a:xfrm>
          <a:prstGeom prst="rect">
            <a:avLst/>
          </a:prstGeom>
          <a:noFill/>
        </p:spPr>
        <p:txBody>
          <a:bodyPr wrap="square" rtlCol="0">
            <a:spAutoFit/>
          </a:bodyPr>
          <a:lstStyle/>
          <a:p>
            <a:pPr algn="ctr">
              <a:buClr>
                <a:schemeClr val="tx1"/>
              </a:buClr>
            </a:pPr>
            <a:r>
              <a:rPr lang="en-US" sz="1836" b="1" dirty="0"/>
              <a:t>VM Images</a:t>
            </a:r>
          </a:p>
        </p:txBody>
      </p:sp>
      <p:sp>
        <p:nvSpPr>
          <p:cNvPr id="10" name="Rounded Rectangle 9"/>
          <p:cNvSpPr/>
          <p:nvPr/>
        </p:nvSpPr>
        <p:spPr>
          <a:xfrm>
            <a:off x="471401" y="2860068"/>
            <a:ext cx="958674" cy="760410"/>
          </a:xfrm>
          <a:prstGeom prst="roundRect">
            <a:avLst/>
          </a:prstGeom>
          <a:noFill/>
          <a:ln>
            <a:solidFill>
              <a:schemeClr val="tx2"/>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dirty="0" err="1">
              <a:solidFill>
                <a:schemeClr val="tx1">
                  <a:lumMod val="75000"/>
                  <a:lumOff val="25000"/>
                </a:schemeClr>
              </a:solidFill>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57" y="829864"/>
            <a:ext cx="522971" cy="790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5501277" y="435131"/>
            <a:ext cx="1438130" cy="382308"/>
          </a:xfrm>
          <a:prstGeom prst="rect">
            <a:avLst/>
          </a:prstGeom>
          <a:noFill/>
        </p:spPr>
        <p:txBody>
          <a:bodyPr wrap="square" rtlCol="0">
            <a:spAutoFit/>
          </a:bodyPr>
          <a:lstStyle/>
          <a:p>
            <a:pPr algn="ctr">
              <a:buClr>
                <a:schemeClr val="tx1"/>
              </a:buClr>
            </a:pPr>
            <a:r>
              <a:rPr lang="en-US" sz="1836" b="1" dirty="0"/>
              <a:t>Developer</a:t>
            </a:r>
          </a:p>
        </p:txBody>
      </p:sp>
      <p:grpSp>
        <p:nvGrpSpPr>
          <p:cNvPr id="25" name="Group 24"/>
          <p:cNvGrpSpPr/>
          <p:nvPr/>
        </p:nvGrpSpPr>
        <p:grpSpPr>
          <a:xfrm>
            <a:off x="5269649" y="4094210"/>
            <a:ext cx="1831657" cy="744239"/>
            <a:chOff x="5594600" y="4309570"/>
            <a:chExt cx="1795905" cy="729712"/>
          </a:xfrm>
        </p:grpSpPr>
        <p:sp>
          <p:nvSpPr>
            <p:cNvPr id="18" name="Oval 17"/>
            <p:cNvSpPr/>
            <p:nvPr/>
          </p:nvSpPr>
          <p:spPr bwMode="auto">
            <a:xfrm>
              <a:off x="5594601" y="4309570"/>
              <a:ext cx="1795904" cy="729712"/>
            </a:xfrm>
            <a:prstGeom prst="ellipse">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dirty="0">
                <a:gradFill>
                  <a:gsLst>
                    <a:gs pos="0">
                      <a:srgbClr val="FFFFFF"/>
                    </a:gs>
                    <a:gs pos="100000">
                      <a:srgbClr val="FFFFFF"/>
                    </a:gs>
                  </a:gsLst>
                  <a:lin ang="5400000" scaled="0"/>
                </a:gradFill>
              </a:endParaRPr>
            </a:p>
          </p:txBody>
        </p:sp>
        <p:sp>
          <p:nvSpPr>
            <p:cNvPr id="19" name="TextBox 18"/>
            <p:cNvSpPr txBox="1"/>
            <p:nvPr/>
          </p:nvSpPr>
          <p:spPr>
            <a:xfrm>
              <a:off x="5594600" y="4509146"/>
              <a:ext cx="1795905" cy="313932"/>
            </a:xfrm>
            <a:prstGeom prst="rect">
              <a:avLst/>
            </a:prstGeom>
            <a:noFill/>
          </p:spPr>
          <p:txBody>
            <a:bodyPr wrap="square" lIns="0" tIns="0" rIns="0" bIns="0" rtlCol="0">
              <a:spAutoFit/>
            </a:bodyPr>
            <a:lstStyle>
              <a:defPPr>
                <a:defRPr lang="en-US"/>
              </a:defPPr>
              <a:lvl1pPr algn="ctr">
                <a:defRPr sz="2400" b="1" i="1">
                  <a:solidFill>
                    <a:schemeClr val="bg1"/>
                  </a:solidFill>
                </a:defRPr>
              </a:lvl1pPr>
            </a:lstStyle>
            <a:p>
              <a:r>
                <a:rPr lang="en-US" sz="2040" i="0" dirty="0"/>
                <a:t>Application</a:t>
              </a:r>
            </a:p>
          </p:txBody>
        </p:sp>
      </p:grpSp>
      <p:grpSp>
        <p:nvGrpSpPr>
          <p:cNvPr id="23" name="Group 22"/>
          <p:cNvGrpSpPr/>
          <p:nvPr/>
        </p:nvGrpSpPr>
        <p:grpSpPr>
          <a:xfrm>
            <a:off x="3032698" y="4163354"/>
            <a:ext cx="1246375" cy="385383"/>
            <a:chOff x="2950769" y="4377365"/>
            <a:chExt cx="1222047" cy="377861"/>
          </a:xfrm>
        </p:grpSpPr>
        <p:grpSp>
          <p:nvGrpSpPr>
            <p:cNvPr id="34" name="Group 33"/>
            <p:cNvGrpSpPr/>
            <p:nvPr/>
          </p:nvGrpSpPr>
          <p:grpSpPr>
            <a:xfrm>
              <a:off x="3247992" y="4377977"/>
              <a:ext cx="637254" cy="377249"/>
              <a:chOff x="4872038" y="2787652"/>
              <a:chExt cx="1152532" cy="870750"/>
            </a:xfrm>
          </p:grpSpPr>
          <p:sp>
            <p:nvSpPr>
              <p:cNvPr id="35" name="Rectangle 34"/>
              <p:cNvSpPr/>
              <p:nvPr/>
            </p:nvSpPr>
            <p:spPr bwMode="auto">
              <a:xfrm>
                <a:off x="4872038" y="2790828"/>
                <a:ext cx="1000132" cy="714380"/>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93260" tIns="46630" rIns="93260" bIns="46630" numCol="1" rtlCol="0" anchor="ctr" anchorCtr="0" compatLnSpc="1">
                <a:prstTxWarp prst="textNoShape">
                  <a:avLst/>
                </a:prstTxWarp>
                <a:noAutofit/>
              </a:bodyPr>
              <a:lstStyle/>
              <a:p>
                <a:pPr algn="ctr" defTabSz="932597" fontAlgn="base">
                  <a:spcBef>
                    <a:spcPct val="0"/>
                  </a:spcBef>
                  <a:spcAft>
                    <a:spcPct val="0"/>
                  </a:spcAft>
                </a:pPr>
                <a:endParaRPr lang="en-US" sz="2040" dirty="0">
                  <a:solidFill>
                    <a:schemeClr val="tx1"/>
                  </a:solidFill>
                </a:endParaRPr>
              </a:p>
            </p:txBody>
          </p:sp>
          <p:cxnSp>
            <p:nvCxnSpPr>
              <p:cNvPr id="36" name="Straight Connector 35"/>
              <p:cNvCxnSpPr/>
              <p:nvPr/>
            </p:nvCxnSpPr>
            <p:spPr bwMode="auto">
              <a:xfrm>
                <a:off x="4872038" y="2933704"/>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37" name="Straight Connector 36"/>
              <p:cNvCxnSpPr/>
              <p:nvPr/>
            </p:nvCxnSpPr>
            <p:spPr bwMode="auto">
              <a:xfrm>
                <a:off x="4872038" y="3076580"/>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38" name="Straight Connector 37"/>
              <p:cNvCxnSpPr/>
              <p:nvPr/>
            </p:nvCxnSpPr>
            <p:spPr bwMode="auto">
              <a:xfrm>
                <a:off x="4872038" y="3219456"/>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39" name="Straight Connector 38"/>
              <p:cNvCxnSpPr/>
              <p:nvPr/>
            </p:nvCxnSpPr>
            <p:spPr bwMode="auto">
              <a:xfrm>
                <a:off x="4872038" y="3362332"/>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rot="5400000">
                <a:off x="4657724" y="3148018"/>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1" name="Straight Connector 40"/>
              <p:cNvCxnSpPr/>
              <p:nvPr/>
            </p:nvCxnSpPr>
            <p:spPr bwMode="auto">
              <a:xfrm rot="5400000">
                <a:off x="4801394" y="3147224"/>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2" name="Straight Connector 41"/>
              <p:cNvCxnSpPr/>
              <p:nvPr/>
            </p:nvCxnSpPr>
            <p:spPr bwMode="auto">
              <a:xfrm rot="5400000">
                <a:off x="4945064" y="3146430"/>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3" name="Straight Connector 42"/>
              <p:cNvCxnSpPr/>
              <p:nvPr/>
            </p:nvCxnSpPr>
            <p:spPr bwMode="auto">
              <a:xfrm rot="5400000">
                <a:off x="5088734" y="3145636"/>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rot="5400000">
                <a:off x="5232404" y="3144842"/>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5" name="Straight Connector 44"/>
              <p:cNvCxnSpPr/>
              <p:nvPr/>
            </p:nvCxnSpPr>
            <p:spPr bwMode="auto">
              <a:xfrm rot="5400000">
                <a:off x="5376074" y="3144048"/>
                <a:ext cx="714380" cy="1588"/>
              </a:xfrm>
              <a:prstGeom prst="line">
                <a:avLst/>
              </a:prstGeom>
              <a:noFill/>
              <a:ln w="19050" cap="flat" cmpd="sng" algn="ctr">
                <a:solidFill>
                  <a:schemeClr val="tx1"/>
                </a:solidFill>
                <a:prstDash val="solid"/>
                <a:round/>
                <a:headEnd type="none" w="med" len="med"/>
                <a:tailEnd type="none" w="med" len="med"/>
              </a:ln>
              <a:effectLst/>
            </p:spPr>
          </p:cxnSp>
          <p:sp>
            <p:nvSpPr>
              <p:cNvPr id="46" name="Rectangle 45"/>
              <p:cNvSpPr/>
              <p:nvPr/>
            </p:nvSpPr>
            <p:spPr bwMode="auto">
              <a:xfrm>
                <a:off x="5024438" y="2943228"/>
                <a:ext cx="1000132" cy="714380"/>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93260" tIns="46630" rIns="93260" bIns="46630" numCol="1" rtlCol="0" anchor="ctr" anchorCtr="0" compatLnSpc="1">
                <a:prstTxWarp prst="textNoShape">
                  <a:avLst/>
                </a:prstTxWarp>
                <a:noAutofit/>
              </a:bodyPr>
              <a:lstStyle/>
              <a:p>
                <a:pPr algn="ctr" defTabSz="932597" fontAlgn="base">
                  <a:spcBef>
                    <a:spcPct val="0"/>
                  </a:spcBef>
                  <a:spcAft>
                    <a:spcPct val="0"/>
                  </a:spcAft>
                </a:pPr>
                <a:endParaRPr lang="en-US" sz="2040" dirty="0">
                  <a:solidFill>
                    <a:schemeClr val="tx1"/>
                  </a:solidFill>
                </a:endParaRPr>
              </a:p>
            </p:txBody>
          </p:sp>
          <p:cxnSp>
            <p:nvCxnSpPr>
              <p:cNvPr id="47" name="Straight Connector 46"/>
              <p:cNvCxnSpPr/>
              <p:nvPr/>
            </p:nvCxnSpPr>
            <p:spPr bwMode="auto">
              <a:xfrm>
                <a:off x="5024438" y="3086104"/>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a:off x="5024438" y="3228980"/>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49" name="Straight Connector 48"/>
              <p:cNvCxnSpPr/>
              <p:nvPr/>
            </p:nvCxnSpPr>
            <p:spPr bwMode="auto">
              <a:xfrm>
                <a:off x="5024438" y="3371856"/>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50" name="Straight Connector 49"/>
              <p:cNvCxnSpPr/>
              <p:nvPr/>
            </p:nvCxnSpPr>
            <p:spPr bwMode="auto">
              <a:xfrm>
                <a:off x="5024438" y="3514732"/>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51" name="Straight Connector 50"/>
              <p:cNvCxnSpPr/>
              <p:nvPr/>
            </p:nvCxnSpPr>
            <p:spPr bwMode="auto">
              <a:xfrm rot="5400000">
                <a:off x="4810124" y="3300418"/>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rot="5400000">
                <a:off x="4953794" y="3299624"/>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3" name="Straight Connector 52"/>
              <p:cNvCxnSpPr/>
              <p:nvPr/>
            </p:nvCxnSpPr>
            <p:spPr bwMode="auto">
              <a:xfrm rot="5400000">
                <a:off x="5097464" y="3298830"/>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4" name="Straight Connector 53"/>
              <p:cNvCxnSpPr/>
              <p:nvPr/>
            </p:nvCxnSpPr>
            <p:spPr bwMode="auto">
              <a:xfrm rot="5400000">
                <a:off x="5241134" y="3298036"/>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5" name="Straight Connector 54"/>
              <p:cNvCxnSpPr/>
              <p:nvPr/>
            </p:nvCxnSpPr>
            <p:spPr bwMode="auto">
              <a:xfrm rot="5400000">
                <a:off x="5384804" y="3297242"/>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6" name="Straight Connector 55"/>
              <p:cNvCxnSpPr/>
              <p:nvPr/>
            </p:nvCxnSpPr>
            <p:spPr bwMode="auto">
              <a:xfrm rot="5400000">
                <a:off x="5528474" y="3296448"/>
                <a:ext cx="714380" cy="1588"/>
              </a:xfrm>
              <a:prstGeom prst="line">
                <a:avLst/>
              </a:prstGeom>
              <a:noFill/>
              <a:ln w="19050" cap="flat" cmpd="sng" algn="ctr">
                <a:solidFill>
                  <a:schemeClr val="tx1"/>
                </a:solidFill>
                <a:prstDash val="solid"/>
                <a:round/>
                <a:headEnd type="none" w="med" len="med"/>
                <a:tailEnd type="none" w="med" len="med"/>
              </a:ln>
              <a:effectLst/>
            </p:spPr>
          </p:cxnSp>
        </p:grpSp>
        <p:sp>
          <p:nvSpPr>
            <p:cNvPr id="57" name="TextBox 56"/>
            <p:cNvSpPr txBox="1"/>
            <p:nvPr/>
          </p:nvSpPr>
          <p:spPr>
            <a:xfrm>
              <a:off x="2950769" y="4377365"/>
              <a:ext cx="1222047" cy="313932"/>
            </a:xfrm>
            <a:prstGeom prst="rect">
              <a:avLst/>
            </a:prstGeom>
            <a:noFill/>
          </p:spPr>
          <p:txBody>
            <a:bodyPr wrap="square" lIns="0" tIns="0" rIns="0" bIns="0" rtlCol="0">
              <a:spAutoFit/>
            </a:bodyPr>
            <a:lstStyle/>
            <a:p>
              <a:pPr algn="ctr"/>
              <a:r>
                <a:rPr lang="en-US" sz="2040" b="1" dirty="0">
                  <a:solidFill>
                    <a:schemeClr val="bg1"/>
                  </a:solidFill>
                </a:rPr>
                <a:t>Data</a:t>
              </a:r>
            </a:p>
          </p:txBody>
        </p:sp>
      </p:grpSp>
      <p:sp>
        <p:nvSpPr>
          <p:cNvPr id="69" name="TextBox 68"/>
          <p:cNvSpPr txBox="1"/>
          <p:nvPr/>
        </p:nvSpPr>
        <p:spPr>
          <a:xfrm>
            <a:off x="9175709" y="4369989"/>
            <a:ext cx="1477631" cy="640363"/>
          </a:xfrm>
          <a:prstGeom prst="rect">
            <a:avLst/>
          </a:prstGeom>
        </p:spPr>
        <p:style>
          <a:lnRef idx="0">
            <a:schemeClr val="accent6"/>
          </a:lnRef>
          <a:fillRef idx="3">
            <a:schemeClr val="accent6"/>
          </a:fillRef>
          <a:effectRef idx="3">
            <a:schemeClr val="accent6"/>
          </a:effectRef>
          <a:fontRef idx="minor">
            <a:schemeClr val="lt1"/>
          </a:fontRef>
        </p:style>
        <p:txBody>
          <a:bodyPr wrap="square" lIns="0" tIns="0" rIns="0" bIns="0" rtlCol="0">
            <a:spAutoFit/>
          </a:bodyPr>
          <a:lstStyle/>
          <a:p>
            <a:pPr algn="ctr"/>
            <a:r>
              <a:rPr lang="en-US" sz="2040" b="1" dirty="0">
                <a:solidFill>
                  <a:schemeClr val="bg1"/>
                </a:solidFill>
              </a:rPr>
              <a:t>Load Balancer</a:t>
            </a:r>
          </a:p>
        </p:txBody>
      </p:sp>
      <p:grpSp>
        <p:nvGrpSpPr>
          <p:cNvPr id="27" name="Group 26"/>
          <p:cNvGrpSpPr/>
          <p:nvPr/>
        </p:nvGrpSpPr>
        <p:grpSpPr>
          <a:xfrm>
            <a:off x="6620668" y="1224926"/>
            <a:ext cx="2939397" cy="2158373"/>
            <a:chOff x="6468708" y="1496292"/>
            <a:chExt cx="3229562" cy="3038158"/>
          </a:xfrm>
        </p:grpSpPr>
        <p:sp>
          <p:nvSpPr>
            <p:cNvPr id="84" name="Freeform 83"/>
            <p:cNvSpPr/>
            <p:nvPr/>
          </p:nvSpPr>
          <p:spPr>
            <a:xfrm>
              <a:off x="6468708" y="1496292"/>
              <a:ext cx="3229562" cy="3038158"/>
            </a:xfrm>
            <a:custGeom>
              <a:avLst/>
              <a:gdLst>
                <a:gd name="connsiteX0" fmla="*/ 0 w 4275117"/>
                <a:gd name="connsiteY0" fmla="*/ 0 h 3479470"/>
                <a:gd name="connsiteX1" fmla="*/ 2992582 w 4275117"/>
                <a:gd name="connsiteY1" fmla="*/ 866899 h 3479470"/>
                <a:gd name="connsiteX2" fmla="*/ 4275117 w 4275117"/>
                <a:gd name="connsiteY2" fmla="*/ 3479470 h 3479470"/>
                <a:gd name="connsiteX0" fmla="*/ 0 w 4275117"/>
                <a:gd name="connsiteY0" fmla="*/ 0 h 3479470"/>
                <a:gd name="connsiteX1" fmla="*/ 2654725 w 4275117"/>
                <a:gd name="connsiteY1" fmla="*/ 980601 h 3479470"/>
                <a:gd name="connsiteX2" fmla="*/ 4275117 w 4275117"/>
                <a:gd name="connsiteY2" fmla="*/ 3479470 h 3479470"/>
                <a:gd name="connsiteX0" fmla="*/ 0 w 4275117"/>
                <a:gd name="connsiteY0" fmla="*/ 0 h 3479470"/>
                <a:gd name="connsiteX1" fmla="*/ 3037838 w 4275117"/>
                <a:gd name="connsiteY1" fmla="*/ 913278 h 3479470"/>
                <a:gd name="connsiteX2" fmla="*/ 4275117 w 4275117"/>
                <a:gd name="connsiteY2" fmla="*/ 3479470 h 3479470"/>
                <a:gd name="connsiteX0" fmla="*/ 0 w 4275117"/>
                <a:gd name="connsiteY0" fmla="*/ 0 h 3479470"/>
                <a:gd name="connsiteX1" fmla="*/ 2738790 w 4275117"/>
                <a:gd name="connsiteY1" fmla="*/ 925599 h 3479470"/>
                <a:gd name="connsiteX2" fmla="*/ 4275117 w 4275117"/>
                <a:gd name="connsiteY2" fmla="*/ 3479470 h 3479470"/>
              </a:gdLst>
              <a:ahLst/>
              <a:cxnLst>
                <a:cxn ang="0">
                  <a:pos x="connsiteX0" y="connsiteY0"/>
                </a:cxn>
                <a:cxn ang="0">
                  <a:pos x="connsiteX1" y="connsiteY1"/>
                </a:cxn>
                <a:cxn ang="0">
                  <a:pos x="connsiteX2" y="connsiteY2"/>
                </a:cxn>
              </a:cxnLst>
              <a:rect l="l" t="t" r="r" b="b"/>
              <a:pathLst>
                <a:path w="4275117" h="3479470">
                  <a:moveTo>
                    <a:pt x="0" y="0"/>
                  </a:moveTo>
                  <a:cubicBezTo>
                    <a:pt x="1140031" y="143493"/>
                    <a:pt x="2026271" y="345687"/>
                    <a:pt x="2738790" y="925599"/>
                  </a:cubicBezTo>
                  <a:cubicBezTo>
                    <a:pt x="3451309" y="1505511"/>
                    <a:pt x="3990109" y="2463140"/>
                    <a:pt x="4275117" y="3479470"/>
                  </a:cubicBezTo>
                </a:path>
              </a:pathLst>
            </a:cu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40" b="1">
                <a:solidFill>
                  <a:schemeClr val="tx2"/>
                </a:solidFill>
              </a:endParaRPr>
            </a:p>
          </p:txBody>
        </p:sp>
        <p:sp useBgFill="1">
          <p:nvSpPr>
            <p:cNvPr id="73" name="TextBox 72"/>
            <p:cNvSpPr txBox="1"/>
            <p:nvPr/>
          </p:nvSpPr>
          <p:spPr>
            <a:xfrm>
              <a:off x="7939826" y="2150612"/>
              <a:ext cx="1232895" cy="1590680"/>
            </a:xfrm>
            <a:prstGeom prst="rect">
              <a:avLst/>
            </a:prstGeom>
            <a:ln>
              <a:noFill/>
            </a:ln>
          </p:spPr>
          <p:txBody>
            <a:bodyPr wrap="square" rtlCol="0">
              <a:spAutoFit/>
            </a:bodyPr>
            <a:lstStyle/>
            <a:p>
              <a:pPr algn="ctr"/>
              <a:r>
                <a:rPr lang="en-US" sz="1632" b="1" dirty="0"/>
                <a:t>5) Configure load</a:t>
              </a:r>
            </a:p>
            <a:p>
              <a:pPr algn="ctr"/>
              <a:r>
                <a:rPr lang="en-US" sz="1632" b="1" dirty="0"/>
                <a:t>balancer</a:t>
              </a:r>
            </a:p>
          </p:txBody>
        </p:sp>
      </p:grpSp>
      <p:grpSp>
        <p:nvGrpSpPr>
          <p:cNvPr id="28" name="Group 27"/>
          <p:cNvGrpSpPr/>
          <p:nvPr/>
        </p:nvGrpSpPr>
        <p:grpSpPr>
          <a:xfrm>
            <a:off x="6624080" y="1006913"/>
            <a:ext cx="5204338" cy="3729847"/>
            <a:chOff x="6472051" y="1282534"/>
            <a:chExt cx="5102755" cy="3657045"/>
          </a:xfrm>
        </p:grpSpPr>
        <p:sp>
          <p:nvSpPr>
            <p:cNvPr id="89" name="Freeform 88"/>
            <p:cNvSpPr/>
            <p:nvPr/>
          </p:nvSpPr>
          <p:spPr>
            <a:xfrm>
              <a:off x="6472051" y="1282534"/>
              <a:ext cx="4715902" cy="3657045"/>
            </a:xfrm>
            <a:custGeom>
              <a:avLst/>
              <a:gdLst>
                <a:gd name="connsiteX0" fmla="*/ 0 w 4627094"/>
                <a:gd name="connsiteY0" fmla="*/ 0 h 2766951"/>
                <a:gd name="connsiteX1" fmla="*/ 4358244 w 4627094"/>
                <a:gd name="connsiteY1" fmla="*/ 736270 h 2766951"/>
                <a:gd name="connsiteX2" fmla="*/ 3788229 w 4627094"/>
                <a:gd name="connsiteY2" fmla="*/ 2766951 h 2766951"/>
                <a:gd name="connsiteX0" fmla="*/ 0 w 5259796"/>
                <a:gd name="connsiteY0" fmla="*/ 0 h 3383955"/>
                <a:gd name="connsiteX1" fmla="*/ 4358244 w 5259796"/>
                <a:gd name="connsiteY1" fmla="*/ 736270 h 3383955"/>
                <a:gd name="connsiteX2" fmla="*/ 4966557 w 5259796"/>
                <a:gd name="connsiteY2" fmla="*/ 3383955 h 3383955"/>
                <a:gd name="connsiteX0" fmla="*/ 0 w 5138464"/>
                <a:gd name="connsiteY0" fmla="*/ 0 h 3383955"/>
                <a:gd name="connsiteX1" fmla="*/ 4358244 w 5138464"/>
                <a:gd name="connsiteY1" fmla="*/ 736270 h 3383955"/>
                <a:gd name="connsiteX2" fmla="*/ 4966557 w 5138464"/>
                <a:gd name="connsiteY2" fmla="*/ 3383955 h 3383955"/>
              </a:gdLst>
              <a:ahLst/>
              <a:cxnLst>
                <a:cxn ang="0">
                  <a:pos x="connsiteX0" y="connsiteY0"/>
                </a:cxn>
                <a:cxn ang="0">
                  <a:pos x="connsiteX1" y="connsiteY1"/>
                </a:cxn>
                <a:cxn ang="0">
                  <a:pos x="connsiteX2" y="connsiteY2"/>
                </a:cxn>
              </a:cxnLst>
              <a:rect l="l" t="t" r="r" b="b"/>
              <a:pathLst>
                <a:path w="5138464" h="3383955">
                  <a:moveTo>
                    <a:pt x="0" y="0"/>
                  </a:moveTo>
                  <a:cubicBezTo>
                    <a:pt x="1863436" y="137556"/>
                    <a:pt x="3530485" y="172278"/>
                    <a:pt x="4358244" y="736270"/>
                  </a:cubicBezTo>
                  <a:cubicBezTo>
                    <a:pt x="5186004" y="1300263"/>
                    <a:pt x="5294223" y="2393526"/>
                    <a:pt x="4966557" y="3383955"/>
                  </a:cubicBezTo>
                </a:path>
              </a:pathLst>
            </a:cu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40" b="1">
                <a:solidFill>
                  <a:schemeClr val="tx2"/>
                </a:solidFill>
              </a:endParaRPr>
            </a:p>
          </p:txBody>
        </p:sp>
        <p:sp useBgFill="1">
          <p:nvSpPr>
            <p:cNvPr id="75" name="TextBox 74"/>
            <p:cNvSpPr txBox="1"/>
            <p:nvPr/>
          </p:nvSpPr>
          <p:spPr>
            <a:xfrm>
              <a:off x="9270523" y="2163479"/>
              <a:ext cx="2304283" cy="1096967"/>
            </a:xfrm>
            <a:prstGeom prst="rect">
              <a:avLst/>
            </a:prstGeom>
            <a:ln>
              <a:noFill/>
            </a:ln>
          </p:spPr>
          <p:txBody>
            <a:bodyPr wrap="square" rtlCol="0">
              <a:spAutoFit/>
            </a:bodyPr>
            <a:lstStyle/>
            <a:p>
              <a:pPr algn="ctr"/>
              <a:r>
                <a:rPr lang="en-US" sz="1632" b="1" dirty="0"/>
                <a:t>6) Manage VMs and DBMS (e.g., deploying new OS images in VMs)</a:t>
              </a:r>
            </a:p>
          </p:txBody>
        </p:sp>
      </p:grpSp>
      <p:grpSp>
        <p:nvGrpSpPr>
          <p:cNvPr id="21" name="Group 20"/>
          <p:cNvGrpSpPr/>
          <p:nvPr/>
        </p:nvGrpSpPr>
        <p:grpSpPr>
          <a:xfrm>
            <a:off x="4007947" y="1697281"/>
            <a:ext cx="2888446" cy="2519241"/>
            <a:chOff x="3906982" y="1959428"/>
            <a:chExt cx="2832067" cy="2470068"/>
          </a:xfrm>
        </p:grpSpPr>
        <p:sp>
          <p:nvSpPr>
            <p:cNvPr id="90" name="Freeform 89"/>
            <p:cNvSpPr/>
            <p:nvPr/>
          </p:nvSpPr>
          <p:spPr>
            <a:xfrm>
              <a:off x="3906982" y="1959428"/>
              <a:ext cx="2296462" cy="2470068"/>
            </a:xfrm>
            <a:custGeom>
              <a:avLst/>
              <a:gdLst>
                <a:gd name="connsiteX0" fmla="*/ 2113808 w 2299084"/>
                <a:gd name="connsiteY0" fmla="*/ 0 h 2446317"/>
                <a:gd name="connsiteX1" fmla="*/ 2090057 w 2299084"/>
                <a:gd name="connsiteY1" fmla="*/ 617517 h 2446317"/>
                <a:gd name="connsiteX2" fmla="*/ 0 w 2299084"/>
                <a:gd name="connsiteY2" fmla="*/ 2446317 h 2446317"/>
                <a:gd name="connsiteX0" fmla="*/ 2196935 w 2342432"/>
                <a:gd name="connsiteY0" fmla="*/ 0 h 2470068"/>
                <a:gd name="connsiteX1" fmla="*/ 2090057 w 2342432"/>
                <a:gd name="connsiteY1" fmla="*/ 641268 h 2470068"/>
                <a:gd name="connsiteX2" fmla="*/ 0 w 2342432"/>
                <a:gd name="connsiteY2" fmla="*/ 2470068 h 2470068"/>
                <a:gd name="connsiteX0" fmla="*/ 2196935 w 2296462"/>
                <a:gd name="connsiteY0" fmla="*/ 0 h 2470068"/>
                <a:gd name="connsiteX1" fmla="*/ 2090057 w 2296462"/>
                <a:gd name="connsiteY1" fmla="*/ 641268 h 2470068"/>
                <a:gd name="connsiteX2" fmla="*/ 0 w 2296462"/>
                <a:gd name="connsiteY2" fmla="*/ 2470068 h 2470068"/>
              </a:gdLst>
              <a:ahLst/>
              <a:cxnLst>
                <a:cxn ang="0">
                  <a:pos x="connsiteX0" y="connsiteY0"/>
                </a:cxn>
                <a:cxn ang="0">
                  <a:pos x="connsiteX1" y="connsiteY1"/>
                </a:cxn>
                <a:cxn ang="0">
                  <a:pos x="connsiteX2" y="connsiteY2"/>
                </a:cxn>
              </a:cxnLst>
              <a:rect l="l" t="t" r="r" b="b"/>
              <a:pathLst>
                <a:path w="2296462" h="2470068">
                  <a:moveTo>
                    <a:pt x="2196935" y="0"/>
                  </a:moveTo>
                  <a:cubicBezTo>
                    <a:pt x="2230582" y="164276"/>
                    <a:pt x="2456213" y="229590"/>
                    <a:pt x="2090057" y="641268"/>
                  </a:cubicBezTo>
                  <a:cubicBezTo>
                    <a:pt x="1723901" y="1052946"/>
                    <a:pt x="868878" y="1759527"/>
                    <a:pt x="0" y="2470068"/>
                  </a:cubicBezTo>
                </a:path>
              </a:pathLst>
            </a:cu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40" b="1">
                <a:solidFill>
                  <a:schemeClr val="tx2"/>
                </a:solidFill>
              </a:endParaRPr>
            </a:p>
          </p:txBody>
        </p:sp>
        <p:sp useBgFill="1">
          <p:nvSpPr>
            <p:cNvPr id="93" name="TextBox 92"/>
            <p:cNvSpPr txBox="1"/>
            <p:nvPr/>
          </p:nvSpPr>
          <p:spPr>
            <a:xfrm>
              <a:off x="4857650" y="2146712"/>
              <a:ext cx="1881399" cy="1096967"/>
            </a:xfrm>
            <a:prstGeom prst="rect">
              <a:avLst/>
            </a:prstGeom>
            <a:ln>
              <a:noFill/>
            </a:ln>
          </p:spPr>
          <p:txBody>
            <a:bodyPr wrap="square" rtlCol="0">
              <a:spAutoFit/>
            </a:bodyPr>
            <a:lstStyle/>
            <a:p>
              <a:pPr algn="ctr"/>
              <a:r>
                <a:rPr lang="en-US" sz="1632" b="1" dirty="0"/>
                <a:t>3) Provision database, then create tables and add data</a:t>
              </a:r>
            </a:p>
          </p:txBody>
        </p:sp>
      </p:grpSp>
      <p:grpSp>
        <p:nvGrpSpPr>
          <p:cNvPr id="26" name="Group 25"/>
          <p:cNvGrpSpPr/>
          <p:nvPr/>
        </p:nvGrpSpPr>
        <p:grpSpPr>
          <a:xfrm>
            <a:off x="6558712" y="1479272"/>
            <a:ext cx="1524294" cy="2633224"/>
            <a:chOff x="6407959" y="1745673"/>
            <a:chExt cx="1494542" cy="2581827"/>
          </a:xfrm>
        </p:grpSpPr>
        <p:sp>
          <p:nvSpPr>
            <p:cNvPr id="83" name="Freeform 82"/>
            <p:cNvSpPr/>
            <p:nvPr/>
          </p:nvSpPr>
          <p:spPr>
            <a:xfrm>
              <a:off x="6407959" y="1745673"/>
              <a:ext cx="860233" cy="2581827"/>
            </a:xfrm>
            <a:custGeom>
              <a:avLst/>
              <a:gdLst>
                <a:gd name="connsiteX0" fmla="*/ 0 w 1389412"/>
                <a:gd name="connsiteY0" fmla="*/ 0 h 2956955"/>
                <a:gd name="connsiteX1" fmla="*/ 783771 w 1389412"/>
                <a:gd name="connsiteY1" fmla="*/ 534389 h 2956955"/>
                <a:gd name="connsiteX2" fmla="*/ 1389412 w 1389412"/>
                <a:gd name="connsiteY2" fmla="*/ 2956955 h 2956955"/>
                <a:gd name="connsiteX0" fmla="*/ 0 w 2653907"/>
                <a:gd name="connsiteY0" fmla="*/ 0 h 2956955"/>
                <a:gd name="connsiteX1" fmla="*/ 2631711 w 2653907"/>
                <a:gd name="connsiteY1" fmla="*/ 697141 h 2956955"/>
                <a:gd name="connsiteX2" fmla="*/ 1389412 w 2653907"/>
                <a:gd name="connsiteY2" fmla="*/ 2956955 h 2956955"/>
                <a:gd name="connsiteX0" fmla="*/ 0 w 2180366"/>
                <a:gd name="connsiteY0" fmla="*/ 0 h 2694048"/>
                <a:gd name="connsiteX1" fmla="*/ 2169728 w 2180366"/>
                <a:gd name="connsiteY1" fmla="*/ 434234 h 2694048"/>
                <a:gd name="connsiteX2" fmla="*/ 927429 w 2180366"/>
                <a:gd name="connsiteY2" fmla="*/ 2694048 h 2694048"/>
                <a:gd name="connsiteX0" fmla="*/ 0 w 2305616"/>
                <a:gd name="connsiteY0" fmla="*/ 0 h 2694048"/>
                <a:gd name="connsiteX1" fmla="*/ 2295720 w 2305616"/>
                <a:gd name="connsiteY1" fmla="*/ 484311 h 2694048"/>
                <a:gd name="connsiteX2" fmla="*/ 927429 w 2305616"/>
                <a:gd name="connsiteY2" fmla="*/ 2694048 h 2694048"/>
                <a:gd name="connsiteX0" fmla="*/ 0 w 2329308"/>
                <a:gd name="connsiteY0" fmla="*/ 0 h 2694048"/>
                <a:gd name="connsiteX1" fmla="*/ 2295720 w 2329308"/>
                <a:gd name="connsiteY1" fmla="*/ 484311 h 2694048"/>
                <a:gd name="connsiteX2" fmla="*/ 927429 w 2329308"/>
                <a:gd name="connsiteY2" fmla="*/ 2694048 h 2694048"/>
                <a:gd name="connsiteX0" fmla="*/ 206536 w 2502684"/>
                <a:gd name="connsiteY0" fmla="*/ 0 h 2706567"/>
                <a:gd name="connsiteX1" fmla="*/ 2502256 w 2502684"/>
                <a:gd name="connsiteY1" fmla="*/ 484311 h 2706567"/>
                <a:gd name="connsiteX2" fmla="*/ 0 w 2502684"/>
                <a:gd name="connsiteY2" fmla="*/ 2706567 h 2706567"/>
                <a:gd name="connsiteX0" fmla="*/ 0 w 5371708"/>
                <a:gd name="connsiteY0" fmla="*/ 0 h 2643886"/>
                <a:gd name="connsiteX1" fmla="*/ 5296755 w 5371708"/>
                <a:gd name="connsiteY1" fmla="*/ 421630 h 2643886"/>
                <a:gd name="connsiteX2" fmla="*/ 2794499 w 5371708"/>
                <a:gd name="connsiteY2" fmla="*/ 2643886 h 2643886"/>
                <a:gd name="connsiteX0" fmla="*/ 0 w 6743050"/>
                <a:gd name="connsiteY0" fmla="*/ 0 h 2643886"/>
                <a:gd name="connsiteX1" fmla="*/ 6697234 w 6743050"/>
                <a:gd name="connsiteY1" fmla="*/ 434167 h 2643886"/>
                <a:gd name="connsiteX2" fmla="*/ 2794499 w 6743050"/>
                <a:gd name="connsiteY2" fmla="*/ 2643886 h 2643886"/>
                <a:gd name="connsiteX0" fmla="*/ 542150 w 7263054"/>
                <a:gd name="connsiteY0" fmla="*/ 0 h 2662374"/>
                <a:gd name="connsiteX1" fmla="*/ 7239384 w 7263054"/>
                <a:gd name="connsiteY1" fmla="*/ 434167 h 2662374"/>
                <a:gd name="connsiteX2" fmla="*/ 0 w 7263054"/>
                <a:gd name="connsiteY2" fmla="*/ 2662374 h 2662374"/>
                <a:gd name="connsiteX0" fmla="*/ 542150 w 7276766"/>
                <a:gd name="connsiteY0" fmla="*/ 0 h 2662374"/>
                <a:gd name="connsiteX1" fmla="*/ 7239384 w 7276766"/>
                <a:gd name="connsiteY1" fmla="*/ 434167 h 2662374"/>
                <a:gd name="connsiteX2" fmla="*/ 0 w 7276766"/>
                <a:gd name="connsiteY2" fmla="*/ 2662374 h 2662374"/>
              </a:gdLst>
              <a:ahLst/>
              <a:cxnLst>
                <a:cxn ang="0">
                  <a:pos x="connsiteX0" y="connsiteY0"/>
                </a:cxn>
                <a:cxn ang="0">
                  <a:pos x="connsiteX1" y="connsiteY1"/>
                </a:cxn>
                <a:cxn ang="0">
                  <a:pos x="connsiteX2" y="connsiteY2"/>
                </a:cxn>
              </a:cxnLst>
              <a:rect l="l" t="t" r="r" b="b"/>
              <a:pathLst>
                <a:path w="7276766" h="2662374">
                  <a:moveTo>
                    <a:pt x="542150" y="0"/>
                  </a:moveTo>
                  <a:cubicBezTo>
                    <a:pt x="818251" y="20781"/>
                    <a:pt x="6773634" y="-6481"/>
                    <a:pt x="7239384" y="434167"/>
                  </a:cubicBezTo>
                  <a:cubicBezTo>
                    <a:pt x="7705134" y="874815"/>
                    <a:pt x="3735252" y="1735643"/>
                    <a:pt x="0" y="2662374"/>
                  </a:cubicBezTo>
                </a:path>
              </a:pathLst>
            </a:cu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40" b="1">
                <a:solidFill>
                  <a:schemeClr val="tx2"/>
                </a:solidFill>
              </a:endParaRPr>
            </a:p>
          </p:txBody>
        </p:sp>
        <p:sp useBgFill="1">
          <p:nvSpPr>
            <p:cNvPr id="70" name="TextBox 69"/>
            <p:cNvSpPr txBox="1"/>
            <p:nvPr/>
          </p:nvSpPr>
          <p:spPr>
            <a:xfrm>
              <a:off x="6784815" y="2137148"/>
              <a:ext cx="1117686" cy="845809"/>
            </a:xfrm>
            <a:prstGeom prst="rect">
              <a:avLst/>
            </a:prstGeom>
            <a:ln>
              <a:noFill/>
            </a:ln>
          </p:spPr>
          <p:txBody>
            <a:bodyPr wrap="square" rtlCol="0">
              <a:spAutoFit/>
            </a:bodyPr>
            <a:lstStyle/>
            <a:p>
              <a:pPr algn="ctr"/>
              <a:r>
                <a:rPr lang="en-US" sz="1632" b="1" dirty="0"/>
                <a:t>4) Install application</a:t>
              </a:r>
            </a:p>
          </p:txBody>
        </p:sp>
      </p:grpSp>
    </p:spTree>
    <p:extLst>
      <p:ext uri="{BB962C8B-B14F-4D97-AF65-F5344CB8AC3E}">
        <p14:creationId xmlns:p14="http://schemas.microsoft.com/office/powerpoint/2010/main" val="654479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up)">
                                      <p:cBhvr>
                                        <p:cTn id="16" dur="500"/>
                                        <p:tgtEl>
                                          <p:spTgt spid="14"/>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up)">
                                      <p:cBhvr>
                                        <p:cTn id="25" dur="500"/>
                                        <p:tgtEl>
                                          <p:spTgt spid="21"/>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up)">
                                      <p:cBhvr>
                                        <p:cTn id="34" dur="500"/>
                                        <p:tgtEl>
                                          <p:spTgt spid="26"/>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up)">
                                      <p:cBhvr>
                                        <p:cTn id="43" dur="500"/>
                                        <p:tgtEl>
                                          <p:spTgt spid="27"/>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69"/>
                                        </p:tgtEl>
                                        <p:attrNameLst>
                                          <p:attrName>style.visibility</p:attrName>
                                        </p:attrNameLst>
                                      </p:cBhvr>
                                      <p:to>
                                        <p:strVal val="visible"/>
                                      </p:to>
                                    </p:set>
                                    <p:animEffect transition="in" filter="fade">
                                      <p:cBhvr>
                                        <p:cTn id="47" dur="500"/>
                                        <p:tgtEl>
                                          <p:spTgt spid="6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up)">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Cloud Callout 58"/>
          <p:cNvSpPr/>
          <p:nvPr/>
        </p:nvSpPr>
        <p:spPr>
          <a:xfrm>
            <a:off x="558713" y="3420918"/>
            <a:ext cx="10756505" cy="4739361"/>
          </a:xfrm>
          <a:prstGeom prst="cloudCallout">
            <a:avLst>
              <a:gd name="adj1" fmla="val -4026"/>
              <a:gd name="adj2" fmla="val 29623"/>
            </a:avLst>
          </a:prstGeom>
          <a:solidFill>
            <a:sysClr val="window" lastClr="FFFFFF">
              <a:alpha val="58000"/>
            </a:sysClr>
          </a:solidFill>
          <a:ln w="25400" cap="flat" cmpd="sng" algn="ctr">
            <a:solidFill>
              <a:sysClr val="windowText" lastClr="000000"/>
            </a:solidFill>
            <a:prstDash val="solid"/>
          </a:ln>
          <a:effectLst/>
        </p:spPr>
        <p:txBody>
          <a:bodyPr rot="0" spcFirstLastPara="0" vert="horz" wrap="square" lIns="93260" tIns="46630" rIns="93260" bIns="46630" numCol="1" spcCol="0" rtlCol="0" fromWordArt="0" anchor="ctr" anchorCtr="0" forceAA="0" compatLnSpc="1">
            <a:prstTxWarp prst="textNoShape">
              <a:avLst/>
            </a:prstTxWarp>
            <a:noAutofit/>
          </a:bodyPr>
          <a:lstStyle/>
          <a:p>
            <a:pPr algn="ctr">
              <a:spcAft>
                <a:spcPts val="612"/>
              </a:spcAft>
            </a:pPr>
            <a:endParaRPr lang="en-US" sz="1224" dirty="0">
              <a:latin typeface="Times New Roman"/>
              <a:ea typeface="Times New Roman"/>
            </a:endParaRPr>
          </a:p>
        </p:txBody>
      </p:sp>
      <p:sp>
        <p:nvSpPr>
          <p:cNvPr id="76" name="Rectangle 75"/>
          <p:cNvSpPr/>
          <p:nvPr/>
        </p:nvSpPr>
        <p:spPr bwMode="auto">
          <a:xfrm>
            <a:off x="5275177" y="3898157"/>
            <a:ext cx="3404925" cy="2554401"/>
          </a:xfrm>
          <a:prstGeom prst="rect">
            <a:avLst/>
          </a:prstGeom>
          <a:solidFill>
            <a:schemeClr val="accent3">
              <a:lumMod val="60000"/>
              <a:lumOff val="40000"/>
            </a:schemeClr>
          </a:solidFill>
          <a:ln>
            <a:prstDash val="sysDash"/>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dirty="0">
              <a:gradFill>
                <a:gsLst>
                  <a:gs pos="0">
                    <a:srgbClr val="FFFFFF"/>
                  </a:gs>
                  <a:gs pos="100000">
                    <a:srgbClr val="FFFFFF"/>
                  </a:gs>
                </a:gsLst>
                <a:lin ang="5400000" scaled="0"/>
              </a:gradFill>
            </a:endParaRPr>
          </a:p>
        </p:txBody>
      </p:sp>
      <p:sp>
        <p:nvSpPr>
          <p:cNvPr id="77" name="TextBox 76"/>
          <p:cNvSpPr txBox="1"/>
          <p:nvPr/>
        </p:nvSpPr>
        <p:spPr>
          <a:xfrm>
            <a:off x="5275178" y="5228179"/>
            <a:ext cx="3404924" cy="627807"/>
          </a:xfrm>
          <a:prstGeom prst="rect">
            <a:avLst/>
          </a:prstGeom>
          <a:solidFill>
            <a:schemeClr val="accent1">
              <a:lumMod val="60000"/>
              <a:lumOff val="40000"/>
            </a:schemeClr>
          </a:solidFill>
          <a:ln>
            <a:prstDash val="sysDash"/>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93256" tIns="46628" rIns="93256" bIns="46628" numCol="1" rtlCol="0" anchor="ctr" anchorCtr="0" compatLnSpc="1">
            <a:prstTxWarp prst="textNoShape">
              <a:avLst/>
            </a:prstTxWarp>
          </a:bodyPr>
          <a:lstStyle>
            <a:defPPr>
              <a:defRPr lang="en-US"/>
            </a:defPPr>
            <a:lvl1pPr algn="ctr" defTabSz="914099" fontAlgn="base">
              <a:spcBef>
                <a:spcPct val="0"/>
              </a:spcBef>
              <a:spcAft>
                <a:spcPct val="0"/>
              </a:spcAft>
              <a:defRPr sz="2000" b="1">
                <a:gradFill>
                  <a:gsLst>
                    <a:gs pos="0">
                      <a:schemeClr val="tx1"/>
                    </a:gs>
                    <a:gs pos="86000">
                      <a:schemeClr val="tx1"/>
                    </a:gs>
                  </a:gsLst>
                  <a:lin ang="5400000" scaled="0"/>
                </a:gradFill>
              </a:defRPr>
            </a:lvl1pPr>
          </a:lstStyle>
          <a:p>
            <a:r>
              <a:rPr lang="en-US" sz="2040" dirty="0"/>
              <a:t>Operating </a:t>
            </a:r>
          </a:p>
          <a:p>
            <a:r>
              <a:rPr lang="en-US" sz="2040" dirty="0"/>
              <a:t>System</a:t>
            </a:r>
          </a:p>
        </p:txBody>
      </p:sp>
      <p:sp>
        <p:nvSpPr>
          <p:cNvPr id="16" name="Rectangle 15"/>
          <p:cNvSpPr/>
          <p:nvPr/>
        </p:nvSpPr>
        <p:spPr bwMode="auto">
          <a:xfrm>
            <a:off x="5119743" y="3742723"/>
            <a:ext cx="3404925" cy="2554401"/>
          </a:xfrm>
          <a:prstGeom prst="rect">
            <a:avLst/>
          </a:prstGeom>
          <a:solidFill>
            <a:schemeClr val="accent3">
              <a:lumMod val="60000"/>
              <a:lumOff val="40000"/>
            </a:schemeClr>
          </a:solidFill>
          <a:ln>
            <a:prstDash val="sysDash"/>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dirty="0">
              <a:gradFill>
                <a:gsLst>
                  <a:gs pos="0">
                    <a:srgbClr val="FFFFFF"/>
                  </a:gs>
                  <a:gs pos="100000">
                    <a:srgbClr val="FFFFFF"/>
                  </a:gs>
                </a:gsLst>
                <a:lin ang="5400000" scaled="0"/>
              </a:gradFill>
            </a:endParaRPr>
          </a:p>
        </p:txBody>
      </p:sp>
      <p:sp>
        <p:nvSpPr>
          <p:cNvPr id="17" name="TextBox 16"/>
          <p:cNvSpPr txBox="1"/>
          <p:nvPr/>
        </p:nvSpPr>
        <p:spPr>
          <a:xfrm>
            <a:off x="5119744" y="5072745"/>
            <a:ext cx="3404924" cy="627807"/>
          </a:xfrm>
          <a:prstGeom prst="rect">
            <a:avLst/>
          </a:prstGeom>
          <a:solidFill>
            <a:schemeClr val="accent1">
              <a:lumMod val="60000"/>
              <a:lumOff val="40000"/>
            </a:schemeClr>
          </a:solidFill>
          <a:ln>
            <a:prstDash val="sysDash"/>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93256" tIns="46628" rIns="93256" bIns="46628" numCol="1" rtlCol="0" anchor="ctr" anchorCtr="0" compatLnSpc="1">
            <a:prstTxWarp prst="textNoShape">
              <a:avLst/>
            </a:prstTxWarp>
          </a:bodyPr>
          <a:lstStyle>
            <a:defPPr>
              <a:defRPr lang="en-US"/>
            </a:defPPr>
            <a:lvl1pPr algn="ctr" defTabSz="914099" fontAlgn="base">
              <a:spcBef>
                <a:spcPct val="0"/>
              </a:spcBef>
              <a:spcAft>
                <a:spcPct val="0"/>
              </a:spcAft>
              <a:defRPr sz="2000" b="1">
                <a:gradFill>
                  <a:gsLst>
                    <a:gs pos="0">
                      <a:schemeClr val="tx1"/>
                    </a:gs>
                    <a:gs pos="86000">
                      <a:schemeClr val="tx1"/>
                    </a:gs>
                  </a:gsLst>
                  <a:lin ang="5400000" scaled="0"/>
                </a:gradFill>
              </a:defRPr>
            </a:lvl1pPr>
          </a:lstStyle>
          <a:p>
            <a:r>
              <a:rPr lang="en-US" sz="2040" dirty="0"/>
              <a:t>Operating </a:t>
            </a:r>
          </a:p>
          <a:p>
            <a:r>
              <a:rPr lang="en-US" sz="2040" dirty="0"/>
              <a:t>System</a:t>
            </a:r>
          </a:p>
        </p:txBody>
      </p:sp>
      <p:sp>
        <p:nvSpPr>
          <p:cNvPr id="62" name="TextBox 61"/>
          <p:cNvSpPr txBox="1"/>
          <p:nvPr/>
        </p:nvSpPr>
        <p:spPr>
          <a:xfrm>
            <a:off x="5162329" y="5851120"/>
            <a:ext cx="3362339" cy="320182"/>
          </a:xfrm>
          <a:prstGeom prst="rect">
            <a:avLst/>
          </a:prstGeom>
          <a:noFill/>
        </p:spPr>
        <p:txBody>
          <a:bodyPr wrap="square" lIns="0" tIns="0" rIns="0" bIns="0" rtlCol="0">
            <a:spAutoFit/>
          </a:bodyPr>
          <a:lstStyle/>
          <a:p>
            <a:pPr algn="ctr"/>
            <a:r>
              <a:rPr lang="en-US" sz="2040" b="1" i="1" dirty="0">
                <a:gradFill>
                  <a:gsLst>
                    <a:gs pos="0">
                      <a:schemeClr val="tx1"/>
                    </a:gs>
                    <a:gs pos="86000">
                      <a:schemeClr val="tx1"/>
                    </a:gs>
                  </a:gsLst>
                  <a:lin ang="5400000" scaled="0"/>
                </a:gradFill>
              </a:rPr>
              <a:t>VM</a:t>
            </a:r>
          </a:p>
        </p:txBody>
      </p:sp>
      <p:sp>
        <p:nvSpPr>
          <p:cNvPr id="63" name="Rectangle 62"/>
          <p:cNvSpPr/>
          <p:nvPr/>
        </p:nvSpPr>
        <p:spPr bwMode="auto">
          <a:xfrm>
            <a:off x="2708515" y="3881769"/>
            <a:ext cx="1843055" cy="2535618"/>
          </a:xfrm>
          <a:prstGeom prst="rect">
            <a:avLst/>
          </a:prstGeom>
          <a:solidFill>
            <a:schemeClr val="accent3">
              <a:lumMod val="60000"/>
              <a:lumOff val="40000"/>
            </a:schemeClr>
          </a:solidFill>
          <a:ln>
            <a:prstDash val="sysDash"/>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dirty="0">
              <a:gradFill>
                <a:gsLst>
                  <a:gs pos="0">
                    <a:srgbClr val="FFFFFF"/>
                  </a:gs>
                  <a:gs pos="100000">
                    <a:srgbClr val="FFFFFF"/>
                  </a:gs>
                </a:gsLst>
                <a:lin ang="5400000" scaled="0"/>
              </a:gradFill>
            </a:endParaRPr>
          </a:p>
        </p:txBody>
      </p:sp>
      <p:sp>
        <p:nvSpPr>
          <p:cNvPr id="20" name="Can 19"/>
          <p:cNvSpPr/>
          <p:nvPr/>
        </p:nvSpPr>
        <p:spPr bwMode="auto">
          <a:xfrm>
            <a:off x="2996811" y="4013833"/>
            <a:ext cx="1184127" cy="1099397"/>
          </a:xfrm>
          <a:prstGeom prst="can">
            <a:avLst>
              <a:gd name="adj" fmla="val 50000"/>
            </a:avLst>
          </a:prstGeom>
          <a:solidFill>
            <a:schemeClr val="accent1">
              <a:lumMod val="60000"/>
              <a:lumOff val="40000"/>
            </a:schemeClr>
          </a:solidFill>
          <a:ln>
            <a:prstDash val="sysDash"/>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b="1" dirty="0">
              <a:gradFill>
                <a:gsLst>
                  <a:gs pos="0">
                    <a:schemeClr val="tx1"/>
                  </a:gs>
                  <a:gs pos="86000">
                    <a:schemeClr val="tx1"/>
                  </a:gs>
                </a:gsLst>
                <a:lin ang="5400000" scaled="0"/>
              </a:gradFill>
            </a:endParaRPr>
          </a:p>
        </p:txBody>
      </p:sp>
      <p:sp>
        <p:nvSpPr>
          <p:cNvPr id="64" name="TextBox 63"/>
          <p:cNvSpPr txBox="1"/>
          <p:nvPr/>
        </p:nvSpPr>
        <p:spPr>
          <a:xfrm>
            <a:off x="2708513" y="5232369"/>
            <a:ext cx="1843057" cy="627807"/>
          </a:xfrm>
          <a:prstGeom prst="rect">
            <a:avLst/>
          </a:prstGeom>
          <a:solidFill>
            <a:schemeClr val="accent1">
              <a:lumMod val="60000"/>
              <a:lumOff val="40000"/>
            </a:schemeClr>
          </a:solidFill>
          <a:ln>
            <a:prstDash val="sysDash"/>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93256" tIns="46628" rIns="93256" bIns="46628" numCol="1" rtlCol="0" anchor="ctr" anchorCtr="0" compatLnSpc="1">
            <a:prstTxWarp prst="textNoShape">
              <a:avLst/>
            </a:prstTxWarp>
          </a:bodyPr>
          <a:lstStyle>
            <a:defPPr>
              <a:defRPr lang="en-US"/>
            </a:defPPr>
            <a:lvl1pPr algn="ctr" defTabSz="914099" fontAlgn="base">
              <a:spcBef>
                <a:spcPct val="0"/>
              </a:spcBef>
              <a:spcAft>
                <a:spcPct val="0"/>
              </a:spcAft>
              <a:defRPr sz="2000" b="1">
                <a:gradFill>
                  <a:gsLst>
                    <a:gs pos="0">
                      <a:schemeClr val="tx1"/>
                    </a:gs>
                    <a:gs pos="86000">
                      <a:schemeClr val="tx1"/>
                    </a:gs>
                  </a:gsLst>
                  <a:lin ang="5400000" scaled="0"/>
                </a:gradFill>
              </a:defRPr>
            </a:lvl1pPr>
          </a:lstStyle>
          <a:p>
            <a:r>
              <a:rPr lang="en-US" sz="2040" dirty="0"/>
              <a:t>Operating </a:t>
            </a:r>
          </a:p>
          <a:p>
            <a:r>
              <a:rPr lang="en-US" sz="2040" dirty="0"/>
              <a:t>System</a:t>
            </a:r>
          </a:p>
        </p:txBody>
      </p:sp>
      <p:sp>
        <p:nvSpPr>
          <p:cNvPr id="67" name="TextBox 66"/>
          <p:cNvSpPr txBox="1"/>
          <p:nvPr/>
        </p:nvSpPr>
        <p:spPr>
          <a:xfrm>
            <a:off x="2708513" y="5977828"/>
            <a:ext cx="1843057" cy="320182"/>
          </a:xfrm>
          <a:prstGeom prst="rect">
            <a:avLst/>
          </a:prstGeom>
          <a:noFill/>
        </p:spPr>
        <p:txBody>
          <a:bodyPr wrap="square" lIns="0" tIns="0" rIns="0" bIns="0" rtlCol="0">
            <a:spAutoFit/>
          </a:bodyPr>
          <a:lstStyle/>
          <a:p>
            <a:pPr algn="ctr"/>
            <a:r>
              <a:rPr lang="en-US" sz="2040" b="1" i="1" dirty="0">
                <a:gradFill>
                  <a:gsLst>
                    <a:gs pos="0">
                      <a:schemeClr val="tx1"/>
                    </a:gs>
                    <a:gs pos="86000">
                      <a:schemeClr val="tx1"/>
                    </a:gs>
                  </a:gsLst>
                  <a:lin ang="5400000" scaled="0"/>
                </a:gradFill>
              </a:rPr>
              <a:t>VM</a:t>
            </a:r>
          </a:p>
        </p:txBody>
      </p:sp>
      <p:sp>
        <p:nvSpPr>
          <p:cNvPr id="68" name="TextBox 67"/>
          <p:cNvSpPr txBox="1"/>
          <p:nvPr/>
        </p:nvSpPr>
        <p:spPr>
          <a:xfrm>
            <a:off x="3059829" y="4664994"/>
            <a:ext cx="1058090" cy="320182"/>
          </a:xfrm>
          <a:prstGeom prst="rect">
            <a:avLst/>
          </a:prstGeom>
          <a:noFill/>
        </p:spPr>
        <p:txBody>
          <a:bodyPr wrap="square" lIns="0" tIns="0" rIns="0" bIns="0" rtlCol="0">
            <a:spAutoFit/>
          </a:bodyPr>
          <a:lstStyle/>
          <a:p>
            <a:pPr algn="ctr"/>
            <a:r>
              <a:rPr lang="en-US" sz="2040" b="1" dirty="0">
                <a:gradFill>
                  <a:gsLst>
                    <a:gs pos="0">
                      <a:schemeClr val="tx1"/>
                    </a:gs>
                    <a:gs pos="86000">
                      <a:schemeClr val="tx1"/>
                    </a:gs>
                  </a:gsLst>
                  <a:lin ang="5400000" scaled="0"/>
                </a:gradFill>
              </a:rPr>
              <a:t>DBMS</a:t>
            </a:r>
          </a:p>
        </p:txBody>
      </p:sp>
      <p:sp>
        <p:nvSpPr>
          <p:cNvPr id="2" name="Title 1"/>
          <p:cNvSpPr>
            <a:spLocks noGrp="1"/>
          </p:cNvSpPr>
          <p:nvPr>
            <p:ph type="title"/>
          </p:nvPr>
        </p:nvSpPr>
        <p:spPr>
          <a:xfrm>
            <a:off x="531948" y="233150"/>
            <a:ext cx="11370961" cy="621530"/>
          </a:xfrm>
        </p:spPr>
        <p:txBody>
          <a:bodyPr/>
          <a:lstStyle/>
          <a:p>
            <a:r>
              <a:rPr lang="en-US" dirty="0" err="1"/>
              <a:t>PaaS</a:t>
            </a:r>
            <a:endParaRPr lang="en-US" sz="2856" dirty="0">
              <a:gradFill>
                <a:gsLst>
                  <a:gs pos="50000">
                    <a:schemeClr val="tx2"/>
                  </a:gs>
                  <a:gs pos="100000">
                    <a:schemeClr val="tx2"/>
                  </a:gs>
                </a:gsLst>
                <a:lin ang="5400000" scaled="0"/>
              </a:gradFill>
            </a:endParaRP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7770" y="758097"/>
            <a:ext cx="522971" cy="790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5465391" y="363364"/>
            <a:ext cx="1438130" cy="382308"/>
          </a:xfrm>
          <a:prstGeom prst="rect">
            <a:avLst/>
          </a:prstGeom>
          <a:noFill/>
        </p:spPr>
        <p:txBody>
          <a:bodyPr wrap="square" rtlCol="0">
            <a:spAutoFit/>
          </a:bodyPr>
          <a:lstStyle/>
          <a:p>
            <a:pPr algn="ctr">
              <a:buClr>
                <a:schemeClr val="tx1"/>
              </a:buClr>
            </a:pPr>
            <a:r>
              <a:rPr lang="en-US" sz="1836" b="1" dirty="0"/>
              <a:t>Developer</a:t>
            </a:r>
          </a:p>
        </p:txBody>
      </p:sp>
      <p:grpSp>
        <p:nvGrpSpPr>
          <p:cNvPr id="25" name="Group 24"/>
          <p:cNvGrpSpPr/>
          <p:nvPr/>
        </p:nvGrpSpPr>
        <p:grpSpPr>
          <a:xfrm>
            <a:off x="5233763" y="4022443"/>
            <a:ext cx="1831657" cy="744239"/>
            <a:chOff x="5594600" y="4309570"/>
            <a:chExt cx="1795905" cy="729712"/>
          </a:xfrm>
        </p:grpSpPr>
        <p:sp>
          <p:nvSpPr>
            <p:cNvPr id="18" name="Oval 17"/>
            <p:cNvSpPr/>
            <p:nvPr/>
          </p:nvSpPr>
          <p:spPr bwMode="auto">
            <a:xfrm>
              <a:off x="5594601" y="4309570"/>
              <a:ext cx="1795904" cy="729712"/>
            </a:xfrm>
            <a:prstGeom prst="ellipse">
              <a:avLst/>
            </a:prstGeom>
            <a:ln>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3256" tIns="46628" rIns="93256" bIns="46628" numCol="1" rtlCol="0" anchor="ctr" anchorCtr="0" compatLnSpc="1">
              <a:prstTxWarp prst="textNoShape">
                <a:avLst/>
              </a:prstTxWarp>
            </a:bodyPr>
            <a:lstStyle/>
            <a:p>
              <a:pPr algn="ctr" defTabSz="932290" fontAlgn="base">
                <a:spcBef>
                  <a:spcPct val="0"/>
                </a:spcBef>
                <a:spcAft>
                  <a:spcPct val="0"/>
                </a:spcAft>
              </a:pPr>
              <a:endParaRPr lang="en-US" sz="2040" b="1" dirty="0">
                <a:gradFill>
                  <a:gsLst>
                    <a:gs pos="0">
                      <a:srgbClr val="FFFFFF"/>
                    </a:gs>
                    <a:gs pos="100000">
                      <a:srgbClr val="FFFFFF"/>
                    </a:gs>
                  </a:gsLst>
                  <a:lin ang="5400000" scaled="0"/>
                </a:gradFill>
              </a:endParaRPr>
            </a:p>
          </p:txBody>
        </p:sp>
        <p:sp>
          <p:nvSpPr>
            <p:cNvPr id="19" name="TextBox 18"/>
            <p:cNvSpPr txBox="1"/>
            <p:nvPr/>
          </p:nvSpPr>
          <p:spPr>
            <a:xfrm>
              <a:off x="5594600" y="4509146"/>
              <a:ext cx="1795905" cy="313932"/>
            </a:xfrm>
            <a:prstGeom prst="rect">
              <a:avLst/>
            </a:prstGeom>
            <a:noFill/>
          </p:spPr>
          <p:txBody>
            <a:bodyPr wrap="square" lIns="0" tIns="0" rIns="0" bIns="0" rtlCol="0">
              <a:spAutoFit/>
            </a:bodyPr>
            <a:lstStyle>
              <a:defPPr>
                <a:defRPr lang="en-US"/>
              </a:defPPr>
              <a:lvl1pPr algn="ctr">
                <a:defRPr sz="2400" b="1" i="1">
                  <a:solidFill>
                    <a:schemeClr val="bg1"/>
                  </a:solidFill>
                </a:defRPr>
              </a:lvl1pPr>
            </a:lstStyle>
            <a:p>
              <a:r>
                <a:rPr lang="en-US" sz="2040" i="0" dirty="0"/>
                <a:t>Application</a:t>
              </a:r>
            </a:p>
          </p:txBody>
        </p:sp>
      </p:grpSp>
      <p:grpSp>
        <p:nvGrpSpPr>
          <p:cNvPr id="23" name="Group 22"/>
          <p:cNvGrpSpPr/>
          <p:nvPr/>
        </p:nvGrpSpPr>
        <p:grpSpPr>
          <a:xfrm>
            <a:off x="2996812" y="4091587"/>
            <a:ext cx="1246375" cy="385383"/>
            <a:chOff x="2950769" y="4377365"/>
            <a:chExt cx="1222047" cy="377861"/>
          </a:xfrm>
        </p:grpSpPr>
        <p:grpSp>
          <p:nvGrpSpPr>
            <p:cNvPr id="34" name="Group 33"/>
            <p:cNvGrpSpPr/>
            <p:nvPr/>
          </p:nvGrpSpPr>
          <p:grpSpPr>
            <a:xfrm>
              <a:off x="3247992" y="4377977"/>
              <a:ext cx="637254" cy="377249"/>
              <a:chOff x="4872038" y="2787652"/>
              <a:chExt cx="1152532" cy="870750"/>
            </a:xfrm>
          </p:grpSpPr>
          <p:sp>
            <p:nvSpPr>
              <p:cNvPr id="35" name="Rectangle 34"/>
              <p:cNvSpPr/>
              <p:nvPr/>
            </p:nvSpPr>
            <p:spPr bwMode="auto">
              <a:xfrm>
                <a:off x="4872038" y="2790828"/>
                <a:ext cx="1000132" cy="714380"/>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93260" tIns="46630" rIns="93260" bIns="46630" numCol="1" rtlCol="0" anchor="ctr" anchorCtr="0" compatLnSpc="1">
                <a:prstTxWarp prst="textNoShape">
                  <a:avLst/>
                </a:prstTxWarp>
                <a:noAutofit/>
              </a:bodyPr>
              <a:lstStyle/>
              <a:p>
                <a:pPr algn="ctr" defTabSz="932597" fontAlgn="base">
                  <a:spcBef>
                    <a:spcPct val="0"/>
                  </a:spcBef>
                  <a:spcAft>
                    <a:spcPct val="0"/>
                  </a:spcAft>
                </a:pPr>
                <a:endParaRPr lang="en-US" sz="2040" b="1" dirty="0">
                  <a:solidFill>
                    <a:schemeClr val="tx1"/>
                  </a:solidFill>
                </a:endParaRPr>
              </a:p>
            </p:txBody>
          </p:sp>
          <p:cxnSp>
            <p:nvCxnSpPr>
              <p:cNvPr id="36" name="Straight Connector 35"/>
              <p:cNvCxnSpPr/>
              <p:nvPr/>
            </p:nvCxnSpPr>
            <p:spPr bwMode="auto">
              <a:xfrm>
                <a:off x="4872038" y="2933704"/>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37" name="Straight Connector 36"/>
              <p:cNvCxnSpPr/>
              <p:nvPr/>
            </p:nvCxnSpPr>
            <p:spPr bwMode="auto">
              <a:xfrm>
                <a:off x="4872038" y="3076580"/>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38" name="Straight Connector 37"/>
              <p:cNvCxnSpPr/>
              <p:nvPr/>
            </p:nvCxnSpPr>
            <p:spPr bwMode="auto">
              <a:xfrm>
                <a:off x="4872038" y="3219456"/>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39" name="Straight Connector 38"/>
              <p:cNvCxnSpPr/>
              <p:nvPr/>
            </p:nvCxnSpPr>
            <p:spPr bwMode="auto">
              <a:xfrm>
                <a:off x="4872038" y="3362332"/>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40" name="Straight Connector 39"/>
              <p:cNvCxnSpPr/>
              <p:nvPr/>
            </p:nvCxnSpPr>
            <p:spPr bwMode="auto">
              <a:xfrm rot="5400000">
                <a:off x="4657724" y="3148018"/>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1" name="Straight Connector 40"/>
              <p:cNvCxnSpPr/>
              <p:nvPr/>
            </p:nvCxnSpPr>
            <p:spPr bwMode="auto">
              <a:xfrm rot="5400000">
                <a:off x="4801394" y="3147224"/>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2" name="Straight Connector 41"/>
              <p:cNvCxnSpPr/>
              <p:nvPr/>
            </p:nvCxnSpPr>
            <p:spPr bwMode="auto">
              <a:xfrm rot="5400000">
                <a:off x="4945064" y="3146430"/>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3" name="Straight Connector 42"/>
              <p:cNvCxnSpPr/>
              <p:nvPr/>
            </p:nvCxnSpPr>
            <p:spPr bwMode="auto">
              <a:xfrm rot="5400000">
                <a:off x="5088734" y="3145636"/>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4" name="Straight Connector 43"/>
              <p:cNvCxnSpPr/>
              <p:nvPr/>
            </p:nvCxnSpPr>
            <p:spPr bwMode="auto">
              <a:xfrm rot="5400000">
                <a:off x="5232404" y="3144842"/>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45" name="Straight Connector 44"/>
              <p:cNvCxnSpPr/>
              <p:nvPr/>
            </p:nvCxnSpPr>
            <p:spPr bwMode="auto">
              <a:xfrm rot="5400000">
                <a:off x="5376074" y="3144048"/>
                <a:ext cx="714380" cy="1588"/>
              </a:xfrm>
              <a:prstGeom prst="line">
                <a:avLst/>
              </a:prstGeom>
              <a:noFill/>
              <a:ln w="19050" cap="flat" cmpd="sng" algn="ctr">
                <a:solidFill>
                  <a:schemeClr val="tx1"/>
                </a:solidFill>
                <a:prstDash val="solid"/>
                <a:round/>
                <a:headEnd type="none" w="med" len="med"/>
                <a:tailEnd type="none" w="med" len="med"/>
              </a:ln>
              <a:effectLst/>
            </p:spPr>
          </p:cxnSp>
          <p:sp>
            <p:nvSpPr>
              <p:cNvPr id="46" name="Rectangle 45"/>
              <p:cNvSpPr/>
              <p:nvPr/>
            </p:nvSpPr>
            <p:spPr bwMode="auto">
              <a:xfrm>
                <a:off x="5024438" y="2943228"/>
                <a:ext cx="1000132" cy="714380"/>
              </a:xfrm>
              <a:prstGeom prst="rect">
                <a:avLst/>
              </a:prstGeom>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vert="horz" wrap="none" lIns="93260" tIns="46630" rIns="93260" bIns="46630" numCol="1" rtlCol="0" anchor="ctr" anchorCtr="0" compatLnSpc="1">
                <a:prstTxWarp prst="textNoShape">
                  <a:avLst/>
                </a:prstTxWarp>
                <a:noAutofit/>
              </a:bodyPr>
              <a:lstStyle/>
              <a:p>
                <a:pPr algn="ctr" defTabSz="932597" fontAlgn="base">
                  <a:spcBef>
                    <a:spcPct val="0"/>
                  </a:spcBef>
                  <a:spcAft>
                    <a:spcPct val="0"/>
                  </a:spcAft>
                </a:pPr>
                <a:endParaRPr lang="en-US" sz="2040" b="1" dirty="0">
                  <a:solidFill>
                    <a:schemeClr val="tx1"/>
                  </a:solidFill>
                </a:endParaRPr>
              </a:p>
            </p:txBody>
          </p:sp>
          <p:cxnSp>
            <p:nvCxnSpPr>
              <p:cNvPr id="47" name="Straight Connector 46"/>
              <p:cNvCxnSpPr/>
              <p:nvPr/>
            </p:nvCxnSpPr>
            <p:spPr bwMode="auto">
              <a:xfrm>
                <a:off x="5024438" y="3086104"/>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48" name="Straight Connector 47"/>
              <p:cNvCxnSpPr/>
              <p:nvPr/>
            </p:nvCxnSpPr>
            <p:spPr bwMode="auto">
              <a:xfrm>
                <a:off x="5024438" y="3228980"/>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49" name="Straight Connector 48"/>
              <p:cNvCxnSpPr/>
              <p:nvPr/>
            </p:nvCxnSpPr>
            <p:spPr bwMode="auto">
              <a:xfrm>
                <a:off x="5024438" y="3371856"/>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50" name="Straight Connector 49"/>
              <p:cNvCxnSpPr/>
              <p:nvPr/>
            </p:nvCxnSpPr>
            <p:spPr bwMode="auto">
              <a:xfrm>
                <a:off x="5024438" y="3514732"/>
                <a:ext cx="1000132" cy="1588"/>
              </a:xfrm>
              <a:prstGeom prst="line">
                <a:avLst/>
              </a:prstGeom>
              <a:noFill/>
              <a:ln w="19050" cap="flat" cmpd="sng" algn="ctr">
                <a:solidFill>
                  <a:schemeClr val="tx1"/>
                </a:solidFill>
                <a:prstDash val="solid"/>
                <a:round/>
                <a:headEnd type="none" w="med" len="med"/>
                <a:tailEnd type="none" w="med" len="med"/>
              </a:ln>
              <a:effectLst/>
            </p:spPr>
          </p:cxnSp>
          <p:cxnSp>
            <p:nvCxnSpPr>
              <p:cNvPr id="51" name="Straight Connector 50"/>
              <p:cNvCxnSpPr/>
              <p:nvPr/>
            </p:nvCxnSpPr>
            <p:spPr bwMode="auto">
              <a:xfrm rot="5400000">
                <a:off x="4810124" y="3300418"/>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2" name="Straight Connector 51"/>
              <p:cNvCxnSpPr/>
              <p:nvPr/>
            </p:nvCxnSpPr>
            <p:spPr bwMode="auto">
              <a:xfrm rot="5400000">
                <a:off x="4953794" y="3299624"/>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3" name="Straight Connector 52"/>
              <p:cNvCxnSpPr/>
              <p:nvPr/>
            </p:nvCxnSpPr>
            <p:spPr bwMode="auto">
              <a:xfrm rot="5400000">
                <a:off x="5097464" y="3298830"/>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4" name="Straight Connector 53"/>
              <p:cNvCxnSpPr/>
              <p:nvPr/>
            </p:nvCxnSpPr>
            <p:spPr bwMode="auto">
              <a:xfrm rot="5400000">
                <a:off x="5241134" y="3298036"/>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5" name="Straight Connector 54"/>
              <p:cNvCxnSpPr/>
              <p:nvPr/>
            </p:nvCxnSpPr>
            <p:spPr bwMode="auto">
              <a:xfrm rot="5400000">
                <a:off x="5384804" y="3297242"/>
                <a:ext cx="714380" cy="1588"/>
              </a:xfrm>
              <a:prstGeom prst="line">
                <a:avLst/>
              </a:prstGeom>
              <a:noFill/>
              <a:ln w="19050" cap="flat" cmpd="sng" algn="ctr">
                <a:solidFill>
                  <a:schemeClr val="tx1"/>
                </a:solidFill>
                <a:prstDash val="solid"/>
                <a:round/>
                <a:headEnd type="none" w="med" len="med"/>
                <a:tailEnd type="none" w="med" len="med"/>
              </a:ln>
              <a:effectLst/>
            </p:spPr>
          </p:cxnSp>
          <p:cxnSp>
            <p:nvCxnSpPr>
              <p:cNvPr id="56" name="Straight Connector 55"/>
              <p:cNvCxnSpPr/>
              <p:nvPr/>
            </p:nvCxnSpPr>
            <p:spPr bwMode="auto">
              <a:xfrm rot="5400000">
                <a:off x="5528474" y="3296448"/>
                <a:ext cx="714380" cy="1588"/>
              </a:xfrm>
              <a:prstGeom prst="line">
                <a:avLst/>
              </a:prstGeom>
              <a:noFill/>
              <a:ln w="19050" cap="flat" cmpd="sng" algn="ctr">
                <a:solidFill>
                  <a:schemeClr val="tx1"/>
                </a:solidFill>
                <a:prstDash val="solid"/>
                <a:round/>
                <a:headEnd type="none" w="med" len="med"/>
                <a:tailEnd type="none" w="med" len="med"/>
              </a:ln>
              <a:effectLst/>
            </p:spPr>
          </p:cxnSp>
        </p:grpSp>
        <p:sp>
          <p:nvSpPr>
            <p:cNvPr id="57" name="TextBox 56"/>
            <p:cNvSpPr txBox="1"/>
            <p:nvPr/>
          </p:nvSpPr>
          <p:spPr>
            <a:xfrm>
              <a:off x="2950769" y="4377365"/>
              <a:ext cx="1222047" cy="313932"/>
            </a:xfrm>
            <a:prstGeom prst="rect">
              <a:avLst/>
            </a:prstGeom>
            <a:noFill/>
          </p:spPr>
          <p:txBody>
            <a:bodyPr wrap="square" lIns="0" tIns="0" rIns="0" bIns="0" rtlCol="0">
              <a:spAutoFit/>
            </a:bodyPr>
            <a:lstStyle/>
            <a:p>
              <a:pPr algn="ctr"/>
              <a:r>
                <a:rPr lang="en-US" sz="2040" b="1" dirty="0">
                  <a:solidFill>
                    <a:schemeClr val="bg1"/>
                  </a:solidFill>
                </a:rPr>
                <a:t>Data</a:t>
              </a:r>
            </a:p>
          </p:txBody>
        </p:sp>
      </p:grpSp>
      <p:sp>
        <p:nvSpPr>
          <p:cNvPr id="69" name="TextBox 68"/>
          <p:cNvSpPr txBox="1"/>
          <p:nvPr/>
        </p:nvSpPr>
        <p:spPr>
          <a:xfrm>
            <a:off x="9139822" y="4298222"/>
            <a:ext cx="1477631" cy="640363"/>
          </a:xfrm>
          <a:prstGeom prst="rect">
            <a:avLst/>
          </a:prstGeom>
          <a:solidFill>
            <a:schemeClr val="accent6">
              <a:lumMod val="40000"/>
              <a:lumOff val="60000"/>
            </a:schemeClr>
          </a:solidFill>
          <a:ln>
            <a:prstDash val="sysDash"/>
          </a:ln>
        </p:spPr>
        <p:style>
          <a:lnRef idx="3">
            <a:schemeClr val="lt1"/>
          </a:lnRef>
          <a:fillRef idx="1">
            <a:schemeClr val="accent6"/>
          </a:fillRef>
          <a:effectRef idx="1">
            <a:schemeClr val="accent6"/>
          </a:effectRef>
          <a:fontRef idx="minor">
            <a:schemeClr val="lt1"/>
          </a:fontRef>
        </p:style>
        <p:txBody>
          <a:bodyPr wrap="square" lIns="0" tIns="0" rIns="0" bIns="0" rtlCol="0">
            <a:spAutoFit/>
          </a:bodyPr>
          <a:lstStyle>
            <a:defPPr>
              <a:defRPr lang="en-US"/>
            </a:defPPr>
            <a:lvl1pPr algn="ctr">
              <a:defRPr sz="2000" b="1">
                <a:gradFill>
                  <a:gsLst>
                    <a:gs pos="0">
                      <a:schemeClr val="tx1"/>
                    </a:gs>
                    <a:gs pos="86000">
                      <a:schemeClr val="tx1"/>
                    </a:gs>
                  </a:gsLst>
                  <a:lin ang="5400000" scaled="0"/>
                </a:gradFill>
              </a:defRPr>
            </a:lvl1pPr>
          </a:lstStyle>
          <a:p>
            <a:r>
              <a:rPr lang="en-US" sz="2040" dirty="0">
                <a:solidFill>
                  <a:schemeClr val="bg1"/>
                </a:solidFill>
              </a:rPr>
              <a:t>Load Balancer</a:t>
            </a:r>
          </a:p>
        </p:txBody>
      </p:sp>
      <p:grpSp>
        <p:nvGrpSpPr>
          <p:cNvPr id="26" name="Group 25"/>
          <p:cNvGrpSpPr/>
          <p:nvPr/>
        </p:nvGrpSpPr>
        <p:grpSpPr>
          <a:xfrm>
            <a:off x="6522825" y="1407505"/>
            <a:ext cx="1524294" cy="2633224"/>
            <a:chOff x="6407959" y="1745673"/>
            <a:chExt cx="1494542" cy="2581827"/>
          </a:xfrm>
        </p:grpSpPr>
        <p:sp>
          <p:nvSpPr>
            <p:cNvPr id="83" name="Freeform 82"/>
            <p:cNvSpPr/>
            <p:nvPr/>
          </p:nvSpPr>
          <p:spPr>
            <a:xfrm>
              <a:off x="6407959" y="1745673"/>
              <a:ext cx="860233" cy="2581827"/>
            </a:xfrm>
            <a:custGeom>
              <a:avLst/>
              <a:gdLst>
                <a:gd name="connsiteX0" fmla="*/ 0 w 1389412"/>
                <a:gd name="connsiteY0" fmla="*/ 0 h 2956955"/>
                <a:gd name="connsiteX1" fmla="*/ 783771 w 1389412"/>
                <a:gd name="connsiteY1" fmla="*/ 534389 h 2956955"/>
                <a:gd name="connsiteX2" fmla="*/ 1389412 w 1389412"/>
                <a:gd name="connsiteY2" fmla="*/ 2956955 h 2956955"/>
                <a:gd name="connsiteX0" fmla="*/ 0 w 2653907"/>
                <a:gd name="connsiteY0" fmla="*/ 0 h 2956955"/>
                <a:gd name="connsiteX1" fmla="*/ 2631711 w 2653907"/>
                <a:gd name="connsiteY1" fmla="*/ 697141 h 2956955"/>
                <a:gd name="connsiteX2" fmla="*/ 1389412 w 2653907"/>
                <a:gd name="connsiteY2" fmla="*/ 2956955 h 2956955"/>
                <a:gd name="connsiteX0" fmla="*/ 0 w 2180366"/>
                <a:gd name="connsiteY0" fmla="*/ 0 h 2694048"/>
                <a:gd name="connsiteX1" fmla="*/ 2169728 w 2180366"/>
                <a:gd name="connsiteY1" fmla="*/ 434234 h 2694048"/>
                <a:gd name="connsiteX2" fmla="*/ 927429 w 2180366"/>
                <a:gd name="connsiteY2" fmla="*/ 2694048 h 2694048"/>
                <a:gd name="connsiteX0" fmla="*/ 0 w 2305616"/>
                <a:gd name="connsiteY0" fmla="*/ 0 h 2694048"/>
                <a:gd name="connsiteX1" fmla="*/ 2295720 w 2305616"/>
                <a:gd name="connsiteY1" fmla="*/ 484311 h 2694048"/>
                <a:gd name="connsiteX2" fmla="*/ 927429 w 2305616"/>
                <a:gd name="connsiteY2" fmla="*/ 2694048 h 2694048"/>
                <a:gd name="connsiteX0" fmla="*/ 0 w 2329308"/>
                <a:gd name="connsiteY0" fmla="*/ 0 h 2694048"/>
                <a:gd name="connsiteX1" fmla="*/ 2295720 w 2329308"/>
                <a:gd name="connsiteY1" fmla="*/ 484311 h 2694048"/>
                <a:gd name="connsiteX2" fmla="*/ 927429 w 2329308"/>
                <a:gd name="connsiteY2" fmla="*/ 2694048 h 2694048"/>
                <a:gd name="connsiteX0" fmla="*/ 206536 w 2502684"/>
                <a:gd name="connsiteY0" fmla="*/ 0 h 2706567"/>
                <a:gd name="connsiteX1" fmla="*/ 2502256 w 2502684"/>
                <a:gd name="connsiteY1" fmla="*/ 484311 h 2706567"/>
                <a:gd name="connsiteX2" fmla="*/ 0 w 2502684"/>
                <a:gd name="connsiteY2" fmla="*/ 2706567 h 2706567"/>
                <a:gd name="connsiteX0" fmla="*/ 0 w 5371708"/>
                <a:gd name="connsiteY0" fmla="*/ 0 h 2643886"/>
                <a:gd name="connsiteX1" fmla="*/ 5296755 w 5371708"/>
                <a:gd name="connsiteY1" fmla="*/ 421630 h 2643886"/>
                <a:gd name="connsiteX2" fmla="*/ 2794499 w 5371708"/>
                <a:gd name="connsiteY2" fmla="*/ 2643886 h 2643886"/>
                <a:gd name="connsiteX0" fmla="*/ 0 w 6743050"/>
                <a:gd name="connsiteY0" fmla="*/ 0 h 2643886"/>
                <a:gd name="connsiteX1" fmla="*/ 6697234 w 6743050"/>
                <a:gd name="connsiteY1" fmla="*/ 434167 h 2643886"/>
                <a:gd name="connsiteX2" fmla="*/ 2794499 w 6743050"/>
                <a:gd name="connsiteY2" fmla="*/ 2643886 h 2643886"/>
                <a:gd name="connsiteX0" fmla="*/ 542150 w 7263054"/>
                <a:gd name="connsiteY0" fmla="*/ 0 h 2662374"/>
                <a:gd name="connsiteX1" fmla="*/ 7239384 w 7263054"/>
                <a:gd name="connsiteY1" fmla="*/ 434167 h 2662374"/>
                <a:gd name="connsiteX2" fmla="*/ 0 w 7263054"/>
                <a:gd name="connsiteY2" fmla="*/ 2662374 h 2662374"/>
                <a:gd name="connsiteX0" fmla="*/ 542150 w 7276766"/>
                <a:gd name="connsiteY0" fmla="*/ 0 h 2662374"/>
                <a:gd name="connsiteX1" fmla="*/ 7239384 w 7276766"/>
                <a:gd name="connsiteY1" fmla="*/ 434167 h 2662374"/>
                <a:gd name="connsiteX2" fmla="*/ 0 w 7276766"/>
                <a:gd name="connsiteY2" fmla="*/ 2662374 h 2662374"/>
              </a:gdLst>
              <a:ahLst/>
              <a:cxnLst>
                <a:cxn ang="0">
                  <a:pos x="connsiteX0" y="connsiteY0"/>
                </a:cxn>
                <a:cxn ang="0">
                  <a:pos x="connsiteX1" y="connsiteY1"/>
                </a:cxn>
                <a:cxn ang="0">
                  <a:pos x="connsiteX2" y="connsiteY2"/>
                </a:cxn>
              </a:cxnLst>
              <a:rect l="l" t="t" r="r" b="b"/>
              <a:pathLst>
                <a:path w="7276766" h="2662374">
                  <a:moveTo>
                    <a:pt x="542150" y="0"/>
                  </a:moveTo>
                  <a:cubicBezTo>
                    <a:pt x="818251" y="20781"/>
                    <a:pt x="6773634" y="-6481"/>
                    <a:pt x="7239384" y="434167"/>
                  </a:cubicBezTo>
                  <a:cubicBezTo>
                    <a:pt x="7705134" y="874815"/>
                    <a:pt x="3735252" y="1735643"/>
                    <a:pt x="0" y="2662374"/>
                  </a:cubicBezTo>
                </a:path>
              </a:pathLst>
            </a:cu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40" b="1">
                <a:solidFill>
                  <a:schemeClr val="tx2"/>
                </a:solidFill>
              </a:endParaRPr>
            </a:p>
          </p:txBody>
        </p:sp>
        <p:sp useBgFill="1">
          <p:nvSpPr>
            <p:cNvPr id="70" name="TextBox 69"/>
            <p:cNvSpPr txBox="1"/>
            <p:nvPr/>
          </p:nvSpPr>
          <p:spPr>
            <a:xfrm>
              <a:off x="6784815" y="2137148"/>
              <a:ext cx="1117686" cy="829300"/>
            </a:xfrm>
            <a:prstGeom prst="rect">
              <a:avLst/>
            </a:prstGeom>
            <a:ln>
              <a:noFill/>
            </a:ln>
          </p:spPr>
          <p:txBody>
            <a:bodyPr wrap="square" rtlCol="0">
              <a:spAutoFit/>
            </a:bodyPr>
            <a:lstStyle/>
            <a:p>
              <a:pPr algn="ctr"/>
              <a:r>
                <a:rPr lang="en-US" sz="1632" b="1" dirty="0"/>
                <a:t>2) Deploy application</a:t>
              </a:r>
            </a:p>
          </p:txBody>
        </p:sp>
      </p:grpSp>
      <p:sp>
        <p:nvSpPr>
          <p:cNvPr id="74" name="TextBox 73"/>
          <p:cNvSpPr txBox="1"/>
          <p:nvPr/>
        </p:nvSpPr>
        <p:spPr>
          <a:xfrm>
            <a:off x="7185221" y="4098580"/>
            <a:ext cx="1218757" cy="627807"/>
          </a:xfrm>
          <a:prstGeom prst="rect">
            <a:avLst/>
          </a:prstGeom>
          <a:solidFill>
            <a:schemeClr val="accent1">
              <a:lumMod val="60000"/>
              <a:lumOff val="40000"/>
            </a:schemeClr>
          </a:solidFill>
          <a:ln>
            <a:prstDash val="sysDash"/>
            <a:headEnd type="none" w="med" len="med"/>
            <a:tailEnd type="none" w="med" len="med"/>
          </a:ln>
        </p:spPr>
        <p:style>
          <a:lnRef idx="3">
            <a:schemeClr val="lt1"/>
          </a:lnRef>
          <a:fillRef idx="1">
            <a:schemeClr val="accent1"/>
          </a:fillRef>
          <a:effectRef idx="1">
            <a:schemeClr val="accent1"/>
          </a:effectRef>
          <a:fontRef idx="minor">
            <a:schemeClr val="lt1"/>
          </a:fontRef>
        </p:style>
        <p:txBody>
          <a:bodyPr vert="horz" wrap="square" lIns="93256" tIns="46628" rIns="93256" bIns="46628" numCol="1" rtlCol="0" anchor="ctr" anchorCtr="0" compatLnSpc="1">
            <a:prstTxWarp prst="textNoShape">
              <a:avLst/>
            </a:prstTxWarp>
          </a:bodyPr>
          <a:lstStyle>
            <a:defPPr>
              <a:defRPr lang="en-US"/>
            </a:defPPr>
            <a:lvl1pPr algn="ctr" defTabSz="914099" fontAlgn="base">
              <a:spcBef>
                <a:spcPct val="0"/>
              </a:spcBef>
              <a:spcAft>
                <a:spcPct val="0"/>
              </a:spcAft>
              <a:defRPr sz="2000" b="1">
                <a:gradFill>
                  <a:gsLst>
                    <a:gs pos="0">
                      <a:schemeClr val="tx1"/>
                    </a:gs>
                    <a:gs pos="86000">
                      <a:schemeClr val="tx1"/>
                    </a:gs>
                  </a:gsLst>
                  <a:lin ang="5400000" scaled="0"/>
                </a:gradFill>
              </a:defRPr>
            </a:lvl1pPr>
          </a:lstStyle>
          <a:p>
            <a:r>
              <a:rPr lang="en-US" sz="2040" dirty="0"/>
              <a:t>Web</a:t>
            </a:r>
          </a:p>
          <a:p>
            <a:r>
              <a:rPr lang="en-US" sz="2040" dirty="0"/>
              <a:t>Server</a:t>
            </a:r>
          </a:p>
        </p:txBody>
      </p:sp>
      <p:grpSp>
        <p:nvGrpSpPr>
          <p:cNvPr id="15" name="Group 14"/>
          <p:cNvGrpSpPr/>
          <p:nvPr/>
        </p:nvGrpSpPr>
        <p:grpSpPr>
          <a:xfrm>
            <a:off x="3167437" y="1347978"/>
            <a:ext cx="2481314" cy="2722683"/>
            <a:chOff x="3118064" y="1687308"/>
            <a:chExt cx="2432882" cy="2669539"/>
          </a:xfrm>
        </p:grpSpPr>
        <p:sp>
          <p:nvSpPr>
            <p:cNvPr id="3" name="Freeform 2"/>
            <p:cNvSpPr/>
            <p:nvPr/>
          </p:nvSpPr>
          <p:spPr>
            <a:xfrm>
              <a:off x="3462907" y="1687308"/>
              <a:ext cx="2088039" cy="2669539"/>
            </a:xfrm>
            <a:custGeom>
              <a:avLst/>
              <a:gdLst>
                <a:gd name="connsiteX0" fmla="*/ 2248946 w 2248946"/>
                <a:gd name="connsiteY0" fmla="*/ 69547 h 2715928"/>
                <a:gd name="connsiteX1" fmla="*/ 194235 w 2248946"/>
                <a:gd name="connsiteY1" fmla="*/ 338488 h 2715928"/>
                <a:gd name="connsiteX2" fmla="*/ 204993 w 2248946"/>
                <a:gd name="connsiteY2" fmla="*/ 2715928 h 2715928"/>
                <a:gd name="connsiteX0" fmla="*/ 2088039 w 2088039"/>
                <a:gd name="connsiteY0" fmla="*/ 23158 h 2669539"/>
                <a:gd name="connsiteX1" fmla="*/ 592725 w 2088039"/>
                <a:gd name="connsiteY1" fmla="*/ 528767 h 2669539"/>
                <a:gd name="connsiteX2" fmla="*/ 44086 w 2088039"/>
                <a:gd name="connsiteY2" fmla="*/ 2669539 h 2669539"/>
              </a:gdLst>
              <a:ahLst/>
              <a:cxnLst>
                <a:cxn ang="0">
                  <a:pos x="connsiteX0" y="connsiteY0"/>
                </a:cxn>
                <a:cxn ang="0">
                  <a:pos x="connsiteX1" y="connsiteY1"/>
                </a:cxn>
                <a:cxn ang="0">
                  <a:pos x="connsiteX2" y="connsiteY2"/>
                </a:cxn>
              </a:cxnLst>
              <a:rect l="l" t="t" r="r" b="b"/>
              <a:pathLst>
                <a:path w="2088039" h="2669539">
                  <a:moveTo>
                    <a:pt x="2088039" y="23158"/>
                  </a:moveTo>
                  <a:cubicBezTo>
                    <a:pt x="1231013" y="-62903"/>
                    <a:pt x="933384" y="87704"/>
                    <a:pt x="592725" y="528767"/>
                  </a:cubicBezTo>
                  <a:cubicBezTo>
                    <a:pt x="252066" y="969830"/>
                    <a:pt x="-131623" y="1701350"/>
                    <a:pt x="44086" y="2669539"/>
                  </a:cubicBezTo>
                </a:path>
              </a:pathLst>
            </a:custGeom>
            <a:ln w="12700">
              <a:solidFill>
                <a:schemeClr val="tx1"/>
              </a:solidFill>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40" b="1">
                <a:solidFill>
                  <a:schemeClr val="tx2"/>
                </a:solidFill>
              </a:endParaRPr>
            </a:p>
          </p:txBody>
        </p:sp>
        <p:sp useBgFill="1">
          <p:nvSpPr>
            <p:cNvPr id="93" name="TextBox 92"/>
            <p:cNvSpPr txBox="1"/>
            <p:nvPr/>
          </p:nvSpPr>
          <p:spPr>
            <a:xfrm>
              <a:off x="3118064" y="2029426"/>
              <a:ext cx="1881399" cy="1096967"/>
            </a:xfrm>
            <a:prstGeom prst="rect">
              <a:avLst/>
            </a:prstGeom>
            <a:ln>
              <a:noFill/>
            </a:ln>
          </p:spPr>
          <p:txBody>
            <a:bodyPr wrap="square" rtlCol="0">
              <a:spAutoFit/>
            </a:bodyPr>
            <a:lstStyle/>
            <a:p>
              <a:pPr algn="ctr"/>
              <a:r>
                <a:rPr lang="en-US" sz="1632" b="1" dirty="0"/>
                <a:t>1) Provision database, then create tables and add data</a:t>
              </a:r>
            </a:p>
          </p:txBody>
        </p:sp>
      </p:grpSp>
    </p:spTree>
    <p:custDataLst>
      <p:tags r:id="rId1"/>
    </p:custDataLst>
    <p:extLst>
      <p:ext uri="{BB962C8B-B14F-4D97-AF65-F5344CB8AC3E}">
        <p14:creationId xmlns:p14="http://schemas.microsoft.com/office/powerpoint/2010/main" val="1570278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F50"/>
        </a:solidFill>
        <a:effectLst/>
      </p:bgPr>
    </p:bg>
    <p:spTree>
      <p:nvGrpSpPr>
        <p:cNvPr id="1" name=""/>
        <p:cNvGrpSpPr/>
        <p:nvPr/>
      </p:nvGrpSpPr>
      <p:grpSpPr>
        <a:xfrm>
          <a:off x="0" y="0"/>
          <a:ext cx="0" cy="0"/>
          <a:chOff x="0" y="0"/>
          <a:chExt cx="0" cy="0"/>
        </a:xfrm>
      </p:grpSpPr>
      <p:sp>
        <p:nvSpPr>
          <p:cNvPr id="3" name="One Azure Ecosystem - Title"/>
          <p:cNvSpPr>
            <a:spLocks noGrp="1"/>
          </p:cNvSpPr>
          <p:nvPr>
            <p:ph type="title"/>
          </p:nvPr>
        </p:nvSpPr>
        <p:spPr>
          <a:xfrm>
            <a:off x="147342" y="4391641"/>
            <a:ext cx="3656561" cy="917314"/>
          </a:xfrm>
        </p:spPr>
        <p:txBody>
          <a:bodyPr/>
          <a:lstStyle/>
          <a:p>
            <a:pPr lvl="0"/>
            <a:r>
              <a:rPr lang="en-US" sz="4080" dirty="0"/>
              <a:t>Azure services everywhere</a:t>
            </a:r>
          </a:p>
        </p:txBody>
      </p:sp>
      <p:sp>
        <p:nvSpPr>
          <p:cNvPr id="130" name="Blue Bar"/>
          <p:cNvSpPr/>
          <p:nvPr/>
        </p:nvSpPr>
        <p:spPr bwMode="auto">
          <a:xfrm>
            <a:off x="1763" y="5782615"/>
            <a:ext cx="12432949" cy="1210919"/>
          </a:xfrm>
          <a:prstGeom prst="rect">
            <a:avLst/>
          </a:prstGeom>
          <a:solidFill>
            <a:srgbClr val="002050">
              <a:lumMod val="90000"/>
              <a:lumOff val="10000"/>
            </a:srgbClr>
          </a:solidFill>
          <a:ln w="9525" cap="flat" cmpd="sng" algn="ctr">
            <a:noFill/>
            <a:prstDash val="solid"/>
            <a:headEnd type="none" w="med" len="med"/>
            <a:tailEnd type="none" w="med" len="med"/>
          </a:ln>
          <a:effectLst/>
        </p:spPr>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0" fontAlgn="base" latinLnBrk="0" hangingPunct="0">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0" name="Map"/>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09575" y="208896"/>
            <a:ext cx="10755471" cy="6301571"/>
          </a:xfrm>
          <a:prstGeom prst="rect">
            <a:avLst/>
          </a:prstGeom>
        </p:spPr>
      </p:pic>
      <p:sp>
        <p:nvSpPr>
          <p:cNvPr id="64" name="Blue Oval 1"/>
          <p:cNvSpPr/>
          <p:nvPr/>
        </p:nvSpPr>
        <p:spPr bwMode="auto">
          <a:xfrm>
            <a:off x="8962563" y="4082193"/>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5" name="Blue Oval 2"/>
          <p:cNvSpPr/>
          <p:nvPr/>
        </p:nvSpPr>
        <p:spPr bwMode="auto">
          <a:xfrm>
            <a:off x="9257339" y="2672676"/>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6" name="Blue Oval 3"/>
          <p:cNvSpPr/>
          <p:nvPr/>
        </p:nvSpPr>
        <p:spPr bwMode="auto">
          <a:xfrm>
            <a:off x="9328994" y="212768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 name="Blue Oval 4"/>
          <p:cNvSpPr/>
          <p:nvPr/>
        </p:nvSpPr>
        <p:spPr bwMode="auto">
          <a:xfrm>
            <a:off x="8177195" y="3025120"/>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8" name="Blue Oval 5"/>
          <p:cNvSpPr/>
          <p:nvPr/>
        </p:nvSpPr>
        <p:spPr bwMode="auto">
          <a:xfrm>
            <a:off x="8485521" y="3187823"/>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9" name="Blue Oval 6"/>
          <p:cNvSpPr/>
          <p:nvPr/>
        </p:nvSpPr>
        <p:spPr bwMode="auto">
          <a:xfrm>
            <a:off x="5935834" y="192684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5" name="Blue Oval 7"/>
          <p:cNvSpPr/>
          <p:nvPr/>
        </p:nvSpPr>
        <p:spPr bwMode="auto">
          <a:xfrm>
            <a:off x="5614636" y="186771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 name="Blue Oval 8"/>
          <p:cNvSpPr/>
          <p:nvPr/>
        </p:nvSpPr>
        <p:spPr bwMode="auto">
          <a:xfrm>
            <a:off x="4566568" y="4507931"/>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 name="Blue Oval 9"/>
          <p:cNvSpPr/>
          <p:nvPr/>
        </p:nvSpPr>
        <p:spPr bwMode="auto">
          <a:xfrm>
            <a:off x="3102504" y="239730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8" name="Blue Oval 10"/>
          <p:cNvSpPr/>
          <p:nvPr/>
        </p:nvSpPr>
        <p:spPr bwMode="auto">
          <a:xfrm>
            <a:off x="2871791" y="2428507"/>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 name="Blue Oval 11"/>
          <p:cNvSpPr/>
          <p:nvPr/>
        </p:nvSpPr>
        <p:spPr bwMode="auto">
          <a:xfrm>
            <a:off x="2966086" y="2084284"/>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0" name="Blue Oval 12"/>
          <p:cNvSpPr/>
          <p:nvPr/>
        </p:nvSpPr>
        <p:spPr bwMode="auto">
          <a:xfrm>
            <a:off x="2629993" y="200476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1" name="Blue Oval 13"/>
          <p:cNvSpPr/>
          <p:nvPr/>
        </p:nvSpPr>
        <p:spPr bwMode="auto">
          <a:xfrm>
            <a:off x="3434967" y="205553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 name="Blue Oval 14"/>
          <p:cNvSpPr/>
          <p:nvPr/>
        </p:nvSpPr>
        <p:spPr bwMode="auto">
          <a:xfrm>
            <a:off x="2626155" y="2713336"/>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3" name="Blue Oval 15"/>
          <p:cNvSpPr/>
          <p:nvPr/>
        </p:nvSpPr>
        <p:spPr bwMode="auto">
          <a:xfrm>
            <a:off x="2024378" y="2417736"/>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4" name="Blue Oval 16"/>
          <p:cNvSpPr/>
          <p:nvPr/>
        </p:nvSpPr>
        <p:spPr bwMode="auto">
          <a:xfrm>
            <a:off x="10160443" y="2209697"/>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 name="Blue Oval 17"/>
          <p:cNvSpPr/>
          <p:nvPr/>
        </p:nvSpPr>
        <p:spPr bwMode="auto">
          <a:xfrm>
            <a:off x="9903192" y="2598037"/>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6" name="Blue Oval 18"/>
          <p:cNvSpPr/>
          <p:nvPr/>
        </p:nvSpPr>
        <p:spPr bwMode="auto">
          <a:xfrm>
            <a:off x="10353439" y="508145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7" name="Blue Oval 19"/>
          <p:cNvSpPr/>
          <p:nvPr/>
        </p:nvSpPr>
        <p:spPr bwMode="auto">
          <a:xfrm>
            <a:off x="10087267" y="5369835"/>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 name="Blue Oval 20"/>
          <p:cNvSpPr/>
          <p:nvPr/>
        </p:nvSpPr>
        <p:spPr bwMode="auto">
          <a:xfrm>
            <a:off x="9103173" y="3001334"/>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9" name="Blue Oval 21"/>
          <p:cNvSpPr/>
          <p:nvPr/>
        </p:nvSpPr>
        <p:spPr bwMode="auto">
          <a:xfrm>
            <a:off x="2602224" y="2320032"/>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0" name="Blue Oval 22"/>
          <p:cNvSpPr/>
          <p:nvPr/>
        </p:nvSpPr>
        <p:spPr bwMode="auto">
          <a:xfrm>
            <a:off x="8267472" y="3532305"/>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 name="Blue Oval 23"/>
          <p:cNvSpPr/>
          <p:nvPr/>
        </p:nvSpPr>
        <p:spPr bwMode="auto">
          <a:xfrm>
            <a:off x="3194718" y="253418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5" name="Blue Oval 24"/>
          <p:cNvSpPr/>
          <p:nvPr/>
        </p:nvSpPr>
        <p:spPr bwMode="auto">
          <a:xfrm>
            <a:off x="3294281" y="2351284"/>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 name="Blue Oval 25"/>
          <p:cNvSpPr/>
          <p:nvPr/>
        </p:nvSpPr>
        <p:spPr bwMode="auto">
          <a:xfrm>
            <a:off x="5935834" y="1700779"/>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8" name="Blue Oval 26"/>
          <p:cNvSpPr/>
          <p:nvPr/>
        </p:nvSpPr>
        <p:spPr bwMode="auto">
          <a:xfrm>
            <a:off x="5677289" y="1659651"/>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1" name="Blue Oval 27"/>
          <p:cNvSpPr/>
          <p:nvPr/>
        </p:nvSpPr>
        <p:spPr bwMode="auto">
          <a:xfrm>
            <a:off x="6123370" y="1830476"/>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2" name="Blue Oval 28"/>
          <p:cNvSpPr/>
          <p:nvPr/>
        </p:nvSpPr>
        <p:spPr bwMode="auto">
          <a:xfrm>
            <a:off x="5781672" y="2034034"/>
            <a:ext cx="310807" cy="310807"/>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31" name="Blue Bar 2"/>
          <p:cNvSpPr/>
          <p:nvPr/>
        </p:nvSpPr>
        <p:spPr bwMode="auto">
          <a:xfrm>
            <a:off x="1764" y="5782615"/>
            <a:ext cx="12432949" cy="1210919"/>
          </a:xfrm>
          <a:prstGeom prst="rect">
            <a:avLst/>
          </a:prstGeom>
          <a:solidFill>
            <a:srgbClr val="002050">
              <a:lumMod val="90000"/>
              <a:lumOff val="10000"/>
              <a:alpha val="75000"/>
            </a:srgbClr>
          </a:solidFill>
          <a:ln w="9525" cap="flat" cmpd="sng" algn="ctr">
            <a:noFill/>
            <a:prstDash val="solid"/>
            <a:headEnd type="none" w="med" len="med"/>
            <a:tailEnd type="none" w="med" len="med"/>
          </a:ln>
          <a:effectLst/>
        </p:spPr>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0" fontAlgn="base" latinLnBrk="0" hangingPunct="0">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10" name="28 Azure Regions"/>
          <p:cNvGrpSpPr/>
          <p:nvPr/>
        </p:nvGrpSpPr>
        <p:grpSpPr>
          <a:xfrm>
            <a:off x="581037" y="6063794"/>
            <a:ext cx="3510983" cy="387414"/>
            <a:chOff x="579437" y="6064505"/>
            <a:chExt cx="3511983" cy="387523"/>
          </a:xfrm>
        </p:grpSpPr>
        <p:sp>
          <p:nvSpPr>
            <p:cNvPr id="100" name="Oval 99"/>
            <p:cNvSpPr/>
            <p:nvPr/>
          </p:nvSpPr>
          <p:spPr bwMode="auto">
            <a:xfrm>
              <a:off x="579437" y="6104064"/>
              <a:ext cx="308414" cy="308408"/>
            </a:xfrm>
            <a:prstGeom prst="ellipse">
              <a:avLst/>
            </a:prstGeom>
            <a:solidFill>
              <a:srgbClr val="00B0F0"/>
            </a:solidFill>
            <a:ln w="107950">
              <a:solidFill>
                <a:srgbClr val="00B0F0">
                  <a:alpha val="34000"/>
                </a:srgb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32" name="TextBox 131"/>
            <p:cNvSpPr txBox="1"/>
            <p:nvPr/>
          </p:nvSpPr>
          <p:spPr>
            <a:xfrm>
              <a:off x="891020" y="6064505"/>
              <a:ext cx="3200400" cy="387523"/>
            </a:xfrm>
            <a:prstGeom prst="rect">
              <a:avLst/>
            </a:prstGeom>
            <a:noFill/>
          </p:spPr>
          <p:txBody>
            <a:bodyPr wrap="square" lIns="228535" tIns="0" rIns="282981" bIns="0" rtlCol="0" anchor="ctr" anchorCtr="0">
              <a:spAutoFit/>
            </a:bodyPr>
            <a:lstStyle>
              <a:defPPr>
                <a:defRPr lang="en-US"/>
              </a:defPPr>
              <a:lvl1pPr>
                <a:lnSpc>
                  <a:spcPct val="90000"/>
                </a:lnSpc>
                <a:spcAft>
                  <a:spcPts val="600"/>
                </a:spcAft>
                <a:defRPr sz="4400">
                  <a:gradFill>
                    <a:gsLst>
                      <a:gs pos="2917">
                        <a:srgbClr val="ECECEC"/>
                      </a:gs>
                      <a:gs pos="30000">
                        <a:srgbClr val="ECECEC"/>
                      </a:gs>
                    </a:gsLst>
                    <a:lin ang="5400000" scaled="0"/>
                  </a:gradFill>
                  <a:latin typeface="+mj-lt"/>
                </a:defRPr>
              </a:lvl1pPr>
            </a:lstStyle>
            <a:p>
              <a:pPr marL="0" marR="0" lvl="0" indent="0" algn="l" defTabSz="931000" rtl="0" eaLnBrk="1" fontAlgn="auto" latinLnBrk="0" hangingPunct="1">
                <a:lnSpc>
                  <a:spcPct val="90000"/>
                </a:lnSpc>
                <a:spcBef>
                  <a:spcPts val="0"/>
                </a:spcBef>
                <a:spcAft>
                  <a:spcPts val="599"/>
                </a:spcAft>
                <a:buClrTx/>
                <a:buSzTx/>
                <a:buFontTx/>
                <a:buNone/>
                <a:tabLst/>
                <a:defRPr/>
              </a:pPr>
              <a:r>
                <a:rPr lang="en-US" sz="2797" dirty="0">
                  <a:gradFill>
                    <a:gsLst>
                      <a:gs pos="0">
                        <a:srgbClr val="FFFFFF"/>
                      </a:gs>
                      <a:gs pos="100000">
                        <a:srgbClr val="FFFFFF"/>
                      </a:gs>
                    </a:gsLst>
                    <a:lin ang="5400000" scaled="0"/>
                  </a:gradFill>
                  <a:latin typeface="Segoe UI"/>
                  <a:ea typeface="MS PGothic" panose="020B0600070205080204" pitchFamily="34" charset="-128"/>
                  <a:cs typeface="Segoe UI Semilight" panose="020B0402040204020203" pitchFamily="34" charset="0"/>
                </a:rPr>
                <a:t>55</a:t>
              </a: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panose="020B0402040204020203" pitchFamily="34" charset="0"/>
                  <a:ea typeface="MS PGothic" panose="020B0600070205080204" pitchFamily="34" charset="-128"/>
                  <a:cs typeface="Segoe UI Semilight" panose="020B0402040204020203" pitchFamily="34" charset="0"/>
                </a:rPr>
                <a:t> Azure regions </a:t>
              </a:r>
            </a:p>
          </p:txBody>
        </p:sp>
      </p:grpSp>
      <p:grpSp>
        <p:nvGrpSpPr>
          <p:cNvPr id="17" name="100s of Service Providers"/>
          <p:cNvGrpSpPr/>
          <p:nvPr/>
        </p:nvGrpSpPr>
        <p:grpSpPr>
          <a:xfrm>
            <a:off x="4978371" y="5939140"/>
            <a:ext cx="3640841" cy="636713"/>
            <a:chOff x="4880162" y="5823541"/>
            <a:chExt cx="3570282" cy="624374"/>
          </a:xfrm>
        </p:grpSpPr>
        <p:sp>
          <p:nvSpPr>
            <p:cNvPr id="134" name="100s of Service Providers"/>
            <p:cNvSpPr txBox="1"/>
            <p:nvPr/>
          </p:nvSpPr>
          <p:spPr>
            <a:xfrm>
              <a:off x="5056821" y="5823541"/>
              <a:ext cx="3393623" cy="624374"/>
            </a:xfrm>
            <a:prstGeom prst="rect">
              <a:avLst/>
            </a:prstGeom>
            <a:noFill/>
          </p:spPr>
          <p:txBody>
            <a:bodyPr wrap="square" lIns="228535" tIns="0" rIns="282981" bIns="0" rtlCol="0" anchor="ctr" anchorCtr="0">
              <a:spAutoFit/>
            </a:bodyPr>
            <a:lstStyle>
              <a:defPPr>
                <a:defRPr lang="en-US"/>
              </a:defPPr>
              <a:lvl1pPr>
                <a:lnSpc>
                  <a:spcPct val="90000"/>
                </a:lnSpc>
                <a:spcAft>
                  <a:spcPts val="600"/>
                </a:spcAft>
                <a:defRPr sz="4400">
                  <a:gradFill>
                    <a:gsLst>
                      <a:gs pos="2917">
                        <a:srgbClr val="ECECEC"/>
                      </a:gs>
                      <a:gs pos="30000">
                        <a:srgbClr val="ECECEC"/>
                      </a:gs>
                    </a:gsLst>
                    <a:lin ang="5400000" scaled="0"/>
                  </a:gradFill>
                  <a:latin typeface="+mj-lt"/>
                </a:defRPr>
              </a:lvl1pPr>
            </a:lstStyle>
            <a:p>
              <a:pPr marL="0" marR="0" lvl="0" indent="0" algn="l" defTabSz="931000" rtl="0" eaLnBrk="1" fontAlgn="auto" latinLnBrk="0" hangingPunct="1">
                <a:lnSpc>
                  <a:spcPct val="90000"/>
                </a:lnSpc>
                <a:spcBef>
                  <a:spcPts val="0"/>
                </a:spcBef>
                <a:spcAft>
                  <a:spcPts val="599"/>
                </a:spcAft>
                <a:buClrTx/>
                <a:buSzTx/>
                <a:buFontTx/>
                <a:buNone/>
                <a:tabLst/>
                <a:defRPr/>
              </a:pPr>
              <a:r>
                <a:rPr kumimoji="0" lang="en-US" sz="2797"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S PGothic" panose="020B0600070205080204" pitchFamily="34" charset="-128"/>
                  <a:cs typeface="Segoe UI Semilight" panose="020B0402040204020203" pitchFamily="34" charset="0"/>
                </a:rPr>
                <a:t>10,000s</a:t>
              </a: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panose="020B0402040204020203" pitchFamily="34" charset="0"/>
                  <a:ea typeface="MS PGothic" panose="020B0600070205080204" pitchFamily="34" charset="-128"/>
                  <a:cs typeface="Segoe UI Semilight" panose="020B0402040204020203" pitchFamily="34" charset="0"/>
                </a:rPr>
                <a:t> of service providers</a:t>
              </a:r>
            </a:p>
          </p:txBody>
        </p:sp>
        <p:grpSp>
          <p:nvGrpSpPr>
            <p:cNvPr id="1004" name="Green Oval Title"/>
            <p:cNvGrpSpPr>
              <a:grpSpLocks noChangeAspect="1"/>
            </p:cNvGrpSpPr>
            <p:nvPr/>
          </p:nvGrpSpPr>
          <p:grpSpPr>
            <a:xfrm>
              <a:off x="4880162" y="5951589"/>
              <a:ext cx="295820" cy="295820"/>
              <a:chOff x="864708" y="7928616"/>
              <a:chExt cx="402336" cy="402336"/>
            </a:xfrm>
          </p:grpSpPr>
          <p:sp>
            <p:nvSpPr>
              <p:cNvPr id="1005" name="Oval 100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06" name="Oval 100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grpSp>
        <p:nvGrpSpPr>
          <p:cNvPr id="18" name="1000s of enterprises"/>
          <p:cNvGrpSpPr/>
          <p:nvPr/>
        </p:nvGrpSpPr>
        <p:grpSpPr>
          <a:xfrm>
            <a:off x="9185594" y="5939140"/>
            <a:ext cx="3438409" cy="636713"/>
            <a:chOff x="9005850" y="5823541"/>
            <a:chExt cx="3371773" cy="624374"/>
          </a:xfrm>
        </p:grpSpPr>
        <p:sp>
          <p:nvSpPr>
            <p:cNvPr id="136" name="1,000s of enterprises"/>
            <p:cNvSpPr txBox="1"/>
            <p:nvPr/>
          </p:nvSpPr>
          <p:spPr>
            <a:xfrm>
              <a:off x="9240136" y="5823541"/>
              <a:ext cx="3137487" cy="624374"/>
            </a:xfrm>
            <a:prstGeom prst="rect">
              <a:avLst/>
            </a:prstGeom>
            <a:noFill/>
          </p:spPr>
          <p:txBody>
            <a:bodyPr wrap="square" lIns="228535" tIns="0" rIns="282981" bIns="0" rtlCol="0" anchor="ctr" anchorCtr="0">
              <a:spAutoFit/>
            </a:bodyPr>
            <a:lstStyle>
              <a:defPPr>
                <a:defRPr lang="en-US"/>
              </a:defPPr>
              <a:lvl1pPr>
                <a:lnSpc>
                  <a:spcPct val="90000"/>
                </a:lnSpc>
                <a:spcAft>
                  <a:spcPts val="600"/>
                </a:spcAft>
                <a:defRPr sz="4400">
                  <a:gradFill>
                    <a:gsLst>
                      <a:gs pos="2917">
                        <a:srgbClr val="ECECEC"/>
                      </a:gs>
                      <a:gs pos="30000">
                        <a:srgbClr val="ECECEC"/>
                      </a:gs>
                    </a:gsLst>
                    <a:lin ang="5400000" scaled="0"/>
                  </a:gradFill>
                  <a:latin typeface="+mj-lt"/>
                </a:defRPr>
              </a:lvl1pPr>
            </a:lstStyle>
            <a:p>
              <a:pPr marL="0" marR="0" lvl="0" indent="0" algn="l" defTabSz="931000" rtl="0" eaLnBrk="1" fontAlgn="auto" latinLnBrk="0" hangingPunct="1">
                <a:lnSpc>
                  <a:spcPct val="90000"/>
                </a:lnSpc>
                <a:spcBef>
                  <a:spcPts val="0"/>
                </a:spcBef>
                <a:spcAft>
                  <a:spcPts val="599"/>
                </a:spcAft>
                <a:buClrTx/>
                <a:buSzTx/>
                <a:buFontTx/>
                <a:buNone/>
                <a:tabLst/>
                <a:defRPr/>
              </a:pPr>
              <a:r>
                <a:rPr kumimoji="0" lang="en-US" sz="2797"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MS PGothic" panose="020B0600070205080204" pitchFamily="34" charset="-128"/>
                  <a:cs typeface="Segoe UI Semilight" panose="020B0402040204020203" pitchFamily="34" charset="0"/>
                </a:rPr>
                <a:t>100,000s</a:t>
              </a:r>
              <a:r>
                <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light" panose="020B0402040204020203" pitchFamily="34" charset="0"/>
                  <a:ea typeface="MS PGothic" panose="020B0600070205080204" pitchFamily="34" charset="-128"/>
                  <a:cs typeface="Segoe UI Semilight" panose="020B0402040204020203" pitchFamily="34" charset="0"/>
                </a:rPr>
                <a:t> of enterprises</a:t>
              </a:r>
            </a:p>
          </p:txBody>
        </p:sp>
        <p:grpSp>
          <p:nvGrpSpPr>
            <p:cNvPr id="1007" name="Yellow Oval Title"/>
            <p:cNvGrpSpPr>
              <a:grpSpLocks noChangeAspect="1"/>
            </p:cNvGrpSpPr>
            <p:nvPr/>
          </p:nvGrpSpPr>
          <p:grpSpPr>
            <a:xfrm>
              <a:off x="9005850" y="6050235"/>
              <a:ext cx="197213" cy="197213"/>
              <a:chOff x="864708" y="7928616"/>
              <a:chExt cx="402336" cy="402336"/>
            </a:xfrm>
          </p:grpSpPr>
          <p:sp>
            <p:nvSpPr>
              <p:cNvPr id="1008" name="Oval 100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09" name="Oval 100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grpSp>
        <p:nvGrpSpPr>
          <p:cNvPr id="245" name="Green Oval 1"/>
          <p:cNvGrpSpPr>
            <a:grpSpLocks noChangeAspect="1"/>
          </p:cNvGrpSpPr>
          <p:nvPr/>
        </p:nvGrpSpPr>
        <p:grpSpPr>
          <a:xfrm>
            <a:off x="3248805" y="2659300"/>
            <a:ext cx="301666" cy="301666"/>
            <a:chOff x="864708" y="7928616"/>
            <a:chExt cx="402336" cy="402336"/>
          </a:xfrm>
        </p:grpSpPr>
        <p:sp>
          <p:nvSpPr>
            <p:cNvPr id="246" name="Oval 24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47" name="Oval 24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48" name="Yellow Oval 1"/>
          <p:cNvGrpSpPr>
            <a:grpSpLocks noChangeAspect="1"/>
          </p:cNvGrpSpPr>
          <p:nvPr/>
        </p:nvGrpSpPr>
        <p:grpSpPr>
          <a:xfrm>
            <a:off x="989355" y="1173507"/>
            <a:ext cx="201110" cy="201110"/>
            <a:chOff x="864708" y="7928616"/>
            <a:chExt cx="402336" cy="402336"/>
          </a:xfrm>
        </p:grpSpPr>
        <p:sp>
          <p:nvSpPr>
            <p:cNvPr id="249" name="Oval 24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50" name="Oval 24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51" name="Yellow Oval 2"/>
          <p:cNvGrpSpPr>
            <a:grpSpLocks noChangeAspect="1"/>
          </p:cNvGrpSpPr>
          <p:nvPr/>
        </p:nvGrpSpPr>
        <p:grpSpPr>
          <a:xfrm>
            <a:off x="2800975" y="1373791"/>
            <a:ext cx="201110" cy="201110"/>
            <a:chOff x="864708" y="7928616"/>
            <a:chExt cx="402336" cy="402336"/>
          </a:xfrm>
        </p:grpSpPr>
        <p:sp>
          <p:nvSpPr>
            <p:cNvPr id="252" name="Oval 25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53" name="Oval 25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54" name="Yellow Oval 3"/>
          <p:cNvGrpSpPr>
            <a:grpSpLocks noChangeAspect="1"/>
          </p:cNvGrpSpPr>
          <p:nvPr/>
        </p:nvGrpSpPr>
        <p:grpSpPr>
          <a:xfrm>
            <a:off x="3731778" y="450129"/>
            <a:ext cx="201110" cy="201110"/>
            <a:chOff x="864708" y="7928616"/>
            <a:chExt cx="402336" cy="402336"/>
          </a:xfrm>
        </p:grpSpPr>
        <p:sp>
          <p:nvSpPr>
            <p:cNvPr id="255" name="Oval 25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56" name="Oval 25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57" name="Yellow Oval 4"/>
          <p:cNvGrpSpPr>
            <a:grpSpLocks noChangeAspect="1"/>
          </p:cNvGrpSpPr>
          <p:nvPr/>
        </p:nvGrpSpPr>
        <p:grpSpPr>
          <a:xfrm>
            <a:off x="2333141" y="2278410"/>
            <a:ext cx="201110" cy="201110"/>
            <a:chOff x="864708" y="7928616"/>
            <a:chExt cx="402336" cy="402336"/>
          </a:xfrm>
        </p:grpSpPr>
        <p:sp>
          <p:nvSpPr>
            <p:cNvPr id="258" name="Oval 25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59" name="Oval 25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60" name="Yellow Oval 5"/>
          <p:cNvGrpSpPr>
            <a:grpSpLocks noChangeAspect="1"/>
          </p:cNvGrpSpPr>
          <p:nvPr/>
        </p:nvGrpSpPr>
        <p:grpSpPr>
          <a:xfrm>
            <a:off x="2616525" y="3268729"/>
            <a:ext cx="201110" cy="201110"/>
            <a:chOff x="864708" y="7928616"/>
            <a:chExt cx="402336" cy="402336"/>
          </a:xfrm>
        </p:grpSpPr>
        <p:sp>
          <p:nvSpPr>
            <p:cNvPr id="261" name="Oval 26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62" name="Oval 26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63" name="Yellow Oval 6"/>
          <p:cNvGrpSpPr>
            <a:grpSpLocks noChangeAspect="1"/>
          </p:cNvGrpSpPr>
          <p:nvPr/>
        </p:nvGrpSpPr>
        <p:grpSpPr>
          <a:xfrm>
            <a:off x="3912257" y="3801978"/>
            <a:ext cx="201110" cy="201110"/>
            <a:chOff x="864708" y="7928616"/>
            <a:chExt cx="402336" cy="402336"/>
          </a:xfrm>
        </p:grpSpPr>
        <p:sp>
          <p:nvSpPr>
            <p:cNvPr id="264" name="Oval 26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65" name="Oval 26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66" name="Yellow Oval 7"/>
          <p:cNvGrpSpPr>
            <a:grpSpLocks noChangeAspect="1"/>
          </p:cNvGrpSpPr>
          <p:nvPr/>
        </p:nvGrpSpPr>
        <p:grpSpPr>
          <a:xfrm>
            <a:off x="3530666" y="4667365"/>
            <a:ext cx="201110" cy="201110"/>
            <a:chOff x="864708" y="7928616"/>
            <a:chExt cx="402336" cy="402336"/>
          </a:xfrm>
        </p:grpSpPr>
        <p:sp>
          <p:nvSpPr>
            <p:cNvPr id="267" name="Oval 26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68" name="Oval 26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69" name="Yellow OVal 8"/>
          <p:cNvGrpSpPr>
            <a:grpSpLocks noChangeAspect="1"/>
          </p:cNvGrpSpPr>
          <p:nvPr/>
        </p:nvGrpSpPr>
        <p:grpSpPr>
          <a:xfrm>
            <a:off x="4237600" y="4944654"/>
            <a:ext cx="201110" cy="201110"/>
            <a:chOff x="864708" y="7928616"/>
            <a:chExt cx="402336" cy="402336"/>
          </a:xfrm>
        </p:grpSpPr>
        <p:sp>
          <p:nvSpPr>
            <p:cNvPr id="270" name="Oval 26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71" name="Oval 27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72" name="Yellow Oval 9"/>
          <p:cNvGrpSpPr>
            <a:grpSpLocks noChangeAspect="1"/>
          </p:cNvGrpSpPr>
          <p:nvPr/>
        </p:nvGrpSpPr>
        <p:grpSpPr>
          <a:xfrm>
            <a:off x="5837347" y="3552113"/>
            <a:ext cx="201110" cy="201110"/>
            <a:chOff x="864708" y="7928616"/>
            <a:chExt cx="402336" cy="402336"/>
          </a:xfrm>
        </p:grpSpPr>
        <p:sp>
          <p:nvSpPr>
            <p:cNvPr id="273" name="Oval 27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74" name="Oval 27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75" name="Yellow Oval 10"/>
          <p:cNvGrpSpPr>
            <a:grpSpLocks noChangeAspect="1"/>
          </p:cNvGrpSpPr>
          <p:nvPr/>
        </p:nvGrpSpPr>
        <p:grpSpPr>
          <a:xfrm>
            <a:off x="6370596" y="3954335"/>
            <a:ext cx="201110" cy="201110"/>
            <a:chOff x="864708" y="7928616"/>
            <a:chExt cx="402336" cy="402336"/>
          </a:xfrm>
        </p:grpSpPr>
        <p:sp>
          <p:nvSpPr>
            <p:cNvPr id="276" name="Oval 27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77" name="Oval 27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78" name="Yellow Oval 11"/>
          <p:cNvGrpSpPr>
            <a:grpSpLocks noChangeAspect="1"/>
          </p:cNvGrpSpPr>
          <p:nvPr/>
        </p:nvGrpSpPr>
        <p:grpSpPr>
          <a:xfrm>
            <a:off x="6827667" y="4335227"/>
            <a:ext cx="201110" cy="201110"/>
            <a:chOff x="864708" y="7928616"/>
            <a:chExt cx="402336" cy="402336"/>
          </a:xfrm>
        </p:grpSpPr>
        <p:sp>
          <p:nvSpPr>
            <p:cNvPr id="279" name="Oval 27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80" name="Oval 27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81" name="Yellow Oval 12"/>
          <p:cNvGrpSpPr>
            <a:grpSpLocks noChangeAspect="1"/>
          </p:cNvGrpSpPr>
          <p:nvPr/>
        </p:nvGrpSpPr>
        <p:grpSpPr>
          <a:xfrm>
            <a:off x="5989704" y="2839084"/>
            <a:ext cx="201110" cy="201110"/>
            <a:chOff x="864708" y="7928616"/>
            <a:chExt cx="402336" cy="402336"/>
          </a:xfrm>
        </p:grpSpPr>
        <p:sp>
          <p:nvSpPr>
            <p:cNvPr id="282" name="Oval 28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83" name="Oval 28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84" name="Yellow Oval 13"/>
          <p:cNvGrpSpPr>
            <a:grpSpLocks noChangeAspect="1"/>
          </p:cNvGrpSpPr>
          <p:nvPr/>
        </p:nvGrpSpPr>
        <p:grpSpPr>
          <a:xfrm>
            <a:off x="7056202" y="3192550"/>
            <a:ext cx="201110" cy="201110"/>
            <a:chOff x="864708" y="7928616"/>
            <a:chExt cx="402336" cy="402336"/>
          </a:xfrm>
        </p:grpSpPr>
        <p:sp>
          <p:nvSpPr>
            <p:cNvPr id="285" name="Oval 28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86" name="Oval 28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87" name="Yellow Oval 14"/>
          <p:cNvGrpSpPr>
            <a:grpSpLocks noChangeAspect="1"/>
          </p:cNvGrpSpPr>
          <p:nvPr/>
        </p:nvGrpSpPr>
        <p:grpSpPr>
          <a:xfrm>
            <a:off x="6474199" y="1924943"/>
            <a:ext cx="201110" cy="201110"/>
            <a:chOff x="864708" y="7928616"/>
            <a:chExt cx="402336" cy="402336"/>
          </a:xfrm>
        </p:grpSpPr>
        <p:sp>
          <p:nvSpPr>
            <p:cNvPr id="288" name="Oval 28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89" name="Oval 28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90" name="Yellow Oval 15"/>
          <p:cNvGrpSpPr>
            <a:grpSpLocks noChangeAspect="1"/>
          </p:cNvGrpSpPr>
          <p:nvPr/>
        </p:nvGrpSpPr>
        <p:grpSpPr>
          <a:xfrm>
            <a:off x="6827667" y="1288090"/>
            <a:ext cx="201110" cy="201110"/>
            <a:chOff x="864708" y="7928616"/>
            <a:chExt cx="402336" cy="402336"/>
          </a:xfrm>
        </p:grpSpPr>
        <p:sp>
          <p:nvSpPr>
            <p:cNvPr id="291" name="Oval 29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92" name="Oval 29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93" name="Yellow Oval 16"/>
          <p:cNvGrpSpPr>
            <a:grpSpLocks noChangeAspect="1"/>
          </p:cNvGrpSpPr>
          <p:nvPr/>
        </p:nvGrpSpPr>
        <p:grpSpPr>
          <a:xfrm>
            <a:off x="7187229" y="2354588"/>
            <a:ext cx="201110" cy="201110"/>
            <a:chOff x="864708" y="7928616"/>
            <a:chExt cx="402336" cy="402336"/>
          </a:xfrm>
        </p:grpSpPr>
        <p:sp>
          <p:nvSpPr>
            <p:cNvPr id="294" name="Oval 29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95" name="Oval 29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96" name="Yellow Oval 17"/>
          <p:cNvGrpSpPr>
            <a:grpSpLocks noChangeAspect="1"/>
          </p:cNvGrpSpPr>
          <p:nvPr/>
        </p:nvGrpSpPr>
        <p:grpSpPr>
          <a:xfrm>
            <a:off x="7605004" y="2637655"/>
            <a:ext cx="201110" cy="201110"/>
            <a:chOff x="864708" y="7928616"/>
            <a:chExt cx="402336" cy="402336"/>
          </a:xfrm>
        </p:grpSpPr>
        <p:sp>
          <p:nvSpPr>
            <p:cNvPr id="297" name="Oval 29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298" name="Oval 29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299" name="Yellow Oval 18"/>
          <p:cNvGrpSpPr>
            <a:grpSpLocks noChangeAspect="1"/>
          </p:cNvGrpSpPr>
          <p:nvPr/>
        </p:nvGrpSpPr>
        <p:grpSpPr>
          <a:xfrm>
            <a:off x="7894164" y="1897519"/>
            <a:ext cx="201110" cy="201110"/>
            <a:chOff x="864708" y="7928616"/>
            <a:chExt cx="402336" cy="402336"/>
          </a:xfrm>
        </p:grpSpPr>
        <p:sp>
          <p:nvSpPr>
            <p:cNvPr id="300" name="Oval 29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01" name="Oval 30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02" name="Yellow Oval 19"/>
          <p:cNvGrpSpPr>
            <a:grpSpLocks noChangeAspect="1"/>
          </p:cNvGrpSpPr>
          <p:nvPr/>
        </p:nvGrpSpPr>
        <p:grpSpPr>
          <a:xfrm>
            <a:off x="8351233" y="1592804"/>
            <a:ext cx="201110" cy="201110"/>
            <a:chOff x="864708" y="7928616"/>
            <a:chExt cx="402336" cy="402336"/>
          </a:xfrm>
        </p:grpSpPr>
        <p:sp>
          <p:nvSpPr>
            <p:cNvPr id="303" name="Oval 30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04" name="Oval 30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05" name="Yellow Oval 20"/>
          <p:cNvGrpSpPr>
            <a:grpSpLocks noChangeAspect="1"/>
          </p:cNvGrpSpPr>
          <p:nvPr/>
        </p:nvGrpSpPr>
        <p:grpSpPr>
          <a:xfrm>
            <a:off x="8481055" y="2354588"/>
            <a:ext cx="201110" cy="201110"/>
            <a:chOff x="864708" y="7928616"/>
            <a:chExt cx="402336" cy="402336"/>
          </a:xfrm>
        </p:grpSpPr>
        <p:sp>
          <p:nvSpPr>
            <p:cNvPr id="306" name="Oval 30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07" name="Oval 30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08" name="Yellow Oval 21"/>
          <p:cNvGrpSpPr>
            <a:grpSpLocks noChangeAspect="1"/>
          </p:cNvGrpSpPr>
          <p:nvPr/>
        </p:nvGrpSpPr>
        <p:grpSpPr>
          <a:xfrm>
            <a:off x="8732126" y="3116372"/>
            <a:ext cx="201110" cy="201110"/>
            <a:chOff x="864708" y="7928616"/>
            <a:chExt cx="402336" cy="402336"/>
          </a:xfrm>
        </p:grpSpPr>
        <p:sp>
          <p:nvSpPr>
            <p:cNvPr id="309" name="Oval 30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10" name="Oval 30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11" name="Yellow Oval 22"/>
          <p:cNvGrpSpPr>
            <a:grpSpLocks noChangeAspect="1"/>
          </p:cNvGrpSpPr>
          <p:nvPr/>
        </p:nvGrpSpPr>
        <p:grpSpPr>
          <a:xfrm>
            <a:off x="9000591" y="2049874"/>
            <a:ext cx="201110" cy="201110"/>
            <a:chOff x="864708" y="7928616"/>
            <a:chExt cx="402336" cy="402336"/>
          </a:xfrm>
        </p:grpSpPr>
        <p:sp>
          <p:nvSpPr>
            <p:cNvPr id="312" name="Oval 31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13" name="Oval 31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14" name="Yellow Oval 23"/>
          <p:cNvGrpSpPr>
            <a:grpSpLocks noChangeAspect="1"/>
          </p:cNvGrpSpPr>
          <p:nvPr/>
        </p:nvGrpSpPr>
        <p:grpSpPr>
          <a:xfrm>
            <a:off x="9265374" y="1516625"/>
            <a:ext cx="201110" cy="201110"/>
            <a:chOff x="864708" y="7928616"/>
            <a:chExt cx="402336" cy="402336"/>
          </a:xfrm>
        </p:grpSpPr>
        <p:sp>
          <p:nvSpPr>
            <p:cNvPr id="315" name="Oval 31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16" name="Oval 31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17" name="Yellow Oval 24"/>
          <p:cNvGrpSpPr>
            <a:grpSpLocks noChangeAspect="1"/>
          </p:cNvGrpSpPr>
          <p:nvPr/>
        </p:nvGrpSpPr>
        <p:grpSpPr>
          <a:xfrm>
            <a:off x="9417732" y="3552113"/>
            <a:ext cx="201110" cy="201110"/>
            <a:chOff x="864708" y="7928616"/>
            <a:chExt cx="402336" cy="402336"/>
          </a:xfrm>
        </p:grpSpPr>
        <p:sp>
          <p:nvSpPr>
            <p:cNvPr id="318" name="Oval 31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19" name="Oval 31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20" name="Yellow Oval 25"/>
          <p:cNvGrpSpPr>
            <a:grpSpLocks noChangeAspect="1"/>
          </p:cNvGrpSpPr>
          <p:nvPr/>
        </p:nvGrpSpPr>
        <p:grpSpPr>
          <a:xfrm>
            <a:off x="9929651" y="4182870"/>
            <a:ext cx="201110" cy="201110"/>
            <a:chOff x="864708" y="7928616"/>
            <a:chExt cx="402336" cy="402336"/>
          </a:xfrm>
        </p:grpSpPr>
        <p:sp>
          <p:nvSpPr>
            <p:cNvPr id="321" name="Oval 32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22" name="Oval 32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23" name="Yellow Oval 26"/>
          <p:cNvGrpSpPr>
            <a:grpSpLocks noChangeAspect="1"/>
          </p:cNvGrpSpPr>
          <p:nvPr/>
        </p:nvGrpSpPr>
        <p:grpSpPr>
          <a:xfrm>
            <a:off x="9922351" y="4792296"/>
            <a:ext cx="201110" cy="201110"/>
            <a:chOff x="864708" y="7928616"/>
            <a:chExt cx="402336" cy="402336"/>
          </a:xfrm>
        </p:grpSpPr>
        <p:sp>
          <p:nvSpPr>
            <p:cNvPr id="324" name="Oval 32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25" name="Oval 32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26" name="Yellow Oval 27"/>
          <p:cNvGrpSpPr>
            <a:grpSpLocks noChangeAspect="1"/>
          </p:cNvGrpSpPr>
          <p:nvPr/>
        </p:nvGrpSpPr>
        <p:grpSpPr>
          <a:xfrm>
            <a:off x="9417732" y="5097010"/>
            <a:ext cx="201110" cy="201110"/>
            <a:chOff x="864708" y="7928616"/>
            <a:chExt cx="402336" cy="402336"/>
          </a:xfrm>
        </p:grpSpPr>
        <p:sp>
          <p:nvSpPr>
            <p:cNvPr id="327" name="Oval 32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28" name="Oval 32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29" name="Green Oval 2"/>
          <p:cNvGrpSpPr>
            <a:grpSpLocks noChangeAspect="1"/>
          </p:cNvGrpSpPr>
          <p:nvPr/>
        </p:nvGrpSpPr>
        <p:grpSpPr>
          <a:xfrm>
            <a:off x="2602407" y="678662"/>
            <a:ext cx="301666" cy="301666"/>
            <a:chOff x="864708" y="7928616"/>
            <a:chExt cx="402336" cy="402336"/>
          </a:xfrm>
        </p:grpSpPr>
        <p:sp>
          <p:nvSpPr>
            <p:cNvPr id="330" name="Oval 32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31" name="Oval 33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32" name="Green Oval 3"/>
          <p:cNvGrpSpPr>
            <a:grpSpLocks noChangeAspect="1"/>
          </p:cNvGrpSpPr>
          <p:nvPr/>
        </p:nvGrpSpPr>
        <p:grpSpPr>
          <a:xfrm>
            <a:off x="2616525" y="1175910"/>
            <a:ext cx="301666" cy="301666"/>
            <a:chOff x="864708" y="7928616"/>
            <a:chExt cx="402336" cy="402336"/>
          </a:xfrm>
        </p:grpSpPr>
        <p:sp>
          <p:nvSpPr>
            <p:cNvPr id="333" name="Oval 33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34" name="Oval 33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35" name="Green Oval 4"/>
          <p:cNvGrpSpPr>
            <a:grpSpLocks noChangeAspect="1"/>
          </p:cNvGrpSpPr>
          <p:nvPr/>
        </p:nvGrpSpPr>
        <p:grpSpPr>
          <a:xfrm>
            <a:off x="3247280" y="279171"/>
            <a:ext cx="301666" cy="301666"/>
            <a:chOff x="864708" y="7928616"/>
            <a:chExt cx="402336" cy="402336"/>
          </a:xfrm>
        </p:grpSpPr>
        <p:sp>
          <p:nvSpPr>
            <p:cNvPr id="336" name="Oval 33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37" name="Oval 33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38" name="Green Oval 5"/>
          <p:cNvGrpSpPr>
            <a:grpSpLocks noChangeAspect="1"/>
          </p:cNvGrpSpPr>
          <p:nvPr/>
        </p:nvGrpSpPr>
        <p:grpSpPr>
          <a:xfrm>
            <a:off x="3966883" y="319990"/>
            <a:ext cx="301666" cy="301666"/>
            <a:chOff x="864708" y="7928616"/>
            <a:chExt cx="402336" cy="402336"/>
          </a:xfrm>
        </p:grpSpPr>
        <p:sp>
          <p:nvSpPr>
            <p:cNvPr id="339" name="Oval 33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40" name="Oval 33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41" name="Green OVal 6"/>
          <p:cNvGrpSpPr>
            <a:grpSpLocks noChangeAspect="1"/>
          </p:cNvGrpSpPr>
          <p:nvPr/>
        </p:nvGrpSpPr>
        <p:grpSpPr>
          <a:xfrm>
            <a:off x="4444806" y="602484"/>
            <a:ext cx="301666" cy="301666"/>
            <a:chOff x="864708" y="7928616"/>
            <a:chExt cx="402336" cy="402336"/>
          </a:xfrm>
        </p:grpSpPr>
        <p:sp>
          <p:nvSpPr>
            <p:cNvPr id="342" name="Oval 34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43" name="Oval 34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44" name="Green Oval 7"/>
          <p:cNvGrpSpPr>
            <a:grpSpLocks noChangeAspect="1"/>
          </p:cNvGrpSpPr>
          <p:nvPr/>
        </p:nvGrpSpPr>
        <p:grpSpPr>
          <a:xfrm>
            <a:off x="3530665" y="4106690"/>
            <a:ext cx="301666" cy="301666"/>
            <a:chOff x="864708" y="7928616"/>
            <a:chExt cx="402336" cy="402336"/>
          </a:xfrm>
        </p:grpSpPr>
        <p:sp>
          <p:nvSpPr>
            <p:cNvPr id="345" name="Oval 34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46" name="Oval 34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47" name="Green Oval 8"/>
          <p:cNvGrpSpPr>
            <a:grpSpLocks noChangeAspect="1"/>
          </p:cNvGrpSpPr>
          <p:nvPr/>
        </p:nvGrpSpPr>
        <p:grpSpPr>
          <a:xfrm>
            <a:off x="3932887" y="4466336"/>
            <a:ext cx="301666" cy="301666"/>
            <a:chOff x="864708" y="7928616"/>
            <a:chExt cx="402336" cy="402336"/>
          </a:xfrm>
        </p:grpSpPr>
        <p:sp>
          <p:nvSpPr>
            <p:cNvPr id="348" name="Oval 34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49" name="Oval 34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50" name="Green Oval 9"/>
          <p:cNvGrpSpPr>
            <a:grpSpLocks noChangeAspect="1"/>
          </p:cNvGrpSpPr>
          <p:nvPr/>
        </p:nvGrpSpPr>
        <p:grpSpPr>
          <a:xfrm>
            <a:off x="3731776" y="5097009"/>
            <a:ext cx="301666" cy="301666"/>
            <a:chOff x="864708" y="7928616"/>
            <a:chExt cx="402336" cy="402336"/>
          </a:xfrm>
        </p:grpSpPr>
        <p:sp>
          <p:nvSpPr>
            <p:cNvPr id="351" name="Oval 35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52" name="Oval 35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53" name="Green Oval 10"/>
          <p:cNvGrpSpPr>
            <a:grpSpLocks noChangeAspect="1"/>
          </p:cNvGrpSpPr>
          <p:nvPr/>
        </p:nvGrpSpPr>
        <p:grpSpPr>
          <a:xfrm>
            <a:off x="6273088" y="4466253"/>
            <a:ext cx="301666" cy="301666"/>
            <a:chOff x="864708" y="7928616"/>
            <a:chExt cx="402336" cy="402336"/>
          </a:xfrm>
        </p:grpSpPr>
        <p:sp>
          <p:nvSpPr>
            <p:cNvPr id="354" name="Oval 35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55" name="Oval 35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56" name="Green Oval 11"/>
          <p:cNvGrpSpPr>
            <a:grpSpLocks noChangeAspect="1"/>
          </p:cNvGrpSpPr>
          <p:nvPr/>
        </p:nvGrpSpPr>
        <p:grpSpPr>
          <a:xfrm>
            <a:off x="6370594" y="4667364"/>
            <a:ext cx="301666" cy="301666"/>
            <a:chOff x="864708" y="7928616"/>
            <a:chExt cx="402336" cy="402336"/>
          </a:xfrm>
        </p:grpSpPr>
        <p:sp>
          <p:nvSpPr>
            <p:cNvPr id="357" name="Oval 35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58" name="Oval 35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59" name="Green Oval 12"/>
          <p:cNvGrpSpPr>
            <a:grpSpLocks noChangeAspect="1"/>
          </p:cNvGrpSpPr>
          <p:nvPr/>
        </p:nvGrpSpPr>
        <p:grpSpPr>
          <a:xfrm>
            <a:off x="6474198" y="4868475"/>
            <a:ext cx="301666" cy="301666"/>
            <a:chOff x="864708" y="7928616"/>
            <a:chExt cx="402336" cy="402336"/>
          </a:xfrm>
        </p:grpSpPr>
        <p:sp>
          <p:nvSpPr>
            <p:cNvPr id="360" name="Oval 35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61" name="Oval 36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62" name="Green Oval 13"/>
          <p:cNvGrpSpPr>
            <a:grpSpLocks noChangeAspect="1"/>
          </p:cNvGrpSpPr>
          <p:nvPr/>
        </p:nvGrpSpPr>
        <p:grpSpPr>
          <a:xfrm>
            <a:off x="5417000" y="3572243"/>
            <a:ext cx="301666" cy="301666"/>
            <a:chOff x="864708" y="7928616"/>
            <a:chExt cx="402336" cy="402336"/>
          </a:xfrm>
        </p:grpSpPr>
        <p:sp>
          <p:nvSpPr>
            <p:cNvPr id="363" name="Oval 36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64" name="Oval 36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65" name="Green Oval 14"/>
          <p:cNvGrpSpPr>
            <a:grpSpLocks noChangeAspect="1"/>
          </p:cNvGrpSpPr>
          <p:nvPr/>
        </p:nvGrpSpPr>
        <p:grpSpPr>
          <a:xfrm>
            <a:off x="5735024" y="3268728"/>
            <a:ext cx="301666" cy="301666"/>
            <a:chOff x="864708" y="7928616"/>
            <a:chExt cx="402336" cy="402336"/>
          </a:xfrm>
        </p:grpSpPr>
        <p:sp>
          <p:nvSpPr>
            <p:cNvPr id="366" name="Oval 36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67" name="Oval 36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68" name="Green Oval 15"/>
          <p:cNvGrpSpPr>
            <a:grpSpLocks noChangeAspect="1"/>
          </p:cNvGrpSpPr>
          <p:nvPr/>
        </p:nvGrpSpPr>
        <p:grpSpPr>
          <a:xfrm>
            <a:off x="5560057" y="2839082"/>
            <a:ext cx="301666" cy="301666"/>
            <a:chOff x="864708" y="7928616"/>
            <a:chExt cx="402336" cy="402336"/>
          </a:xfrm>
        </p:grpSpPr>
        <p:sp>
          <p:nvSpPr>
            <p:cNvPr id="369" name="Oval 36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0" name="Oval 36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71" name="Green Oval 16"/>
          <p:cNvGrpSpPr>
            <a:grpSpLocks noChangeAspect="1"/>
          </p:cNvGrpSpPr>
          <p:nvPr/>
        </p:nvGrpSpPr>
        <p:grpSpPr>
          <a:xfrm>
            <a:off x="6142059" y="2506943"/>
            <a:ext cx="301666" cy="301666"/>
            <a:chOff x="864708" y="7928616"/>
            <a:chExt cx="402336" cy="402336"/>
          </a:xfrm>
        </p:grpSpPr>
        <p:sp>
          <p:nvSpPr>
            <p:cNvPr id="372" name="Oval 37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3" name="Oval 37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74" name="Green Oval 17"/>
          <p:cNvGrpSpPr>
            <a:grpSpLocks noChangeAspect="1"/>
          </p:cNvGrpSpPr>
          <p:nvPr/>
        </p:nvGrpSpPr>
        <p:grpSpPr>
          <a:xfrm>
            <a:off x="6291044" y="3040194"/>
            <a:ext cx="301666" cy="301666"/>
            <a:chOff x="864708" y="7928616"/>
            <a:chExt cx="402336" cy="402336"/>
          </a:xfrm>
        </p:grpSpPr>
        <p:sp>
          <p:nvSpPr>
            <p:cNvPr id="375" name="Oval 37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6" name="Oval 37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77" name="Green Oval 18"/>
          <p:cNvGrpSpPr>
            <a:grpSpLocks noChangeAspect="1"/>
          </p:cNvGrpSpPr>
          <p:nvPr/>
        </p:nvGrpSpPr>
        <p:grpSpPr>
          <a:xfrm>
            <a:off x="6675309" y="3421084"/>
            <a:ext cx="301666" cy="301666"/>
            <a:chOff x="864708" y="7928616"/>
            <a:chExt cx="402336" cy="402336"/>
          </a:xfrm>
        </p:grpSpPr>
        <p:sp>
          <p:nvSpPr>
            <p:cNvPr id="378" name="Oval 37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79" name="Oval 37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80" name="Green Oval 19"/>
          <p:cNvGrpSpPr>
            <a:grpSpLocks noChangeAspect="1"/>
          </p:cNvGrpSpPr>
          <p:nvPr/>
        </p:nvGrpSpPr>
        <p:grpSpPr>
          <a:xfrm>
            <a:off x="6980021" y="2839082"/>
            <a:ext cx="301666" cy="301666"/>
            <a:chOff x="864708" y="7928616"/>
            <a:chExt cx="402336" cy="402336"/>
          </a:xfrm>
        </p:grpSpPr>
        <p:sp>
          <p:nvSpPr>
            <p:cNvPr id="381" name="Oval 38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82" name="Oval 38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83" name="Green Oval 20"/>
          <p:cNvGrpSpPr>
            <a:grpSpLocks noChangeAspect="1"/>
          </p:cNvGrpSpPr>
          <p:nvPr/>
        </p:nvGrpSpPr>
        <p:grpSpPr>
          <a:xfrm>
            <a:off x="6675309" y="2354586"/>
            <a:ext cx="301666" cy="301666"/>
            <a:chOff x="864708" y="7928616"/>
            <a:chExt cx="402336" cy="402336"/>
          </a:xfrm>
        </p:grpSpPr>
        <p:sp>
          <p:nvSpPr>
            <p:cNvPr id="384" name="Oval 38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85" name="Oval 38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86" name="Green Oval 21"/>
          <p:cNvGrpSpPr>
            <a:grpSpLocks noChangeAspect="1"/>
          </p:cNvGrpSpPr>
          <p:nvPr/>
        </p:nvGrpSpPr>
        <p:grpSpPr>
          <a:xfrm>
            <a:off x="6273088" y="1232042"/>
            <a:ext cx="301666" cy="301666"/>
            <a:chOff x="864708" y="7928616"/>
            <a:chExt cx="402336" cy="402336"/>
          </a:xfrm>
        </p:grpSpPr>
        <p:sp>
          <p:nvSpPr>
            <p:cNvPr id="387" name="Oval 38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88" name="Oval 38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89" name="Green Oval 22"/>
          <p:cNvGrpSpPr>
            <a:grpSpLocks noChangeAspect="1"/>
          </p:cNvGrpSpPr>
          <p:nvPr/>
        </p:nvGrpSpPr>
        <p:grpSpPr>
          <a:xfrm>
            <a:off x="7563305" y="1211912"/>
            <a:ext cx="301666" cy="301666"/>
            <a:chOff x="864708" y="7928616"/>
            <a:chExt cx="402336" cy="402336"/>
          </a:xfrm>
        </p:grpSpPr>
        <p:sp>
          <p:nvSpPr>
            <p:cNvPr id="390" name="Oval 38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91" name="Oval 39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92" name="Green Oval 23"/>
          <p:cNvGrpSpPr>
            <a:grpSpLocks noChangeAspect="1"/>
          </p:cNvGrpSpPr>
          <p:nvPr/>
        </p:nvGrpSpPr>
        <p:grpSpPr>
          <a:xfrm>
            <a:off x="7388339" y="1719905"/>
            <a:ext cx="301666" cy="301666"/>
            <a:chOff x="864708" y="7928616"/>
            <a:chExt cx="402336" cy="402336"/>
          </a:xfrm>
        </p:grpSpPr>
        <p:sp>
          <p:nvSpPr>
            <p:cNvPr id="393" name="Oval 39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94" name="Oval 39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95" name="Green Oval 24"/>
          <p:cNvGrpSpPr>
            <a:grpSpLocks noChangeAspect="1"/>
          </p:cNvGrpSpPr>
          <p:nvPr/>
        </p:nvGrpSpPr>
        <p:grpSpPr>
          <a:xfrm>
            <a:off x="7513270" y="2278408"/>
            <a:ext cx="301666" cy="301666"/>
            <a:chOff x="864708" y="7928616"/>
            <a:chExt cx="402336" cy="402336"/>
          </a:xfrm>
        </p:grpSpPr>
        <p:sp>
          <p:nvSpPr>
            <p:cNvPr id="396" name="Oval 39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97" name="Oval 39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398" name="Green Oval 25"/>
          <p:cNvGrpSpPr>
            <a:grpSpLocks noChangeAspect="1"/>
          </p:cNvGrpSpPr>
          <p:nvPr/>
        </p:nvGrpSpPr>
        <p:grpSpPr>
          <a:xfrm>
            <a:off x="8101369" y="2278408"/>
            <a:ext cx="301666" cy="301666"/>
            <a:chOff x="864708" y="7928616"/>
            <a:chExt cx="402336" cy="402336"/>
          </a:xfrm>
        </p:grpSpPr>
        <p:sp>
          <p:nvSpPr>
            <p:cNvPr id="399" name="Oval 39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00" name="Oval 39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01" name="Green Oval 26"/>
          <p:cNvGrpSpPr>
            <a:grpSpLocks noChangeAspect="1"/>
          </p:cNvGrpSpPr>
          <p:nvPr/>
        </p:nvGrpSpPr>
        <p:grpSpPr>
          <a:xfrm>
            <a:off x="8101369" y="1364269"/>
            <a:ext cx="301666" cy="301666"/>
            <a:chOff x="864708" y="7928616"/>
            <a:chExt cx="402336" cy="402336"/>
          </a:xfrm>
        </p:grpSpPr>
        <p:sp>
          <p:nvSpPr>
            <p:cNvPr id="402" name="Oval 40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03" name="Oval 40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04" name="Green Oval 27"/>
          <p:cNvGrpSpPr>
            <a:grpSpLocks noChangeAspect="1"/>
          </p:cNvGrpSpPr>
          <p:nvPr/>
        </p:nvGrpSpPr>
        <p:grpSpPr>
          <a:xfrm>
            <a:off x="8655945" y="1723831"/>
            <a:ext cx="301666" cy="301666"/>
            <a:chOff x="864708" y="7928616"/>
            <a:chExt cx="402336" cy="402336"/>
          </a:xfrm>
        </p:grpSpPr>
        <p:sp>
          <p:nvSpPr>
            <p:cNvPr id="405" name="Oval 40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06" name="Oval 40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07" name="Green Oval 28"/>
          <p:cNvGrpSpPr>
            <a:grpSpLocks noChangeAspect="1"/>
          </p:cNvGrpSpPr>
          <p:nvPr/>
        </p:nvGrpSpPr>
        <p:grpSpPr>
          <a:xfrm>
            <a:off x="9216619" y="1211912"/>
            <a:ext cx="301666" cy="301666"/>
            <a:chOff x="864708" y="7928616"/>
            <a:chExt cx="402336" cy="402336"/>
          </a:xfrm>
        </p:grpSpPr>
        <p:sp>
          <p:nvSpPr>
            <p:cNvPr id="408" name="Oval 40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09" name="Oval 40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10" name="Green Oval 29"/>
          <p:cNvGrpSpPr>
            <a:grpSpLocks noChangeAspect="1"/>
          </p:cNvGrpSpPr>
          <p:nvPr/>
        </p:nvGrpSpPr>
        <p:grpSpPr>
          <a:xfrm>
            <a:off x="9929651" y="1010801"/>
            <a:ext cx="301666" cy="301666"/>
            <a:chOff x="864708" y="7928616"/>
            <a:chExt cx="402336" cy="402336"/>
          </a:xfrm>
        </p:grpSpPr>
        <p:sp>
          <p:nvSpPr>
            <p:cNvPr id="411" name="Oval 41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12" name="Oval 41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13" name="Green Oval 30"/>
          <p:cNvGrpSpPr>
            <a:grpSpLocks noChangeAspect="1"/>
          </p:cNvGrpSpPr>
          <p:nvPr/>
        </p:nvGrpSpPr>
        <p:grpSpPr>
          <a:xfrm>
            <a:off x="10130761" y="1516624"/>
            <a:ext cx="301666" cy="301666"/>
            <a:chOff x="864708" y="7928616"/>
            <a:chExt cx="402336" cy="402336"/>
          </a:xfrm>
        </p:grpSpPr>
        <p:sp>
          <p:nvSpPr>
            <p:cNvPr id="414" name="Oval 41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15" name="Oval 41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416" name="Green Oval 31"/>
          <p:cNvGrpSpPr>
            <a:grpSpLocks noChangeAspect="1"/>
          </p:cNvGrpSpPr>
          <p:nvPr/>
        </p:nvGrpSpPr>
        <p:grpSpPr>
          <a:xfrm>
            <a:off x="10636584" y="1220014"/>
            <a:ext cx="301666" cy="301666"/>
            <a:chOff x="864708" y="7928616"/>
            <a:chExt cx="402336" cy="402336"/>
          </a:xfrm>
        </p:grpSpPr>
        <p:sp>
          <p:nvSpPr>
            <p:cNvPr id="417" name="Oval 41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418" name="Oval 41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593" name="Green Oval 32"/>
          <p:cNvGrpSpPr>
            <a:grpSpLocks noChangeAspect="1"/>
          </p:cNvGrpSpPr>
          <p:nvPr/>
        </p:nvGrpSpPr>
        <p:grpSpPr>
          <a:xfrm>
            <a:off x="3399638" y="1061080"/>
            <a:ext cx="301666" cy="301666"/>
            <a:chOff x="864708" y="7928616"/>
            <a:chExt cx="402336" cy="402336"/>
          </a:xfrm>
        </p:grpSpPr>
        <p:sp>
          <p:nvSpPr>
            <p:cNvPr id="594" name="Oval 59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595" name="Oval 59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596" name="Green Oval 33"/>
          <p:cNvGrpSpPr>
            <a:grpSpLocks noChangeAspect="1"/>
          </p:cNvGrpSpPr>
          <p:nvPr/>
        </p:nvGrpSpPr>
        <p:grpSpPr>
          <a:xfrm>
            <a:off x="9722443" y="1975220"/>
            <a:ext cx="301666" cy="301666"/>
            <a:chOff x="864708" y="7928616"/>
            <a:chExt cx="402336" cy="402336"/>
          </a:xfrm>
        </p:grpSpPr>
        <p:sp>
          <p:nvSpPr>
            <p:cNvPr id="597" name="Oval 59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598" name="Oval 59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599" name="Green Oval 34"/>
          <p:cNvGrpSpPr>
            <a:grpSpLocks noChangeAspect="1"/>
          </p:cNvGrpSpPr>
          <p:nvPr/>
        </p:nvGrpSpPr>
        <p:grpSpPr>
          <a:xfrm>
            <a:off x="8808302" y="2430765"/>
            <a:ext cx="301666" cy="301666"/>
            <a:chOff x="864708" y="7928616"/>
            <a:chExt cx="402336" cy="402336"/>
          </a:xfrm>
        </p:grpSpPr>
        <p:sp>
          <p:nvSpPr>
            <p:cNvPr id="600" name="Oval 59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01" name="Oval 60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02" name="Green Oval 35"/>
          <p:cNvGrpSpPr>
            <a:grpSpLocks noChangeAspect="1"/>
          </p:cNvGrpSpPr>
          <p:nvPr/>
        </p:nvGrpSpPr>
        <p:grpSpPr>
          <a:xfrm>
            <a:off x="8352756" y="2583122"/>
            <a:ext cx="301666" cy="301666"/>
            <a:chOff x="864708" y="7928616"/>
            <a:chExt cx="402336" cy="402336"/>
          </a:xfrm>
        </p:grpSpPr>
        <p:sp>
          <p:nvSpPr>
            <p:cNvPr id="603" name="Oval 60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04" name="Oval 60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05" name="Green Oval 36"/>
          <p:cNvGrpSpPr>
            <a:grpSpLocks noChangeAspect="1"/>
          </p:cNvGrpSpPr>
          <p:nvPr/>
        </p:nvGrpSpPr>
        <p:grpSpPr>
          <a:xfrm>
            <a:off x="7894163" y="2659300"/>
            <a:ext cx="301666" cy="301666"/>
            <a:chOff x="864708" y="7928616"/>
            <a:chExt cx="402336" cy="402336"/>
          </a:xfrm>
        </p:grpSpPr>
        <p:sp>
          <p:nvSpPr>
            <p:cNvPr id="606" name="Oval 60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07" name="Oval 60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08" name="Green Oval 37"/>
          <p:cNvGrpSpPr>
            <a:grpSpLocks noChangeAspect="1"/>
          </p:cNvGrpSpPr>
          <p:nvPr/>
        </p:nvGrpSpPr>
        <p:grpSpPr>
          <a:xfrm>
            <a:off x="7132379" y="3421084"/>
            <a:ext cx="301666" cy="301666"/>
            <a:chOff x="864708" y="7928616"/>
            <a:chExt cx="402336" cy="402336"/>
          </a:xfrm>
        </p:grpSpPr>
        <p:sp>
          <p:nvSpPr>
            <p:cNvPr id="609" name="Oval 60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10" name="Oval 60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11" name="Green Oval 38"/>
          <p:cNvGrpSpPr>
            <a:grpSpLocks noChangeAspect="1"/>
          </p:cNvGrpSpPr>
          <p:nvPr/>
        </p:nvGrpSpPr>
        <p:grpSpPr>
          <a:xfrm>
            <a:off x="9874800" y="5020829"/>
            <a:ext cx="301666" cy="301666"/>
            <a:chOff x="864708" y="7928616"/>
            <a:chExt cx="402336" cy="402336"/>
          </a:xfrm>
        </p:grpSpPr>
        <p:sp>
          <p:nvSpPr>
            <p:cNvPr id="612" name="Oval 61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13" name="Oval 61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14" name="Green Oval 39"/>
          <p:cNvGrpSpPr>
            <a:grpSpLocks noChangeAspect="1"/>
          </p:cNvGrpSpPr>
          <p:nvPr/>
        </p:nvGrpSpPr>
        <p:grpSpPr>
          <a:xfrm>
            <a:off x="7056200" y="1516624"/>
            <a:ext cx="301666" cy="301666"/>
            <a:chOff x="864708" y="7928616"/>
            <a:chExt cx="402336" cy="402336"/>
          </a:xfrm>
        </p:grpSpPr>
        <p:sp>
          <p:nvSpPr>
            <p:cNvPr id="615" name="Oval 61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16" name="Oval 61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17" name="Green Oval 40"/>
          <p:cNvGrpSpPr>
            <a:grpSpLocks noChangeAspect="1"/>
          </p:cNvGrpSpPr>
          <p:nvPr/>
        </p:nvGrpSpPr>
        <p:grpSpPr>
          <a:xfrm>
            <a:off x="10331872" y="4182868"/>
            <a:ext cx="301666" cy="301666"/>
            <a:chOff x="864708" y="7928616"/>
            <a:chExt cx="402336" cy="402336"/>
          </a:xfrm>
        </p:grpSpPr>
        <p:sp>
          <p:nvSpPr>
            <p:cNvPr id="618" name="Oval 61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19" name="Oval 61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20" name="Green Oval 41"/>
          <p:cNvGrpSpPr>
            <a:grpSpLocks noChangeAspect="1"/>
          </p:cNvGrpSpPr>
          <p:nvPr/>
        </p:nvGrpSpPr>
        <p:grpSpPr>
          <a:xfrm>
            <a:off x="9493908" y="1668981"/>
            <a:ext cx="301666" cy="301666"/>
            <a:chOff x="864708" y="7928616"/>
            <a:chExt cx="402336" cy="402336"/>
          </a:xfrm>
        </p:grpSpPr>
        <p:sp>
          <p:nvSpPr>
            <p:cNvPr id="621" name="Oval 62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22" name="Oval 62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23" name="Green Oval 42"/>
          <p:cNvGrpSpPr>
            <a:grpSpLocks noChangeAspect="1"/>
          </p:cNvGrpSpPr>
          <p:nvPr/>
        </p:nvGrpSpPr>
        <p:grpSpPr>
          <a:xfrm>
            <a:off x="7132379" y="3803501"/>
            <a:ext cx="301666" cy="301666"/>
            <a:chOff x="864708" y="7928616"/>
            <a:chExt cx="402336" cy="402336"/>
          </a:xfrm>
        </p:grpSpPr>
        <p:sp>
          <p:nvSpPr>
            <p:cNvPr id="624" name="Oval 62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25" name="Oval 62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26" name="Green Oval 43"/>
          <p:cNvGrpSpPr>
            <a:grpSpLocks noChangeAspect="1"/>
          </p:cNvGrpSpPr>
          <p:nvPr/>
        </p:nvGrpSpPr>
        <p:grpSpPr>
          <a:xfrm>
            <a:off x="10181038" y="4835147"/>
            <a:ext cx="301666" cy="301666"/>
            <a:chOff x="864708" y="7928616"/>
            <a:chExt cx="402336" cy="402336"/>
          </a:xfrm>
        </p:grpSpPr>
        <p:sp>
          <p:nvSpPr>
            <p:cNvPr id="627" name="Oval 62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28" name="Oval 62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29" name="Green Oval 44"/>
          <p:cNvGrpSpPr>
            <a:grpSpLocks noChangeAspect="1"/>
          </p:cNvGrpSpPr>
          <p:nvPr/>
        </p:nvGrpSpPr>
        <p:grpSpPr>
          <a:xfrm>
            <a:off x="8808302" y="1364269"/>
            <a:ext cx="301666" cy="301666"/>
            <a:chOff x="864708" y="7928616"/>
            <a:chExt cx="402336" cy="402336"/>
          </a:xfrm>
        </p:grpSpPr>
        <p:sp>
          <p:nvSpPr>
            <p:cNvPr id="630" name="Oval 62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31" name="Oval 63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32" name="Green Oval 45"/>
          <p:cNvGrpSpPr>
            <a:grpSpLocks noChangeAspect="1"/>
          </p:cNvGrpSpPr>
          <p:nvPr/>
        </p:nvGrpSpPr>
        <p:grpSpPr>
          <a:xfrm>
            <a:off x="8884480" y="3632036"/>
            <a:ext cx="301666" cy="301666"/>
            <a:chOff x="864708" y="7928616"/>
            <a:chExt cx="402336" cy="402336"/>
          </a:xfrm>
        </p:grpSpPr>
        <p:sp>
          <p:nvSpPr>
            <p:cNvPr id="633" name="Oval 63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34" name="Oval 63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35" name="Green Oval 46"/>
          <p:cNvGrpSpPr>
            <a:grpSpLocks noChangeAspect="1"/>
          </p:cNvGrpSpPr>
          <p:nvPr/>
        </p:nvGrpSpPr>
        <p:grpSpPr>
          <a:xfrm>
            <a:off x="9570086" y="4944651"/>
            <a:ext cx="301666" cy="301666"/>
            <a:chOff x="864708" y="7928616"/>
            <a:chExt cx="402336" cy="402336"/>
          </a:xfrm>
        </p:grpSpPr>
        <p:sp>
          <p:nvSpPr>
            <p:cNvPr id="636" name="Oval 63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37" name="Oval 63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38" name="Green Oval 47"/>
          <p:cNvGrpSpPr>
            <a:grpSpLocks noChangeAspect="1"/>
          </p:cNvGrpSpPr>
          <p:nvPr/>
        </p:nvGrpSpPr>
        <p:grpSpPr>
          <a:xfrm>
            <a:off x="1342822" y="1242065"/>
            <a:ext cx="301666" cy="301666"/>
            <a:chOff x="864708" y="7928616"/>
            <a:chExt cx="402336" cy="402336"/>
          </a:xfrm>
        </p:grpSpPr>
        <p:sp>
          <p:nvSpPr>
            <p:cNvPr id="639" name="Oval 63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40" name="Oval 63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41" name="Green Oval 48"/>
          <p:cNvGrpSpPr>
            <a:grpSpLocks noChangeAspect="1"/>
          </p:cNvGrpSpPr>
          <p:nvPr/>
        </p:nvGrpSpPr>
        <p:grpSpPr>
          <a:xfrm>
            <a:off x="2104605" y="1288089"/>
            <a:ext cx="301666" cy="301666"/>
            <a:chOff x="864708" y="7928616"/>
            <a:chExt cx="402336" cy="402336"/>
          </a:xfrm>
        </p:grpSpPr>
        <p:sp>
          <p:nvSpPr>
            <p:cNvPr id="642" name="Oval 64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43" name="Oval 64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44" name="Green Oval 49"/>
          <p:cNvGrpSpPr>
            <a:grpSpLocks noChangeAspect="1"/>
          </p:cNvGrpSpPr>
          <p:nvPr/>
        </p:nvGrpSpPr>
        <p:grpSpPr>
          <a:xfrm>
            <a:off x="1953773" y="1816451"/>
            <a:ext cx="301666" cy="301666"/>
            <a:chOff x="864708" y="7928616"/>
            <a:chExt cx="402336" cy="402336"/>
          </a:xfrm>
        </p:grpSpPr>
        <p:sp>
          <p:nvSpPr>
            <p:cNvPr id="645" name="Oval 64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46" name="Oval 64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47" name="Green Oval 50"/>
          <p:cNvGrpSpPr>
            <a:grpSpLocks noChangeAspect="1"/>
          </p:cNvGrpSpPr>
          <p:nvPr/>
        </p:nvGrpSpPr>
        <p:grpSpPr>
          <a:xfrm>
            <a:off x="3018747" y="754841"/>
            <a:ext cx="301666" cy="301666"/>
            <a:chOff x="864708" y="7928616"/>
            <a:chExt cx="402336" cy="402336"/>
          </a:xfrm>
        </p:grpSpPr>
        <p:sp>
          <p:nvSpPr>
            <p:cNvPr id="648" name="Oval 64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49" name="Oval 64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50" name="Green Oval 51"/>
          <p:cNvGrpSpPr>
            <a:grpSpLocks noChangeAspect="1"/>
          </p:cNvGrpSpPr>
          <p:nvPr/>
        </p:nvGrpSpPr>
        <p:grpSpPr>
          <a:xfrm>
            <a:off x="2333141" y="1765665"/>
            <a:ext cx="301666" cy="301666"/>
            <a:chOff x="864708" y="7928616"/>
            <a:chExt cx="402336" cy="402336"/>
          </a:xfrm>
        </p:grpSpPr>
        <p:sp>
          <p:nvSpPr>
            <p:cNvPr id="651" name="Oval 650"/>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52" name="Oval 651"/>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53" name="Green Oval 52"/>
          <p:cNvGrpSpPr>
            <a:grpSpLocks noChangeAspect="1"/>
          </p:cNvGrpSpPr>
          <p:nvPr/>
        </p:nvGrpSpPr>
        <p:grpSpPr>
          <a:xfrm>
            <a:off x="2409318" y="2583122"/>
            <a:ext cx="301666" cy="301666"/>
            <a:chOff x="864708" y="7928616"/>
            <a:chExt cx="402336" cy="402336"/>
          </a:xfrm>
        </p:grpSpPr>
        <p:sp>
          <p:nvSpPr>
            <p:cNvPr id="654" name="Oval 653"/>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55" name="Oval 654"/>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56" name="Green Oval 53"/>
          <p:cNvGrpSpPr>
            <a:grpSpLocks noChangeAspect="1"/>
          </p:cNvGrpSpPr>
          <p:nvPr/>
        </p:nvGrpSpPr>
        <p:grpSpPr>
          <a:xfrm>
            <a:off x="2778822" y="2358682"/>
            <a:ext cx="301666" cy="301666"/>
            <a:chOff x="864708" y="7928616"/>
            <a:chExt cx="402336" cy="402336"/>
          </a:xfrm>
        </p:grpSpPr>
        <p:sp>
          <p:nvSpPr>
            <p:cNvPr id="657" name="Oval 656"/>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58" name="Oval 657"/>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59" name="Green Oval 54"/>
          <p:cNvGrpSpPr>
            <a:grpSpLocks noChangeAspect="1"/>
          </p:cNvGrpSpPr>
          <p:nvPr/>
        </p:nvGrpSpPr>
        <p:grpSpPr>
          <a:xfrm>
            <a:off x="6067406" y="3344906"/>
            <a:ext cx="301666" cy="301666"/>
            <a:chOff x="864708" y="7928616"/>
            <a:chExt cx="402336" cy="402336"/>
          </a:xfrm>
        </p:grpSpPr>
        <p:sp>
          <p:nvSpPr>
            <p:cNvPr id="660" name="Oval 659"/>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61" name="Oval 660"/>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62" name="Green Oval 55"/>
          <p:cNvGrpSpPr>
            <a:grpSpLocks noChangeAspect="1"/>
          </p:cNvGrpSpPr>
          <p:nvPr/>
        </p:nvGrpSpPr>
        <p:grpSpPr>
          <a:xfrm>
            <a:off x="2180783" y="2889361"/>
            <a:ext cx="301666" cy="301666"/>
            <a:chOff x="864708" y="7928616"/>
            <a:chExt cx="402336" cy="402336"/>
          </a:xfrm>
        </p:grpSpPr>
        <p:sp>
          <p:nvSpPr>
            <p:cNvPr id="663" name="Oval 66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64" name="Oval 66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65" name="Green Oval 56"/>
          <p:cNvGrpSpPr>
            <a:grpSpLocks noChangeAspect="1"/>
          </p:cNvGrpSpPr>
          <p:nvPr/>
        </p:nvGrpSpPr>
        <p:grpSpPr>
          <a:xfrm>
            <a:off x="2637853" y="1592803"/>
            <a:ext cx="301666" cy="301666"/>
            <a:chOff x="864708" y="7928616"/>
            <a:chExt cx="402336" cy="402336"/>
          </a:xfrm>
        </p:grpSpPr>
        <p:sp>
          <p:nvSpPr>
            <p:cNvPr id="666" name="Oval 665"/>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67" name="Oval 666"/>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68" name="Green Oval 57"/>
          <p:cNvGrpSpPr>
            <a:grpSpLocks noChangeAspect="1"/>
          </p:cNvGrpSpPr>
          <p:nvPr/>
        </p:nvGrpSpPr>
        <p:grpSpPr>
          <a:xfrm>
            <a:off x="3902733" y="5422228"/>
            <a:ext cx="301666" cy="301666"/>
            <a:chOff x="864708" y="7928616"/>
            <a:chExt cx="402336" cy="402336"/>
          </a:xfrm>
        </p:grpSpPr>
        <p:sp>
          <p:nvSpPr>
            <p:cNvPr id="669" name="Oval 668"/>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0" name="Oval 669"/>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71" name="Green Oval 58"/>
          <p:cNvGrpSpPr>
            <a:grpSpLocks noChangeAspect="1"/>
          </p:cNvGrpSpPr>
          <p:nvPr/>
        </p:nvGrpSpPr>
        <p:grpSpPr>
          <a:xfrm>
            <a:off x="3601067" y="1516624"/>
            <a:ext cx="301666" cy="301666"/>
            <a:chOff x="864708" y="7928616"/>
            <a:chExt cx="402336" cy="402336"/>
          </a:xfrm>
        </p:grpSpPr>
        <p:sp>
          <p:nvSpPr>
            <p:cNvPr id="672" name="Oval 671"/>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3" name="Oval 672"/>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74" name="Green Oval 59"/>
          <p:cNvGrpSpPr>
            <a:grpSpLocks noChangeAspect="1"/>
          </p:cNvGrpSpPr>
          <p:nvPr/>
        </p:nvGrpSpPr>
        <p:grpSpPr>
          <a:xfrm>
            <a:off x="3018747" y="3421084"/>
            <a:ext cx="301666" cy="301666"/>
            <a:chOff x="864708" y="7928616"/>
            <a:chExt cx="402336" cy="402336"/>
          </a:xfrm>
        </p:grpSpPr>
        <p:sp>
          <p:nvSpPr>
            <p:cNvPr id="675" name="Oval 674"/>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6" name="Oval 675"/>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77" name="Green Oval 60"/>
          <p:cNvGrpSpPr>
            <a:grpSpLocks noChangeAspect="1"/>
          </p:cNvGrpSpPr>
          <p:nvPr/>
        </p:nvGrpSpPr>
        <p:grpSpPr>
          <a:xfrm>
            <a:off x="4009064" y="4182868"/>
            <a:ext cx="301666" cy="301666"/>
            <a:chOff x="864708" y="7928616"/>
            <a:chExt cx="402336" cy="402336"/>
          </a:xfrm>
        </p:grpSpPr>
        <p:sp>
          <p:nvSpPr>
            <p:cNvPr id="678" name="Oval 677"/>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79" name="Oval 678"/>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80" name="Yellow Oval 28"/>
          <p:cNvGrpSpPr>
            <a:grpSpLocks noChangeAspect="1"/>
          </p:cNvGrpSpPr>
          <p:nvPr/>
        </p:nvGrpSpPr>
        <p:grpSpPr>
          <a:xfrm>
            <a:off x="1799892" y="1364269"/>
            <a:ext cx="201110" cy="201110"/>
            <a:chOff x="864708" y="7928616"/>
            <a:chExt cx="402336" cy="402336"/>
          </a:xfrm>
        </p:grpSpPr>
        <p:sp>
          <p:nvSpPr>
            <p:cNvPr id="681" name="Oval 68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82" name="Oval 68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83" name="Yellow Oval 29"/>
          <p:cNvGrpSpPr>
            <a:grpSpLocks noChangeAspect="1"/>
          </p:cNvGrpSpPr>
          <p:nvPr/>
        </p:nvGrpSpPr>
        <p:grpSpPr>
          <a:xfrm>
            <a:off x="3094924" y="1745162"/>
            <a:ext cx="201110" cy="201110"/>
            <a:chOff x="864708" y="7928616"/>
            <a:chExt cx="402336" cy="402336"/>
          </a:xfrm>
        </p:grpSpPr>
        <p:sp>
          <p:nvSpPr>
            <p:cNvPr id="684" name="Oval 68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85" name="Oval 68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86" name="Yellow Oval 30"/>
          <p:cNvGrpSpPr>
            <a:grpSpLocks noChangeAspect="1"/>
          </p:cNvGrpSpPr>
          <p:nvPr/>
        </p:nvGrpSpPr>
        <p:grpSpPr>
          <a:xfrm>
            <a:off x="1647536" y="1516625"/>
            <a:ext cx="201110" cy="201110"/>
            <a:chOff x="864708" y="7928616"/>
            <a:chExt cx="402336" cy="402336"/>
          </a:xfrm>
        </p:grpSpPr>
        <p:sp>
          <p:nvSpPr>
            <p:cNvPr id="687" name="Oval 68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88" name="Oval 68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89" name="Yellow Oval 31"/>
          <p:cNvGrpSpPr>
            <a:grpSpLocks noChangeAspect="1"/>
          </p:cNvGrpSpPr>
          <p:nvPr/>
        </p:nvGrpSpPr>
        <p:grpSpPr>
          <a:xfrm>
            <a:off x="2409319" y="1111358"/>
            <a:ext cx="201110" cy="201110"/>
            <a:chOff x="864708" y="7928616"/>
            <a:chExt cx="402336" cy="402336"/>
          </a:xfrm>
        </p:grpSpPr>
        <p:sp>
          <p:nvSpPr>
            <p:cNvPr id="690" name="Oval 68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91" name="Oval 69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92" name="Yellow Oval 32"/>
          <p:cNvGrpSpPr>
            <a:grpSpLocks noChangeAspect="1"/>
          </p:cNvGrpSpPr>
          <p:nvPr/>
        </p:nvGrpSpPr>
        <p:grpSpPr>
          <a:xfrm>
            <a:off x="3299084" y="4182870"/>
            <a:ext cx="201110" cy="201110"/>
            <a:chOff x="864708" y="7928616"/>
            <a:chExt cx="402336" cy="402336"/>
          </a:xfrm>
        </p:grpSpPr>
        <p:sp>
          <p:nvSpPr>
            <p:cNvPr id="693" name="Oval 69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94" name="Oval 69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95" name="Yellow Oval 33"/>
          <p:cNvGrpSpPr>
            <a:grpSpLocks noChangeAspect="1"/>
          </p:cNvGrpSpPr>
          <p:nvPr/>
        </p:nvGrpSpPr>
        <p:grpSpPr>
          <a:xfrm>
            <a:off x="2918193" y="1111358"/>
            <a:ext cx="201110" cy="201110"/>
            <a:chOff x="864708" y="7928616"/>
            <a:chExt cx="402336" cy="402336"/>
          </a:xfrm>
        </p:grpSpPr>
        <p:sp>
          <p:nvSpPr>
            <p:cNvPr id="696" name="Oval 69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697" name="Oval 69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698" name="Yellow Oval 34"/>
          <p:cNvGrpSpPr>
            <a:grpSpLocks noChangeAspect="1"/>
          </p:cNvGrpSpPr>
          <p:nvPr/>
        </p:nvGrpSpPr>
        <p:grpSpPr>
          <a:xfrm>
            <a:off x="6660391" y="1668984"/>
            <a:ext cx="201110" cy="201110"/>
            <a:chOff x="864708" y="7928616"/>
            <a:chExt cx="402336" cy="402336"/>
          </a:xfrm>
        </p:grpSpPr>
        <p:sp>
          <p:nvSpPr>
            <p:cNvPr id="699" name="Oval 69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00" name="Oval 69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01" name="Yellow Oval 34"/>
          <p:cNvGrpSpPr>
            <a:grpSpLocks noChangeAspect="1"/>
          </p:cNvGrpSpPr>
          <p:nvPr/>
        </p:nvGrpSpPr>
        <p:grpSpPr>
          <a:xfrm>
            <a:off x="7589451" y="2095264"/>
            <a:ext cx="201110" cy="201110"/>
            <a:chOff x="864708" y="7928616"/>
            <a:chExt cx="402336" cy="402336"/>
          </a:xfrm>
        </p:grpSpPr>
        <p:sp>
          <p:nvSpPr>
            <p:cNvPr id="702" name="Oval 70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03" name="Oval 70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04" name="Yellow Oval 35"/>
          <p:cNvGrpSpPr>
            <a:grpSpLocks noChangeAspect="1"/>
          </p:cNvGrpSpPr>
          <p:nvPr/>
        </p:nvGrpSpPr>
        <p:grpSpPr>
          <a:xfrm>
            <a:off x="1799892" y="1048573"/>
            <a:ext cx="201110" cy="201110"/>
            <a:chOff x="864708" y="7928616"/>
            <a:chExt cx="402336" cy="402336"/>
          </a:xfrm>
        </p:grpSpPr>
        <p:sp>
          <p:nvSpPr>
            <p:cNvPr id="705" name="Oval 70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06" name="Oval 70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07" name="Yellow Oval 36"/>
          <p:cNvGrpSpPr>
            <a:grpSpLocks noChangeAspect="1"/>
          </p:cNvGrpSpPr>
          <p:nvPr/>
        </p:nvGrpSpPr>
        <p:grpSpPr>
          <a:xfrm>
            <a:off x="2256963" y="1592804"/>
            <a:ext cx="201110" cy="201110"/>
            <a:chOff x="864708" y="7928616"/>
            <a:chExt cx="402336" cy="402336"/>
          </a:xfrm>
        </p:grpSpPr>
        <p:sp>
          <p:nvSpPr>
            <p:cNvPr id="708" name="Oval 70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09" name="Oval 70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10" name="Yellow Oval 37"/>
          <p:cNvGrpSpPr>
            <a:grpSpLocks noChangeAspect="1"/>
          </p:cNvGrpSpPr>
          <p:nvPr/>
        </p:nvGrpSpPr>
        <p:grpSpPr>
          <a:xfrm>
            <a:off x="2485498" y="1364269"/>
            <a:ext cx="201110" cy="201110"/>
            <a:chOff x="864708" y="7928616"/>
            <a:chExt cx="402336" cy="402336"/>
          </a:xfrm>
        </p:grpSpPr>
        <p:sp>
          <p:nvSpPr>
            <p:cNvPr id="711" name="Oval 71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12" name="Oval 71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13" name="Yellow Oval 38"/>
          <p:cNvGrpSpPr>
            <a:grpSpLocks noChangeAspect="1"/>
          </p:cNvGrpSpPr>
          <p:nvPr/>
        </p:nvGrpSpPr>
        <p:grpSpPr>
          <a:xfrm>
            <a:off x="2097306" y="831021"/>
            <a:ext cx="201110" cy="201110"/>
            <a:chOff x="864708" y="7928616"/>
            <a:chExt cx="402336" cy="402336"/>
          </a:xfrm>
        </p:grpSpPr>
        <p:sp>
          <p:nvSpPr>
            <p:cNvPr id="714" name="Oval 71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15" name="Oval 71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16" name="Yellow Oval 39"/>
          <p:cNvGrpSpPr>
            <a:grpSpLocks noChangeAspect="1"/>
          </p:cNvGrpSpPr>
          <p:nvPr/>
        </p:nvGrpSpPr>
        <p:grpSpPr>
          <a:xfrm>
            <a:off x="6980023" y="2202231"/>
            <a:ext cx="201110" cy="201110"/>
            <a:chOff x="864708" y="7928616"/>
            <a:chExt cx="402336" cy="402336"/>
          </a:xfrm>
        </p:grpSpPr>
        <p:sp>
          <p:nvSpPr>
            <p:cNvPr id="717" name="Oval 71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18" name="Oval 71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19" name="Yellow Oval 40"/>
          <p:cNvGrpSpPr>
            <a:grpSpLocks noChangeAspect="1"/>
          </p:cNvGrpSpPr>
          <p:nvPr/>
        </p:nvGrpSpPr>
        <p:grpSpPr>
          <a:xfrm>
            <a:off x="2256963" y="2659301"/>
            <a:ext cx="201110" cy="201110"/>
            <a:chOff x="864708" y="7928616"/>
            <a:chExt cx="402336" cy="402336"/>
          </a:xfrm>
        </p:grpSpPr>
        <p:sp>
          <p:nvSpPr>
            <p:cNvPr id="720" name="Oval 71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21" name="Oval 72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22" name="Yellow Oval 41"/>
          <p:cNvGrpSpPr>
            <a:grpSpLocks noChangeAspect="1"/>
          </p:cNvGrpSpPr>
          <p:nvPr/>
        </p:nvGrpSpPr>
        <p:grpSpPr>
          <a:xfrm>
            <a:off x="2333141" y="831021"/>
            <a:ext cx="201110" cy="201110"/>
            <a:chOff x="864708" y="7928616"/>
            <a:chExt cx="402336" cy="402336"/>
          </a:xfrm>
        </p:grpSpPr>
        <p:sp>
          <p:nvSpPr>
            <p:cNvPr id="723" name="Oval 72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24" name="Oval 72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25" name="Yellow Oval 42"/>
          <p:cNvGrpSpPr>
            <a:grpSpLocks noChangeAspect="1"/>
          </p:cNvGrpSpPr>
          <p:nvPr/>
        </p:nvGrpSpPr>
        <p:grpSpPr>
          <a:xfrm>
            <a:off x="3731778" y="1821340"/>
            <a:ext cx="201110" cy="201110"/>
            <a:chOff x="864708" y="7928616"/>
            <a:chExt cx="402336" cy="402336"/>
          </a:xfrm>
        </p:grpSpPr>
        <p:sp>
          <p:nvSpPr>
            <p:cNvPr id="726" name="Oval 72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27" name="Oval 72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28" name="Yellow Oval 43"/>
          <p:cNvGrpSpPr>
            <a:grpSpLocks noChangeAspect="1"/>
          </p:cNvGrpSpPr>
          <p:nvPr/>
        </p:nvGrpSpPr>
        <p:grpSpPr>
          <a:xfrm>
            <a:off x="2409319" y="3040195"/>
            <a:ext cx="201110" cy="201110"/>
            <a:chOff x="864708" y="7928616"/>
            <a:chExt cx="402336" cy="402336"/>
          </a:xfrm>
        </p:grpSpPr>
        <p:sp>
          <p:nvSpPr>
            <p:cNvPr id="729" name="Oval 72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30" name="Oval 72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31" name="Yellow Oval 44"/>
          <p:cNvGrpSpPr>
            <a:grpSpLocks noChangeAspect="1"/>
          </p:cNvGrpSpPr>
          <p:nvPr/>
        </p:nvGrpSpPr>
        <p:grpSpPr>
          <a:xfrm>
            <a:off x="6637538" y="1440447"/>
            <a:ext cx="201110" cy="201110"/>
            <a:chOff x="864708" y="7928616"/>
            <a:chExt cx="402336" cy="402336"/>
          </a:xfrm>
        </p:grpSpPr>
        <p:sp>
          <p:nvSpPr>
            <p:cNvPr id="732" name="Oval 73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33" name="Oval 73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34" name="Yellow Oval 45"/>
          <p:cNvGrpSpPr>
            <a:grpSpLocks noChangeAspect="1"/>
          </p:cNvGrpSpPr>
          <p:nvPr/>
        </p:nvGrpSpPr>
        <p:grpSpPr>
          <a:xfrm>
            <a:off x="7284736" y="2110501"/>
            <a:ext cx="201110" cy="201110"/>
            <a:chOff x="864708" y="7928616"/>
            <a:chExt cx="402336" cy="402336"/>
          </a:xfrm>
        </p:grpSpPr>
        <p:sp>
          <p:nvSpPr>
            <p:cNvPr id="735" name="Oval 73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36" name="Oval 73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37" name="Yellow Oval 46"/>
          <p:cNvGrpSpPr>
            <a:grpSpLocks noChangeAspect="1"/>
          </p:cNvGrpSpPr>
          <p:nvPr/>
        </p:nvGrpSpPr>
        <p:grpSpPr>
          <a:xfrm>
            <a:off x="6474199" y="3344907"/>
            <a:ext cx="201110" cy="201110"/>
            <a:chOff x="864708" y="7928616"/>
            <a:chExt cx="402336" cy="402336"/>
          </a:xfrm>
        </p:grpSpPr>
        <p:sp>
          <p:nvSpPr>
            <p:cNvPr id="738" name="Oval 73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39" name="Oval 73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40" name="Yellow Oval 47"/>
          <p:cNvGrpSpPr>
            <a:grpSpLocks noChangeAspect="1"/>
          </p:cNvGrpSpPr>
          <p:nvPr/>
        </p:nvGrpSpPr>
        <p:grpSpPr>
          <a:xfrm>
            <a:off x="2485498" y="2126053"/>
            <a:ext cx="201110" cy="201110"/>
            <a:chOff x="864708" y="7928616"/>
            <a:chExt cx="402336" cy="402336"/>
          </a:xfrm>
        </p:grpSpPr>
        <p:sp>
          <p:nvSpPr>
            <p:cNvPr id="741" name="Oval 74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42" name="Oval 74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43" name="Yellow Oval 48"/>
          <p:cNvGrpSpPr>
            <a:grpSpLocks noChangeAspect="1"/>
          </p:cNvGrpSpPr>
          <p:nvPr/>
        </p:nvGrpSpPr>
        <p:grpSpPr>
          <a:xfrm>
            <a:off x="2918193" y="2735481"/>
            <a:ext cx="201110" cy="201110"/>
            <a:chOff x="864708" y="7928616"/>
            <a:chExt cx="402336" cy="402336"/>
          </a:xfrm>
        </p:grpSpPr>
        <p:sp>
          <p:nvSpPr>
            <p:cNvPr id="744" name="Oval 74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45" name="Oval 74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46" name="Yellow Oval 49"/>
          <p:cNvGrpSpPr>
            <a:grpSpLocks noChangeAspect="1"/>
          </p:cNvGrpSpPr>
          <p:nvPr/>
        </p:nvGrpSpPr>
        <p:grpSpPr>
          <a:xfrm>
            <a:off x="2561677" y="907199"/>
            <a:ext cx="201110" cy="201110"/>
            <a:chOff x="864708" y="7928616"/>
            <a:chExt cx="402336" cy="402336"/>
          </a:xfrm>
        </p:grpSpPr>
        <p:sp>
          <p:nvSpPr>
            <p:cNvPr id="747" name="Oval 74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48" name="Oval 74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49" name="Yellow Oval 50"/>
          <p:cNvGrpSpPr>
            <a:grpSpLocks noChangeAspect="1"/>
          </p:cNvGrpSpPr>
          <p:nvPr/>
        </p:nvGrpSpPr>
        <p:grpSpPr>
          <a:xfrm>
            <a:off x="7741807" y="1592804"/>
            <a:ext cx="201110" cy="201110"/>
            <a:chOff x="864708" y="7928616"/>
            <a:chExt cx="402336" cy="402336"/>
          </a:xfrm>
        </p:grpSpPr>
        <p:sp>
          <p:nvSpPr>
            <p:cNvPr id="750" name="Oval 74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51" name="Oval 75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52" name="Yellow Oval 51"/>
          <p:cNvGrpSpPr>
            <a:grpSpLocks noChangeAspect="1"/>
          </p:cNvGrpSpPr>
          <p:nvPr/>
        </p:nvGrpSpPr>
        <p:grpSpPr>
          <a:xfrm>
            <a:off x="7488895" y="3047494"/>
            <a:ext cx="201110" cy="201110"/>
            <a:chOff x="864708" y="7928616"/>
            <a:chExt cx="402336" cy="402336"/>
          </a:xfrm>
        </p:grpSpPr>
        <p:sp>
          <p:nvSpPr>
            <p:cNvPr id="753" name="Oval 75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54" name="Oval 75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55" name="Yellow Oval 52"/>
          <p:cNvGrpSpPr>
            <a:grpSpLocks noChangeAspect="1"/>
          </p:cNvGrpSpPr>
          <p:nvPr/>
        </p:nvGrpSpPr>
        <p:grpSpPr>
          <a:xfrm>
            <a:off x="6675310" y="4767920"/>
            <a:ext cx="201110" cy="201110"/>
            <a:chOff x="864708" y="7928616"/>
            <a:chExt cx="402336" cy="402336"/>
          </a:xfrm>
        </p:grpSpPr>
        <p:sp>
          <p:nvSpPr>
            <p:cNvPr id="756" name="Oval 75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57" name="Oval 75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58" name="Yellow Oval 53"/>
          <p:cNvGrpSpPr>
            <a:grpSpLocks noChangeAspect="1"/>
          </p:cNvGrpSpPr>
          <p:nvPr/>
        </p:nvGrpSpPr>
        <p:grpSpPr>
          <a:xfrm>
            <a:off x="5660615" y="2354588"/>
            <a:ext cx="201110" cy="201110"/>
            <a:chOff x="864708" y="7928616"/>
            <a:chExt cx="402336" cy="402336"/>
          </a:xfrm>
        </p:grpSpPr>
        <p:sp>
          <p:nvSpPr>
            <p:cNvPr id="759" name="Oval 75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0" name="Oval 75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61" name="Yellow Oval 54"/>
          <p:cNvGrpSpPr>
            <a:grpSpLocks noChangeAspect="1"/>
          </p:cNvGrpSpPr>
          <p:nvPr/>
        </p:nvGrpSpPr>
        <p:grpSpPr>
          <a:xfrm>
            <a:off x="2485498" y="1592804"/>
            <a:ext cx="201110" cy="201110"/>
            <a:chOff x="864708" y="7928616"/>
            <a:chExt cx="402336" cy="402336"/>
          </a:xfrm>
        </p:grpSpPr>
        <p:sp>
          <p:nvSpPr>
            <p:cNvPr id="762" name="Oval 76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3" name="Oval 76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64" name="Yellow Oval 55"/>
          <p:cNvGrpSpPr>
            <a:grpSpLocks noChangeAspect="1"/>
          </p:cNvGrpSpPr>
          <p:nvPr/>
        </p:nvGrpSpPr>
        <p:grpSpPr>
          <a:xfrm>
            <a:off x="3018747" y="518055"/>
            <a:ext cx="201110" cy="201110"/>
            <a:chOff x="864708" y="7928616"/>
            <a:chExt cx="402336" cy="402336"/>
          </a:xfrm>
        </p:grpSpPr>
        <p:sp>
          <p:nvSpPr>
            <p:cNvPr id="765" name="Oval 76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6" name="Oval 76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67" name="Yellow Oval 56"/>
          <p:cNvGrpSpPr>
            <a:grpSpLocks noChangeAspect="1"/>
          </p:cNvGrpSpPr>
          <p:nvPr/>
        </p:nvGrpSpPr>
        <p:grpSpPr>
          <a:xfrm>
            <a:off x="7284736" y="2659301"/>
            <a:ext cx="201110" cy="201110"/>
            <a:chOff x="864708" y="7928616"/>
            <a:chExt cx="402336" cy="402336"/>
          </a:xfrm>
        </p:grpSpPr>
        <p:sp>
          <p:nvSpPr>
            <p:cNvPr id="768" name="Oval 76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69" name="Oval 76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70" name="Yellow Oval 57"/>
          <p:cNvGrpSpPr>
            <a:grpSpLocks noChangeAspect="1"/>
          </p:cNvGrpSpPr>
          <p:nvPr/>
        </p:nvGrpSpPr>
        <p:grpSpPr>
          <a:xfrm>
            <a:off x="6980023" y="4182870"/>
            <a:ext cx="201110" cy="201110"/>
            <a:chOff x="864708" y="7928616"/>
            <a:chExt cx="402336" cy="402336"/>
          </a:xfrm>
        </p:grpSpPr>
        <p:sp>
          <p:nvSpPr>
            <p:cNvPr id="771" name="Oval 77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2" name="Oval 77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73" name="Yellow Oval 58"/>
          <p:cNvGrpSpPr>
            <a:grpSpLocks noChangeAspect="1"/>
          </p:cNvGrpSpPr>
          <p:nvPr/>
        </p:nvGrpSpPr>
        <p:grpSpPr>
          <a:xfrm>
            <a:off x="6444045" y="2202231"/>
            <a:ext cx="201110" cy="201110"/>
            <a:chOff x="864708" y="7928616"/>
            <a:chExt cx="402336" cy="402336"/>
          </a:xfrm>
        </p:grpSpPr>
        <p:sp>
          <p:nvSpPr>
            <p:cNvPr id="774" name="Oval 77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5" name="Oval 77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76" name="Yellow Oval 59"/>
          <p:cNvGrpSpPr>
            <a:grpSpLocks noChangeAspect="1"/>
          </p:cNvGrpSpPr>
          <p:nvPr/>
        </p:nvGrpSpPr>
        <p:grpSpPr>
          <a:xfrm>
            <a:off x="2256963" y="2025498"/>
            <a:ext cx="201110" cy="201110"/>
            <a:chOff x="864708" y="7928616"/>
            <a:chExt cx="402336" cy="402336"/>
          </a:xfrm>
        </p:grpSpPr>
        <p:sp>
          <p:nvSpPr>
            <p:cNvPr id="777" name="Oval 77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78" name="Oval 77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79" name="Yellow Oval 60"/>
          <p:cNvGrpSpPr>
            <a:grpSpLocks noChangeAspect="1"/>
          </p:cNvGrpSpPr>
          <p:nvPr/>
        </p:nvGrpSpPr>
        <p:grpSpPr>
          <a:xfrm>
            <a:off x="3732094" y="4335227"/>
            <a:ext cx="201110" cy="201110"/>
            <a:chOff x="864708" y="7928616"/>
            <a:chExt cx="402336" cy="402336"/>
          </a:xfrm>
        </p:grpSpPr>
        <p:sp>
          <p:nvSpPr>
            <p:cNvPr id="780" name="Oval 77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81" name="Oval 78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82" name="Yellow Oval 61"/>
          <p:cNvGrpSpPr>
            <a:grpSpLocks noChangeAspect="1"/>
          </p:cNvGrpSpPr>
          <p:nvPr/>
        </p:nvGrpSpPr>
        <p:grpSpPr>
          <a:xfrm>
            <a:off x="7132380" y="1211913"/>
            <a:ext cx="201110" cy="201110"/>
            <a:chOff x="864708" y="7928616"/>
            <a:chExt cx="402336" cy="402336"/>
          </a:xfrm>
        </p:grpSpPr>
        <p:sp>
          <p:nvSpPr>
            <p:cNvPr id="783" name="Oval 78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84" name="Oval 78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85" name="Yellow Oval 62"/>
          <p:cNvGrpSpPr>
            <a:grpSpLocks noChangeAspect="1"/>
          </p:cNvGrpSpPr>
          <p:nvPr/>
        </p:nvGrpSpPr>
        <p:grpSpPr>
          <a:xfrm>
            <a:off x="6903845" y="3954335"/>
            <a:ext cx="201110" cy="201110"/>
            <a:chOff x="864708" y="7928616"/>
            <a:chExt cx="402336" cy="402336"/>
          </a:xfrm>
        </p:grpSpPr>
        <p:sp>
          <p:nvSpPr>
            <p:cNvPr id="786" name="Oval 78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87" name="Oval 78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88" name="Yellow Oval 63"/>
          <p:cNvGrpSpPr>
            <a:grpSpLocks noChangeAspect="1"/>
          </p:cNvGrpSpPr>
          <p:nvPr/>
        </p:nvGrpSpPr>
        <p:grpSpPr>
          <a:xfrm>
            <a:off x="6574755" y="4487583"/>
            <a:ext cx="201110" cy="201110"/>
            <a:chOff x="864708" y="7928616"/>
            <a:chExt cx="402336" cy="402336"/>
          </a:xfrm>
        </p:grpSpPr>
        <p:sp>
          <p:nvSpPr>
            <p:cNvPr id="789" name="Oval 78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0" name="Oval 78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91" name="Yellow Oval 64"/>
          <p:cNvGrpSpPr>
            <a:grpSpLocks noChangeAspect="1"/>
          </p:cNvGrpSpPr>
          <p:nvPr/>
        </p:nvGrpSpPr>
        <p:grpSpPr>
          <a:xfrm>
            <a:off x="5507052" y="3116372"/>
            <a:ext cx="201110" cy="201110"/>
            <a:chOff x="864708" y="7928616"/>
            <a:chExt cx="402336" cy="402336"/>
          </a:xfrm>
        </p:grpSpPr>
        <p:sp>
          <p:nvSpPr>
            <p:cNvPr id="792" name="Oval 79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3" name="Oval 79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94" name="Yellow Oval 65"/>
          <p:cNvGrpSpPr>
            <a:grpSpLocks noChangeAspect="1"/>
          </p:cNvGrpSpPr>
          <p:nvPr/>
        </p:nvGrpSpPr>
        <p:grpSpPr>
          <a:xfrm>
            <a:off x="1926666" y="1592804"/>
            <a:ext cx="201110" cy="201110"/>
            <a:chOff x="864708" y="7928616"/>
            <a:chExt cx="402336" cy="402336"/>
          </a:xfrm>
        </p:grpSpPr>
        <p:sp>
          <p:nvSpPr>
            <p:cNvPr id="795" name="Oval 79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6" name="Oval 79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797" name="Yellow Oval 66"/>
          <p:cNvGrpSpPr>
            <a:grpSpLocks noChangeAspect="1"/>
          </p:cNvGrpSpPr>
          <p:nvPr/>
        </p:nvGrpSpPr>
        <p:grpSpPr>
          <a:xfrm>
            <a:off x="4847028" y="480283"/>
            <a:ext cx="201110" cy="201110"/>
            <a:chOff x="864708" y="7928616"/>
            <a:chExt cx="402336" cy="402336"/>
          </a:xfrm>
        </p:grpSpPr>
        <p:sp>
          <p:nvSpPr>
            <p:cNvPr id="798" name="Oval 79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799" name="Oval 79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00" name="Yellow Oval 67"/>
          <p:cNvGrpSpPr>
            <a:grpSpLocks noChangeAspect="1"/>
          </p:cNvGrpSpPr>
          <p:nvPr/>
        </p:nvGrpSpPr>
        <p:grpSpPr>
          <a:xfrm>
            <a:off x="4389959" y="1211913"/>
            <a:ext cx="201110" cy="201110"/>
            <a:chOff x="864708" y="7928616"/>
            <a:chExt cx="402336" cy="402336"/>
          </a:xfrm>
        </p:grpSpPr>
        <p:sp>
          <p:nvSpPr>
            <p:cNvPr id="801" name="Oval 80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02" name="Oval 80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03" name="Yellow Oval 68"/>
          <p:cNvGrpSpPr>
            <a:grpSpLocks noChangeAspect="1"/>
          </p:cNvGrpSpPr>
          <p:nvPr/>
        </p:nvGrpSpPr>
        <p:grpSpPr>
          <a:xfrm>
            <a:off x="6466899" y="4182870"/>
            <a:ext cx="201110" cy="201110"/>
            <a:chOff x="864708" y="7928616"/>
            <a:chExt cx="402336" cy="402336"/>
          </a:xfrm>
        </p:grpSpPr>
        <p:sp>
          <p:nvSpPr>
            <p:cNvPr id="804" name="Oval 80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05" name="Oval 80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06" name="Yellow Oval 69"/>
          <p:cNvGrpSpPr>
            <a:grpSpLocks noChangeAspect="1"/>
          </p:cNvGrpSpPr>
          <p:nvPr/>
        </p:nvGrpSpPr>
        <p:grpSpPr>
          <a:xfrm>
            <a:off x="5660615" y="2025498"/>
            <a:ext cx="201110" cy="201110"/>
            <a:chOff x="864708" y="7928616"/>
            <a:chExt cx="402336" cy="402336"/>
          </a:xfrm>
        </p:grpSpPr>
        <p:sp>
          <p:nvSpPr>
            <p:cNvPr id="807" name="Oval 80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08" name="Oval 80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09" name="Yellow Oval 70"/>
          <p:cNvGrpSpPr>
            <a:grpSpLocks noChangeAspect="1"/>
          </p:cNvGrpSpPr>
          <p:nvPr/>
        </p:nvGrpSpPr>
        <p:grpSpPr>
          <a:xfrm>
            <a:off x="3628174" y="5325546"/>
            <a:ext cx="201110" cy="201110"/>
            <a:chOff x="864708" y="7928616"/>
            <a:chExt cx="402336" cy="402336"/>
          </a:xfrm>
        </p:grpSpPr>
        <p:sp>
          <p:nvSpPr>
            <p:cNvPr id="810" name="Oval 80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11" name="Oval 81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12" name="Yellow Oval 71"/>
          <p:cNvGrpSpPr>
            <a:grpSpLocks noChangeAspect="1"/>
          </p:cNvGrpSpPr>
          <p:nvPr/>
        </p:nvGrpSpPr>
        <p:grpSpPr>
          <a:xfrm>
            <a:off x="3551996" y="4411405"/>
            <a:ext cx="201110" cy="201110"/>
            <a:chOff x="864708" y="7928616"/>
            <a:chExt cx="402336" cy="402336"/>
          </a:xfrm>
        </p:grpSpPr>
        <p:sp>
          <p:nvSpPr>
            <p:cNvPr id="813" name="Oval 81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14" name="Oval 81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15" name="Yellow Oval 72"/>
          <p:cNvGrpSpPr>
            <a:grpSpLocks noChangeAspect="1"/>
          </p:cNvGrpSpPr>
          <p:nvPr/>
        </p:nvGrpSpPr>
        <p:grpSpPr>
          <a:xfrm>
            <a:off x="4542315" y="980013"/>
            <a:ext cx="201110" cy="201110"/>
            <a:chOff x="864708" y="7928616"/>
            <a:chExt cx="402336" cy="402336"/>
          </a:xfrm>
        </p:grpSpPr>
        <p:sp>
          <p:nvSpPr>
            <p:cNvPr id="816" name="Oval 81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17" name="Oval 81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18" name="Yellow Oval 73"/>
          <p:cNvGrpSpPr>
            <a:grpSpLocks noChangeAspect="1"/>
          </p:cNvGrpSpPr>
          <p:nvPr/>
        </p:nvGrpSpPr>
        <p:grpSpPr>
          <a:xfrm>
            <a:off x="6980023" y="3649621"/>
            <a:ext cx="201110" cy="201110"/>
            <a:chOff x="864708" y="7928616"/>
            <a:chExt cx="402336" cy="402336"/>
          </a:xfrm>
        </p:grpSpPr>
        <p:sp>
          <p:nvSpPr>
            <p:cNvPr id="819" name="Oval 81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0" name="Oval 81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21" name="Yellow Oval 74"/>
          <p:cNvGrpSpPr>
            <a:grpSpLocks noChangeAspect="1"/>
          </p:cNvGrpSpPr>
          <p:nvPr/>
        </p:nvGrpSpPr>
        <p:grpSpPr>
          <a:xfrm>
            <a:off x="6218240" y="2278410"/>
            <a:ext cx="201110" cy="201110"/>
            <a:chOff x="864708" y="7928616"/>
            <a:chExt cx="402336" cy="402336"/>
          </a:xfrm>
        </p:grpSpPr>
        <p:sp>
          <p:nvSpPr>
            <p:cNvPr id="822" name="Oval 82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3" name="Oval 82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24" name="Yellow Oval 75"/>
          <p:cNvGrpSpPr>
            <a:grpSpLocks noChangeAspect="1"/>
          </p:cNvGrpSpPr>
          <p:nvPr/>
        </p:nvGrpSpPr>
        <p:grpSpPr>
          <a:xfrm>
            <a:off x="6017129" y="3116372"/>
            <a:ext cx="201110" cy="201110"/>
            <a:chOff x="864708" y="7928616"/>
            <a:chExt cx="402336" cy="402336"/>
          </a:xfrm>
        </p:grpSpPr>
        <p:sp>
          <p:nvSpPr>
            <p:cNvPr id="825" name="Oval 82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6" name="Oval 82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27" name="Yellow Oval 76"/>
          <p:cNvGrpSpPr>
            <a:grpSpLocks noChangeAspect="1"/>
          </p:cNvGrpSpPr>
          <p:nvPr/>
        </p:nvGrpSpPr>
        <p:grpSpPr>
          <a:xfrm>
            <a:off x="3628174" y="5020832"/>
            <a:ext cx="201110" cy="201110"/>
            <a:chOff x="864708" y="7928616"/>
            <a:chExt cx="402336" cy="402336"/>
          </a:xfrm>
        </p:grpSpPr>
        <p:sp>
          <p:nvSpPr>
            <p:cNvPr id="828" name="Oval 82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29" name="Oval 82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30" name="Yellow Oval 77"/>
          <p:cNvGrpSpPr>
            <a:grpSpLocks noChangeAspect="1"/>
          </p:cNvGrpSpPr>
          <p:nvPr/>
        </p:nvGrpSpPr>
        <p:grpSpPr>
          <a:xfrm>
            <a:off x="4877817" y="907199"/>
            <a:ext cx="201110" cy="201110"/>
            <a:chOff x="864708" y="7928616"/>
            <a:chExt cx="402336" cy="402336"/>
          </a:xfrm>
        </p:grpSpPr>
        <p:sp>
          <p:nvSpPr>
            <p:cNvPr id="831" name="Oval 83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32" name="Oval 83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33" name="Yellow Oval 78"/>
          <p:cNvGrpSpPr>
            <a:grpSpLocks noChangeAspect="1"/>
          </p:cNvGrpSpPr>
          <p:nvPr/>
        </p:nvGrpSpPr>
        <p:grpSpPr>
          <a:xfrm>
            <a:off x="6751487" y="4182870"/>
            <a:ext cx="201110" cy="201110"/>
            <a:chOff x="864708" y="7928616"/>
            <a:chExt cx="402336" cy="402336"/>
          </a:xfrm>
        </p:grpSpPr>
        <p:sp>
          <p:nvSpPr>
            <p:cNvPr id="834" name="Oval 83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35" name="Oval 83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36" name="Yellow Oval 79"/>
          <p:cNvGrpSpPr>
            <a:grpSpLocks noChangeAspect="1"/>
          </p:cNvGrpSpPr>
          <p:nvPr/>
        </p:nvGrpSpPr>
        <p:grpSpPr>
          <a:xfrm>
            <a:off x="6218240" y="4106692"/>
            <a:ext cx="201110" cy="201110"/>
            <a:chOff x="864708" y="7928616"/>
            <a:chExt cx="402336" cy="402336"/>
          </a:xfrm>
        </p:grpSpPr>
        <p:sp>
          <p:nvSpPr>
            <p:cNvPr id="837" name="Oval 83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38" name="Oval 83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39" name="Yellow Oval 80"/>
          <p:cNvGrpSpPr>
            <a:grpSpLocks noChangeAspect="1"/>
          </p:cNvGrpSpPr>
          <p:nvPr/>
        </p:nvGrpSpPr>
        <p:grpSpPr>
          <a:xfrm>
            <a:off x="6294418" y="3649621"/>
            <a:ext cx="201110" cy="201110"/>
            <a:chOff x="864708" y="7928616"/>
            <a:chExt cx="402336" cy="402336"/>
          </a:xfrm>
        </p:grpSpPr>
        <p:sp>
          <p:nvSpPr>
            <p:cNvPr id="840" name="Oval 83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41" name="Oval 84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42" name="Yellow Oval 81"/>
          <p:cNvGrpSpPr>
            <a:grpSpLocks noChangeAspect="1"/>
          </p:cNvGrpSpPr>
          <p:nvPr/>
        </p:nvGrpSpPr>
        <p:grpSpPr>
          <a:xfrm>
            <a:off x="3171104" y="1211913"/>
            <a:ext cx="201110" cy="201110"/>
            <a:chOff x="864708" y="7928616"/>
            <a:chExt cx="402336" cy="402336"/>
          </a:xfrm>
        </p:grpSpPr>
        <p:sp>
          <p:nvSpPr>
            <p:cNvPr id="843" name="Oval 84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44" name="Oval 84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45" name="Yellow Oval 82"/>
          <p:cNvGrpSpPr>
            <a:grpSpLocks noChangeAspect="1"/>
          </p:cNvGrpSpPr>
          <p:nvPr/>
        </p:nvGrpSpPr>
        <p:grpSpPr>
          <a:xfrm>
            <a:off x="4466137" y="4335227"/>
            <a:ext cx="201110" cy="201110"/>
            <a:chOff x="864708" y="7928616"/>
            <a:chExt cx="402336" cy="402336"/>
          </a:xfrm>
        </p:grpSpPr>
        <p:sp>
          <p:nvSpPr>
            <p:cNvPr id="846" name="Oval 84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47" name="Oval 84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48" name="Yellow Oval 83"/>
          <p:cNvGrpSpPr>
            <a:grpSpLocks noChangeAspect="1"/>
          </p:cNvGrpSpPr>
          <p:nvPr/>
        </p:nvGrpSpPr>
        <p:grpSpPr>
          <a:xfrm>
            <a:off x="6827667" y="2025498"/>
            <a:ext cx="201110" cy="201110"/>
            <a:chOff x="864708" y="7928616"/>
            <a:chExt cx="402336" cy="402336"/>
          </a:xfrm>
        </p:grpSpPr>
        <p:sp>
          <p:nvSpPr>
            <p:cNvPr id="849" name="Oval 84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0" name="Oval 84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51" name="Yellow Oval 84"/>
          <p:cNvGrpSpPr>
            <a:grpSpLocks noChangeAspect="1"/>
          </p:cNvGrpSpPr>
          <p:nvPr/>
        </p:nvGrpSpPr>
        <p:grpSpPr>
          <a:xfrm>
            <a:off x="6675310" y="3753224"/>
            <a:ext cx="201110" cy="201110"/>
            <a:chOff x="864708" y="7928616"/>
            <a:chExt cx="402336" cy="402336"/>
          </a:xfrm>
        </p:grpSpPr>
        <p:sp>
          <p:nvSpPr>
            <p:cNvPr id="852" name="Oval 85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3" name="Oval 85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54" name="Yellow Oval 85"/>
          <p:cNvGrpSpPr>
            <a:grpSpLocks noChangeAspect="1"/>
          </p:cNvGrpSpPr>
          <p:nvPr/>
        </p:nvGrpSpPr>
        <p:grpSpPr>
          <a:xfrm>
            <a:off x="6294418" y="2854001"/>
            <a:ext cx="201110" cy="201110"/>
            <a:chOff x="864708" y="7928616"/>
            <a:chExt cx="402336" cy="402336"/>
          </a:xfrm>
        </p:grpSpPr>
        <p:sp>
          <p:nvSpPr>
            <p:cNvPr id="855" name="Oval 85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6" name="Oval 85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57" name="Yellow Oval 86"/>
          <p:cNvGrpSpPr>
            <a:grpSpLocks noChangeAspect="1"/>
          </p:cNvGrpSpPr>
          <p:nvPr/>
        </p:nvGrpSpPr>
        <p:grpSpPr>
          <a:xfrm>
            <a:off x="3299084" y="2278410"/>
            <a:ext cx="201110" cy="201110"/>
            <a:chOff x="864708" y="7928616"/>
            <a:chExt cx="402336" cy="402336"/>
          </a:xfrm>
        </p:grpSpPr>
        <p:sp>
          <p:nvSpPr>
            <p:cNvPr id="858" name="Oval 85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59" name="Oval 85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60" name="Yellow Oval 87"/>
          <p:cNvGrpSpPr>
            <a:grpSpLocks noChangeAspect="1"/>
          </p:cNvGrpSpPr>
          <p:nvPr/>
        </p:nvGrpSpPr>
        <p:grpSpPr>
          <a:xfrm>
            <a:off x="3628174" y="3954017"/>
            <a:ext cx="201110" cy="201110"/>
            <a:chOff x="864708" y="7928616"/>
            <a:chExt cx="402336" cy="402336"/>
          </a:xfrm>
        </p:grpSpPr>
        <p:sp>
          <p:nvSpPr>
            <p:cNvPr id="861" name="Oval 86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62" name="Oval 86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63" name="Yellow Oval 88"/>
          <p:cNvGrpSpPr>
            <a:grpSpLocks noChangeAspect="1"/>
          </p:cNvGrpSpPr>
          <p:nvPr/>
        </p:nvGrpSpPr>
        <p:grpSpPr>
          <a:xfrm>
            <a:off x="4161422" y="4697518"/>
            <a:ext cx="201110" cy="201110"/>
            <a:chOff x="864708" y="7928616"/>
            <a:chExt cx="402336" cy="402336"/>
          </a:xfrm>
        </p:grpSpPr>
        <p:sp>
          <p:nvSpPr>
            <p:cNvPr id="864" name="Oval 86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65" name="Oval 86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66" name="Yellow Oval 89"/>
          <p:cNvGrpSpPr>
            <a:grpSpLocks noChangeAspect="1"/>
          </p:cNvGrpSpPr>
          <p:nvPr/>
        </p:nvGrpSpPr>
        <p:grpSpPr>
          <a:xfrm>
            <a:off x="6668010" y="3954335"/>
            <a:ext cx="201110" cy="201110"/>
            <a:chOff x="864708" y="7928616"/>
            <a:chExt cx="402336" cy="402336"/>
          </a:xfrm>
        </p:grpSpPr>
        <p:sp>
          <p:nvSpPr>
            <p:cNvPr id="867" name="Oval 86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68" name="Oval 86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69" name="Yellow Oval 90"/>
          <p:cNvGrpSpPr>
            <a:grpSpLocks noChangeAspect="1"/>
          </p:cNvGrpSpPr>
          <p:nvPr/>
        </p:nvGrpSpPr>
        <p:grpSpPr>
          <a:xfrm>
            <a:off x="5837347" y="2506945"/>
            <a:ext cx="201110" cy="201110"/>
            <a:chOff x="864708" y="7928616"/>
            <a:chExt cx="402336" cy="402336"/>
          </a:xfrm>
        </p:grpSpPr>
        <p:sp>
          <p:nvSpPr>
            <p:cNvPr id="870" name="Oval 86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71" name="Oval 87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72" name="Yellow Oval 91"/>
          <p:cNvGrpSpPr>
            <a:grpSpLocks noChangeAspect="1"/>
          </p:cNvGrpSpPr>
          <p:nvPr/>
        </p:nvGrpSpPr>
        <p:grpSpPr>
          <a:xfrm>
            <a:off x="5994593" y="3760525"/>
            <a:ext cx="201110" cy="201110"/>
            <a:chOff x="864708" y="7928616"/>
            <a:chExt cx="402336" cy="402336"/>
          </a:xfrm>
        </p:grpSpPr>
        <p:sp>
          <p:nvSpPr>
            <p:cNvPr id="873" name="Oval 87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74" name="Oval 87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75" name="Yellow Oval 92"/>
          <p:cNvGrpSpPr>
            <a:grpSpLocks noChangeAspect="1"/>
          </p:cNvGrpSpPr>
          <p:nvPr/>
        </p:nvGrpSpPr>
        <p:grpSpPr>
          <a:xfrm>
            <a:off x="4389959" y="4767920"/>
            <a:ext cx="201110" cy="201110"/>
            <a:chOff x="864708" y="7928616"/>
            <a:chExt cx="402336" cy="402336"/>
          </a:xfrm>
        </p:grpSpPr>
        <p:sp>
          <p:nvSpPr>
            <p:cNvPr id="876" name="Oval 87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77" name="Oval 87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78" name="Yellow Oval 93"/>
          <p:cNvGrpSpPr>
            <a:grpSpLocks noChangeAspect="1"/>
          </p:cNvGrpSpPr>
          <p:nvPr/>
        </p:nvGrpSpPr>
        <p:grpSpPr>
          <a:xfrm>
            <a:off x="3933206" y="4891011"/>
            <a:ext cx="201110" cy="201110"/>
            <a:chOff x="864708" y="7928616"/>
            <a:chExt cx="402336" cy="402336"/>
          </a:xfrm>
        </p:grpSpPr>
        <p:sp>
          <p:nvSpPr>
            <p:cNvPr id="879" name="Oval 87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0" name="Oval 87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81" name="Yellow Oval 94"/>
          <p:cNvGrpSpPr>
            <a:grpSpLocks noChangeAspect="1"/>
          </p:cNvGrpSpPr>
          <p:nvPr/>
        </p:nvGrpSpPr>
        <p:grpSpPr>
          <a:xfrm>
            <a:off x="4237600" y="4411405"/>
            <a:ext cx="201110" cy="201110"/>
            <a:chOff x="864708" y="7928616"/>
            <a:chExt cx="402336" cy="402336"/>
          </a:xfrm>
        </p:grpSpPr>
        <p:sp>
          <p:nvSpPr>
            <p:cNvPr id="882" name="Oval 88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3" name="Oval 88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84" name="Yellow Oval 95"/>
          <p:cNvGrpSpPr>
            <a:grpSpLocks noChangeAspect="1"/>
          </p:cNvGrpSpPr>
          <p:nvPr/>
        </p:nvGrpSpPr>
        <p:grpSpPr>
          <a:xfrm>
            <a:off x="6645157" y="3047494"/>
            <a:ext cx="201110" cy="201110"/>
            <a:chOff x="864708" y="7928616"/>
            <a:chExt cx="402336" cy="402336"/>
          </a:xfrm>
        </p:grpSpPr>
        <p:sp>
          <p:nvSpPr>
            <p:cNvPr id="885" name="Oval 88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6" name="Oval 88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87" name="Yellow Oval 96"/>
          <p:cNvGrpSpPr>
            <a:grpSpLocks noChangeAspect="1"/>
          </p:cNvGrpSpPr>
          <p:nvPr/>
        </p:nvGrpSpPr>
        <p:grpSpPr>
          <a:xfrm>
            <a:off x="2817953" y="3421085"/>
            <a:ext cx="201110" cy="201110"/>
            <a:chOff x="864708" y="7928616"/>
            <a:chExt cx="402336" cy="402336"/>
          </a:xfrm>
        </p:grpSpPr>
        <p:sp>
          <p:nvSpPr>
            <p:cNvPr id="888" name="Oval 88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89" name="Oval 88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90" name="Yellow Oval 97"/>
          <p:cNvGrpSpPr>
            <a:grpSpLocks noChangeAspect="1"/>
          </p:cNvGrpSpPr>
          <p:nvPr/>
        </p:nvGrpSpPr>
        <p:grpSpPr>
          <a:xfrm>
            <a:off x="4009065" y="5097010"/>
            <a:ext cx="201110" cy="201110"/>
            <a:chOff x="864708" y="7928616"/>
            <a:chExt cx="402336" cy="402336"/>
          </a:xfrm>
        </p:grpSpPr>
        <p:sp>
          <p:nvSpPr>
            <p:cNvPr id="891" name="Oval 89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92" name="Oval 89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93" name="Yellow Oval 98"/>
          <p:cNvGrpSpPr>
            <a:grpSpLocks noChangeAspect="1"/>
          </p:cNvGrpSpPr>
          <p:nvPr/>
        </p:nvGrpSpPr>
        <p:grpSpPr>
          <a:xfrm>
            <a:off x="3361868" y="3954335"/>
            <a:ext cx="201110" cy="201110"/>
            <a:chOff x="864708" y="7928616"/>
            <a:chExt cx="402336" cy="402336"/>
          </a:xfrm>
        </p:grpSpPr>
        <p:sp>
          <p:nvSpPr>
            <p:cNvPr id="894" name="Oval 89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95" name="Oval 89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96" name="Yellow Oval 99"/>
          <p:cNvGrpSpPr>
            <a:grpSpLocks noChangeAspect="1"/>
          </p:cNvGrpSpPr>
          <p:nvPr/>
        </p:nvGrpSpPr>
        <p:grpSpPr>
          <a:xfrm>
            <a:off x="3716859" y="4767920"/>
            <a:ext cx="201110" cy="201110"/>
            <a:chOff x="864708" y="7928616"/>
            <a:chExt cx="402336" cy="402336"/>
          </a:xfrm>
        </p:grpSpPr>
        <p:sp>
          <p:nvSpPr>
            <p:cNvPr id="897" name="Oval 89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898" name="Oval 89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899" name="Yellow Oval 100"/>
          <p:cNvGrpSpPr>
            <a:grpSpLocks noChangeAspect="1"/>
          </p:cNvGrpSpPr>
          <p:nvPr/>
        </p:nvGrpSpPr>
        <p:grpSpPr>
          <a:xfrm>
            <a:off x="3913845" y="4063051"/>
            <a:ext cx="201110" cy="201110"/>
            <a:chOff x="864708" y="7928616"/>
            <a:chExt cx="402336" cy="402336"/>
          </a:xfrm>
        </p:grpSpPr>
        <p:sp>
          <p:nvSpPr>
            <p:cNvPr id="900" name="Oval 89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01" name="Oval 90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02" name="Green Oval 61"/>
          <p:cNvGrpSpPr>
            <a:grpSpLocks noChangeAspect="1"/>
          </p:cNvGrpSpPr>
          <p:nvPr/>
        </p:nvGrpSpPr>
        <p:grpSpPr>
          <a:xfrm>
            <a:off x="4770849" y="1288089"/>
            <a:ext cx="301666" cy="301666"/>
            <a:chOff x="864708" y="7928616"/>
            <a:chExt cx="402336" cy="402336"/>
          </a:xfrm>
        </p:grpSpPr>
        <p:sp>
          <p:nvSpPr>
            <p:cNvPr id="903" name="Oval 902"/>
            <p:cNvSpPr/>
            <p:nvPr/>
          </p:nvSpPr>
          <p:spPr bwMode="auto">
            <a:xfrm>
              <a:off x="864708" y="7928616"/>
              <a:ext cx="402336" cy="402336"/>
            </a:xfrm>
            <a:prstGeom prst="ellipse">
              <a:avLst/>
            </a:prstGeom>
            <a:solidFill>
              <a:srgbClr val="325C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04" name="Oval 903"/>
            <p:cNvSpPr/>
            <p:nvPr/>
          </p:nvSpPr>
          <p:spPr bwMode="auto">
            <a:xfrm>
              <a:off x="911669" y="7975580"/>
              <a:ext cx="308414" cy="308408"/>
            </a:xfrm>
            <a:prstGeom prst="ellipse">
              <a:avLst/>
            </a:prstGeom>
            <a:solidFill>
              <a:srgbClr val="92D05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05" name="Yellow Oval 101"/>
          <p:cNvGrpSpPr>
            <a:grpSpLocks noChangeAspect="1"/>
          </p:cNvGrpSpPr>
          <p:nvPr/>
        </p:nvGrpSpPr>
        <p:grpSpPr>
          <a:xfrm>
            <a:off x="6903845" y="1516625"/>
            <a:ext cx="201110" cy="201110"/>
            <a:chOff x="864708" y="7928616"/>
            <a:chExt cx="402336" cy="402336"/>
          </a:xfrm>
        </p:grpSpPr>
        <p:sp>
          <p:nvSpPr>
            <p:cNvPr id="906" name="Oval 90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07" name="Oval 90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08" name="Yellow Oval 102"/>
          <p:cNvGrpSpPr>
            <a:grpSpLocks noChangeAspect="1"/>
          </p:cNvGrpSpPr>
          <p:nvPr/>
        </p:nvGrpSpPr>
        <p:grpSpPr>
          <a:xfrm>
            <a:off x="7056202" y="1924943"/>
            <a:ext cx="201110" cy="201110"/>
            <a:chOff x="864708" y="7928616"/>
            <a:chExt cx="402336" cy="402336"/>
          </a:xfrm>
        </p:grpSpPr>
        <p:sp>
          <p:nvSpPr>
            <p:cNvPr id="909" name="Oval 90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10" name="Oval 90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11" name="Yellow Oval 103"/>
          <p:cNvGrpSpPr>
            <a:grpSpLocks noChangeAspect="1"/>
          </p:cNvGrpSpPr>
          <p:nvPr/>
        </p:nvGrpSpPr>
        <p:grpSpPr>
          <a:xfrm>
            <a:off x="7389927" y="1516625"/>
            <a:ext cx="201110" cy="201110"/>
            <a:chOff x="864708" y="7928616"/>
            <a:chExt cx="402336" cy="402336"/>
          </a:xfrm>
        </p:grpSpPr>
        <p:sp>
          <p:nvSpPr>
            <p:cNvPr id="912" name="Oval 91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13" name="Oval 91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14" name="Yellow Oval 104"/>
          <p:cNvGrpSpPr>
            <a:grpSpLocks noChangeAspect="1"/>
          </p:cNvGrpSpPr>
          <p:nvPr/>
        </p:nvGrpSpPr>
        <p:grpSpPr>
          <a:xfrm>
            <a:off x="7665629" y="1910658"/>
            <a:ext cx="201110" cy="201110"/>
            <a:chOff x="864708" y="7928616"/>
            <a:chExt cx="402336" cy="402336"/>
          </a:xfrm>
        </p:grpSpPr>
        <p:sp>
          <p:nvSpPr>
            <p:cNvPr id="915" name="Oval 91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16" name="Oval 91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17" name="Yellow Oval 105"/>
          <p:cNvGrpSpPr>
            <a:grpSpLocks noChangeAspect="1"/>
          </p:cNvGrpSpPr>
          <p:nvPr/>
        </p:nvGrpSpPr>
        <p:grpSpPr>
          <a:xfrm>
            <a:off x="8198878" y="1924943"/>
            <a:ext cx="201110" cy="201110"/>
            <a:chOff x="864708" y="7928616"/>
            <a:chExt cx="402336" cy="402336"/>
          </a:xfrm>
        </p:grpSpPr>
        <p:sp>
          <p:nvSpPr>
            <p:cNvPr id="918" name="Oval 91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19" name="Oval 91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20" name="Yellow Oval 106"/>
          <p:cNvGrpSpPr>
            <a:grpSpLocks noChangeAspect="1"/>
          </p:cNvGrpSpPr>
          <p:nvPr/>
        </p:nvGrpSpPr>
        <p:grpSpPr>
          <a:xfrm>
            <a:off x="7817985" y="2202231"/>
            <a:ext cx="201110" cy="201110"/>
            <a:chOff x="864708" y="7928616"/>
            <a:chExt cx="402336" cy="402336"/>
          </a:xfrm>
        </p:grpSpPr>
        <p:sp>
          <p:nvSpPr>
            <p:cNvPr id="921" name="Oval 92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22" name="Oval 92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23" name="Yellow Oval 107"/>
          <p:cNvGrpSpPr>
            <a:grpSpLocks noChangeAspect="1"/>
          </p:cNvGrpSpPr>
          <p:nvPr/>
        </p:nvGrpSpPr>
        <p:grpSpPr>
          <a:xfrm>
            <a:off x="7741807" y="2839084"/>
            <a:ext cx="201110" cy="201110"/>
            <a:chOff x="864708" y="7928616"/>
            <a:chExt cx="402336" cy="402336"/>
          </a:xfrm>
        </p:grpSpPr>
        <p:sp>
          <p:nvSpPr>
            <p:cNvPr id="924" name="Oval 92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25" name="Oval 92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26" name="Yellow Oval 108"/>
          <p:cNvGrpSpPr>
            <a:grpSpLocks noChangeAspect="1"/>
          </p:cNvGrpSpPr>
          <p:nvPr/>
        </p:nvGrpSpPr>
        <p:grpSpPr>
          <a:xfrm>
            <a:off x="7383579" y="2856542"/>
            <a:ext cx="201110" cy="201110"/>
            <a:chOff x="864708" y="7928616"/>
            <a:chExt cx="402336" cy="402336"/>
          </a:xfrm>
        </p:grpSpPr>
        <p:sp>
          <p:nvSpPr>
            <p:cNvPr id="927" name="Oval 92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28" name="Oval 92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29" name="Yellow Oval 109"/>
          <p:cNvGrpSpPr>
            <a:grpSpLocks noChangeAspect="1"/>
          </p:cNvGrpSpPr>
          <p:nvPr/>
        </p:nvGrpSpPr>
        <p:grpSpPr>
          <a:xfrm>
            <a:off x="8503591" y="2839084"/>
            <a:ext cx="201110" cy="201110"/>
            <a:chOff x="864708" y="7928616"/>
            <a:chExt cx="402336" cy="402336"/>
          </a:xfrm>
        </p:grpSpPr>
        <p:sp>
          <p:nvSpPr>
            <p:cNvPr id="930" name="Oval 92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31" name="Oval 93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32" name="Yellow Oval 110"/>
          <p:cNvGrpSpPr>
            <a:grpSpLocks noChangeAspect="1"/>
          </p:cNvGrpSpPr>
          <p:nvPr/>
        </p:nvGrpSpPr>
        <p:grpSpPr>
          <a:xfrm>
            <a:off x="8884483" y="2735481"/>
            <a:ext cx="201110" cy="201110"/>
            <a:chOff x="864708" y="7928616"/>
            <a:chExt cx="402336" cy="402336"/>
          </a:xfrm>
        </p:grpSpPr>
        <p:sp>
          <p:nvSpPr>
            <p:cNvPr id="933" name="Oval 93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34" name="Oval 93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35" name="Yellow Oval 111"/>
          <p:cNvGrpSpPr>
            <a:grpSpLocks noChangeAspect="1"/>
          </p:cNvGrpSpPr>
          <p:nvPr/>
        </p:nvGrpSpPr>
        <p:grpSpPr>
          <a:xfrm>
            <a:off x="8808305" y="3344907"/>
            <a:ext cx="201110" cy="201110"/>
            <a:chOff x="864708" y="7928616"/>
            <a:chExt cx="402336" cy="402336"/>
          </a:xfrm>
        </p:grpSpPr>
        <p:sp>
          <p:nvSpPr>
            <p:cNvPr id="936" name="Oval 93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37" name="Oval 93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38" name="Yellow Oval 112"/>
          <p:cNvGrpSpPr>
            <a:grpSpLocks noChangeAspect="1"/>
          </p:cNvGrpSpPr>
          <p:nvPr/>
        </p:nvGrpSpPr>
        <p:grpSpPr>
          <a:xfrm>
            <a:off x="8467090" y="2092726"/>
            <a:ext cx="201110" cy="201110"/>
            <a:chOff x="864708" y="7928616"/>
            <a:chExt cx="402336" cy="402336"/>
          </a:xfrm>
        </p:grpSpPr>
        <p:sp>
          <p:nvSpPr>
            <p:cNvPr id="939" name="Oval 93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0" name="Oval 93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41" name="Yellow Oval 113"/>
          <p:cNvGrpSpPr>
            <a:grpSpLocks noChangeAspect="1"/>
          </p:cNvGrpSpPr>
          <p:nvPr/>
        </p:nvGrpSpPr>
        <p:grpSpPr>
          <a:xfrm>
            <a:off x="9036840" y="1821340"/>
            <a:ext cx="201110" cy="201110"/>
            <a:chOff x="864708" y="7928616"/>
            <a:chExt cx="402336" cy="402336"/>
          </a:xfrm>
        </p:grpSpPr>
        <p:sp>
          <p:nvSpPr>
            <p:cNvPr id="942" name="Oval 94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3" name="Oval 94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44" name="Yellow Oval 114"/>
          <p:cNvGrpSpPr>
            <a:grpSpLocks noChangeAspect="1"/>
          </p:cNvGrpSpPr>
          <p:nvPr/>
        </p:nvGrpSpPr>
        <p:grpSpPr>
          <a:xfrm>
            <a:off x="8403036" y="1897519"/>
            <a:ext cx="201110" cy="201110"/>
            <a:chOff x="864708" y="7928616"/>
            <a:chExt cx="402336" cy="402336"/>
          </a:xfrm>
        </p:grpSpPr>
        <p:sp>
          <p:nvSpPr>
            <p:cNvPr id="945" name="Oval 94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6" name="Oval 94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47" name="Yellow Oval 115"/>
          <p:cNvGrpSpPr>
            <a:grpSpLocks noChangeAspect="1"/>
          </p:cNvGrpSpPr>
          <p:nvPr/>
        </p:nvGrpSpPr>
        <p:grpSpPr>
          <a:xfrm>
            <a:off x="9570088" y="1010803"/>
            <a:ext cx="201110" cy="201110"/>
            <a:chOff x="864708" y="7928616"/>
            <a:chExt cx="402336" cy="402336"/>
          </a:xfrm>
        </p:grpSpPr>
        <p:sp>
          <p:nvSpPr>
            <p:cNvPr id="948" name="Oval 94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49" name="Oval 94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50" name="Yellow Oval 116"/>
          <p:cNvGrpSpPr>
            <a:grpSpLocks noChangeAspect="1"/>
          </p:cNvGrpSpPr>
          <p:nvPr/>
        </p:nvGrpSpPr>
        <p:grpSpPr>
          <a:xfrm>
            <a:off x="9570088" y="1242066"/>
            <a:ext cx="201110" cy="201110"/>
            <a:chOff x="864708" y="7928616"/>
            <a:chExt cx="402336" cy="402336"/>
          </a:xfrm>
        </p:grpSpPr>
        <p:sp>
          <p:nvSpPr>
            <p:cNvPr id="951" name="Oval 95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52" name="Oval 95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53" name="Yellow Oval 117"/>
          <p:cNvGrpSpPr>
            <a:grpSpLocks noChangeAspect="1"/>
          </p:cNvGrpSpPr>
          <p:nvPr/>
        </p:nvGrpSpPr>
        <p:grpSpPr>
          <a:xfrm>
            <a:off x="9798623" y="1288090"/>
            <a:ext cx="201110" cy="201110"/>
            <a:chOff x="864708" y="7928616"/>
            <a:chExt cx="402336" cy="402336"/>
          </a:xfrm>
        </p:grpSpPr>
        <p:sp>
          <p:nvSpPr>
            <p:cNvPr id="954" name="Oval 95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55" name="Oval 95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56" name="Yellow Oval 118"/>
          <p:cNvGrpSpPr>
            <a:grpSpLocks noChangeAspect="1"/>
          </p:cNvGrpSpPr>
          <p:nvPr/>
        </p:nvGrpSpPr>
        <p:grpSpPr>
          <a:xfrm>
            <a:off x="9570088" y="1440447"/>
            <a:ext cx="201110" cy="201110"/>
            <a:chOff x="864708" y="7928616"/>
            <a:chExt cx="402336" cy="402336"/>
          </a:xfrm>
        </p:grpSpPr>
        <p:sp>
          <p:nvSpPr>
            <p:cNvPr id="957" name="Oval 95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58" name="Oval 95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59" name="Yellow Oval 119"/>
          <p:cNvGrpSpPr>
            <a:grpSpLocks noChangeAspect="1"/>
          </p:cNvGrpSpPr>
          <p:nvPr/>
        </p:nvGrpSpPr>
        <p:grpSpPr>
          <a:xfrm>
            <a:off x="9798623" y="1592804"/>
            <a:ext cx="201110" cy="201110"/>
            <a:chOff x="864708" y="7928616"/>
            <a:chExt cx="402336" cy="402336"/>
          </a:xfrm>
        </p:grpSpPr>
        <p:sp>
          <p:nvSpPr>
            <p:cNvPr id="960" name="Oval 95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61" name="Oval 96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62" name="Yellow Oval 120"/>
          <p:cNvGrpSpPr>
            <a:grpSpLocks noChangeAspect="1"/>
          </p:cNvGrpSpPr>
          <p:nvPr/>
        </p:nvGrpSpPr>
        <p:grpSpPr>
          <a:xfrm>
            <a:off x="10027158" y="1364269"/>
            <a:ext cx="201110" cy="201110"/>
            <a:chOff x="864708" y="7928616"/>
            <a:chExt cx="402336" cy="402336"/>
          </a:xfrm>
        </p:grpSpPr>
        <p:sp>
          <p:nvSpPr>
            <p:cNvPr id="963" name="Oval 96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64" name="Oval 96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65" name="Yellow Oval 121"/>
          <p:cNvGrpSpPr>
            <a:grpSpLocks noChangeAspect="1"/>
          </p:cNvGrpSpPr>
          <p:nvPr/>
        </p:nvGrpSpPr>
        <p:grpSpPr>
          <a:xfrm>
            <a:off x="10331873" y="1216674"/>
            <a:ext cx="201110" cy="201110"/>
            <a:chOff x="864708" y="7928616"/>
            <a:chExt cx="402336" cy="402336"/>
          </a:xfrm>
        </p:grpSpPr>
        <p:sp>
          <p:nvSpPr>
            <p:cNvPr id="966" name="Oval 96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67" name="Oval 96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68" name="Yellow Oval 122"/>
          <p:cNvGrpSpPr>
            <a:grpSpLocks noChangeAspect="1"/>
          </p:cNvGrpSpPr>
          <p:nvPr/>
        </p:nvGrpSpPr>
        <p:grpSpPr>
          <a:xfrm>
            <a:off x="9950981" y="1745162"/>
            <a:ext cx="201110" cy="201110"/>
            <a:chOff x="864708" y="7928616"/>
            <a:chExt cx="402336" cy="402336"/>
          </a:xfrm>
        </p:grpSpPr>
        <p:sp>
          <p:nvSpPr>
            <p:cNvPr id="969" name="Oval 96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70" name="Oval 96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71" name="Yellow Oval 123"/>
          <p:cNvGrpSpPr>
            <a:grpSpLocks noChangeAspect="1"/>
          </p:cNvGrpSpPr>
          <p:nvPr/>
        </p:nvGrpSpPr>
        <p:grpSpPr>
          <a:xfrm>
            <a:off x="9646266" y="2430767"/>
            <a:ext cx="201110" cy="201110"/>
            <a:chOff x="864708" y="7928616"/>
            <a:chExt cx="402336" cy="402336"/>
          </a:xfrm>
        </p:grpSpPr>
        <p:sp>
          <p:nvSpPr>
            <p:cNvPr id="972" name="Oval 97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73" name="Oval 97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74" name="Yellow Oval 124"/>
          <p:cNvGrpSpPr>
            <a:grpSpLocks noChangeAspect="1"/>
          </p:cNvGrpSpPr>
          <p:nvPr/>
        </p:nvGrpSpPr>
        <p:grpSpPr>
          <a:xfrm>
            <a:off x="9317176" y="1821340"/>
            <a:ext cx="201110" cy="201110"/>
            <a:chOff x="864708" y="7928616"/>
            <a:chExt cx="402336" cy="402336"/>
          </a:xfrm>
        </p:grpSpPr>
        <p:sp>
          <p:nvSpPr>
            <p:cNvPr id="975" name="Oval 974"/>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76" name="Oval 975"/>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77" name="Yellow Oval 125"/>
          <p:cNvGrpSpPr>
            <a:grpSpLocks noChangeAspect="1"/>
          </p:cNvGrpSpPr>
          <p:nvPr/>
        </p:nvGrpSpPr>
        <p:grpSpPr>
          <a:xfrm>
            <a:off x="9113017" y="2430767"/>
            <a:ext cx="201110" cy="201110"/>
            <a:chOff x="864708" y="7928616"/>
            <a:chExt cx="402336" cy="402336"/>
          </a:xfrm>
        </p:grpSpPr>
        <p:sp>
          <p:nvSpPr>
            <p:cNvPr id="978" name="Oval 977"/>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79" name="Oval 978"/>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80" name="Yellow Oval 126"/>
          <p:cNvGrpSpPr>
            <a:grpSpLocks noChangeAspect="1"/>
          </p:cNvGrpSpPr>
          <p:nvPr/>
        </p:nvGrpSpPr>
        <p:grpSpPr>
          <a:xfrm>
            <a:off x="8732126" y="2126053"/>
            <a:ext cx="201110" cy="201110"/>
            <a:chOff x="864708" y="7928616"/>
            <a:chExt cx="402336" cy="402336"/>
          </a:xfrm>
        </p:grpSpPr>
        <p:sp>
          <p:nvSpPr>
            <p:cNvPr id="981" name="Oval 980"/>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82" name="Oval 981"/>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83" name="Yellow Oval 127"/>
          <p:cNvGrpSpPr>
            <a:grpSpLocks noChangeAspect="1"/>
          </p:cNvGrpSpPr>
          <p:nvPr/>
        </p:nvGrpSpPr>
        <p:grpSpPr>
          <a:xfrm>
            <a:off x="8655946" y="2583123"/>
            <a:ext cx="201110" cy="201110"/>
            <a:chOff x="864708" y="7928616"/>
            <a:chExt cx="402336" cy="402336"/>
          </a:xfrm>
        </p:grpSpPr>
        <p:sp>
          <p:nvSpPr>
            <p:cNvPr id="984" name="Oval 983"/>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85" name="Oval 984"/>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86" name="Yellow Oval 128"/>
          <p:cNvGrpSpPr>
            <a:grpSpLocks noChangeAspect="1"/>
          </p:cNvGrpSpPr>
          <p:nvPr/>
        </p:nvGrpSpPr>
        <p:grpSpPr>
          <a:xfrm>
            <a:off x="9493910" y="4259048"/>
            <a:ext cx="201110" cy="201110"/>
            <a:chOff x="864708" y="7928616"/>
            <a:chExt cx="402336" cy="402336"/>
          </a:xfrm>
        </p:grpSpPr>
        <p:sp>
          <p:nvSpPr>
            <p:cNvPr id="987" name="Oval 986"/>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88" name="Oval 987"/>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89" name="Yellow Oval 129"/>
          <p:cNvGrpSpPr>
            <a:grpSpLocks noChangeAspect="1"/>
          </p:cNvGrpSpPr>
          <p:nvPr/>
        </p:nvGrpSpPr>
        <p:grpSpPr>
          <a:xfrm>
            <a:off x="9646266" y="3764334"/>
            <a:ext cx="201110" cy="201110"/>
            <a:chOff x="864708" y="7928616"/>
            <a:chExt cx="402336" cy="402336"/>
          </a:xfrm>
        </p:grpSpPr>
        <p:sp>
          <p:nvSpPr>
            <p:cNvPr id="990" name="Oval 989"/>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91" name="Oval 990"/>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92" name="Yellow Oval 130"/>
          <p:cNvGrpSpPr>
            <a:grpSpLocks noChangeAspect="1"/>
          </p:cNvGrpSpPr>
          <p:nvPr/>
        </p:nvGrpSpPr>
        <p:grpSpPr>
          <a:xfrm>
            <a:off x="9646266" y="5249367"/>
            <a:ext cx="201110" cy="201110"/>
            <a:chOff x="864708" y="7928616"/>
            <a:chExt cx="402336" cy="402336"/>
          </a:xfrm>
        </p:grpSpPr>
        <p:sp>
          <p:nvSpPr>
            <p:cNvPr id="993" name="Oval 992"/>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94" name="Oval 993"/>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95" name="Yellow Oval 131"/>
          <p:cNvGrpSpPr>
            <a:grpSpLocks noChangeAspect="1"/>
          </p:cNvGrpSpPr>
          <p:nvPr/>
        </p:nvGrpSpPr>
        <p:grpSpPr>
          <a:xfrm>
            <a:off x="9425667" y="5401724"/>
            <a:ext cx="201110" cy="201110"/>
            <a:chOff x="864708" y="7928616"/>
            <a:chExt cx="402336" cy="402336"/>
          </a:xfrm>
        </p:grpSpPr>
        <p:sp>
          <p:nvSpPr>
            <p:cNvPr id="996" name="Oval 995"/>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997" name="Oval 996"/>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998" name="Yellow Oval 132"/>
          <p:cNvGrpSpPr>
            <a:grpSpLocks noChangeAspect="1"/>
          </p:cNvGrpSpPr>
          <p:nvPr/>
        </p:nvGrpSpPr>
        <p:grpSpPr>
          <a:xfrm>
            <a:off x="9722444" y="4691169"/>
            <a:ext cx="201110" cy="201110"/>
            <a:chOff x="864708" y="7928616"/>
            <a:chExt cx="402336" cy="402336"/>
          </a:xfrm>
        </p:grpSpPr>
        <p:sp>
          <p:nvSpPr>
            <p:cNvPr id="999" name="Oval 998"/>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00" name="Oval 999"/>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grpSp>
        <p:nvGrpSpPr>
          <p:cNvPr id="1001" name="Yellow Oval 133"/>
          <p:cNvGrpSpPr>
            <a:grpSpLocks noChangeAspect="1"/>
          </p:cNvGrpSpPr>
          <p:nvPr/>
        </p:nvGrpSpPr>
        <p:grpSpPr>
          <a:xfrm>
            <a:off x="9874801" y="5325546"/>
            <a:ext cx="201110" cy="201110"/>
            <a:chOff x="864708" y="7928616"/>
            <a:chExt cx="402336" cy="402336"/>
          </a:xfrm>
        </p:grpSpPr>
        <p:sp>
          <p:nvSpPr>
            <p:cNvPr id="1002" name="Oval 1001"/>
            <p:cNvSpPr/>
            <p:nvPr/>
          </p:nvSpPr>
          <p:spPr bwMode="auto">
            <a:xfrm>
              <a:off x="864708" y="7928616"/>
              <a:ext cx="402336" cy="402336"/>
            </a:xfrm>
            <a:prstGeom prst="ellipse">
              <a:avLst/>
            </a:prstGeom>
            <a:solidFill>
              <a:srgbClr val="997C2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003" name="Oval 1002"/>
            <p:cNvSpPr/>
            <p:nvPr/>
          </p:nvSpPr>
          <p:spPr bwMode="auto">
            <a:xfrm>
              <a:off x="911669" y="7975580"/>
              <a:ext cx="308414" cy="308408"/>
            </a:xfrm>
            <a:prstGeom prst="ellipse">
              <a:avLst/>
            </a:prstGeom>
            <a:solidFill>
              <a:srgbClr val="FFB900"/>
            </a:solidFill>
            <a:ln w="1079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marL="0" marR="0" lvl="0" indent="0" algn="ctr" defTabSz="932114"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spTree>
    <p:extLst>
      <p:ext uri="{BB962C8B-B14F-4D97-AF65-F5344CB8AC3E}">
        <p14:creationId xmlns:p14="http://schemas.microsoft.com/office/powerpoint/2010/main" val="178250025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131"/>
                                        </p:tgtEl>
                                        <p:attrNameLst>
                                          <p:attrName>style.visibility</p:attrName>
                                        </p:attrNameLst>
                                      </p:cBhvr>
                                      <p:to>
                                        <p:strVal val="visible"/>
                                      </p:to>
                                    </p:set>
                                    <p:anim calcmode="lin" valueType="num">
                                      <p:cBhvr additive="base">
                                        <p:cTn id="7" dur="500" fill="hold"/>
                                        <p:tgtEl>
                                          <p:spTgt spid="131"/>
                                        </p:tgtEl>
                                        <p:attrNameLst>
                                          <p:attrName>ppt_x</p:attrName>
                                        </p:attrNameLst>
                                      </p:cBhvr>
                                      <p:tavLst>
                                        <p:tav tm="0">
                                          <p:val>
                                            <p:strVal val="#ppt_x"/>
                                          </p:val>
                                        </p:tav>
                                        <p:tav tm="100000">
                                          <p:val>
                                            <p:strVal val="#ppt_x"/>
                                          </p:val>
                                        </p:tav>
                                      </p:tavLst>
                                    </p:anim>
                                    <p:anim calcmode="lin" valueType="num">
                                      <p:cBhvr additive="base">
                                        <p:cTn id="8" dur="500" fill="hold"/>
                                        <p:tgtEl>
                                          <p:spTgt spid="131"/>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130"/>
                                        </p:tgtEl>
                                        <p:attrNameLst>
                                          <p:attrName>style.visibility</p:attrName>
                                        </p:attrNameLst>
                                      </p:cBhvr>
                                      <p:to>
                                        <p:strVal val="visible"/>
                                      </p:to>
                                    </p:set>
                                    <p:anim calcmode="lin" valueType="num">
                                      <p:cBhvr additive="base">
                                        <p:cTn id="11" dur="500" fill="hold"/>
                                        <p:tgtEl>
                                          <p:spTgt spid="130"/>
                                        </p:tgtEl>
                                        <p:attrNameLst>
                                          <p:attrName>ppt_x</p:attrName>
                                        </p:attrNameLst>
                                      </p:cBhvr>
                                      <p:tavLst>
                                        <p:tav tm="0">
                                          <p:val>
                                            <p:strVal val="#ppt_x"/>
                                          </p:val>
                                        </p:tav>
                                        <p:tav tm="100000">
                                          <p:val>
                                            <p:strVal val="#ppt_x"/>
                                          </p:val>
                                        </p:tav>
                                      </p:tavLst>
                                    </p:anim>
                                    <p:anim calcmode="lin" valueType="num">
                                      <p:cBhvr additive="base">
                                        <p:cTn id="12" dur="500" fill="hold"/>
                                        <p:tgtEl>
                                          <p:spTgt spid="130"/>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
                                        <p:tgtEl>
                                          <p:spTgt spid="10"/>
                                        </p:tgtEl>
                                      </p:cBhvr>
                                    </p:animEffect>
                                  </p:childTnLst>
                                </p:cTn>
                              </p:par>
                            </p:childTnLst>
                          </p:cTn>
                        </p:par>
                        <p:par>
                          <p:cTn id="17" fill="hold">
                            <p:stCondLst>
                              <p:cond delay="600"/>
                            </p:stCondLst>
                            <p:childTnLst>
                              <p:par>
                                <p:cTn id="18" presetID="10" presetClass="entr" presetSubtype="0" fill="hold" grpId="0" nodeType="afterEffect">
                                  <p:stCondLst>
                                    <p:cond delay="0"/>
                                  </p:stCondLst>
                                  <p:childTnLst>
                                    <p:set>
                                      <p:cBhvr>
                                        <p:cTn id="19" dur="1" fill="hold">
                                          <p:stCondLst>
                                            <p:cond delay="0"/>
                                          </p:stCondLst>
                                        </p:cTn>
                                        <p:tgtEl>
                                          <p:spTgt spid="83"/>
                                        </p:tgtEl>
                                        <p:attrNameLst>
                                          <p:attrName>style.visibility</p:attrName>
                                        </p:attrNameLst>
                                      </p:cBhvr>
                                      <p:to>
                                        <p:strVal val="visible"/>
                                      </p:to>
                                    </p:set>
                                    <p:animEffect transition="in" filter="fade">
                                      <p:cBhvr>
                                        <p:cTn id="20" dur="100"/>
                                        <p:tgtEl>
                                          <p:spTgt spid="83"/>
                                        </p:tgtEl>
                                      </p:cBhvr>
                                    </p:animEffect>
                                  </p:childTnLst>
                                </p:cTn>
                              </p:par>
                            </p:childTnLst>
                          </p:cTn>
                        </p:par>
                        <p:par>
                          <p:cTn id="21" fill="hold">
                            <p:stCondLst>
                              <p:cond delay="700"/>
                            </p:stCondLst>
                            <p:childTnLst>
                              <p:par>
                                <p:cTn id="22" presetID="10" presetClass="entr" presetSubtype="0" fill="hold" grpId="0" nodeType="after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fade">
                                      <p:cBhvr>
                                        <p:cTn id="24" dur="100"/>
                                        <p:tgtEl>
                                          <p:spTgt spid="80"/>
                                        </p:tgtEl>
                                      </p:cBhvr>
                                    </p:animEffect>
                                  </p:childTnLst>
                                </p:cTn>
                              </p:par>
                            </p:childTnLst>
                          </p:cTn>
                        </p:par>
                        <p:par>
                          <p:cTn id="25" fill="hold">
                            <p:stCondLst>
                              <p:cond delay="800"/>
                            </p:stCondLst>
                            <p:childTnLst>
                              <p:par>
                                <p:cTn id="26" presetID="10" presetClass="entr" presetSubtype="0" fill="hold" grpId="0" nodeType="afterEffect">
                                  <p:stCondLst>
                                    <p:cond delay="0"/>
                                  </p:stCondLst>
                                  <p:childTnLst>
                                    <p:set>
                                      <p:cBhvr>
                                        <p:cTn id="27" dur="1" fill="hold">
                                          <p:stCondLst>
                                            <p:cond delay="0"/>
                                          </p:stCondLst>
                                        </p:cTn>
                                        <p:tgtEl>
                                          <p:spTgt spid="89"/>
                                        </p:tgtEl>
                                        <p:attrNameLst>
                                          <p:attrName>style.visibility</p:attrName>
                                        </p:attrNameLst>
                                      </p:cBhvr>
                                      <p:to>
                                        <p:strVal val="visible"/>
                                      </p:to>
                                    </p:set>
                                    <p:animEffect transition="in" filter="fade">
                                      <p:cBhvr>
                                        <p:cTn id="28" dur="100"/>
                                        <p:tgtEl>
                                          <p:spTgt spid="89"/>
                                        </p:tgtEl>
                                      </p:cBhvr>
                                    </p:animEffect>
                                  </p:childTnLst>
                                </p:cTn>
                              </p:par>
                            </p:childTnLst>
                          </p:cTn>
                        </p:par>
                        <p:par>
                          <p:cTn id="29" fill="hold">
                            <p:stCondLst>
                              <p:cond delay="900"/>
                            </p:stCondLst>
                            <p:childTnLst>
                              <p:par>
                                <p:cTn id="30" presetID="10" presetClass="entr" presetSubtype="0" fill="hold" grpId="0" nodeType="afterEffect">
                                  <p:stCondLst>
                                    <p:cond delay="0"/>
                                  </p:stCondLst>
                                  <p:childTnLst>
                                    <p:set>
                                      <p:cBhvr>
                                        <p:cTn id="31" dur="1" fill="hold">
                                          <p:stCondLst>
                                            <p:cond delay="0"/>
                                          </p:stCondLst>
                                        </p:cTn>
                                        <p:tgtEl>
                                          <p:spTgt spid="82"/>
                                        </p:tgtEl>
                                        <p:attrNameLst>
                                          <p:attrName>style.visibility</p:attrName>
                                        </p:attrNameLst>
                                      </p:cBhvr>
                                      <p:to>
                                        <p:strVal val="visible"/>
                                      </p:to>
                                    </p:set>
                                    <p:animEffect transition="in" filter="fade">
                                      <p:cBhvr>
                                        <p:cTn id="32" dur="100"/>
                                        <p:tgtEl>
                                          <p:spTgt spid="82"/>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78"/>
                                        </p:tgtEl>
                                        <p:attrNameLst>
                                          <p:attrName>style.visibility</p:attrName>
                                        </p:attrNameLst>
                                      </p:cBhvr>
                                      <p:to>
                                        <p:strVal val="visible"/>
                                      </p:to>
                                    </p:set>
                                    <p:animEffect transition="in" filter="fade">
                                      <p:cBhvr>
                                        <p:cTn id="36" dur="100"/>
                                        <p:tgtEl>
                                          <p:spTgt spid="78"/>
                                        </p:tgtEl>
                                      </p:cBhvr>
                                    </p:animEffect>
                                  </p:childTnLst>
                                </p:cTn>
                              </p:par>
                            </p:childTnLst>
                          </p:cTn>
                        </p:par>
                        <p:par>
                          <p:cTn id="37" fill="hold">
                            <p:stCondLst>
                              <p:cond delay="1100"/>
                            </p:stCondLst>
                            <p:childTnLst>
                              <p:par>
                                <p:cTn id="38" presetID="10" presetClass="entr" presetSubtype="0" fill="hold" grpId="0" nodeType="afterEffect">
                                  <p:stCondLst>
                                    <p:cond delay="0"/>
                                  </p:stCondLst>
                                  <p:childTnLst>
                                    <p:set>
                                      <p:cBhvr>
                                        <p:cTn id="39" dur="1" fill="hold">
                                          <p:stCondLst>
                                            <p:cond delay="0"/>
                                          </p:stCondLst>
                                        </p:cTn>
                                        <p:tgtEl>
                                          <p:spTgt spid="79"/>
                                        </p:tgtEl>
                                        <p:attrNameLst>
                                          <p:attrName>style.visibility</p:attrName>
                                        </p:attrNameLst>
                                      </p:cBhvr>
                                      <p:to>
                                        <p:strVal val="visible"/>
                                      </p:to>
                                    </p:set>
                                    <p:animEffect transition="in" filter="fade">
                                      <p:cBhvr>
                                        <p:cTn id="40" dur="100"/>
                                        <p:tgtEl>
                                          <p:spTgt spid="79"/>
                                        </p:tgtEl>
                                      </p:cBhvr>
                                    </p:animEffect>
                                  </p:childTnLst>
                                </p:cTn>
                              </p:par>
                            </p:childTnLst>
                          </p:cTn>
                        </p:par>
                        <p:par>
                          <p:cTn id="41" fill="hold">
                            <p:stCondLst>
                              <p:cond delay="1200"/>
                            </p:stCondLst>
                            <p:childTnLst>
                              <p:par>
                                <p:cTn id="42" presetID="10" presetClass="entr" presetSubtype="0" fill="hold" grpId="0" nodeType="afterEffect">
                                  <p:stCondLst>
                                    <p:cond delay="0"/>
                                  </p:stCondLst>
                                  <p:childTnLst>
                                    <p:set>
                                      <p:cBhvr>
                                        <p:cTn id="43" dur="1" fill="hold">
                                          <p:stCondLst>
                                            <p:cond delay="0"/>
                                          </p:stCondLst>
                                        </p:cTn>
                                        <p:tgtEl>
                                          <p:spTgt spid="77"/>
                                        </p:tgtEl>
                                        <p:attrNameLst>
                                          <p:attrName>style.visibility</p:attrName>
                                        </p:attrNameLst>
                                      </p:cBhvr>
                                      <p:to>
                                        <p:strVal val="visible"/>
                                      </p:to>
                                    </p:set>
                                    <p:animEffect transition="in" filter="fade">
                                      <p:cBhvr>
                                        <p:cTn id="44" dur="100"/>
                                        <p:tgtEl>
                                          <p:spTgt spid="77"/>
                                        </p:tgtEl>
                                      </p:cBhvr>
                                    </p:animEffect>
                                  </p:childTnLst>
                                </p:cTn>
                              </p:par>
                            </p:childTnLst>
                          </p:cTn>
                        </p:par>
                        <p:par>
                          <p:cTn id="45" fill="hold">
                            <p:stCondLst>
                              <p:cond delay="1300"/>
                            </p:stCondLst>
                            <p:childTnLst>
                              <p:par>
                                <p:cTn id="46" presetID="10" presetClass="entr" presetSubtype="0" fill="hold" grpId="0" nodeType="afterEffect">
                                  <p:stCondLst>
                                    <p:cond delay="0"/>
                                  </p:stCondLst>
                                  <p:childTnLst>
                                    <p:set>
                                      <p:cBhvr>
                                        <p:cTn id="47" dur="1" fill="hold">
                                          <p:stCondLst>
                                            <p:cond delay="0"/>
                                          </p:stCondLst>
                                        </p:cTn>
                                        <p:tgtEl>
                                          <p:spTgt spid="94"/>
                                        </p:tgtEl>
                                        <p:attrNameLst>
                                          <p:attrName>style.visibility</p:attrName>
                                        </p:attrNameLst>
                                      </p:cBhvr>
                                      <p:to>
                                        <p:strVal val="visible"/>
                                      </p:to>
                                    </p:set>
                                    <p:animEffect transition="in" filter="fade">
                                      <p:cBhvr>
                                        <p:cTn id="48" dur="100"/>
                                        <p:tgtEl>
                                          <p:spTgt spid="94"/>
                                        </p:tgtEl>
                                      </p:cBhvr>
                                    </p:animEffect>
                                  </p:childTnLst>
                                </p:cTn>
                              </p:par>
                            </p:childTnLst>
                          </p:cTn>
                        </p:par>
                        <p:par>
                          <p:cTn id="49" fill="hold">
                            <p:stCondLst>
                              <p:cond delay="1400"/>
                            </p:stCondLst>
                            <p:childTnLst>
                              <p:par>
                                <p:cTn id="50" presetID="10" presetClass="entr" presetSubtype="0" fill="hold" grpId="0" nodeType="afterEffect">
                                  <p:stCondLst>
                                    <p:cond delay="0"/>
                                  </p:stCondLst>
                                  <p:childTnLst>
                                    <p:set>
                                      <p:cBhvr>
                                        <p:cTn id="51" dur="1" fill="hold">
                                          <p:stCondLst>
                                            <p:cond delay="0"/>
                                          </p:stCondLst>
                                        </p:cTn>
                                        <p:tgtEl>
                                          <p:spTgt spid="95"/>
                                        </p:tgtEl>
                                        <p:attrNameLst>
                                          <p:attrName>style.visibility</p:attrName>
                                        </p:attrNameLst>
                                      </p:cBhvr>
                                      <p:to>
                                        <p:strVal val="visible"/>
                                      </p:to>
                                    </p:set>
                                    <p:animEffect transition="in" filter="fade">
                                      <p:cBhvr>
                                        <p:cTn id="52" dur="100"/>
                                        <p:tgtEl>
                                          <p:spTgt spid="95"/>
                                        </p:tgtEl>
                                      </p:cBhvr>
                                    </p:animEffect>
                                  </p:childTnLst>
                                </p:cTn>
                              </p:par>
                            </p:childTnLst>
                          </p:cTn>
                        </p:par>
                        <p:par>
                          <p:cTn id="53" fill="hold">
                            <p:stCondLst>
                              <p:cond delay="1500"/>
                            </p:stCondLst>
                            <p:childTnLst>
                              <p:par>
                                <p:cTn id="54" presetID="10" presetClass="entr" presetSubtype="0" fill="hold" grpId="0" nodeType="afterEffect">
                                  <p:stCondLst>
                                    <p:cond delay="0"/>
                                  </p:stCondLst>
                                  <p:childTnLst>
                                    <p:set>
                                      <p:cBhvr>
                                        <p:cTn id="55" dur="1" fill="hold">
                                          <p:stCondLst>
                                            <p:cond delay="0"/>
                                          </p:stCondLst>
                                        </p:cTn>
                                        <p:tgtEl>
                                          <p:spTgt spid="81"/>
                                        </p:tgtEl>
                                        <p:attrNameLst>
                                          <p:attrName>style.visibility</p:attrName>
                                        </p:attrNameLst>
                                      </p:cBhvr>
                                      <p:to>
                                        <p:strVal val="visible"/>
                                      </p:to>
                                    </p:set>
                                    <p:animEffect transition="in" filter="fade">
                                      <p:cBhvr>
                                        <p:cTn id="56" dur="100"/>
                                        <p:tgtEl>
                                          <p:spTgt spid="81"/>
                                        </p:tgtEl>
                                      </p:cBhvr>
                                    </p:animEffect>
                                  </p:childTnLst>
                                </p:cTn>
                              </p:par>
                            </p:childTnLst>
                          </p:cTn>
                        </p:par>
                        <p:par>
                          <p:cTn id="57" fill="hold">
                            <p:stCondLst>
                              <p:cond delay="1600"/>
                            </p:stCondLst>
                            <p:childTnLst>
                              <p:par>
                                <p:cTn id="58" presetID="10" presetClass="entr" presetSubtype="0" fill="hold" grpId="0" nodeType="afterEffect">
                                  <p:stCondLst>
                                    <p:cond delay="0"/>
                                  </p:stCondLst>
                                  <p:childTnLst>
                                    <p:set>
                                      <p:cBhvr>
                                        <p:cTn id="59" dur="1" fill="hold">
                                          <p:stCondLst>
                                            <p:cond delay="0"/>
                                          </p:stCondLst>
                                        </p:cTn>
                                        <p:tgtEl>
                                          <p:spTgt spid="76"/>
                                        </p:tgtEl>
                                        <p:attrNameLst>
                                          <p:attrName>style.visibility</p:attrName>
                                        </p:attrNameLst>
                                      </p:cBhvr>
                                      <p:to>
                                        <p:strVal val="visible"/>
                                      </p:to>
                                    </p:set>
                                    <p:animEffect transition="in" filter="fade">
                                      <p:cBhvr>
                                        <p:cTn id="60" dur="100"/>
                                        <p:tgtEl>
                                          <p:spTgt spid="76"/>
                                        </p:tgtEl>
                                      </p:cBhvr>
                                    </p:animEffect>
                                  </p:childTnLst>
                                </p:cTn>
                              </p:par>
                            </p:childTnLst>
                          </p:cTn>
                        </p:par>
                        <p:par>
                          <p:cTn id="61" fill="hold">
                            <p:stCondLst>
                              <p:cond delay="1700"/>
                            </p:stCondLst>
                            <p:childTnLst>
                              <p:par>
                                <p:cTn id="62" presetID="10" presetClass="entr" presetSubtype="0" fill="hold" grpId="0" nodeType="afterEffect">
                                  <p:stCondLst>
                                    <p:cond delay="0"/>
                                  </p:stCondLst>
                                  <p:childTnLst>
                                    <p:set>
                                      <p:cBhvr>
                                        <p:cTn id="63" dur="1" fill="hold">
                                          <p:stCondLst>
                                            <p:cond delay="0"/>
                                          </p:stCondLst>
                                        </p:cTn>
                                        <p:tgtEl>
                                          <p:spTgt spid="38"/>
                                        </p:tgtEl>
                                        <p:attrNameLst>
                                          <p:attrName>style.visibility</p:attrName>
                                        </p:attrNameLst>
                                      </p:cBhvr>
                                      <p:to>
                                        <p:strVal val="visible"/>
                                      </p:to>
                                    </p:set>
                                    <p:animEffect transition="in" filter="fade">
                                      <p:cBhvr>
                                        <p:cTn id="64" dur="100"/>
                                        <p:tgtEl>
                                          <p:spTgt spid="38"/>
                                        </p:tgtEl>
                                      </p:cBhvr>
                                    </p:animEffect>
                                  </p:childTnLst>
                                </p:cTn>
                              </p:par>
                            </p:childTnLst>
                          </p:cTn>
                        </p:par>
                        <p:par>
                          <p:cTn id="65" fill="hold">
                            <p:stCondLst>
                              <p:cond delay="1800"/>
                            </p:stCondLst>
                            <p:childTnLst>
                              <p:par>
                                <p:cTn id="66" presetID="10" presetClass="entr" presetSubtype="0" fill="hold" grpId="0" nodeType="afterEffect">
                                  <p:stCondLst>
                                    <p:cond delay="0"/>
                                  </p:stCondLst>
                                  <p:childTnLst>
                                    <p:set>
                                      <p:cBhvr>
                                        <p:cTn id="67" dur="1" fill="hold">
                                          <p:stCondLst>
                                            <p:cond delay="0"/>
                                          </p:stCondLst>
                                        </p:cTn>
                                        <p:tgtEl>
                                          <p:spTgt spid="75"/>
                                        </p:tgtEl>
                                        <p:attrNameLst>
                                          <p:attrName>style.visibility</p:attrName>
                                        </p:attrNameLst>
                                      </p:cBhvr>
                                      <p:to>
                                        <p:strVal val="visible"/>
                                      </p:to>
                                    </p:set>
                                    <p:animEffect transition="in" filter="fade">
                                      <p:cBhvr>
                                        <p:cTn id="68" dur="100"/>
                                        <p:tgtEl>
                                          <p:spTgt spid="75"/>
                                        </p:tgtEl>
                                      </p:cBhvr>
                                    </p:animEffect>
                                  </p:childTnLst>
                                </p:cTn>
                              </p:par>
                            </p:childTnLst>
                          </p:cTn>
                        </p:par>
                        <p:par>
                          <p:cTn id="69" fill="hold">
                            <p:stCondLst>
                              <p:cond delay="1900"/>
                            </p:stCondLst>
                            <p:childTnLst>
                              <p:par>
                                <p:cTn id="70" presetID="10" presetClass="entr" presetSubtype="0" fill="hold" grpId="0" nodeType="after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100"/>
                                        <p:tgtEl>
                                          <p:spTgt spid="42"/>
                                        </p:tgtEl>
                                      </p:cBhvr>
                                    </p:animEffect>
                                  </p:childTnLst>
                                </p:cTn>
                              </p:par>
                            </p:childTnLst>
                          </p:cTn>
                        </p:par>
                        <p:par>
                          <p:cTn id="73" fill="hold">
                            <p:stCondLst>
                              <p:cond delay="2000"/>
                            </p:stCondLst>
                            <p:childTnLst>
                              <p:par>
                                <p:cTn id="74" presetID="10" presetClass="entr" presetSubtype="0" fill="hold" grpId="0" nodeType="after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100"/>
                                        <p:tgtEl>
                                          <p:spTgt spid="37"/>
                                        </p:tgtEl>
                                      </p:cBhvr>
                                    </p:animEffect>
                                  </p:childTnLst>
                                </p:cTn>
                              </p:par>
                            </p:childTnLst>
                          </p:cTn>
                        </p:par>
                        <p:par>
                          <p:cTn id="77" fill="hold">
                            <p:stCondLst>
                              <p:cond delay="2100"/>
                            </p:stCondLst>
                            <p:childTnLst>
                              <p:par>
                                <p:cTn id="78" presetID="10" presetClass="entr" presetSubtype="0" fill="hold" grpId="0" nodeType="after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100"/>
                                        <p:tgtEl>
                                          <p:spTgt spid="41"/>
                                        </p:tgtEl>
                                      </p:cBhvr>
                                    </p:animEffect>
                                  </p:childTnLst>
                                </p:cTn>
                              </p:par>
                            </p:childTnLst>
                          </p:cTn>
                        </p:par>
                        <p:par>
                          <p:cTn id="81" fill="hold">
                            <p:stCondLst>
                              <p:cond delay="2200"/>
                            </p:stCondLst>
                            <p:childTnLst>
                              <p:par>
                                <p:cTn id="82" presetID="10" presetClass="entr" presetSubtype="0" fill="hold" grpId="0" nodeType="afterEffect">
                                  <p:stCondLst>
                                    <p:cond delay="0"/>
                                  </p:stCondLst>
                                  <p:childTnLst>
                                    <p:set>
                                      <p:cBhvr>
                                        <p:cTn id="83" dur="1" fill="hold">
                                          <p:stCondLst>
                                            <p:cond delay="0"/>
                                          </p:stCondLst>
                                        </p:cTn>
                                        <p:tgtEl>
                                          <p:spTgt spid="67"/>
                                        </p:tgtEl>
                                        <p:attrNameLst>
                                          <p:attrName>style.visibility</p:attrName>
                                        </p:attrNameLst>
                                      </p:cBhvr>
                                      <p:to>
                                        <p:strVal val="visible"/>
                                      </p:to>
                                    </p:set>
                                    <p:animEffect transition="in" filter="fade">
                                      <p:cBhvr>
                                        <p:cTn id="84" dur="100"/>
                                        <p:tgtEl>
                                          <p:spTgt spid="67"/>
                                        </p:tgtEl>
                                      </p:cBhvr>
                                    </p:animEffect>
                                  </p:childTnLst>
                                </p:cTn>
                              </p:par>
                            </p:childTnLst>
                          </p:cTn>
                        </p:par>
                        <p:par>
                          <p:cTn id="85" fill="hold">
                            <p:stCondLst>
                              <p:cond delay="2300"/>
                            </p:stCondLst>
                            <p:childTnLst>
                              <p:par>
                                <p:cTn id="86" presetID="10" presetClass="entr" presetSubtype="0" fill="hold" grpId="0" nodeType="afterEffect">
                                  <p:stCondLst>
                                    <p:cond delay="0"/>
                                  </p:stCondLst>
                                  <p:childTnLst>
                                    <p:set>
                                      <p:cBhvr>
                                        <p:cTn id="87" dur="1" fill="hold">
                                          <p:stCondLst>
                                            <p:cond delay="0"/>
                                          </p:stCondLst>
                                        </p:cTn>
                                        <p:tgtEl>
                                          <p:spTgt spid="68"/>
                                        </p:tgtEl>
                                        <p:attrNameLst>
                                          <p:attrName>style.visibility</p:attrName>
                                        </p:attrNameLst>
                                      </p:cBhvr>
                                      <p:to>
                                        <p:strVal val="visible"/>
                                      </p:to>
                                    </p:set>
                                    <p:animEffect transition="in" filter="fade">
                                      <p:cBhvr>
                                        <p:cTn id="88" dur="100"/>
                                        <p:tgtEl>
                                          <p:spTgt spid="68"/>
                                        </p:tgtEl>
                                      </p:cBhvr>
                                    </p:animEffect>
                                  </p:childTnLst>
                                </p:cTn>
                              </p:par>
                            </p:childTnLst>
                          </p:cTn>
                        </p:par>
                        <p:par>
                          <p:cTn id="89" fill="hold">
                            <p:stCondLst>
                              <p:cond delay="2400"/>
                            </p:stCondLst>
                            <p:childTnLst>
                              <p:par>
                                <p:cTn id="90" presetID="10" presetClass="entr" presetSubtype="0" fill="hold" grpId="0" nodeType="afterEffect">
                                  <p:stCondLst>
                                    <p:cond delay="0"/>
                                  </p:stCondLst>
                                  <p:childTnLst>
                                    <p:set>
                                      <p:cBhvr>
                                        <p:cTn id="91" dur="1" fill="hold">
                                          <p:stCondLst>
                                            <p:cond delay="0"/>
                                          </p:stCondLst>
                                        </p:cTn>
                                        <p:tgtEl>
                                          <p:spTgt spid="90"/>
                                        </p:tgtEl>
                                        <p:attrNameLst>
                                          <p:attrName>style.visibility</p:attrName>
                                        </p:attrNameLst>
                                      </p:cBhvr>
                                      <p:to>
                                        <p:strVal val="visible"/>
                                      </p:to>
                                    </p:set>
                                    <p:animEffect transition="in" filter="fade">
                                      <p:cBhvr>
                                        <p:cTn id="92" dur="100"/>
                                        <p:tgtEl>
                                          <p:spTgt spid="90"/>
                                        </p:tgtEl>
                                      </p:cBhvr>
                                    </p:animEffect>
                                  </p:childTnLst>
                                </p:cTn>
                              </p:par>
                            </p:childTnLst>
                          </p:cTn>
                        </p:par>
                        <p:par>
                          <p:cTn id="93" fill="hold">
                            <p:stCondLst>
                              <p:cond delay="2500"/>
                            </p:stCondLst>
                            <p:childTnLst>
                              <p:par>
                                <p:cTn id="94" presetID="10" presetClass="entr" presetSubtype="0" fill="hold" grpId="0" nodeType="afterEffect">
                                  <p:stCondLst>
                                    <p:cond delay="0"/>
                                  </p:stCondLst>
                                  <p:childTnLst>
                                    <p:set>
                                      <p:cBhvr>
                                        <p:cTn id="95" dur="1" fill="hold">
                                          <p:stCondLst>
                                            <p:cond delay="0"/>
                                          </p:stCondLst>
                                        </p:cTn>
                                        <p:tgtEl>
                                          <p:spTgt spid="88"/>
                                        </p:tgtEl>
                                        <p:attrNameLst>
                                          <p:attrName>style.visibility</p:attrName>
                                        </p:attrNameLst>
                                      </p:cBhvr>
                                      <p:to>
                                        <p:strVal val="visible"/>
                                      </p:to>
                                    </p:set>
                                    <p:animEffect transition="in" filter="fade">
                                      <p:cBhvr>
                                        <p:cTn id="96" dur="100"/>
                                        <p:tgtEl>
                                          <p:spTgt spid="88"/>
                                        </p:tgtEl>
                                      </p:cBhvr>
                                    </p:animEffect>
                                  </p:childTnLst>
                                </p:cTn>
                              </p:par>
                            </p:childTnLst>
                          </p:cTn>
                        </p:par>
                        <p:par>
                          <p:cTn id="97" fill="hold">
                            <p:stCondLst>
                              <p:cond delay="2600"/>
                            </p:stCondLst>
                            <p:childTnLst>
                              <p:par>
                                <p:cTn id="98" presetID="10" presetClass="entr" presetSubtype="0" fill="hold" grpId="0" nodeType="afterEffect">
                                  <p:stCondLst>
                                    <p:cond delay="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100"/>
                                        <p:tgtEl>
                                          <p:spTgt spid="64"/>
                                        </p:tgtEl>
                                      </p:cBhvr>
                                    </p:animEffect>
                                  </p:childTnLst>
                                </p:cTn>
                              </p:par>
                            </p:childTnLst>
                          </p:cTn>
                        </p:par>
                        <p:par>
                          <p:cTn id="101" fill="hold">
                            <p:stCondLst>
                              <p:cond delay="2700"/>
                            </p:stCondLst>
                            <p:childTnLst>
                              <p:par>
                                <p:cTn id="102" presetID="10" presetClass="entr" presetSubtype="0" fill="hold" grpId="0" nodeType="afterEffect">
                                  <p:stCondLst>
                                    <p:cond delay="0"/>
                                  </p:stCondLst>
                                  <p:childTnLst>
                                    <p:set>
                                      <p:cBhvr>
                                        <p:cTn id="103" dur="1" fill="hold">
                                          <p:stCondLst>
                                            <p:cond delay="0"/>
                                          </p:stCondLst>
                                        </p:cTn>
                                        <p:tgtEl>
                                          <p:spTgt spid="65"/>
                                        </p:tgtEl>
                                        <p:attrNameLst>
                                          <p:attrName>style.visibility</p:attrName>
                                        </p:attrNameLst>
                                      </p:cBhvr>
                                      <p:to>
                                        <p:strVal val="visible"/>
                                      </p:to>
                                    </p:set>
                                    <p:animEffect transition="in" filter="fade">
                                      <p:cBhvr>
                                        <p:cTn id="104" dur="100"/>
                                        <p:tgtEl>
                                          <p:spTgt spid="65"/>
                                        </p:tgtEl>
                                      </p:cBhvr>
                                    </p:animEffect>
                                  </p:childTnLst>
                                </p:cTn>
                              </p:par>
                            </p:childTnLst>
                          </p:cTn>
                        </p:par>
                        <p:par>
                          <p:cTn id="105" fill="hold">
                            <p:stCondLst>
                              <p:cond delay="2800"/>
                            </p:stCondLst>
                            <p:childTnLst>
                              <p:par>
                                <p:cTn id="106" presetID="10" presetClass="entr" presetSubtype="0" fill="hold" grpId="0" nodeType="afterEffect">
                                  <p:stCondLst>
                                    <p:cond delay="0"/>
                                  </p:stCondLst>
                                  <p:childTnLst>
                                    <p:set>
                                      <p:cBhvr>
                                        <p:cTn id="107" dur="1" fill="hold">
                                          <p:stCondLst>
                                            <p:cond delay="0"/>
                                          </p:stCondLst>
                                        </p:cTn>
                                        <p:tgtEl>
                                          <p:spTgt spid="66"/>
                                        </p:tgtEl>
                                        <p:attrNameLst>
                                          <p:attrName>style.visibility</p:attrName>
                                        </p:attrNameLst>
                                      </p:cBhvr>
                                      <p:to>
                                        <p:strVal val="visible"/>
                                      </p:to>
                                    </p:set>
                                    <p:animEffect transition="in" filter="fade">
                                      <p:cBhvr>
                                        <p:cTn id="108" dur="100"/>
                                        <p:tgtEl>
                                          <p:spTgt spid="66"/>
                                        </p:tgtEl>
                                      </p:cBhvr>
                                    </p:animEffect>
                                  </p:childTnLst>
                                </p:cTn>
                              </p:par>
                            </p:childTnLst>
                          </p:cTn>
                        </p:par>
                        <p:par>
                          <p:cTn id="109" fill="hold">
                            <p:stCondLst>
                              <p:cond delay="2900"/>
                            </p:stCondLst>
                            <p:childTnLst>
                              <p:par>
                                <p:cTn id="110" presetID="10" presetClass="entr" presetSubtype="0" fill="hold" grpId="0" nodeType="afterEffect">
                                  <p:stCondLst>
                                    <p:cond delay="0"/>
                                  </p:stCondLst>
                                  <p:childTnLst>
                                    <p:set>
                                      <p:cBhvr>
                                        <p:cTn id="111" dur="1" fill="hold">
                                          <p:stCondLst>
                                            <p:cond delay="0"/>
                                          </p:stCondLst>
                                        </p:cTn>
                                        <p:tgtEl>
                                          <p:spTgt spid="85"/>
                                        </p:tgtEl>
                                        <p:attrNameLst>
                                          <p:attrName>style.visibility</p:attrName>
                                        </p:attrNameLst>
                                      </p:cBhvr>
                                      <p:to>
                                        <p:strVal val="visible"/>
                                      </p:to>
                                    </p:set>
                                    <p:animEffect transition="in" filter="fade">
                                      <p:cBhvr>
                                        <p:cTn id="112" dur="100"/>
                                        <p:tgtEl>
                                          <p:spTgt spid="85"/>
                                        </p:tgtEl>
                                      </p:cBhvr>
                                    </p:animEffect>
                                  </p:childTnLst>
                                </p:cTn>
                              </p:par>
                            </p:childTnLst>
                          </p:cTn>
                        </p:par>
                        <p:par>
                          <p:cTn id="113" fill="hold">
                            <p:stCondLst>
                              <p:cond delay="3000"/>
                            </p:stCondLst>
                            <p:childTnLst>
                              <p:par>
                                <p:cTn id="114" presetID="10" presetClass="entr" presetSubtype="0" fill="hold" grpId="0" nodeType="afterEffect">
                                  <p:stCondLst>
                                    <p:cond delay="0"/>
                                  </p:stCondLst>
                                  <p:childTnLst>
                                    <p:set>
                                      <p:cBhvr>
                                        <p:cTn id="115" dur="1" fill="hold">
                                          <p:stCondLst>
                                            <p:cond delay="0"/>
                                          </p:stCondLst>
                                        </p:cTn>
                                        <p:tgtEl>
                                          <p:spTgt spid="84"/>
                                        </p:tgtEl>
                                        <p:attrNameLst>
                                          <p:attrName>style.visibility</p:attrName>
                                        </p:attrNameLst>
                                      </p:cBhvr>
                                      <p:to>
                                        <p:strVal val="visible"/>
                                      </p:to>
                                    </p:set>
                                    <p:animEffect transition="in" filter="fade">
                                      <p:cBhvr>
                                        <p:cTn id="116" dur="100"/>
                                        <p:tgtEl>
                                          <p:spTgt spid="84"/>
                                        </p:tgtEl>
                                      </p:cBhvr>
                                    </p:animEffect>
                                  </p:childTnLst>
                                </p:cTn>
                              </p:par>
                            </p:childTnLst>
                          </p:cTn>
                        </p:par>
                        <p:par>
                          <p:cTn id="117" fill="hold">
                            <p:stCondLst>
                              <p:cond delay="3100"/>
                            </p:stCondLst>
                            <p:childTnLst>
                              <p:par>
                                <p:cTn id="118" presetID="10" presetClass="entr" presetSubtype="0" fill="hold" grpId="0" nodeType="afterEffect">
                                  <p:stCondLst>
                                    <p:cond delay="0"/>
                                  </p:stCondLst>
                                  <p:childTnLst>
                                    <p:set>
                                      <p:cBhvr>
                                        <p:cTn id="119" dur="1" fill="hold">
                                          <p:stCondLst>
                                            <p:cond delay="0"/>
                                          </p:stCondLst>
                                        </p:cTn>
                                        <p:tgtEl>
                                          <p:spTgt spid="87"/>
                                        </p:tgtEl>
                                        <p:attrNameLst>
                                          <p:attrName>style.visibility</p:attrName>
                                        </p:attrNameLst>
                                      </p:cBhvr>
                                      <p:to>
                                        <p:strVal val="visible"/>
                                      </p:to>
                                    </p:set>
                                    <p:animEffect transition="in" filter="fade">
                                      <p:cBhvr>
                                        <p:cTn id="120" dur="100"/>
                                        <p:tgtEl>
                                          <p:spTgt spid="87"/>
                                        </p:tgtEl>
                                      </p:cBhvr>
                                    </p:animEffect>
                                  </p:childTnLst>
                                </p:cTn>
                              </p:par>
                            </p:childTnLst>
                          </p:cTn>
                        </p:par>
                        <p:par>
                          <p:cTn id="121" fill="hold">
                            <p:stCondLst>
                              <p:cond delay="3200"/>
                            </p:stCondLst>
                            <p:childTnLst>
                              <p:par>
                                <p:cTn id="122" presetID="10" presetClass="entr" presetSubtype="0" fill="hold" grpId="0" nodeType="afterEffect">
                                  <p:stCondLst>
                                    <p:cond delay="0"/>
                                  </p:stCondLst>
                                  <p:childTnLst>
                                    <p:set>
                                      <p:cBhvr>
                                        <p:cTn id="123" dur="1" fill="hold">
                                          <p:stCondLst>
                                            <p:cond delay="0"/>
                                          </p:stCondLst>
                                        </p:cTn>
                                        <p:tgtEl>
                                          <p:spTgt spid="86"/>
                                        </p:tgtEl>
                                        <p:attrNameLst>
                                          <p:attrName>style.visibility</p:attrName>
                                        </p:attrNameLst>
                                      </p:cBhvr>
                                      <p:to>
                                        <p:strVal val="visible"/>
                                      </p:to>
                                    </p:set>
                                    <p:animEffect transition="in" filter="fade">
                                      <p:cBhvr>
                                        <p:cTn id="124" dur="100"/>
                                        <p:tgtEl>
                                          <p:spTgt spid="86"/>
                                        </p:tgtEl>
                                      </p:cBhvr>
                                    </p:animEffect>
                                  </p:childTnLst>
                                </p:cTn>
                              </p:par>
                            </p:childTnLst>
                          </p:cTn>
                        </p:par>
                        <p:par>
                          <p:cTn id="125" fill="hold">
                            <p:stCondLst>
                              <p:cond delay="3300"/>
                            </p:stCondLst>
                            <p:childTnLst>
                              <p:par>
                                <p:cTn id="126" presetID="10" presetClass="entr" presetSubtype="0" fill="hold" grpId="0" nodeType="afterEffect">
                                  <p:stCondLst>
                                    <p:cond delay="0"/>
                                  </p:stCondLst>
                                  <p:childTnLst>
                                    <p:set>
                                      <p:cBhvr>
                                        <p:cTn id="127" dur="1" fill="hold">
                                          <p:stCondLst>
                                            <p:cond delay="0"/>
                                          </p:stCondLst>
                                        </p:cTn>
                                        <p:tgtEl>
                                          <p:spTgt spid="69"/>
                                        </p:tgtEl>
                                        <p:attrNameLst>
                                          <p:attrName>style.visibility</p:attrName>
                                        </p:attrNameLst>
                                      </p:cBhvr>
                                      <p:to>
                                        <p:strVal val="visible"/>
                                      </p:to>
                                    </p:set>
                                    <p:animEffect transition="in" filter="fade">
                                      <p:cBhvr>
                                        <p:cTn id="128" dur="100"/>
                                        <p:tgtEl>
                                          <p:spTgt spid="69"/>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17"/>
                                        </p:tgtEl>
                                        <p:attrNameLst>
                                          <p:attrName>style.visibility</p:attrName>
                                        </p:attrNameLst>
                                      </p:cBhvr>
                                      <p:to>
                                        <p:strVal val="visible"/>
                                      </p:to>
                                    </p:set>
                                    <p:animEffect transition="in" filter="fade">
                                      <p:cBhvr>
                                        <p:cTn id="133" dur="200"/>
                                        <p:tgtEl>
                                          <p:spTgt spid="17"/>
                                        </p:tgtEl>
                                      </p:cBhvr>
                                    </p:animEffect>
                                  </p:childTnLst>
                                </p:cTn>
                              </p:par>
                            </p:childTnLst>
                          </p:cTn>
                        </p:par>
                        <p:par>
                          <p:cTn id="134" fill="hold">
                            <p:stCondLst>
                              <p:cond delay="200"/>
                            </p:stCondLst>
                            <p:childTnLst>
                              <p:par>
                                <p:cTn id="135" presetID="10" presetClass="entr" presetSubtype="0" fill="hold" nodeType="afterEffect">
                                  <p:stCondLst>
                                    <p:cond delay="0"/>
                                  </p:stCondLst>
                                  <p:childTnLst>
                                    <p:set>
                                      <p:cBhvr>
                                        <p:cTn id="136" dur="1" fill="hold">
                                          <p:stCondLst>
                                            <p:cond delay="0"/>
                                          </p:stCondLst>
                                        </p:cTn>
                                        <p:tgtEl>
                                          <p:spTgt spid="677"/>
                                        </p:tgtEl>
                                        <p:attrNameLst>
                                          <p:attrName>style.visibility</p:attrName>
                                        </p:attrNameLst>
                                      </p:cBhvr>
                                      <p:to>
                                        <p:strVal val="visible"/>
                                      </p:to>
                                    </p:set>
                                    <p:animEffect transition="in" filter="fade">
                                      <p:cBhvr>
                                        <p:cTn id="137" dur="50"/>
                                        <p:tgtEl>
                                          <p:spTgt spid="677"/>
                                        </p:tgtEl>
                                      </p:cBhvr>
                                    </p:animEffect>
                                  </p:childTnLst>
                                </p:cTn>
                              </p:par>
                            </p:childTnLst>
                          </p:cTn>
                        </p:par>
                        <p:par>
                          <p:cTn id="138" fill="hold">
                            <p:stCondLst>
                              <p:cond delay="250"/>
                            </p:stCondLst>
                            <p:childTnLst>
                              <p:par>
                                <p:cTn id="139" presetID="10" presetClass="entr" presetSubtype="0" fill="hold" nodeType="afterEffect">
                                  <p:stCondLst>
                                    <p:cond delay="0"/>
                                  </p:stCondLst>
                                  <p:childTnLst>
                                    <p:set>
                                      <p:cBhvr>
                                        <p:cTn id="140" dur="1" fill="hold">
                                          <p:stCondLst>
                                            <p:cond delay="0"/>
                                          </p:stCondLst>
                                        </p:cTn>
                                        <p:tgtEl>
                                          <p:spTgt spid="671"/>
                                        </p:tgtEl>
                                        <p:attrNameLst>
                                          <p:attrName>style.visibility</p:attrName>
                                        </p:attrNameLst>
                                      </p:cBhvr>
                                      <p:to>
                                        <p:strVal val="visible"/>
                                      </p:to>
                                    </p:set>
                                    <p:animEffect transition="in" filter="fade">
                                      <p:cBhvr>
                                        <p:cTn id="141" dur="50"/>
                                        <p:tgtEl>
                                          <p:spTgt spid="671"/>
                                        </p:tgtEl>
                                      </p:cBhvr>
                                    </p:animEffect>
                                  </p:childTnLst>
                                </p:cTn>
                              </p:par>
                            </p:childTnLst>
                          </p:cTn>
                        </p:par>
                        <p:par>
                          <p:cTn id="142" fill="hold">
                            <p:stCondLst>
                              <p:cond delay="300"/>
                            </p:stCondLst>
                            <p:childTnLst>
                              <p:par>
                                <p:cTn id="143" presetID="10" presetClass="entr" presetSubtype="0" fill="hold" nodeType="afterEffect">
                                  <p:stCondLst>
                                    <p:cond delay="0"/>
                                  </p:stCondLst>
                                  <p:childTnLst>
                                    <p:set>
                                      <p:cBhvr>
                                        <p:cTn id="144" dur="1" fill="hold">
                                          <p:stCondLst>
                                            <p:cond delay="0"/>
                                          </p:stCondLst>
                                        </p:cTn>
                                        <p:tgtEl>
                                          <p:spTgt spid="665"/>
                                        </p:tgtEl>
                                        <p:attrNameLst>
                                          <p:attrName>style.visibility</p:attrName>
                                        </p:attrNameLst>
                                      </p:cBhvr>
                                      <p:to>
                                        <p:strVal val="visible"/>
                                      </p:to>
                                    </p:set>
                                    <p:animEffect transition="in" filter="fade">
                                      <p:cBhvr>
                                        <p:cTn id="145" dur="50"/>
                                        <p:tgtEl>
                                          <p:spTgt spid="665"/>
                                        </p:tgtEl>
                                      </p:cBhvr>
                                    </p:animEffect>
                                  </p:childTnLst>
                                </p:cTn>
                              </p:par>
                            </p:childTnLst>
                          </p:cTn>
                        </p:par>
                        <p:par>
                          <p:cTn id="146" fill="hold">
                            <p:stCondLst>
                              <p:cond delay="350"/>
                            </p:stCondLst>
                            <p:childTnLst>
                              <p:par>
                                <p:cTn id="147" presetID="10" presetClass="entr" presetSubtype="0" fill="hold" nodeType="afterEffect">
                                  <p:stCondLst>
                                    <p:cond delay="0"/>
                                  </p:stCondLst>
                                  <p:childTnLst>
                                    <p:set>
                                      <p:cBhvr>
                                        <p:cTn id="148" dur="1" fill="hold">
                                          <p:stCondLst>
                                            <p:cond delay="0"/>
                                          </p:stCondLst>
                                        </p:cTn>
                                        <p:tgtEl>
                                          <p:spTgt spid="659"/>
                                        </p:tgtEl>
                                        <p:attrNameLst>
                                          <p:attrName>style.visibility</p:attrName>
                                        </p:attrNameLst>
                                      </p:cBhvr>
                                      <p:to>
                                        <p:strVal val="visible"/>
                                      </p:to>
                                    </p:set>
                                    <p:animEffect transition="in" filter="fade">
                                      <p:cBhvr>
                                        <p:cTn id="149" dur="50"/>
                                        <p:tgtEl>
                                          <p:spTgt spid="659"/>
                                        </p:tgtEl>
                                      </p:cBhvr>
                                    </p:animEffect>
                                  </p:childTnLst>
                                </p:cTn>
                              </p:par>
                            </p:childTnLst>
                          </p:cTn>
                        </p:par>
                        <p:par>
                          <p:cTn id="150" fill="hold">
                            <p:stCondLst>
                              <p:cond delay="400"/>
                            </p:stCondLst>
                            <p:childTnLst>
                              <p:par>
                                <p:cTn id="151" presetID="10" presetClass="entr" presetSubtype="0" fill="hold" nodeType="afterEffect">
                                  <p:stCondLst>
                                    <p:cond delay="0"/>
                                  </p:stCondLst>
                                  <p:childTnLst>
                                    <p:set>
                                      <p:cBhvr>
                                        <p:cTn id="152" dur="1" fill="hold">
                                          <p:stCondLst>
                                            <p:cond delay="0"/>
                                          </p:stCondLst>
                                        </p:cTn>
                                        <p:tgtEl>
                                          <p:spTgt spid="653"/>
                                        </p:tgtEl>
                                        <p:attrNameLst>
                                          <p:attrName>style.visibility</p:attrName>
                                        </p:attrNameLst>
                                      </p:cBhvr>
                                      <p:to>
                                        <p:strVal val="visible"/>
                                      </p:to>
                                    </p:set>
                                    <p:animEffect transition="in" filter="fade">
                                      <p:cBhvr>
                                        <p:cTn id="153" dur="50"/>
                                        <p:tgtEl>
                                          <p:spTgt spid="653"/>
                                        </p:tgtEl>
                                      </p:cBhvr>
                                    </p:animEffect>
                                  </p:childTnLst>
                                </p:cTn>
                              </p:par>
                            </p:childTnLst>
                          </p:cTn>
                        </p:par>
                        <p:par>
                          <p:cTn id="154" fill="hold">
                            <p:stCondLst>
                              <p:cond delay="450"/>
                            </p:stCondLst>
                            <p:childTnLst>
                              <p:par>
                                <p:cTn id="155" presetID="10" presetClass="entr" presetSubtype="0" fill="hold" nodeType="afterEffect">
                                  <p:stCondLst>
                                    <p:cond delay="0"/>
                                  </p:stCondLst>
                                  <p:childTnLst>
                                    <p:set>
                                      <p:cBhvr>
                                        <p:cTn id="156" dur="1" fill="hold">
                                          <p:stCondLst>
                                            <p:cond delay="0"/>
                                          </p:stCondLst>
                                        </p:cTn>
                                        <p:tgtEl>
                                          <p:spTgt spid="647"/>
                                        </p:tgtEl>
                                        <p:attrNameLst>
                                          <p:attrName>style.visibility</p:attrName>
                                        </p:attrNameLst>
                                      </p:cBhvr>
                                      <p:to>
                                        <p:strVal val="visible"/>
                                      </p:to>
                                    </p:set>
                                    <p:animEffect transition="in" filter="fade">
                                      <p:cBhvr>
                                        <p:cTn id="157" dur="50"/>
                                        <p:tgtEl>
                                          <p:spTgt spid="647"/>
                                        </p:tgtEl>
                                      </p:cBhvr>
                                    </p:animEffect>
                                  </p:childTnLst>
                                </p:cTn>
                              </p:par>
                            </p:childTnLst>
                          </p:cTn>
                        </p:par>
                        <p:par>
                          <p:cTn id="158" fill="hold">
                            <p:stCondLst>
                              <p:cond delay="500"/>
                            </p:stCondLst>
                            <p:childTnLst>
                              <p:par>
                                <p:cTn id="159" presetID="10" presetClass="entr" presetSubtype="0" fill="hold" nodeType="afterEffect">
                                  <p:stCondLst>
                                    <p:cond delay="0"/>
                                  </p:stCondLst>
                                  <p:childTnLst>
                                    <p:set>
                                      <p:cBhvr>
                                        <p:cTn id="160" dur="1" fill="hold">
                                          <p:stCondLst>
                                            <p:cond delay="0"/>
                                          </p:stCondLst>
                                        </p:cTn>
                                        <p:tgtEl>
                                          <p:spTgt spid="641"/>
                                        </p:tgtEl>
                                        <p:attrNameLst>
                                          <p:attrName>style.visibility</p:attrName>
                                        </p:attrNameLst>
                                      </p:cBhvr>
                                      <p:to>
                                        <p:strVal val="visible"/>
                                      </p:to>
                                    </p:set>
                                    <p:animEffect transition="in" filter="fade">
                                      <p:cBhvr>
                                        <p:cTn id="161" dur="50"/>
                                        <p:tgtEl>
                                          <p:spTgt spid="641"/>
                                        </p:tgtEl>
                                      </p:cBhvr>
                                    </p:animEffect>
                                  </p:childTnLst>
                                </p:cTn>
                              </p:par>
                            </p:childTnLst>
                          </p:cTn>
                        </p:par>
                        <p:par>
                          <p:cTn id="162" fill="hold">
                            <p:stCondLst>
                              <p:cond delay="550"/>
                            </p:stCondLst>
                            <p:childTnLst>
                              <p:par>
                                <p:cTn id="163" presetID="10" presetClass="entr" presetSubtype="0" fill="hold" nodeType="afterEffect">
                                  <p:stCondLst>
                                    <p:cond delay="0"/>
                                  </p:stCondLst>
                                  <p:childTnLst>
                                    <p:set>
                                      <p:cBhvr>
                                        <p:cTn id="164" dur="1" fill="hold">
                                          <p:stCondLst>
                                            <p:cond delay="0"/>
                                          </p:stCondLst>
                                        </p:cTn>
                                        <p:tgtEl>
                                          <p:spTgt spid="635"/>
                                        </p:tgtEl>
                                        <p:attrNameLst>
                                          <p:attrName>style.visibility</p:attrName>
                                        </p:attrNameLst>
                                      </p:cBhvr>
                                      <p:to>
                                        <p:strVal val="visible"/>
                                      </p:to>
                                    </p:set>
                                    <p:animEffect transition="in" filter="fade">
                                      <p:cBhvr>
                                        <p:cTn id="165" dur="50"/>
                                        <p:tgtEl>
                                          <p:spTgt spid="635"/>
                                        </p:tgtEl>
                                      </p:cBhvr>
                                    </p:animEffect>
                                  </p:childTnLst>
                                </p:cTn>
                              </p:par>
                            </p:childTnLst>
                          </p:cTn>
                        </p:par>
                        <p:par>
                          <p:cTn id="166" fill="hold">
                            <p:stCondLst>
                              <p:cond delay="600"/>
                            </p:stCondLst>
                            <p:childTnLst>
                              <p:par>
                                <p:cTn id="167" presetID="10" presetClass="entr" presetSubtype="0" fill="hold" nodeType="afterEffect">
                                  <p:stCondLst>
                                    <p:cond delay="0"/>
                                  </p:stCondLst>
                                  <p:childTnLst>
                                    <p:set>
                                      <p:cBhvr>
                                        <p:cTn id="168" dur="1" fill="hold">
                                          <p:stCondLst>
                                            <p:cond delay="0"/>
                                          </p:stCondLst>
                                        </p:cTn>
                                        <p:tgtEl>
                                          <p:spTgt spid="629"/>
                                        </p:tgtEl>
                                        <p:attrNameLst>
                                          <p:attrName>style.visibility</p:attrName>
                                        </p:attrNameLst>
                                      </p:cBhvr>
                                      <p:to>
                                        <p:strVal val="visible"/>
                                      </p:to>
                                    </p:set>
                                    <p:animEffect transition="in" filter="fade">
                                      <p:cBhvr>
                                        <p:cTn id="169" dur="50"/>
                                        <p:tgtEl>
                                          <p:spTgt spid="629"/>
                                        </p:tgtEl>
                                      </p:cBhvr>
                                    </p:animEffect>
                                  </p:childTnLst>
                                </p:cTn>
                              </p:par>
                            </p:childTnLst>
                          </p:cTn>
                        </p:par>
                        <p:par>
                          <p:cTn id="170" fill="hold">
                            <p:stCondLst>
                              <p:cond delay="650"/>
                            </p:stCondLst>
                            <p:childTnLst>
                              <p:par>
                                <p:cTn id="171" presetID="10" presetClass="entr" presetSubtype="0" fill="hold" nodeType="afterEffect">
                                  <p:stCondLst>
                                    <p:cond delay="0"/>
                                  </p:stCondLst>
                                  <p:childTnLst>
                                    <p:set>
                                      <p:cBhvr>
                                        <p:cTn id="172" dur="1" fill="hold">
                                          <p:stCondLst>
                                            <p:cond delay="0"/>
                                          </p:stCondLst>
                                        </p:cTn>
                                        <p:tgtEl>
                                          <p:spTgt spid="335"/>
                                        </p:tgtEl>
                                        <p:attrNameLst>
                                          <p:attrName>style.visibility</p:attrName>
                                        </p:attrNameLst>
                                      </p:cBhvr>
                                      <p:to>
                                        <p:strVal val="visible"/>
                                      </p:to>
                                    </p:set>
                                    <p:animEffect transition="in" filter="fade">
                                      <p:cBhvr>
                                        <p:cTn id="173" dur="50"/>
                                        <p:tgtEl>
                                          <p:spTgt spid="335"/>
                                        </p:tgtEl>
                                      </p:cBhvr>
                                    </p:animEffect>
                                  </p:childTnLst>
                                </p:cTn>
                              </p:par>
                            </p:childTnLst>
                          </p:cTn>
                        </p:par>
                        <p:par>
                          <p:cTn id="174" fill="hold">
                            <p:stCondLst>
                              <p:cond delay="700"/>
                            </p:stCondLst>
                            <p:childTnLst>
                              <p:par>
                                <p:cTn id="175" presetID="10" presetClass="entr" presetSubtype="0" fill="hold" nodeType="afterEffect">
                                  <p:stCondLst>
                                    <p:cond delay="0"/>
                                  </p:stCondLst>
                                  <p:childTnLst>
                                    <p:set>
                                      <p:cBhvr>
                                        <p:cTn id="176" dur="1" fill="hold">
                                          <p:stCondLst>
                                            <p:cond delay="0"/>
                                          </p:stCondLst>
                                        </p:cTn>
                                        <p:tgtEl>
                                          <p:spTgt spid="344"/>
                                        </p:tgtEl>
                                        <p:attrNameLst>
                                          <p:attrName>style.visibility</p:attrName>
                                        </p:attrNameLst>
                                      </p:cBhvr>
                                      <p:to>
                                        <p:strVal val="visible"/>
                                      </p:to>
                                    </p:set>
                                    <p:animEffect transition="in" filter="fade">
                                      <p:cBhvr>
                                        <p:cTn id="177" dur="50"/>
                                        <p:tgtEl>
                                          <p:spTgt spid="344"/>
                                        </p:tgtEl>
                                      </p:cBhvr>
                                    </p:animEffect>
                                  </p:childTnLst>
                                </p:cTn>
                              </p:par>
                            </p:childTnLst>
                          </p:cTn>
                        </p:par>
                        <p:par>
                          <p:cTn id="178" fill="hold">
                            <p:stCondLst>
                              <p:cond delay="750"/>
                            </p:stCondLst>
                            <p:childTnLst>
                              <p:par>
                                <p:cTn id="179" presetID="10" presetClass="entr" presetSubtype="0" fill="hold" nodeType="afterEffect">
                                  <p:stCondLst>
                                    <p:cond delay="0"/>
                                  </p:stCondLst>
                                  <p:childTnLst>
                                    <p:set>
                                      <p:cBhvr>
                                        <p:cTn id="180" dur="1" fill="hold">
                                          <p:stCondLst>
                                            <p:cond delay="0"/>
                                          </p:stCondLst>
                                        </p:cTn>
                                        <p:tgtEl>
                                          <p:spTgt spid="329"/>
                                        </p:tgtEl>
                                        <p:attrNameLst>
                                          <p:attrName>style.visibility</p:attrName>
                                        </p:attrNameLst>
                                      </p:cBhvr>
                                      <p:to>
                                        <p:strVal val="visible"/>
                                      </p:to>
                                    </p:set>
                                    <p:animEffect transition="in" filter="fade">
                                      <p:cBhvr>
                                        <p:cTn id="181" dur="50"/>
                                        <p:tgtEl>
                                          <p:spTgt spid="329"/>
                                        </p:tgtEl>
                                      </p:cBhvr>
                                    </p:animEffect>
                                  </p:childTnLst>
                                </p:cTn>
                              </p:par>
                            </p:childTnLst>
                          </p:cTn>
                        </p:par>
                        <p:par>
                          <p:cTn id="182" fill="hold">
                            <p:stCondLst>
                              <p:cond delay="800"/>
                            </p:stCondLst>
                            <p:childTnLst>
                              <p:par>
                                <p:cTn id="183" presetID="10" presetClass="entr" presetSubtype="0" fill="hold" nodeType="afterEffect">
                                  <p:stCondLst>
                                    <p:cond delay="0"/>
                                  </p:stCondLst>
                                  <p:childTnLst>
                                    <p:set>
                                      <p:cBhvr>
                                        <p:cTn id="184" dur="1" fill="hold">
                                          <p:stCondLst>
                                            <p:cond delay="0"/>
                                          </p:stCondLst>
                                        </p:cTn>
                                        <p:tgtEl>
                                          <p:spTgt spid="626"/>
                                        </p:tgtEl>
                                        <p:attrNameLst>
                                          <p:attrName>style.visibility</p:attrName>
                                        </p:attrNameLst>
                                      </p:cBhvr>
                                      <p:to>
                                        <p:strVal val="visible"/>
                                      </p:to>
                                    </p:set>
                                    <p:animEffect transition="in" filter="fade">
                                      <p:cBhvr>
                                        <p:cTn id="185" dur="50"/>
                                        <p:tgtEl>
                                          <p:spTgt spid="626"/>
                                        </p:tgtEl>
                                      </p:cBhvr>
                                    </p:animEffect>
                                  </p:childTnLst>
                                </p:cTn>
                              </p:par>
                            </p:childTnLst>
                          </p:cTn>
                        </p:par>
                        <p:par>
                          <p:cTn id="186" fill="hold">
                            <p:stCondLst>
                              <p:cond delay="850"/>
                            </p:stCondLst>
                            <p:childTnLst>
                              <p:par>
                                <p:cTn id="187" presetID="10" presetClass="entr" presetSubtype="0" fill="hold" nodeType="afterEffect">
                                  <p:stCondLst>
                                    <p:cond delay="0"/>
                                  </p:stCondLst>
                                  <p:childTnLst>
                                    <p:set>
                                      <p:cBhvr>
                                        <p:cTn id="188" dur="1" fill="hold">
                                          <p:stCondLst>
                                            <p:cond delay="0"/>
                                          </p:stCondLst>
                                        </p:cTn>
                                        <p:tgtEl>
                                          <p:spTgt spid="620"/>
                                        </p:tgtEl>
                                        <p:attrNameLst>
                                          <p:attrName>style.visibility</p:attrName>
                                        </p:attrNameLst>
                                      </p:cBhvr>
                                      <p:to>
                                        <p:strVal val="visible"/>
                                      </p:to>
                                    </p:set>
                                    <p:animEffect transition="in" filter="fade">
                                      <p:cBhvr>
                                        <p:cTn id="189" dur="50"/>
                                        <p:tgtEl>
                                          <p:spTgt spid="620"/>
                                        </p:tgtEl>
                                      </p:cBhvr>
                                    </p:animEffect>
                                  </p:childTnLst>
                                </p:cTn>
                              </p:par>
                            </p:childTnLst>
                          </p:cTn>
                        </p:par>
                        <p:par>
                          <p:cTn id="190" fill="hold">
                            <p:stCondLst>
                              <p:cond delay="900"/>
                            </p:stCondLst>
                            <p:childTnLst>
                              <p:par>
                                <p:cTn id="191" presetID="10" presetClass="entr" presetSubtype="0" fill="hold" nodeType="afterEffect">
                                  <p:stCondLst>
                                    <p:cond delay="0"/>
                                  </p:stCondLst>
                                  <p:childTnLst>
                                    <p:set>
                                      <p:cBhvr>
                                        <p:cTn id="192" dur="1" fill="hold">
                                          <p:stCondLst>
                                            <p:cond delay="0"/>
                                          </p:stCondLst>
                                        </p:cTn>
                                        <p:tgtEl>
                                          <p:spTgt spid="902"/>
                                        </p:tgtEl>
                                        <p:attrNameLst>
                                          <p:attrName>style.visibility</p:attrName>
                                        </p:attrNameLst>
                                      </p:cBhvr>
                                      <p:to>
                                        <p:strVal val="visible"/>
                                      </p:to>
                                    </p:set>
                                    <p:animEffect transition="in" filter="fade">
                                      <p:cBhvr>
                                        <p:cTn id="193" dur="50"/>
                                        <p:tgtEl>
                                          <p:spTgt spid="902"/>
                                        </p:tgtEl>
                                      </p:cBhvr>
                                    </p:animEffect>
                                  </p:childTnLst>
                                </p:cTn>
                              </p:par>
                            </p:childTnLst>
                          </p:cTn>
                        </p:par>
                        <p:par>
                          <p:cTn id="194" fill="hold">
                            <p:stCondLst>
                              <p:cond delay="950"/>
                            </p:stCondLst>
                            <p:childTnLst>
                              <p:par>
                                <p:cTn id="195" presetID="10" presetClass="entr" presetSubtype="0" fill="hold" nodeType="afterEffect">
                                  <p:stCondLst>
                                    <p:cond delay="0"/>
                                  </p:stCondLst>
                                  <p:childTnLst>
                                    <p:set>
                                      <p:cBhvr>
                                        <p:cTn id="196" dur="1" fill="hold">
                                          <p:stCondLst>
                                            <p:cond delay="0"/>
                                          </p:stCondLst>
                                        </p:cTn>
                                        <p:tgtEl>
                                          <p:spTgt spid="617"/>
                                        </p:tgtEl>
                                        <p:attrNameLst>
                                          <p:attrName>style.visibility</p:attrName>
                                        </p:attrNameLst>
                                      </p:cBhvr>
                                      <p:to>
                                        <p:strVal val="visible"/>
                                      </p:to>
                                    </p:set>
                                    <p:animEffect transition="in" filter="fade">
                                      <p:cBhvr>
                                        <p:cTn id="197" dur="50"/>
                                        <p:tgtEl>
                                          <p:spTgt spid="617"/>
                                        </p:tgtEl>
                                      </p:cBhvr>
                                    </p:animEffect>
                                  </p:childTnLst>
                                </p:cTn>
                              </p:par>
                            </p:childTnLst>
                          </p:cTn>
                        </p:par>
                        <p:par>
                          <p:cTn id="198" fill="hold">
                            <p:stCondLst>
                              <p:cond delay="1000"/>
                            </p:stCondLst>
                            <p:childTnLst>
                              <p:par>
                                <p:cTn id="199" presetID="10" presetClass="entr" presetSubtype="0" fill="hold" nodeType="afterEffect">
                                  <p:stCondLst>
                                    <p:cond delay="0"/>
                                  </p:stCondLst>
                                  <p:childTnLst>
                                    <p:set>
                                      <p:cBhvr>
                                        <p:cTn id="200" dur="1" fill="hold">
                                          <p:stCondLst>
                                            <p:cond delay="0"/>
                                          </p:stCondLst>
                                        </p:cTn>
                                        <p:tgtEl>
                                          <p:spTgt spid="347"/>
                                        </p:tgtEl>
                                        <p:attrNameLst>
                                          <p:attrName>style.visibility</p:attrName>
                                        </p:attrNameLst>
                                      </p:cBhvr>
                                      <p:to>
                                        <p:strVal val="visible"/>
                                      </p:to>
                                    </p:set>
                                    <p:animEffect transition="in" filter="fade">
                                      <p:cBhvr>
                                        <p:cTn id="201" dur="50"/>
                                        <p:tgtEl>
                                          <p:spTgt spid="347"/>
                                        </p:tgtEl>
                                      </p:cBhvr>
                                    </p:animEffect>
                                  </p:childTnLst>
                                </p:cTn>
                              </p:par>
                            </p:childTnLst>
                          </p:cTn>
                        </p:par>
                        <p:par>
                          <p:cTn id="202" fill="hold">
                            <p:stCondLst>
                              <p:cond delay="1050"/>
                            </p:stCondLst>
                            <p:childTnLst>
                              <p:par>
                                <p:cTn id="203" presetID="10" presetClass="entr" presetSubtype="0" fill="hold" nodeType="afterEffect">
                                  <p:stCondLst>
                                    <p:cond delay="0"/>
                                  </p:stCondLst>
                                  <p:childTnLst>
                                    <p:set>
                                      <p:cBhvr>
                                        <p:cTn id="204" dur="1" fill="hold">
                                          <p:stCondLst>
                                            <p:cond delay="0"/>
                                          </p:stCondLst>
                                        </p:cTn>
                                        <p:tgtEl>
                                          <p:spTgt spid="362"/>
                                        </p:tgtEl>
                                        <p:attrNameLst>
                                          <p:attrName>style.visibility</p:attrName>
                                        </p:attrNameLst>
                                      </p:cBhvr>
                                      <p:to>
                                        <p:strVal val="visible"/>
                                      </p:to>
                                    </p:set>
                                    <p:animEffect transition="in" filter="fade">
                                      <p:cBhvr>
                                        <p:cTn id="205" dur="50"/>
                                        <p:tgtEl>
                                          <p:spTgt spid="362"/>
                                        </p:tgtEl>
                                      </p:cBhvr>
                                    </p:animEffect>
                                  </p:childTnLst>
                                </p:cTn>
                              </p:par>
                            </p:childTnLst>
                          </p:cTn>
                        </p:par>
                        <p:par>
                          <p:cTn id="206" fill="hold">
                            <p:stCondLst>
                              <p:cond delay="1100"/>
                            </p:stCondLst>
                            <p:childTnLst>
                              <p:par>
                                <p:cTn id="207" presetID="10" presetClass="entr" presetSubtype="0" fill="hold" nodeType="afterEffect">
                                  <p:stCondLst>
                                    <p:cond delay="0"/>
                                  </p:stCondLst>
                                  <p:childTnLst>
                                    <p:set>
                                      <p:cBhvr>
                                        <p:cTn id="208" dur="1" fill="hold">
                                          <p:stCondLst>
                                            <p:cond delay="0"/>
                                          </p:stCondLst>
                                        </p:cTn>
                                        <p:tgtEl>
                                          <p:spTgt spid="368"/>
                                        </p:tgtEl>
                                        <p:attrNameLst>
                                          <p:attrName>style.visibility</p:attrName>
                                        </p:attrNameLst>
                                      </p:cBhvr>
                                      <p:to>
                                        <p:strVal val="visible"/>
                                      </p:to>
                                    </p:set>
                                    <p:animEffect transition="in" filter="fade">
                                      <p:cBhvr>
                                        <p:cTn id="209" dur="50"/>
                                        <p:tgtEl>
                                          <p:spTgt spid="368"/>
                                        </p:tgtEl>
                                      </p:cBhvr>
                                    </p:animEffect>
                                  </p:childTnLst>
                                </p:cTn>
                              </p:par>
                            </p:childTnLst>
                          </p:cTn>
                        </p:par>
                        <p:par>
                          <p:cTn id="210" fill="hold">
                            <p:stCondLst>
                              <p:cond delay="1150"/>
                            </p:stCondLst>
                            <p:childTnLst>
                              <p:par>
                                <p:cTn id="211" presetID="10" presetClass="entr" presetSubtype="0" fill="hold" nodeType="afterEffect">
                                  <p:stCondLst>
                                    <p:cond delay="0"/>
                                  </p:stCondLst>
                                  <p:childTnLst>
                                    <p:set>
                                      <p:cBhvr>
                                        <p:cTn id="212" dur="1" fill="hold">
                                          <p:stCondLst>
                                            <p:cond delay="0"/>
                                          </p:stCondLst>
                                        </p:cTn>
                                        <p:tgtEl>
                                          <p:spTgt spid="350"/>
                                        </p:tgtEl>
                                        <p:attrNameLst>
                                          <p:attrName>style.visibility</p:attrName>
                                        </p:attrNameLst>
                                      </p:cBhvr>
                                      <p:to>
                                        <p:strVal val="visible"/>
                                      </p:to>
                                    </p:set>
                                    <p:animEffect transition="in" filter="fade">
                                      <p:cBhvr>
                                        <p:cTn id="213" dur="50"/>
                                        <p:tgtEl>
                                          <p:spTgt spid="350"/>
                                        </p:tgtEl>
                                      </p:cBhvr>
                                    </p:animEffect>
                                  </p:childTnLst>
                                </p:cTn>
                              </p:par>
                            </p:childTnLst>
                          </p:cTn>
                        </p:par>
                        <p:par>
                          <p:cTn id="214" fill="hold">
                            <p:stCondLst>
                              <p:cond delay="1200"/>
                            </p:stCondLst>
                            <p:childTnLst>
                              <p:par>
                                <p:cTn id="215" presetID="10" presetClass="entr" presetSubtype="0" fill="hold" nodeType="afterEffect">
                                  <p:stCondLst>
                                    <p:cond delay="0"/>
                                  </p:stCondLst>
                                  <p:childTnLst>
                                    <p:set>
                                      <p:cBhvr>
                                        <p:cTn id="216" dur="1" fill="hold">
                                          <p:stCondLst>
                                            <p:cond delay="0"/>
                                          </p:stCondLst>
                                        </p:cTn>
                                        <p:tgtEl>
                                          <p:spTgt spid="365"/>
                                        </p:tgtEl>
                                        <p:attrNameLst>
                                          <p:attrName>style.visibility</p:attrName>
                                        </p:attrNameLst>
                                      </p:cBhvr>
                                      <p:to>
                                        <p:strVal val="visible"/>
                                      </p:to>
                                    </p:set>
                                    <p:animEffect transition="in" filter="fade">
                                      <p:cBhvr>
                                        <p:cTn id="217" dur="50"/>
                                        <p:tgtEl>
                                          <p:spTgt spid="365"/>
                                        </p:tgtEl>
                                      </p:cBhvr>
                                    </p:animEffect>
                                  </p:childTnLst>
                                </p:cTn>
                              </p:par>
                            </p:childTnLst>
                          </p:cTn>
                        </p:par>
                        <p:par>
                          <p:cTn id="218" fill="hold">
                            <p:stCondLst>
                              <p:cond delay="1250"/>
                            </p:stCondLst>
                            <p:childTnLst>
                              <p:par>
                                <p:cTn id="219" presetID="10" presetClass="entr" presetSubtype="0" fill="hold" nodeType="afterEffect">
                                  <p:stCondLst>
                                    <p:cond delay="0"/>
                                  </p:stCondLst>
                                  <p:childTnLst>
                                    <p:set>
                                      <p:cBhvr>
                                        <p:cTn id="220" dur="1" fill="hold">
                                          <p:stCondLst>
                                            <p:cond delay="0"/>
                                          </p:stCondLst>
                                        </p:cTn>
                                        <p:tgtEl>
                                          <p:spTgt spid="353"/>
                                        </p:tgtEl>
                                        <p:attrNameLst>
                                          <p:attrName>style.visibility</p:attrName>
                                        </p:attrNameLst>
                                      </p:cBhvr>
                                      <p:to>
                                        <p:strVal val="visible"/>
                                      </p:to>
                                    </p:set>
                                    <p:animEffect transition="in" filter="fade">
                                      <p:cBhvr>
                                        <p:cTn id="221" dur="50"/>
                                        <p:tgtEl>
                                          <p:spTgt spid="353"/>
                                        </p:tgtEl>
                                      </p:cBhvr>
                                    </p:animEffect>
                                  </p:childTnLst>
                                </p:cTn>
                              </p:par>
                            </p:childTnLst>
                          </p:cTn>
                        </p:par>
                        <p:par>
                          <p:cTn id="222" fill="hold">
                            <p:stCondLst>
                              <p:cond delay="1300"/>
                            </p:stCondLst>
                            <p:childTnLst>
                              <p:par>
                                <p:cTn id="223" presetID="10" presetClass="entr" presetSubtype="0" fill="hold" nodeType="afterEffect">
                                  <p:stCondLst>
                                    <p:cond delay="0"/>
                                  </p:stCondLst>
                                  <p:childTnLst>
                                    <p:set>
                                      <p:cBhvr>
                                        <p:cTn id="224" dur="1" fill="hold">
                                          <p:stCondLst>
                                            <p:cond delay="0"/>
                                          </p:stCondLst>
                                        </p:cTn>
                                        <p:tgtEl>
                                          <p:spTgt spid="356"/>
                                        </p:tgtEl>
                                        <p:attrNameLst>
                                          <p:attrName>style.visibility</p:attrName>
                                        </p:attrNameLst>
                                      </p:cBhvr>
                                      <p:to>
                                        <p:strVal val="visible"/>
                                      </p:to>
                                    </p:set>
                                    <p:animEffect transition="in" filter="fade">
                                      <p:cBhvr>
                                        <p:cTn id="225" dur="50"/>
                                        <p:tgtEl>
                                          <p:spTgt spid="356"/>
                                        </p:tgtEl>
                                      </p:cBhvr>
                                    </p:animEffect>
                                  </p:childTnLst>
                                </p:cTn>
                              </p:par>
                            </p:childTnLst>
                          </p:cTn>
                        </p:par>
                        <p:par>
                          <p:cTn id="226" fill="hold">
                            <p:stCondLst>
                              <p:cond delay="1350"/>
                            </p:stCondLst>
                            <p:childTnLst>
                              <p:par>
                                <p:cTn id="227" presetID="10" presetClass="entr" presetSubtype="0" fill="hold" nodeType="afterEffect">
                                  <p:stCondLst>
                                    <p:cond delay="0"/>
                                  </p:stCondLst>
                                  <p:childTnLst>
                                    <p:set>
                                      <p:cBhvr>
                                        <p:cTn id="228" dur="1" fill="hold">
                                          <p:stCondLst>
                                            <p:cond delay="0"/>
                                          </p:stCondLst>
                                        </p:cTn>
                                        <p:tgtEl>
                                          <p:spTgt spid="359"/>
                                        </p:tgtEl>
                                        <p:attrNameLst>
                                          <p:attrName>style.visibility</p:attrName>
                                        </p:attrNameLst>
                                      </p:cBhvr>
                                      <p:to>
                                        <p:strVal val="visible"/>
                                      </p:to>
                                    </p:set>
                                    <p:animEffect transition="in" filter="fade">
                                      <p:cBhvr>
                                        <p:cTn id="229" dur="50"/>
                                        <p:tgtEl>
                                          <p:spTgt spid="359"/>
                                        </p:tgtEl>
                                      </p:cBhvr>
                                    </p:animEffect>
                                  </p:childTnLst>
                                </p:cTn>
                              </p:par>
                            </p:childTnLst>
                          </p:cTn>
                        </p:par>
                        <p:par>
                          <p:cTn id="230" fill="hold">
                            <p:stCondLst>
                              <p:cond delay="1400"/>
                            </p:stCondLst>
                            <p:childTnLst>
                              <p:par>
                                <p:cTn id="231" presetID="10" presetClass="entr" presetSubtype="0" fill="hold" nodeType="afterEffect">
                                  <p:stCondLst>
                                    <p:cond delay="0"/>
                                  </p:stCondLst>
                                  <p:childTnLst>
                                    <p:set>
                                      <p:cBhvr>
                                        <p:cTn id="232" dur="1" fill="hold">
                                          <p:stCondLst>
                                            <p:cond delay="0"/>
                                          </p:stCondLst>
                                        </p:cTn>
                                        <p:tgtEl>
                                          <p:spTgt spid="377"/>
                                        </p:tgtEl>
                                        <p:attrNameLst>
                                          <p:attrName>style.visibility</p:attrName>
                                        </p:attrNameLst>
                                      </p:cBhvr>
                                      <p:to>
                                        <p:strVal val="visible"/>
                                      </p:to>
                                    </p:set>
                                    <p:animEffect transition="in" filter="fade">
                                      <p:cBhvr>
                                        <p:cTn id="233" dur="50"/>
                                        <p:tgtEl>
                                          <p:spTgt spid="377"/>
                                        </p:tgtEl>
                                      </p:cBhvr>
                                    </p:animEffect>
                                  </p:childTnLst>
                                </p:cTn>
                              </p:par>
                            </p:childTnLst>
                          </p:cTn>
                        </p:par>
                        <p:par>
                          <p:cTn id="234" fill="hold">
                            <p:stCondLst>
                              <p:cond delay="1450"/>
                            </p:stCondLst>
                            <p:childTnLst>
                              <p:par>
                                <p:cTn id="235" presetID="10" presetClass="entr" presetSubtype="0" fill="hold" nodeType="afterEffect">
                                  <p:stCondLst>
                                    <p:cond delay="0"/>
                                  </p:stCondLst>
                                  <p:childTnLst>
                                    <p:set>
                                      <p:cBhvr>
                                        <p:cTn id="236" dur="1" fill="hold">
                                          <p:stCondLst>
                                            <p:cond delay="0"/>
                                          </p:stCondLst>
                                        </p:cTn>
                                        <p:tgtEl>
                                          <p:spTgt spid="374"/>
                                        </p:tgtEl>
                                        <p:attrNameLst>
                                          <p:attrName>style.visibility</p:attrName>
                                        </p:attrNameLst>
                                      </p:cBhvr>
                                      <p:to>
                                        <p:strVal val="visible"/>
                                      </p:to>
                                    </p:set>
                                    <p:animEffect transition="in" filter="fade">
                                      <p:cBhvr>
                                        <p:cTn id="237" dur="50"/>
                                        <p:tgtEl>
                                          <p:spTgt spid="374"/>
                                        </p:tgtEl>
                                      </p:cBhvr>
                                    </p:animEffect>
                                  </p:childTnLst>
                                </p:cTn>
                              </p:par>
                            </p:childTnLst>
                          </p:cTn>
                        </p:par>
                        <p:par>
                          <p:cTn id="238" fill="hold">
                            <p:stCondLst>
                              <p:cond delay="1500"/>
                            </p:stCondLst>
                            <p:childTnLst>
                              <p:par>
                                <p:cTn id="239" presetID="10" presetClass="entr" presetSubtype="0" fill="hold" nodeType="afterEffect">
                                  <p:stCondLst>
                                    <p:cond delay="0"/>
                                  </p:stCondLst>
                                  <p:childTnLst>
                                    <p:set>
                                      <p:cBhvr>
                                        <p:cTn id="240" dur="1" fill="hold">
                                          <p:stCondLst>
                                            <p:cond delay="0"/>
                                          </p:stCondLst>
                                        </p:cTn>
                                        <p:tgtEl>
                                          <p:spTgt spid="371"/>
                                        </p:tgtEl>
                                        <p:attrNameLst>
                                          <p:attrName>style.visibility</p:attrName>
                                        </p:attrNameLst>
                                      </p:cBhvr>
                                      <p:to>
                                        <p:strVal val="visible"/>
                                      </p:to>
                                    </p:set>
                                    <p:animEffect transition="in" filter="fade">
                                      <p:cBhvr>
                                        <p:cTn id="241" dur="50"/>
                                        <p:tgtEl>
                                          <p:spTgt spid="371"/>
                                        </p:tgtEl>
                                      </p:cBhvr>
                                    </p:animEffect>
                                  </p:childTnLst>
                                </p:cTn>
                              </p:par>
                            </p:childTnLst>
                          </p:cTn>
                        </p:par>
                        <p:par>
                          <p:cTn id="242" fill="hold">
                            <p:stCondLst>
                              <p:cond delay="1550"/>
                            </p:stCondLst>
                            <p:childTnLst>
                              <p:par>
                                <p:cTn id="243" presetID="10" presetClass="entr" presetSubtype="0" fill="hold" nodeType="afterEffect">
                                  <p:stCondLst>
                                    <p:cond delay="0"/>
                                  </p:stCondLst>
                                  <p:childTnLst>
                                    <p:set>
                                      <p:cBhvr>
                                        <p:cTn id="244" dur="1" fill="hold">
                                          <p:stCondLst>
                                            <p:cond delay="0"/>
                                          </p:stCondLst>
                                        </p:cTn>
                                        <p:tgtEl>
                                          <p:spTgt spid="386"/>
                                        </p:tgtEl>
                                        <p:attrNameLst>
                                          <p:attrName>style.visibility</p:attrName>
                                        </p:attrNameLst>
                                      </p:cBhvr>
                                      <p:to>
                                        <p:strVal val="visible"/>
                                      </p:to>
                                    </p:set>
                                    <p:animEffect transition="in" filter="fade">
                                      <p:cBhvr>
                                        <p:cTn id="245" dur="50"/>
                                        <p:tgtEl>
                                          <p:spTgt spid="386"/>
                                        </p:tgtEl>
                                      </p:cBhvr>
                                    </p:animEffect>
                                  </p:childTnLst>
                                </p:cTn>
                              </p:par>
                            </p:childTnLst>
                          </p:cTn>
                        </p:par>
                        <p:par>
                          <p:cTn id="246" fill="hold">
                            <p:stCondLst>
                              <p:cond delay="1600"/>
                            </p:stCondLst>
                            <p:childTnLst>
                              <p:par>
                                <p:cTn id="247" presetID="10" presetClass="entr" presetSubtype="0" fill="hold" nodeType="afterEffect">
                                  <p:stCondLst>
                                    <p:cond delay="0"/>
                                  </p:stCondLst>
                                  <p:childTnLst>
                                    <p:set>
                                      <p:cBhvr>
                                        <p:cTn id="248" dur="1" fill="hold">
                                          <p:stCondLst>
                                            <p:cond delay="0"/>
                                          </p:stCondLst>
                                        </p:cTn>
                                        <p:tgtEl>
                                          <p:spTgt spid="383"/>
                                        </p:tgtEl>
                                        <p:attrNameLst>
                                          <p:attrName>style.visibility</p:attrName>
                                        </p:attrNameLst>
                                      </p:cBhvr>
                                      <p:to>
                                        <p:strVal val="visible"/>
                                      </p:to>
                                    </p:set>
                                    <p:animEffect transition="in" filter="fade">
                                      <p:cBhvr>
                                        <p:cTn id="249" dur="50"/>
                                        <p:tgtEl>
                                          <p:spTgt spid="383"/>
                                        </p:tgtEl>
                                      </p:cBhvr>
                                    </p:animEffect>
                                  </p:childTnLst>
                                </p:cTn>
                              </p:par>
                            </p:childTnLst>
                          </p:cTn>
                        </p:par>
                        <p:par>
                          <p:cTn id="250" fill="hold">
                            <p:stCondLst>
                              <p:cond delay="1650"/>
                            </p:stCondLst>
                            <p:childTnLst>
                              <p:par>
                                <p:cTn id="251" presetID="10" presetClass="entr" presetSubtype="0" fill="hold" nodeType="afterEffect">
                                  <p:stCondLst>
                                    <p:cond delay="0"/>
                                  </p:stCondLst>
                                  <p:childTnLst>
                                    <p:set>
                                      <p:cBhvr>
                                        <p:cTn id="252" dur="1" fill="hold">
                                          <p:stCondLst>
                                            <p:cond delay="0"/>
                                          </p:stCondLst>
                                        </p:cTn>
                                        <p:tgtEl>
                                          <p:spTgt spid="380"/>
                                        </p:tgtEl>
                                        <p:attrNameLst>
                                          <p:attrName>style.visibility</p:attrName>
                                        </p:attrNameLst>
                                      </p:cBhvr>
                                      <p:to>
                                        <p:strVal val="visible"/>
                                      </p:to>
                                    </p:set>
                                    <p:animEffect transition="in" filter="fade">
                                      <p:cBhvr>
                                        <p:cTn id="253" dur="50"/>
                                        <p:tgtEl>
                                          <p:spTgt spid="380"/>
                                        </p:tgtEl>
                                      </p:cBhvr>
                                    </p:animEffect>
                                  </p:childTnLst>
                                </p:cTn>
                              </p:par>
                            </p:childTnLst>
                          </p:cTn>
                        </p:par>
                        <p:par>
                          <p:cTn id="254" fill="hold">
                            <p:stCondLst>
                              <p:cond delay="1700"/>
                            </p:stCondLst>
                            <p:childTnLst>
                              <p:par>
                                <p:cTn id="255" presetID="10" presetClass="entr" presetSubtype="0" fill="hold" nodeType="afterEffect">
                                  <p:stCondLst>
                                    <p:cond delay="0"/>
                                  </p:stCondLst>
                                  <p:childTnLst>
                                    <p:set>
                                      <p:cBhvr>
                                        <p:cTn id="256" dur="1" fill="hold">
                                          <p:stCondLst>
                                            <p:cond delay="0"/>
                                          </p:stCondLst>
                                        </p:cTn>
                                        <p:tgtEl>
                                          <p:spTgt spid="395"/>
                                        </p:tgtEl>
                                        <p:attrNameLst>
                                          <p:attrName>style.visibility</p:attrName>
                                        </p:attrNameLst>
                                      </p:cBhvr>
                                      <p:to>
                                        <p:strVal val="visible"/>
                                      </p:to>
                                    </p:set>
                                    <p:animEffect transition="in" filter="fade">
                                      <p:cBhvr>
                                        <p:cTn id="257" dur="50"/>
                                        <p:tgtEl>
                                          <p:spTgt spid="395"/>
                                        </p:tgtEl>
                                      </p:cBhvr>
                                    </p:animEffect>
                                  </p:childTnLst>
                                </p:cTn>
                              </p:par>
                            </p:childTnLst>
                          </p:cTn>
                        </p:par>
                        <p:par>
                          <p:cTn id="258" fill="hold">
                            <p:stCondLst>
                              <p:cond delay="1750"/>
                            </p:stCondLst>
                            <p:childTnLst>
                              <p:par>
                                <p:cTn id="259" presetID="10" presetClass="entr" presetSubtype="0" fill="hold" nodeType="afterEffect">
                                  <p:stCondLst>
                                    <p:cond delay="0"/>
                                  </p:stCondLst>
                                  <p:childTnLst>
                                    <p:set>
                                      <p:cBhvr>
                                        <p:cTn id="260" dur="1" fill="hold">
                                          <p:stCondLst>
                                            <p:cond delay="0"/>
                                          </p:stCondLst>
                                        </p:cTn>
                                        <p:tgtEl>
                                          <p:spTgt spid="392"/>
                                        </p:tgtEl>
                                        <p:attrNameLst>
                                          <p:attrName>style.visibility</p:attrName>
                                        </p:attrNameLst>
                                      </p:cBhvr>
                                      <p:to>
                                        <p:strVal val="visible"/>
                                      </p:to>
                                    </p:set>
                                    <p:animEffect transition="in" filter="fade">
                                      <p:cBhvr>
                                        <p:cTn id="261" dur="50"/>
                                        <p:tgtEl>
                                          <p:spTgt spid="392"/>
                                        </p:tgtEl>
                                      </p:cBhvr>
                                    </p:animEffect>
                                  </p:childTnLst>
                                </p:cTn>
                              </p:par>
                            </p:childTnLst>
                          </p:cTn>
                        </p:par>
                        <p:par>
                          <p:cTn id="262" fill="hold">
                            <p:stCondLst>
                              <p:cond delay="1800"/>
                            </p:stCondLst>
                            <p:childTnLst>
                              <p:par>
                                <p:cTn id="263" presetID="10" presetClass="entr" presetSubtype="0" fill="hold" nodeType="afterEffect">
                                  <p:stCondLst>
                                    <p:cond delay="0"/>
                                  </p:stCondLst>
                                  <p:childTnLst>
                                    <p:set>
                                      <p:cBhvr>
                                        <p:cTn id="264" dur="1" fill="hold">
                                          <p:stCondLst>
                                            <p:cond delay="0"/>
                                          </p:stCondLst>
                                        </p:cTn>
                                        <p:tgtEl>
                                          <p:spTgt spid="389"/>
                                        </p:tgtEl>
                                        <p:attrNameLst>
                                          <p:attrName>style.visibility</p:attrName>
                                        </p:attrNameLst>
                                      </p:cBhvr>
                                      <p:to>
                                        <p:strVal val="visible"/>
                                      </p:to>
                                    </p:set>
                                    <p:animEffect transition="in" filter="fade">
                                      <p:cBhvr>
                                        <p:cTn id="265" dur="50"/>
                                        <p:tgtEl>
                                          <p:spTgt spid="389"/>
                                        </p:tgtEl>
                                      </p:cBhvr>
                                    </p:animEffect>
                                  </p:childTnLst>
                                </p:cTn>
                              </p:par>
                            </p:childTnLst>
                          </p:cTn>
                        </p:par>
                        <p:par>
                          <p:cTn id="266" fill="hold">
                            <p:stCondLst>
                              <p:cond delay="1850"/>
                            </p:stCondLst>
                            <p:childTnLst>
                              <p:par>
                                <p:cTn id="267" presetID="10" presetClass="entr" presetSubtype="0" fill="hold" nodeType="afterEffect">
                                  <p:stCondLst>
                                    <p:cond delay="0"/>
                                  </p:stCondLst>
                                  <p:childTnLst>
                                    <p:set>
                                      <p:cBhvr>
                                        <p:cTn id="268" dur="1" fill="hold">
                                          <p:stCondLst>
                                            <p:cond delay="0"/>
                                          </p:stCondLst>
                                        </p:cTn>
                                        <p:tgtEl>
                                          <p:spTgt spid="401"/>
                                        </p:tgtEl>
                                        <p:attrNameLst>
                                          <p:attrName>style.visibility</p:attrName>
                                        </p:attrNameLst>
                                      </p:cBhvr>
                                      <p:to>
                                        <p:strVal val="visible"/>
                                      </p:to>
                                    </p:set>
                                    <p:animEffect transition="in" filter="fade">
                                      <p:cBhvr>
                                        <p:cTn id="269" dur="50"/>
                                        <p:tgtEl>
                                          <p:spTgt spid="401"/>
                                        </p:tgtEl>
                                      </p:cBhvr>
                                    </p:animEffect>
                                  </p:childTnLst>
                                </p:cTn>
                              </p:par>
                            </p:childTnLst>
                          </p:cTn>
                        </p:par>
                        <p:par>
                          <p:cTn id="270" fill="hold">
                            <p:stCondLst>
                              <p:cond delay="1900"/>
                            </p:stCondLst>
                            <p:childTnLst>
                              <p:par>
                                <p:cTn id="271" presetID="10" presetClass="entr" presetSubtype="0" fill="hold" nodeType="afterEffect">
                                  <p:stCondLst>
                                    <p:cond delay="0"/>
                                  </p:stCondLst>
                                  <p:childTnLst>
                                    <p:set>
                                      <p:cBhvr>
                                        <p:cTn id="272" dur="1" fill="hold">
                                          <p:stCondLst>
                                            <p:cond delay="0"/>
                                          </p:stCondLst>
                                        </p:cTn>
                                        <p:tgtEl>
                                          <p:spTgt spid="398"/>
                                        </p:tgtEl>
                                        <p:attrNameLst>
                                          <p:attrName>style.visibility</p:attrName>
                                        </p:attrNameLst>
                                      </p:cBhvr>
                                      <p:to>
                                        <p:strVal val="visible"/>
                                      </p:to>
                                    </p:set>
                                    <p:animEffect transition="in" filter="fade">
                                      <p:cBhvr>
                                        <p:cTn id="273" dur="50"/>
                                        <p:tgtEl>
                                          <p:spTgt spid="398"/>
                                        </p:tgtEl>
                                      </p:cBhvr>
                                    </p:animEffect>
                                  </p:childTnLst>
                                </p:cTn>
                              </p:par>
                            </p:childTnLst>
                          </p:cTn>
                        </p:par>
                        <p:par>
                          <p:cTn id="274" fill="hold">
                            <p:stCondLst>
                              <p:cond delay="1950"/>
                            </p:stCondLst>
                            <p:childTnLst>
                              <p:par>
                                <p:cTn id="275" presetID="10" presetClass="entr" presetSubtype="0" fill="hold" nodeType="afterEffect">
                                  <p:stCondLst>
                                    <p:cond delay="0"/>
                                  </p:stCondLst>
                                  <p:childTnLst>
                                    <p:set>
                                      <p:cBhvr>
                                        <p:cTn id="276" dur="1" fill="hold">
                                          <p:stCondLst>
                                            <p:cond delay="0"/>
                                          </p:stCondLst>
                                        </p:cTn>
                                        <p:tgtEl>
                                          <p:spTgt spid="404"/>
                                        </p:tgtEl>
                                        <p:attrNameLst>
                                          <p:attrName>style.visibility</p:attrName>
                                        </p:attrNameLst>
                                      </p:cBhvr>
                                      <p:to>
                                        <p:strVal val="visible"/>
                                      </p:to>
                                    </p:set>
                                    <p:animEffect transition="in" filter="fade">
                                      <p:cBhvr>
                                        <p:cTn id="277" dur="50"/>
                                        <p:tgtEl>
                                          <p:spTgt spid="404"/>
                                        </p:tgtEl>
                                      </p:cBhvr>
                                    </p:animEffect>
                                  </p:childTnLst>
                                </p:cTn>
                              </p:par>
                            </p:childTnLst>
                          </p:cTn>
                        </p:par>
                        <p:par>
                          <p:cTn id="278" fill="hold">
                            <p:stCondLst>
                              <p:cond delay="2000"/>
                            </p:stCondLst>
                            <p:childTnLst>
                              <p:par>
                                <p:cTn id="279" presetID="10" presetClass="entr" presetSubtype="0" fill="hold" nodeType="afterEffect">
                                  <p:stCondLst>
                                    <p:cond delay="0"/>
                                  </p:stCondLst>
                                  <p:childTnLst>
                                    <p:set>
                                      <p:cBhvr>
                                        <p:cTn id="280" dur="1" fill="hold">
                                          <p:stCondLst>
                                            <p:cond delay="0"/>
                                          </p:stCondLst>
                                        </p:cTn>
                                        <p:tgtEl>
                                          <p:spTgt spid="407"/>
                                        </p:tgtEl>
                                        <p:attrNameLst>
                                          <p:attrName>style.visibility</p:attrName>
                                        </p:attrNameLst>
                                      </p:cBhvr>
                                      <p:to>
                                        <p:strVal val="visible"/>
                                      </p:to>
                                    </p:set>
                                    <p:animEffect transition="in" filter="fade">
                                      <p:cBhvr>
                                        <p:cTn id="281" dur="50"/>
                                        <p:tgtEl>
                                          <p:spTgt spid="407"/>
                                        </p:tgtEl>
                                      </p:cBhvr>
                                    </p:animEffect>
                                  </p:childTnLst>
                                </p:cTn>
                              </p:par>
                            </p:childTnLst>
                          </p:cTn>
                        </p:par>
                        <p:par>
                          <p:cTn id="282" fill="hold">
                            <p:stCondLst>
                              <p:cond delay="2050"/>
                            </p:stCondLst>
                            <p:childTnLst>
                              <p:par>
                                <p:cTn id="283" presetID="10" presetClass="entr" presetSubtype="0" fill="hold" nodeType="afterEffect">
                                  <p:stCondLst>
                                    <p:cond delay="0"/>
                                  </p:stCondLst>
                                  <p:childTnLst>
                                    <p:set>
                                      <p:cBhvr>
                                        <p:cTn id="284" dur="1" fill="hold">
                                          <p:stCondLst>
                                            <p:cond delay="0"/>
                                          </p:stCondLst>
                                        </p:cTn>
                                        <p:tgtEl>
                                          <p:spTgt spid="410"/>
                                        </p:tgtEl>
                                        <p:attrNameLst>
                                          <p:attrName>style.visibility</p:attrName>
                                        </p:attrNameLst>
                                      </p:cBhvr>
                                      <p:to>
                                        <p:strVal val="visible"/>
                                      </p:to>
                                    </p:set>
                                    <p:animEffect transition="in" filter="fade">
                                      <p:cBhvr>
                                        <p:cTn id="285" dur="50"/>
                                        <p:tgtEl>
                                          <p:spTgt spid="410"/>
                                        </p:tgtEl>
                                      </p:cBhvr>
                                    </p:animEffect>
                                  </p:childTnLst>
                                </p:cTn>
                              </p:par>
                            </p:childTnLst>
                          </p:cTn>
                        </p:par>
                        <p:par>
                          <p:cTn id="286" fill="hold">
                            <p:stCondLst>
                              <p:cond delay="2100"/>
                            </p:stCondLst>
                            <p:childTnLst>
                              <p:par>
                                <p:cTn id="287" presetID="10" presetClass="entr" presetSubtype="0" fill="hold" nodeType="afterEffect">
                                  <p:stCondLst>
                                    <p:cond delay="0"/>
                                  </p:stCondLst>
                                  <p:childTnLst>
                                    <p:set>
                                      <p:cBhvr>
                                        <p:cTn id="288" dur="1" fill="hold">
                                          <p:stCondLst>
                                            <p:cond delay="0"/>
                                          </p:stCondLst>
                                        </p:cTn>
                                        <p:tgtEl>
                                          <p:spTgt spid="413"/>
                                        </p:tgtEl>
                                        <p:attrNameLst>
                                          <p:attrName>style.visibility</p:attrName>
                                        </p:attrNameLst>
                                      </p:cBhvr>
                                      <p:to>
                                        <p:strVal val="visible"/>
                                      </p:to>
                                    </p:set>
                                    <p:animEffect transition="in" filter="fade">
                                      <p:cBhvr>
                                        <p:cTn id="289" dur="50"/>
                                        <p:tgtEl>
                                          <p:spTgt spid="413"/>
                                        </p:tgtEl>
                                      </p:cBhvr>
                                    </p:animEffect>
                                  </p:childTnLst>
                                </p:cTn>
                              </p:par>
                            </p:childTnLst>
                          </p:cTn>
                        </p:par>
                        <p:par>
                          <p:cTn id="290" fill="hold">
                            <p:stCondLst>
                              <p:cond delay="2150"/>
                            </p:stCondLst>
                            <p:childTnLst>
                              <p:par>
                                <p:cTn id="291" presetID="10" presetClass="entr" presetSubtype="0" fill="hold" nodeType="afterEffect">
                                  <p:stCondLst>
                                    <p:cond delay="0"/>
                                  </p:stCondLst>
                                  <p:childTnLst>
                                    <p:set>
                                      <p:cBhvr>
                                        <p:cTn id="292" dur="1" fill="hold">
                                          <p:stCondLst>
                                            <p:cond delay="0"/>
                                          </p:stCondLst>
                                        </p:cTn>
                                        <p:tgtEl>
                                          <p:spTgt spid="623"/>
                                        </p:tgtEl>
                                        <p:attrNameLst>
                                          <p:attrName>style.visibility</p:attrName>
                                        </p:attrNameLst>
                                      </p:cBhvr>
                                      <p:to>
                                        <p:strVal val="visible"/>
                                      </p:to>
                                    </p:set>
                                    <p:animEffect transition="in" filter="fade">
                                      <p:cBhvr>
                                        <p:cTn id="293" dur="50"/>
                                        <p:tgtEl>
                                          <p:spTgt spid="623"/>
                                        </p:tgtEl>
                                      </p:cBhvr>
                                    </p:animEffect>
                                  </p:childTnLst>
                                </p:cTn>
                              </p:par>
                            </p:childTnLst>
                          </p:cTn>
                        </p:par>
                        <p:par>
                          <p:cTn id="294" fill="hold">
                            <p:stCondLst>
                              <p:cond delay="2200"/>
                            </p:stCondLst>
                            <p:childTnLst>
                              <p:par>
                                <p:cTn id="295" presetID="10" presetClass="entr" presetSubtype="0" fill="hold" nodeType="afterEffect">
                                  <p:stCondLst>
                                    <p:cond delay="0"/>
                                  </p:stCondLst>
                                  <p:childTnLst>
                                    <p:set>
                                      <p:cBhvr>
                                        <p:cTn id="296" dur="1" fill="hold">
                                          <p:stCondLst>
                                            <p:cond delay="0"/>
                                          </p:stCondLst>
                                        </p:cTn>
                                        <p:tgtEl>
                                          <p:spTgt spid="245"/>
                                        </p:tgtEl>
                                        <p:attrNameLst>
                                          <p:attrName>style.visibility</p:attrName>
                                        </p:attrNameLst>
                                      </p:cBhvr>
                                      <p:to>
                                        <p:strVal val="visible"/>
                                      </p:to>
                                    </p:set>
                                    <p:animEffect transition="in" filter="fade">
                                      <p:cBhvr>
                                        <p:cTn id="297" dur="50"/>
                                        <p:tgtEl>
                                          <p:spTgt spid="245"/>
                                        </p:tgtEl>
                                      </p:cBhvr>
                                    </p:animEffect>
                                  </p:childTnLst>
                                </p:cTn>
                              </p:par>
                            </p:childTnLst>
                          </p:cTn>
                        </p:par>
                        <p:par>
                          <p:cTn id="298" fill="hold">
                            <p:stCondLst>
                              <p:cond delay="2250"/>
                            </p:stCondLst>
                            <p:childTnLst>
                              <p:par>
                                <p:cTn id="299" presetID="10" presetClass="entr" presetSubtype="0" fill="hold" nodeType="afterEffect">
                                  <p:stCondLst>
                                    <p:cond delay="0"/>
                                  </p:stCondLst>
                                  <p:childTnLst>
                                    <p:set>
                                      <p:cBhvr>
                                        <p:cTn id="300" dur="1" fill="hold">
                                          <p:stCondLst>
                                            <p:cond delay="0"/>
                                          </p:stCondLst>
                                        </p:cTn>
                                        <p:tgtEl>
                                          <p:spTgt spid="332"/>
                                        </p:tgtEl>
                                        <p:attrNameLst>
                                          <p:attrName>style.visibility</p:attrName>
                                        </p:attrNameLst>
                                      </p:cBhvr>
                                      <p:to>
                                        <p:strVal val="visible"/>
                                      </p:to>
                                    </p:set>
                                    <p:animEffect transition="in" filter="fade">
                                      <p:cBhvr>
                                        <p:cTn id="301" dur="50"/>
                                        <p:tgtEl>
                                          <p:spTgt spid="332"/>
                                        </p:tgtEl>
                                      </p:cBhvr>
                                    </p:animEffect>
                                  </p:childTnLst>
                                </p:cTn>
                              </p:par>
                            </p:childTnLst>
                          </p:cTn>
                        </p:par>
                        <p:par>
                          <p:cTn id="302" fill="hold">
                            <p:stCondLst>
                              <p:cond delay="2300"/>
                            </p:stCondLst>
                            <p:childTnLst>
                              <p:par>
                                <p:cTn id="303" presetID="10" presetClass="entr" presetSubtype="0" fill="hold" nodeType="afterEffect">
                                  <p:stCondLst>
                                    <p:cond delay="0"/>
                                  </p:stCondLst>
                                  <p:childTnLst>
                                    <p:set>
                                      <p:cBhvr>
                                        <p:cTn id="304" dur="1" fill="hold">
                                          <p:stCondLst>
                                            <p:cond delay="0"/>
                                          </p:stCondLst>
                                        </p:cTn>
                                        <p:tgtEl>
                                          <p:spTgt spid="341"/>
                                        </p:tgtEl>
                                        <p:attrNameLst>
                                          <p:attrName>style.visibility</p:attrName>
                                        </p:attrNameLst>
                                      </p:cBhvr>
                                      <p:to>
                                        <p:strVal val="visible"/>
                                      </p:to>
                                    </p:set>
                                    <p:animEffect transition="in" filter="fade">
                                      <p:cBhvr>
                                        <p:cTn id="305" dur="50"/>
                                        <p:tgtEl>
                                          <p:spTgt spid="341"/>
                                        </p:tgtEl>
                                      </p:cBhvr>
                                    </p:animEffect>
                                  </p:childTnLst>
                                </p:cTn>
                              </p:par>
                            </p:childTnLst>
                          </p:cTn>
                        </p:par>
                        <p:par>
                          <p:cTn id="306" fill="hold">
                            <p:stCondLst>
                              <p:cond delay="2350"/>
                            </p:stCondLst>
                            <p:childTnLst>
                              <p:par>
                                <p:cTn id="307" presetID="10" presetClass="entr" presetSubtype="0" fill="hold" nodeType="afterEffect">
                                  <p:stCondLst>
                                    <p:cond delay="0"/>
                                  </p:stCondLst>
                                  <p:childTnLst>
                                    <p:set>
                                      <p:cBhvr>
                                        <p:cTn id="308" dur="1" fill="hold">
                                          <p:stCondLst>
                                            <p:cond delay="0"/>
                                          </p:stCondLst>
                                        </p:cTn>
                                        <p:tgtEl>
                                          <p:spTgt spid="338"/>
                                        </p:tgtEl>
                                        <p:attrNameLst>
                                          <p:attrName>style.visibility</p:attrName>
                                        </p:attrNameLst>
                                      </p:cBhvr>
                                      <p:to>
                                        <p:strVal val="visible"/>
                                      </p:to>
                                    </p:set>
                                    <p:animEffect transition="in" filter="fade">
                                      <p:cBhvr>
                                        <p:cTn id="309" dur="50"/>
                                        <p:tgtEl>
                                          <p:spTgt spid="338"/>
                                        </p:tgtEl>
                                      </p:cBhvr>
                                    </p:animEffect>
                                  </p:childTnLst>
                                </p:cTn>
                              </p:par>
                            </p:childTnLst>
                          </p:cTn>
                        </p:par>
                        <p:par>
                          <p:cTn id="310" fill="hold">
                            <p:stCondLst>
                              <p:cond delay="2400"/>
                            </p:stCondLst>
                            <p:childTnLst>
                              <p:par>
                                <p:cTn id="311" presetID="10" presetClass="entr" presetSubtype="0" fill="hold" nodeType="afterEffect">
                                  <p:stCondLst>
                                    <p:cond delay="0"/>
                                  </p:stCondLst>
                                  <p:childTnLst>
                                    <p:set>
                                      <p:cBhvr>
                                        <p:cTn id="312" dur="1" fill="hold">
                                          <p:stCondLst>
                                            <p:cond delay="0"/>
                                          </p:stCondLst>
                                        </p:cTn>
                                        <p:tgtEl>
                                          <p:spTgt spid="632"/>
                                        </p:tgtEl>
                                        <p:attrNameLst>
                                          <p:attrName>style.visibility</p:attrName>
                                        </p:attrNameLst>
                                      </p:cBhvr>
                                      <p:to>
                                        <p:strVal val="visible"/>
                                      </p:to>
                                    </p:set>
                                    <p:animEffect transition="in" filter="fade">
                                      <p:cBhvr>
                                        <p:cTn id="313" dur="50"/>
                                        <p:tgtEl>
                                          <p:spTgt spid="632"/>
                                        </p:tgtEl>
                                      </p:cBhvr>
                                    </p:animEffect>
                                  </p:childTnLst>
                                </p:cTn>
                              </p:par>
                            </p:childTnLst>
                          </p:cTn>
                        </p:par>
                        <p:par>
                          <p:cTn id="314" fill="hold">
                            <p:stCondLst>
                              <p:cond delay="2450"/>
                            </p:stCondLst>
                            <p:childTnLst>
                              <p:par>
                                <p:cTn id="315" presetID="10" presetClass="entr" presetSubtype="0" fill="hold" nodeType="afterEffect">
                                  <p:stCondLst>
                                    <p:cond delay="0"/>
                                  </p:stCondLst>
                                  <p:childTnLst>
                                    <p:set>
                                      <p:cBhvr>
                                        <p:cTn id="316" dur="1" fill="hold">
                                          <p:stCondLst>
                                            <p:cond delay="0"/>
                                          </p:stCondLst>
                                        </p:cTn>
                                        <p:tgtEl>
                                          <p:spTgt spid="638"/>
                                        </p:tgtEl>
                                        <p:attrNameLst>
                                          <p:attrName>style.visibility</p:attrName>
                                        </p:attrNameLst>
                                      </p:cBhvr>
                                      <p:to>
                                        <p:strVal val="visible"/>
                                      </p:to>
                                    </p:set>
                                    <p:animEffect transition="in" filter="fade">
                                      <p:cBhvr>
                                        <p:cTn id="317" dur="50"/>
                                        <p:tgtEl>
                                          <p:spTgt spid="638"/>
                                        </p:tgtEl>
                                      </p:cBhvr>
                                    </p:animEffect>
                                  </p:childTnLst>
                                </p:cTn>
                              </p:par>
                            </p:childTnLst>
                          </p:cTn>
                        </p:par>
                        <p:par>
                          <p:cTn id="318" fill="hold">
                            <p:stCondLst>
                              <p:cond delay="2500"/>
                            </p:stCondLst>
                            <p:childTnLst>
                              <p:par>
                                <p:cTn id="319" presetID="10" presetClass="entr" presetSubtype="0" fill="hold" nodeType="afterEffect">
                                  <p:stCondLst>
                                    <p:cond delay="0"/>
                                  </p:stCondLst>
                                  <p:childTnLst>
                                    <p:set>
                                      <p:cBhvr>
                                        <p:cTn id="320" dur="1" fill="hold">
                                          <p:stCondLst>
                                            <p:cond delay="0"/>
                                          </p:stCondLst>
                                        </p:cTn>
                                        <p:tgtEl>
                                          <p:spTgt spid="644"/>
                                        </p:tgtEl>
                                        <p:attrNameLst>
                                          <p:attrName>style.visibility</p:attrName>
                                        </p:attrNameLst>
                                      </p:cBhvr>
                                      <p:to>
                                        <p:strVal val="visible"/>
                                      </p:to>
                                    </p:set>
                                    <p:animEffect transition="in" filter="fade">
                                      <p:cBhvr>
                                        <p:cTn id="321" dur="50"/>
                                        <p:tgtEl>
                                          <p:spTgt spid="644"/>
                                        </p:tgtEl>
                                      </p:cBhvr>
                                    </p:animEffect>
                                  </p:childTnLst>
                                </p:cTn>
                              </p:par>
                            </p:childTnLst>
                          </p:cTn>
                        </p:par>
                        <p:par>
                          <p:cTn id="322" fill="hold">
                            <p:stCondLst>
                              <p:cond delay="2550"/>
                            </p:stCondLst>
                            <p:childTnLst>
                              <p:par>
                                <p:cTn id="323" presetID="10" presetClass="entr" presetSubtype="0" fill="hold" nodeType="afterEffect">
                                  <p:stCondLst>
                                    <p:cond delay="0"/>
                                  </p:stCondLst>
                                  <p:childTnLst>
                                    <p:set>
                                      <p:cBhvr>
                                        <p:cTn id="324" dur="1" fill="hold">
                                          <p:stCondLst>
                                            <p:cond delay="0"/>
                                          </p:stCondLst>
                                        </p:cTn>
                                        <p:tgtEl>
                                          <p:spTgt spid="650"/>
                                        </p:tgtEl>
                                        <p:attrNameLst>
                                          <p:attrName>style.visibility</p:attrName>
                                        </p:attrNameLst>
                                      </p:cBhvr>
                                      <p:to>
                                        <p:strVal val="visible"/>
                                      </p:to>
                                    </p:set>
                                    <p:animEffect transition="in" filter="fade">
                                      <p:cBhvr>
                                        <p:cTn id="325" dur="50"/>
                                        <p:tgtEl>
                                          <p:spTgt spid="650"/>
                                        </p:tgtEl>
                                      </p:cBhvr>
                                    </p:animEffect>
                                  </p:childTnLst>
                                </p:cTn>
                              </p:par>
                            </p:childTnLst>
                          </p:cTn>
                        </p:par>
                        <p:par>
                          <p:cTn id="326" fill="hold">
                            <p:stCondLst>
                              <p:cond delay="2600"/>
                            </p:stCondLst>
                            <p:childTnLst>
                              <p:par>
                                <p:cTn id="327" presetID="10" presetClass="entr" presetSubtype="0" fill="hold" nodeType="afterEffect">
                                  <p:stCondLst>
                                    <p:cond delay="0"/>
                                  </p:stCondLst>
                                  <p:childTnLst>
                                    <p:set>
                                      <p:cBhvr>
                                        <p:cTn id="328" dur="1" fill="hold">
                                          <p:stCondLst>
                                            <p:cond delay="0"/>
                                          </p:stCondLst>
                                        </p:cTn>
                                        <p:tgtEl>
                                          <p:spTgt spid="656"/>
                                        </p:tgtEl>
                                        <p:attrNameLst>
                                          <p:attrName>style.visibility</p:attrName>
                                        </p:attrNameLst>
                                      </p:cBhvr>
                                      <p:to>
                                        <p:strVal val="visible"/>
                                      </p:to>
                                    </p:set>
                                    <p:animEffect transition="in" filter="fade">
                                      <p:cBhvr>
                                        <p:cTn id="329" dur="50"/>
                                        <p:tgtEl>
                                          <p:spTgt spid="656"/>
                                        </p:tgtEl>
                                      </p:cBhvr>
                                    </p:animEffect>
                                  </p:childTnLst>
                                </p:cTn>
                              </p:par>
                            </p:childTnLst>
                          </p:cTn>
                        </p:par>
                        <p:par>
                          <p:cTn id="330" fill="hold">
                            <p:stCondLst>
                              <p:cond delay="2650"/>
                            </p:stCondLst>
                            <p:childTnLst>
                              <p:par>
                                <p:cTn id="331" presetID="10" presetClass="entr" presetSubtype="0" fill="hold" nodeType="afterEffect">
                                  <p:stCondLst>
                                    <p:cond delay="0"/>
                                  </p:stCondLst>
                                  <p:childTnLst>
                                    <p:set>
                                      <p:cBhvr>
                                        <p:cTn id="332" dur="1" fill="hold">
                                          <p:stCondLst>
                                            <p:cond delay="0"/>
                                          </p:stCondLst>
                                        </p:cTn>
                                        <p:tgtEl>
                                          <p:spTgt spid="662"/>
                                        </p:tgtEl>
                                        <p:attrNameLst>
                                          <p:attrName>style.visibility</p:attrName>
                                        </p:attrNameLst>
                                      </p:cBhvr>
                                      <p:to>
                                        <p:strVal val="visible"/>
                                      </p:to>
                                    </p:set>
                                    <p:animEffect transition="in" filter="fade">
                                      <p:cBhvr>
                                        <p:cTn id="333" dur="50"/>
                                        <p:tgtEl>
                                          <p:spTgt spid="662"/>
                                        </p:tgtEl>
                                      </p:cBhvr>
                                    </p:animEffect>
                                  </p:childTnLst>
                                </p:cTn>
                              </p:par>
                            </p:childTnLst>
                          </p:cTn>
                        </p:par>
                        <p:par>
                          <p:cTn id="334" fill="hold">
                            <p:stCondLst>
                              <p:cond delay="2700"/>
                            </p:stCondLst>
                            <p:childTnLst>
                              <p:par>
                                <p:cTn id="335" presetID="10" presetClass="entr" presetSubtype="0" fill="hold" nodeType="afterEffect">
                                  <p:stCondLst>
                                    <p:cond delay="0"/>
                                  </p:stCondLst>
                                  <p:childTnLst>
                                    <p:set>
                                      <p:cBhvr>
                                        <p:cTn id="336" dur="1" fill="hold">
                                          <p:stCondLst>
                                            <p:cond delay="0"/>
                                          </p:stCondLst>
                                        </p:cTn>
                                        <p:tgtEl>
                                          <p:spTgt spid="668"/>
                                        </p:tgtEl>
                                        <p:attrNameLst>
                                          <p:attrName>style.visibility</p:attrName>
                                        </p:attrNameLst>
                                      </p:cBhvr>
                                      <p:to>
                                        <p:strVal val="visible"/>
                                      </p:to>
                                    </p:set>
                                    <p:animEffect transition="in" filter="fade">
                                      <p:cBhvr>
                                        <p:cTn id="337" dur="50"/>
                                        <p:tgtEl>
                                          <p:spTgt spid="668"/>
                                        </p:tgtEl>
                                      </p:cBhvr>
                                    </p:animEffect>
                                  </p:childTnLst>
                                </p:cTn>
                              </p:par>
                            </p:childTnLst>
                          </p:cTn>
                        </p:par>
                        <p:par>
                          <p:cTn id="338" fill="hold">
                            <p:stCondLst>
                              <p:cond delay="2750"/>
                            </p:stCondLst>
                            <p:childTnLst>
                              <p:par>
                                <p:cTn id="339" presetID="10" presetClass="entr" presetSubtype="0" fill="hold" nodeType="afterEffect">
                                  <p:stCondLst>
                                    <p:cond delay="0"/>
                                  </p:stCondLst>
                                  <p:childTnLst>
                                    <p:set>
                                      <p:cBhvr>
                                        <p:cTn id="340" dur="1" fill="hold">
                                          <p:stCondLst>
                                            <p:cond delay="0"/>
                                          </p:stCondLst>
                                        </p:cTn>
                                        <p:tgtEl>
                                          <p:spTgt spid="674"/>
                                        </p:tgtEl>
                                        <p:attrNameLst>
                                          <p:attrName>style.visibility</p:attrName>
                                        </p:attrNameLst>
                                      </p:cBhvr>
                                      <p:to>
                                        <p:strVal val="visible"/>
                                      </p:to>
                                    </p:set>
                                    <p:animEffect transition="in" filter="fade">
                                      <p:cBhvr>
                                        <p:cTn id="341" dur="50"/>
                                        <p:tgtEl>
                                          <p:spTgt spid="674"/>
                                        </p:tgtEl>
                                      </p:cBhvr>
                                    </p:animEffect>
                                  </p:childTnLst>
                                </p:cTn>
                              </p:par>
                            </p:childTnLst>
                          </p:cTn>
                        </p:par>
                        <p:par>
                          <p:cTn id="342" fill="hold">
                            <p:stCondLst>
                              <p:cond delay="2800"/>
                            </p:stCondLst>
                            <p:childTnLst>
                              <p:par>
                                <p:cTn id="343" presetID="10" presetClass="entr" presetSubtype="0" fill="hold" nodeType="afterEffect">
                                  <p:stCondLst>
                                    <p:cond delay="0"/>
                                  </p:stCondLst>
                                  <p:childTnLst>
                                    <p:set>
                                      <p:cBhvr>
                                        <p:cTn id="344" dur="1" fill="hold">
                                          <p:stCondLst>
                                            <p:cond delay="0"/>
                                          </p:stCondLst>
                                        </p:cTn>
                                        <p:tgtEl>
                                          <p:spTgt spid="416"/>
                                        </p:tgtEl>
                                        <p:attrNameLst>
                                          <p:attrName>style.visibility</p:attrName>
                                        </p:attrNameLst>
                                      </p:cBhvr>
                                      <p:to>
                                        <p:strVal val="visible"/>
                                      </p:to>
                                    </p:set>
                                    <p:animEffect transition="in" filter="fade">
                                      <p:cBhvr>
                                        <p:cTn id="345" dur="50"/>
                                        <p:tgtEl>
                                          <p:spTgt spid="416"/>
                                        </p:tgtEl>
                                      </p:cBhvr>
                                    </p:animEffect>
                                  </p:childTnLst>
                                </p:cTn>
                              </p:par>
                            </p:childTnLst>
                          </p:cTn>
                        </p:par>
                        <p:par>
                          <p:cTn id="346" fill="hold">
                            <p:stCondLst>
                              <p:cond delay="2850"/>
                            </p:stCondLst>
                            <p:childTnLst>
                              <p:par>
                                <p:cTn id="347" presetID="10" presetClass="entr" presetSubtype="0" fill="hold" nodeType="afterEffect">
                                  <p:stCondLst>
                                    <p:cond delay="0"/>
                                  </p:stCondLst>
                                  <p:childTnLst>
                                    <p:set>
                                      <p:cBhvr>
                                        <p:cTn id="348" dur="1" fill="hold">
                                          <p:stCondLst>
                                            <p:cond delay="0"/>
                                          </p:stCondLst>
                                        </p:cTn>
                                        <p:tgtEl>
                                          <p:spTgt spid="593"/>
                                        </p:tgtEl>
                                        <p:attrNameLst>
                                          <p:attrName>style.visibility</p:attrName>
                                        </p:attrNameLst>
                                      </p:cBhvr>
                                      <p:to>
                                        <p:strVal val="visible"/>
                                      </p:to>
                                    </p:set>
                                    <p:animEffect transition="in" filter="fade">
                                      <p:cBhvr>
                                        <p:cTn id="349" dur="50"/>
                                        <p:tgtEl>
                                          <p:spTgt spid="593"/>
                                        </p:tgtEl>
                                      </p:cBhvr>
                                    </p:animEffect>
                                  </p:childTnLst>
                                </p:cTn>
                              </p:par>
                            </p:childTnLst>
                          </p:cTn>
                        </p:par>
                        <p:par>
                          <p:cTn id="350" fill="hold">
                            <p:stCondLst>
                              <p:cond delay="2900"/>
                            </p:stCondLst>
                            <p:childTnLst>
                              <p:par>
                                <p:cTn id="351" presetID="10" presetClass="entr" presetSubtype="0" fill="hold" nodeType="afterEffect">
                                  <p:stCondLst>
                                    <p:cond delay="0"/>
                                  </p:stCondLst>
                                  <p:childTnLst>
                                    <p:set>
                                      <p:cBhvr>
                                        <p:cTn id="352" dur="1" fill="hold">
                                          <p:stCondLst>
                                            <p:cond delay="0"/>
                                          </p:stCondLst>
                                        </p:cTn>
                                        <p:tgtEl>
                                          <p:spTgt spid="596"/>
                                        </p:tgtEl>
                                        <p:attrNameLst>
                                          <p:attrName>style.visibility</p:attrName>
                                        </p:attrNameLst>
                                      </p:cBhvr>
                                      <p:to>
                                        <p:strVal val="visible"/>
                                      </p:to>
                                    </p:set>
                                    <p:animEffect transition="in" filter="fade">
                                      <p:cBhvr>
                                        <p:cTn id="353" dur="50"/>
                                        <p:tgtEl>
                                          <p:spTgt spid="596"/>
                                        </p:tgtEl>
                                      </p:cBhvr>
                                    </p:animEffect>
                                  </p:childTnLst>
                                </p:cTn>
                              </p:par>
                            </p:childTnLst>
                          </p:cTn>
                        </p:par>
                        <p:par>
                          <p:cTn id="354" fill="hold">
                            <p:stCondLst>
                              <p:cond delay="2950"/>
                            </p:stCondLst>
                            <p:childTnLst>
                              <p:par>
                                <p:cTn id="355" presetID="10" presetClass="entr" presetSubtype="0" fill="hold" nodeType="afterEffect">
                                  <p:stCondLst>
                                    <p:cond delay="0"/>
                                  </p:stCondLst>
                                  <p:childTnLst>
                                    <p:set>
                                      <p:cBhvr>
                                        <p:cTn id="356" dur="1" fill="hold">
                                          <p:stCondLst>
                                            <p:cond delay="0"/>
                                          </p:stCondLst>
                                        </p:cTn>
                                        <p:tgtEl>
                                          <p:spTgt spid="599"/>
                                        </p:tgtEl>
                                        <p:attrNameLst>
                                          <p:attrName>style.visibility</p:attrName>
                                        </p:attrNameLst>
                                      </p:cBhvr>
                                      <p:to>
                                        <p:strVal val="visible"/>
                                      </p:to>
                                    </p:set>
                                    <p:animEffect transition="in" filter="fade">
                                      <p:cBhvr>
                                        <p:cTn id="357" dur="50"/>
                                        <p:tgtEl>
                                          <p:spTgt spid="599"/>
                                        </p:tgtEl>
                                      </p:cBhvr>
                                    </p:animEffect>
                                  </p:childTnLst>
                                </p:cTn>
                              </p:par>
                            </p:childTnLst>
                          </p:cTn>
                        </p:par>
                        <p:par>
                          <p:cTn id="358" fill="hold">
                            <p:stCondLst>
                              <p:cond delay="3000"/>
                            </p:stCondLst>
                            <p:childTnLst>
                              <p:par>
                                <p:cTn id="359" presetID="10" presetClass="entr" presetSubtype="0" fill="hold" nodeType="afterEffect">
                                  <p:stCondLst>
                                    <p:cond delay="0"/>
                                  </p:stCondLst>
                                  <p:childTnLst>
                                    <p:set>
                                      <p:cBhvr>
                                        <p:cTn id="360" dur="1" fill="hold">
                                          <p:stCondLst>
                                            <p:cond delay="0"/>
                                          </p:stCondLst>
                                        </p:cTn>
                                        <p:tgtEl>
                                          <p:spTgt spid="602"/>
                                        </p:tgtEl>
                                        <p:attrNameLst>
                                          <p:attrName>style.visibility</p:attrName>
                                        </p:attrNameLst>
                                      </p:cBhvr>
                                      <p:to>
                                        <p:strVal val="visible"/>
                                      </p:to>
                                    </p:set>
                                    <p:animEffect transition="in" filter="fade">
                                      <p:cBhvr>
                                        <p:cTn id="361" dur="50"/>
                                        <p:tgtEl>
                                          <p:spTgt spid="602"/>
                                        </p:tgtEl>
                                      </p:cBhvr>
                                    </p:animEffect>
                                  </p:childTnLst>
                                </p:cTn>
                              </p:par>
                            </p:childTnLst>
                          </p:cTn>
                        </p:par>
                        <p:par>
                          <p:cTn id="362" fill="hold">
                            <p:stCondLst>
                              <p:cond delay="3050"/>
                            </p:stCondLst>
                            <p:childTnLst>
                              <p:par>
                                <p:cTn id="363" presetID="10" presetClass="entr" presetSubtype="0" fill="hold" nodeType="afterEffect">
                                  <p:stCondLst>
                                    <p:cond delay="0"/>
                                  </p:stCondLst>
                                  <p:childTnLst>
                                    <p:set>
                                      <p:cBhvr>
                                        <p:cTn id="364" dur="1" fill="hold">
                                          <p:stCondLst>
                                            <p:cond delay="0"/>
                                          </p:stCondLst>
                                        </p:cTn>
                                        <p:tgtEl>
                                          <p:spTgt spid="605"/>
                                        </p:tgtEl>
                                        <p:attrNameLst>
                                          <p:attrName>style.visibility</p:attrName>
                                        </p:attrNameLst>
                                      </p:cBhvr>
                                      <p:to>
                                        <p:strVal val="visible"/>
                                      </p:to>
                                    </p:set>
                                    <p:animEffect transition="in" filter="fade">
                                      <p:cBhvr>
                                        <p:cTn id="365" dur="50"/>
                                        <p:tgtEl>
                                          <p:spTgt spid="605"/>
                                        </p:tgtEl>
                                      </p:cBhvr>
                                    </p:animEffect>
                                  </p:childTnLst>
                                </p:cTn>
                              </p:par>
                            </p:childTnLst>
                          </p:cTn>
                        </p:par>
                        <p:par>
                          <p:cTn id="366" fill="hold">
                            <p:stCondLst>
                              <p:cond delay="3100"/>
                            </p:stCondLst>
                            <p:childTnLst>
                              <p:par>
                                <p:cTn id="367" presetID="10" presetClass="entr" presetSubtype="0" fill="hold" nodeType="afterEffect">
                                  <p:stCondLst>
                                    <p:cond delay="0"/>
                                  </p:stCondLst>
                                  <p:childTnLst>
                                    <p:set>
                                      <p:cBhvr>
                                        <p:cTn id="368" dur="1" fill="hold">
                                          <p:stCondLst>
                                            <p:cond delay="0"/>
                                          </p:stCondLst>
                                        </p:cTn>
                                        <p:tgtEl>
                                          <p:spTgt spid="608"/>
                                        </p:tgtEl>
                                        <p:attrNameLst>
                                          <p:attrName>style.visibility</p:attrName>
                                        </p:attrNameLst>
                                      </p:cBhvr>
                                      <p:to>
                                        <p:strVal val="visible"/>
                                      </p:to>
                                    </p:set>
                                    <p:animEffect transition="in" filter="fade">
                                      <p:cBhvr>
                                        <p:cTn id="369" dur="50"/>
                                        <p:tgtEl>
                                          <p:spTgt spid="608"/>
                                        </p:tgtEl>
                                      </p:cBhvr>
                                    </p:animEffect>
                                  </p:childTnLst>
                                </p:cTn>
                              </p:par>
                            </p:childTnLst>
                          </p:cTn>
                        </p:par>
                        <p:par>
                          <p:cTn id="370" fill="hold">
                            <p:stCondLst>
                              <p:cond delay="3150"/>
                            </p:stCondLst>
                            <p:childTnLst>
                              <p:par>
                                <p:cTn id="371" presetID="10" presetClass="entr" presetSubtype="0" fill="hold" nodeType="afterEffect">
                                  <p:stCondLst>
                                    <p:cond delay="0"/>
                                  </p:stCondLst>
                                  <p:childTnLst>
                                    <p:set>
                                      <p:cBhvr>
                                        <p:cTn id="372" dur="1" fill="hold">
                                          <p:stCondLst>
                                            <p:cond delay="0"/>
                                          </p:stCondLst>
                                        </p:cTn>
                                        <p:tgtEl>
                                          <p:spTgt spid="611"/>
                                        </p:tgtEl>
                                        <p:attrNameLst>
                                          <p:attrName>style.visibility</p:attrName>
                                        </p:attrNameLst>
                                      </p:cBhvr>
                                      <p:to>
                                        <p:strVal val="visible"/>
                                      </p:to>
                                    </p:set>
                                    <p:animEffect transition="in" filter="fade">
                                      <p:cBhvr>
                                        <p:cTn id="373" dur="50"/>
                                        <p:tgtEl>
                                          <p:spTgt spid="611"/>
                                        </p:tgtEl>
                                      </p:cBhvr>
                                    </p:animEffect>
                                  </p:childTnLst>
                                </p:cTn>
                              </p:par>
                            </p:childTnLst>
                          </p:cTn>
                        </p:par>
                        <p:par>
                          <p:cTn id="374" fill="hold">
                            <p:stCondLst>
                              <p:cond delay="3200"/>
                            </p:stCondLst>
                            <p:childTnLst>
                              <p:par>
                                <p:cTn id="375" presetID="10" presetClass="entr" presetSubtype="0" fill="hold" nodeType="afterEffect">
                                  <p:stCondLst>
                                    <p:cond delay="0"/>
                                  </p:stCondLst>
                                  <p:childTnLst>
                                    <p:set>
                                      <p:cBhvr>
                                        <p:cTn id="376" dur="1" fill="hold">
                                          <p:stCondLst>
                                            <p:cond delay="0"/>
                                          </p:stCondLst>
                                        </p:cTn>
                                        <p:tgtEl>
                                          <p:spTgt spid="614"/>
                                        </p:tgtEl>
                                        <p:attrNameLst>
                                          <p:attrName>style.visibility</p:attrName>
                                        </p:attrNameLst>
                                      </p:cBhvr>
                                      <p:to>
                                        <p:strVal val="visible"/>
                                      </p:to>
                                    </p:set>
                                    <p:animEffect transition="in" filter="fade">
                                      <p:cBhvr>
                                        <p:cTn id="377" dur="50"/>
                                        <p:tgtEl>
                                          <p:spTgt spid="614"/>
                                        </p:tgtEl>
                                      </p:cBhvr>
                                    </p:animEffect>
                                  </p:childTnLst>
                                </p:cTn>
                              </p:par>
                            </p:childTnLst>
                          </p:cTn>
                        </p:par>
                      </p:childTnLst>
                    </p:cTn>
                  </p:par>
                  <p:par>
                    <p:cTn id="378" fill="hold">
                      <p:stCondLst>
                        <p:cond delay="indefinite"/>
                      </p:stCondLst>
                      <p:childTnLst>
                        <p:par>
                          <p:cTn id="379" fill="hold">
                            <p:stCondLst>
                              <p:cond delay="0"/>
                            </p:stCondLst>
                            <p:childTnLst>
                              <p:par>
                                <p:cTn id="380" presetID="10" presetClass="entr" presetSubtype="0" fill="hold" nodeType="clickEffect">
                                  <p:stCondLst>
                                    <p:cond delay="0"/>
                                  </p:stCondLst>
                                  <p:childTnLst>
                                    <p:set>
                                      <p:cBhvr>
                                        <p:cTn id="381" dur="1" fill="hold">
                                          <p:stCondLst>
                                            <p:cond delay="0"/>
                                          </p:stCondLst>
                                        </p:cTn>
                                        <p:tgtEl>
                                          <p:spTgt spid="18"/>
                                        </p:tgtEl>
                                        <p:attrNameLst>
                                          <p:attrName>style.visibility</p:attrName>
                                        </p:attrNameLst>
                                      </p:cBhvr>
                                      <p:to>
                                        <p:strVal val="visible"/>
                                      </p:to>
                                    </p:set>
                                    <p:animEffect transition="in" filter="fade">
                                      <p:cBhvr>
                                        <p:cTn id="382" dur="200"/>
                                        <p:tgtEl>
                                          <p:spTgt spid="18"/>
                                        </p:tgtEl>
                                      </p:cBhvr>
                                    </p:animEffect>
                                  </p:childTnLst>
                                </p:cTn>
                              </p:par>
                            </p:childTnLst>
                          </p:cTn>
                        </p:par>
                        <p:par>
                          <p:cTn id="383" fill="hold">
                            <p:stCondLst>
                              <p:cond delay="200"/>
                            </p:stCondLst>
                            <p:childTnLst>
                              <p:par>
                                <p:cTn id="384" presetID="10" presetClass="entr" presetSubtype="0" fill="hold" nodeType="afterEffect">
                                  <p:stCondLst>
                                    <p:cond delay="0"/>
                                  </p:stCondLst>
                                  <p:childTnLst>
                                    <p:set>
                                      <p:cBhvr>
                                        <p:cTn id="385" dur="1" fill="hold">
                                          <p:stCondLst>
                                            <p:cond delay="0"/>
                                          </p:stCondLst>
                                        </p:cTn>
                                        <p:tgtEl>
                                          <p:spTgt spid="1001"/>
                                        </p:tgtEl>
                                        <p:attrNameLst>
                                          <p:attrName>style.visibility</p:attrName>
                                        </p:attrNameLst>
                                      </p:cBhvr>
                                      <p:to>
                                        <p:strVal val="visible"/>
                                      </p:to>
                                    </p:set>
                                    <p:animEffect transition="in" filter="fade">
                                      <p:cBhvr>
                                        <p:cTn id="386" dur="50"/>
                                        <p:tgtEl>
                                          <p:spTgt spid="1001"/>
                                        </p:tgtEl>
                                      </p:cBhvr>
                                    </p:animEffect>
                                  </p:childTnLst>
                                </p:cTn>
                              </p:par>
                            </p:childTnLst>
                          </p:cTn>
                        </p:par>
                        <p:par>
                          <p:cTn id="387" fill="hold">
                            <p:stCondLst>
                              <p:cond delay="250"/>
                            </p:stCondLst>
                            <p:childTnLst>
                              <p:par>
                                <p:cTn id="388" presetID="10" presetClass="entr" presetSubtype="0" fill="hold" nodeType="afterEffect">
                                  <p:stCondLst>
                                    <p:cond delay="0"/>
                                  </p:stCondLst>
                                  <p:childTnLst>
                                    <p:set>
                                      <p:cBhvr>
                                        <p:cTn id="389" dur="1" fill="hold">
                                          <p:stCondLst>
                                            <p:cond delay="0"/>
                                          </p:stCondLst>
                                        </p:cTn>
                                        <p:tgtEl>
                                          <p:spTgt spid="995"/>
                                        </p:tgtEl>
                                        <p:attrNameLst>
                                          <p:attrName>style.visibility</p:attrName>
                                        </p:attrNameLst>
                                      </p:cBhvr>
                                      <p:to>
                                        <p:strVal val="visible"/>
                                      </p:to>
                                    </p:set>
                                    <p:animEffect transition="in" filter="fade">
                                      <p:cBhvr>
                                        <p:cTn id="390" dur="50"/>
                                        <p:tgtEl>
                                          <p:spTgt spid="995"/>
                                        </p:tgtEl>
                                      </p:cBhvr>
                                    </p:animEffect>
                                  </p:childTnLst>
                                </p:cTn>
                              </p:par>
                            </p:childTnLst>
                          </p:cTn>
                        </p:par>
                        <p:par>
                          <p:cTn id="391" fill="hold">
                            <p:stCondLst>
                              <p:cond delay="300"/>
                            </p:stCondLst>
                            <p:childTnLst>
                              <p:par>
                                <p:cTn id="392" presetID="10" presetClass="entr" presetSubtype="0" fill="hold" nodeType="afterEffect">
                                  <p:stCondLst>
                                    <p:cond delay="0"/>
                                  </p:stCondLst>
                                  <p:childTnLst>
                                    <p:set>
                                      <p:cBhvr>
                                        <p:cTn id="393" dur="1" fill="hold">
                                          <p:stCondLst>
                                            <p:cond delay="0"/>
                                          </p:stCondLst>
                                        </p:cTn>
                                        <p:tgtEl>
                                          <p:spTgt spid="989"/>
                                        </p:tgtEl>
                                        <p:attrNameLst>
                                          <p:attrName>style.visibility</p:attrName>
                                        </p:attrNameLst>
                                      </p:cBhvr>
                                      <p:to>
                                        <p:strVal val="visible"/>
                                      </p:to>
                                    </p:set>
                                    <p:animEffect transition="in" filter="fade">
                                      <p:cBhvr>
                                        <p:cTn id="394" dur="50"/>
                                        <p:tgtEl>
                                          <p:spTgt spid="989"/>
                                        </p:tgtEl>
                                      </p:cBhvr>
                                    </p:animEffect>
                                  </p:childTnLst>
                                </p:cTn>
                              </p:par>
                            </p:childTnLst>
                          </p:cTn>
                        </p:par>
                        <p:par>
                          <p:cTn id="395" fill="hold">
                            <p:stCondLst>
                              <p:cond delay="350"/>
                            </p:stCondLst>
                            <p:childTnLst>
                              <p:par>
                                <p:cTn id="396" presetID="10" presetClass="entr" presetSubtype="0" fill="hold" nodeType="afterEffect">
                                  <p:stCondLst>
                                    <p:cond delay="0"/>
                                  </p:stCondLst>
                                  <p:childTnLst>
                                    <p:set>
                                      <p:cBhvr>
                                        <p:cTn id="397" dur="1" fill="hold">
                                          <p:stCondLst>
                                            <p:cond delay="0"/>
                                          </p:stCondLst>
                                        </p:cTn>
                                        <p:tgtEl>
                                          <p:spTgt spid="983"/>
                                        </p:tgtEl>
                                        <p:attrNameLst>
                                          <p:attrName>style.visibility</p:attrName>
                                        </p:attrNameLst>
                                      </p:cBhvr>
                                      <p:to>
                                        <p:strVal val="visible"/>
                                      </p:to>
                                    </p:set>
                                    <p:animEffect transition="in" filter="fade">
                                      <p:cBhvr>
                                        <p:cTn id="398" dur="50"/>
                                        <p:tgtEl>
                                          <p:spTgt spid="983"/>
                                        </p:tgtEl>
                                      </p:cBhvr>
                                    </p:animEffect>
                                  </p:childTnLst>
                                </p:cTn>
                              </p:par>
                            </p:childTnLst>
                          </p:cTn>
                        </p:par>
                        <p:par>
                          <p:cTn id="399" fill="hold">
                            <p:stCondLst>
                              <p:cond delay="400"/>
                            </p:stCondLst>
                            <p:childTnLst>
                              <p:par>
                                <p:cTn id="400" presetID="10" presetClass="entr" presetSubtype="0" fill="hold" nodeType="afterEffect">
                                  <p:stCondLst>
                                    <p:cond delay="0"/>
                                  </p:stCondLst>
                                  <p:childTnLst>
                                    <p:set>
                                      <p:cBhvr>
                                        <p:cTn id="401" dur="1" fill="hold">
                                          <p:stCondLst>
                                            <p:cond delay="0"/>
                                          </p:stCondLst>
                                        </p:cTn>
                                        <p:tgtEl>
                                          <p:spTgt spid="977"/>
                                        </p:tgtEl>
                                        <p:attrNameLst>
                                          <p:attrName>style.visibility</p:attrName>
                                        </p:attrNameLst>
                                      </p:cBhvr>
                                      <p:to>
                                        <p:strVal val="visible"/>
                                      </p:to>
                                    </p:set>
                                    <p:animEffect transition="in" filter="fade">
                                      <p:cBhvr>
                                        <p:cTn id="402" dur="50"/>
                                        <p:tgtEl>
                                          <p:spTgt spid="977"/>
                                        </p:tgtEl>
                                      </p:cBhvr>
                                    </p:animEffect>
                                  </p:childTnLst>
                                </p:cTn>
                              </p:par>
                            </p:childTnLst>
                          </p:cTn>
                        </p:par>
                        <p:par>
                          <p:cTn id="403" fill="hold">
                            <p:stCondLst>
                              <p:cond delay="450"/>
                            </p:stCondLst>
                            <p:childTnLst>
                              <p:par>
                                <p:cTn id="404" presetID="10" presetClass="entr" presetSubtype="0" fill="hold" nodeType="afterEffect">
                                  <p:stCondLst>
                                    <p:cond delay="0"/>
                                  </p:stCondLst>
                                  <p:childTnLst>
                                    <p:set>
                                      <p:cBhvr>
                                        <p:cTn id="405" dur="1" fill="hold">
                                          <p:stCondLst>
                                            <p:cond delay="0"/>
                                          </p:stCondLst>
                                        </p:cTn>
                                        <p:tgtEl>
                                          <p:spTgt spid="854"/>
                                        </p:tgtEl>
                                        <p:attrNameLst>
                                          <p:attrName>style.visibility</p:attrName>
                                        </p:attrNameLst>
                                      </p:cBhvr>
                                      <p:to>
                                        <p:strVal val="visible"/>
                                      </p:to>
                                    </p:set>
                                    <p:animEffect transition="in" filter="fade">
                                      <p:cBhvr>
                                        <p:cTn id="406" dur="50"/>
                                        <p:tgtEl>
                                          <p:spTgt spid="854"/>
                                        </p:tgtEl>
                                      </p:cBhvr>
                                    </p:animEffect>
                                  </p:childTnLst>
                                </p:cTn>
                              </p:par>
                            </p:childTnLst>
                          </p:cTn>
                        </p:par>
                        <p:par>
                          <p:cTn id="407" fill="hold">
                            <p:stCondLst>
                              <p:cond delay="500"/>
                            </p:stCondLst>
                            <p:childTnLst>
                              <p:par>
                                <p:cTn id="408" presetID="10" presetClass="entr" presetSubtype="0" fill="hold" nodeType="afterEffect">
                                  <p:stCondLst>
                                    <p:cond delay="0"/>
                                  </p:stCondLst>
                                  <p:childTnLst>
                                    <p:set>
                                      <p:cBhvr>
                                        <p:cTn id="409" dur="1" fill="hold">
                                          <p:stCondLst>
                                            <p:cond delay="0"/>
                                          </p:stCondLst>
                                        </p:cTn>
                                        <p:tgtEl>
                                          <p:spTgt spid="848"/>
                                        </p:tgtEl>
                                        <p:attrNameLst>
                                          <p:attrName>style.visibility</p:attrName>
                                        </p:attrNameLst>
                                      </p:cBhvr>
                                      <p:to>
                                        <p:strVal val="visible"/>
                                      </p:to>
                                    </p:set>
                                    <p:animEffect transition="in" filter="fade">
                                      <p:cBhvr>
                                        <p:cTn id="410" dur="50"/>
                                        <p:tgtEl>
                                          <p:spTgt spid="848"/>
                                        </p:tgtEl>
                                      </p:cBhvr>
                                    </p:animEffect>
                                  </p:childTnLst>
                                </p:cTn>
                              </p:par>
                            </p:childTnLst>
                          </p:cTn>
                        </p:par>
                        <p:par>
                          <p:cTn id="411" fill="hold">
                            <p:stCondLst>
                              <p:cond delay="550"/>
                            </p:stCondLst>
                            <p:childTnLst>
                              <p:par>
                                <p:cTn id="412" presetID="10" presetClass="entr" presetSubtype="0" fill="hold" nodeType="afterEffect">
                                  <p:stCondLst>
                                    <p:cond delay="0"/>
                                  </p:stCondLst>
                                  <p:childTnLst>
                                    <p:set>
                                      <p:cBhvr>
                                        <p:cTn id="413" dur="1" fill="hold">
                                          <p:stCondLst>
                                            <p:cond delay="0"/>
                                          </p:stCondLst>
                                        </p:cTn>
                                        <p:tgtEl>
                                          <p:spTgt spid="971"/>
                                        </p:tgtEl>
                                        <p:attrNameLst>
                                          <p:attrName>style.visibility</p:attrName>
                                        </p:attrNameLst>
                                      </p:cBhvr>
                                      <p:to>
                                        <p:strVal val="visible"/>
                                      </p:to>
                                    </p:set>
                                    <p:animEffect transition="in" filter="fade">
                                      <p:cBhvr>
                                        <p:cTn id="414" dur="50"/>
                                        <p:tgtEl>
                                          <p:spTgt spid="971"/>
                                        </p:tgtEl>
                                      </p:cBhvr>
                                    </p:animEffect>
                                  </p:childTnLst>
                                </p:cTn>
                              </p:par>
                            </p:childTnLst>
                          </p:cTn>
                        </p:par>
                        <p:par>
                          <p:cTn id="415" fill="hold">
                            <p:stCondLst>
                              <p:cond delay="600"/>
                            </p:stCondLst>
                            <p:childTnLst>
                              <p:par>
                                <p:cTn id="416" presetID="10" presetClass="entr" presetSubtype="0" fill="hold" nodeType="afterEffect">
                                  <p:stCondLst>
                                    <p:cond delay="0"/>
                                  </p:stCondLst>
                                  <p:childTnLst>
                                    <p:set>
                                      <p:cBhvr>
                                        <p:cTn id="417" dur="1" fill="hold">
                                          <p:stCondLst>
                                            <p:cond delay="0"/>
                                          </p:stCondLst>
                                        </p:cTn>
                                        <p:tgtEl>
                                          <p:spTgt spid="965"/>
                                        </p:tgtEl>
                                        <p:attrNameLst>
                                          <p:attrName>style.visibility</p:attrName>
                                        </p:attrNameLst>
                                      </p:cBhvr>
                                      <p:to>
                                        <p:strVal val="visible"/>
                                      </p:to>
                                    </p:set>
                                    <p:animEffect transition="in" filter="fade">
                                      <p:cBhvr>
                                        <p:cTn id="418" dur="50"/>
                                        <p:tgtEl>
                                          <p:spTgt spid="965"/>
                                        </p:tgtEl>
                                      </p:cBhvr>
                                    </p:animEffect>
                                  </p:childTnLst>
                                </p:cTn>
                              </p:par>
                            </p:childTnLst>
                          </p:cTn>
                        </p:par>
                        <p:par>
                          <p:cTn id="419" fill="hold">
                            <p:stCondLst>
                              <p:cond delay="650"/>
                            </p:stCondLst>
                            <p:childTnLst>
                              <p:par>
                                <p:cTn id="420" presetID="10" presetClass="entr" presetSubtype="0" fill="hold" nodeType="afterEffect">
                                  <p:stCondLst>
                                    <p:cond delay="0"/>
                                  </p:stCondLst>
                                  <p:childTnLst>
                                    <p:set>
                                      <p:cBhvr>
                                        <p:cTn id="421" dur="1" fill="hold">
                                          <p:stCondLst>
                                            <p:cond delay="0"/>
                                          </p:stCondLst>
                                        </p:cTn>
                                        <p:tgtEl>
                                          <p:spTgt spid="959"/>
                                        </p:tgtEl>
                                        <p:attrNameLst>
                                          <p:attrName>style.visibility</p:attrName>
                                        </p:attrNameLst>
                                      </p:cBhvr>
                                      <p:to>
                                        <p:strVal val="visible"/>
                                      </p:to>
                                    </p:set>
                                    <p:animEffect transition="in" filter="fade">
                                      <p:cBhvr>
                                        <p:cTn id="422" dur="50"/>
                                        <p:tgtEl>
                                          <p:spTgt spid="959"/>
                                        </p:tgtEl>
                                      </p:cBhvr>
                                    </p:animEffect>
                                  </p:childTnLst>
                                </p:cTn>
                              </p:par>
                            </p:childTnLst>
                          </p:cTn>
                        </p:par>
                        <p:par>
                          <p:cTn id="423" fill="hold">
                            <p:stCondLst>
                              <p:cond delay="700"/>
                            </p:stCondLst>
                            <p:childTnLst>
                              <p:par>
                                <p:cTn id="424" presetID="10" presetClass="entr" presetSubtype="0" fill="hold" nodeType="afterEffect">
                                  <p:stCondLst>
                                    <p:cond delay="0"/>
                                  </p:stCondLst>
                                  <p:childTnLst>
                                    <p:set>
                                      <p:cBhvr>
                                        <p:cTn id="425" dur="1" fill="hold">
                                          <p:stCondLst>
                                            <p:cond delay="0"/>
                                          </p:stCondLst>
                                        </p:cTn>
                                        <p:tgtEl>
                                          <p:spTgt spid="953"/>
                                        </p:tgtEl>
                                        <p:attrNameLst>
                                          <p:attrName>style.visibility</p:attrName>
                                        </p:attrNameLst>
                                      </p:cBhvr>
                                      <p:to>
                                        <p:strVal val="visible"/>
                                      </p:to>
                                    </p:set>
                                    <p:animEffect transition="in" filter="fade">
                                      <p:cBhvr>
                                        <p:cTn id="426" dur="50"/>
                                        <p:tgtEl>
                                          <p:spTgt spid="953"/>
                                        </p:tgtEl>
                                      </p:cBhvr>
                                    </p:animEffect>
                                  </p:childTnLst>
                                </p:cTn>
                              </p:par>
                            </p:childTnLst>
                          </p:cTn>
                        </p:par>
                        <p:par>
                          <p:cTn id="427" fill="hold">
                            <p:stCondLst>
                              <p:cond delay="750"/>
                            </p:stCondLst>
                            <p:childTnLst>
                              <p:par>
                                <p:cTn id="428" presetID="10" presetClass="entr" presetSubtype="0" fill="hold" nodeType="afterEffect">
                                  <p:stCondLst>
                                    <p:cond delay="0"/>
                                  </p:stCondLst>
                                  <p:childTnLst>
                                    <p:set>
                                      <p:cBhvr>
                                        <p:cTn id="429" dur="1" fill="hold">
                                          <p:stCondLst>
                                            <p:cond delay="0"/>
                                          </p:stCondLst>
                                        </p:cTn>
                                        <p:tgtEl>
                                          <p:spTgt spid="950"/>
                                        </p:tgtEl>
                                        <p:attrNameLst>
                                          <p:attrName>style.visibility</p:attrName>
                                        </p:attrNameLst>
                                      </p:cBhvr>
                                      <p:to>
                                        <p:strVal val="visible"/>
                                      </p:to>
                                    </p:set>
                                    <p:animEffect transition="in" filter="fade">
                                      <p:cBhvr>
                                        <p:cTn id="430" dur="50"/>
                                        <p:tgtEl>
                                          <p:spTgt spid="950"/>
                                        </p:tgtEl>
                                      </p:cBhvr>
                                    </p:animEffect>
                                  </p:childTnLst>
                                </p:cTn>
                              </p:par>
                            </p:childTnLst>
                          </p:cTn>
                        </p:par>
                        <p:par>
                          <p:cTn id="431" fill="hold">
                            <p:stCondLst>
                              <p:cond delay="800"/>
                            </p:stCondLst>
                            <p:childTnLst>
                              <p:par>
                                <p:cTn id="432" presetID="10" presetClass="entr" presetSubtype="0" fill="hold" nodeType="afterEffect">
                                  <p:stCondLst>
                                    <p:cond delay="0"/>
                                  </p:stCondLst>
                                  <p:childTnLst>
                                    <p:set>
                                      <p:cBhvr>
                                        <p:cTn id="433" dur="1" fill="hold">
                                          <p:stCondLst>
                                            <p:cond delay="0"/>
                                          </p:stCondLst>
                                        </p:cTn>
                                        <p:tgtEl>
                                          <p:spTgt spid="947"/>
                                        </p:tgtEl>
                                        <p:attrNameLst>
                                          <p:attrName>style.visibility</p:attrName>
                                        </p:attrNameLst>
                                      </p:cBhvr>
                                      <p:to>
                                        <p:strVal val="visible"/>
                                      </p:to>
                                    </p:set>
                                    <p:animEffect transition="in" filter="fade">
                                      <p:cBhvr>
                                        <p:cTn id="434" dur="50"/>
                                        <p:tgtEl>
                                          <p:spTgt spid="947"/>
                                        </p:tgtEl>
                                      </p:cBhvr>
                                    </p:animEffect>
                                  </p:childTnLst>
                                </p:cTn>
                              </p:par>
                            </p:childTnLst>
                          </p:cTn>
                        </p:par>
                        <p:par>
                          <p:cTn id="435" fill="hold">
                            <p:stCondLst>
                              <p:cond delay="850"/>
                            </p:stCondLst>
                            <p:childTnLst>
                              <p:par>
                                <p:cTn id="436" presetID="10" presetClass="entr" presetSubtype="0" fill="hold" nodeType="afterEffect">
                                  <p:stCondLst>
                                    <p:cond delay="0"/>
                                  </p:stCondLst>
                                  <p:childTnLst>
                                    <p:set>
                                      <p:cBhvr>
                                        <p:cTn id="437" dur="1" fill="hold">
                                          <p:stCondLst>
                                            <p:cond delay="0"/>
                                          </p:stCondLst>
                                        </p:cTn>
                                        <p:tgtEl>
                                          <p:spTgt spid="944"/>
                                        </p:tgtEl>
                                        <p:attrNameLst>
                                          <p:attrName>style.visibility</p:attrName>
                                        </p:attrNameLst>
                                      </p:cBhvr>
                                      <p:to>
                                        <p:strVal val="visible"/>
                                      </p:to>
                                    </p:set>
                                    <p:animEffect transition="in" filter="fade">
                                      <p:cBhvr>
                                        <p:cTn id="438" dur="50"/>
                                        <p:tgtEl>
                                          <p:spTgt spid="944"/>
                                        </p:tgtEl>
                                      </p:cBhvr>
                                    </p:animEffect>
                                  </p:childTnLst>
                                </p:cTn>
                              </p:par>
                            </p:childTnLst>
                          </p:cTn>
                        </p:par>
                        <p:par>
                          <p:cTn id="439" fill="hold">
                            <p:stCondLst>
                              <p:cond delay="900"/>
                            </p:stCondLst>
                            <p:childTnLst>
                              <p:par>
                                <p:cTn id="440" presetID="10" presetClass="entr" presetSubtype="0" fill="hold" nodeType="afterEffect">
                                  <p:stCondLst>
                                    <p:cond delay="0"/>
                                  </p:stCondLst>
                                  <p:childTnLst>
                                    <p:set>
                                      <p:cBhvr>
                                        <p:cTn id="441" dur="1" fill="hold">
                                          <p:stCondLst>
                                            <p:cond delay="0"/>
                                          </p:stCondLst>
                                        </p:cTn>
                                        <p:tgtEl>
                                          <p:spTgt spid="938"/>
                                        </p:tgtEl>
                                        <p:attrNameLst>
                                          <p:attrName>style.visibility</p:attrName>
                                        </p:attrNameLst>
                                      </p:cBhvr>
                                      <p:to>
                                        <p:strVal val="visible"/>
                                      </p:to>
                                    </p:set>
                                    <p:animEffect transition="in" filter="fade">
                                      <p:cBhvr>
                                        <p:cTn id="442" dur="50"/>
                                        <p:tgtEl>
                                          <p:spTgt spid="938"/>
                                        </p:tgtEl>
                                      </p:cBhvr>
                                    </p:animEffect>
                                  </p:childTnLst>
                                </p:cTn>
                              </p:par>
                            </p:childTnLst>
                          </p:cTn>
                        </p:par>
                        <p:par>
                          <p:cTn id="443" fill="hold">
                            <p:stCondLst>
                              <p:cond delay="950"/>
                            </p:stCondLst>
                            <p:childTnLst>
                              <p:par>
                                <p:cTn id="444" presetID="10" presetClass="entr" presetSubtype="0" fill="hold" nodeType="afterEffect">
                                  <p:stCondLst>
                                    <p:cond delay="0"/>
                                  </p:stCondLst>
                                  <p:childTnLst>
                                    <p:set>
                                      <p:cBhvr>
                                        <p:cTn id="445" dur="1" fill="hold">
                                          <p:stCondLst>
                                            <p:cond delay="0"/>
                                          </p:stCondLst>
                                        </p:cTn>
                                        <p:tgtEl>
                                          <p:spTgt spid="908"/>
                                        </p:tgtEl>
                                        <p:attrNameLst>
                                          <p:attrName>style.visibility</p:attrName>
                                        </p:attrNameLst>
                                      </p:cBhvr>
                                      <p:to>
                                        <p:strVal val="visible"/>
                                      </p:to>
                                    </p:set>
                                    <p:animEffect transition="in" filter="fade">
                                      <p:cBhvr>
                                        <p:cTn id="446" dur="50"/>
                                        <p:tgtEl>
                                          <p:spTgt spid="908"/>
                                        </p:tgtEl>
                                      </p:cBhvr>
                                    </p:animEffect>
                                  </p:childTnLst>
                                </p:cTn>
                              </p:par>
                            </p:childTnLst>
                          </p:cTn>
                        </p:par>
                        <p:par>
                          <p:cTn id="447" fill="hold">
                            <p:stCondLst>
                              <p:cond delay="1000"/>
                            </p:stCondLst>
                            <p:childTnLst>
                              <p:par>
                                <p:cTn id="448" presetID="10" presetClass="entr" presetSubtype="0" fill="hold" nodeType="afterEffect">
                                  <p:stCondLst>
                                    <p:cond delay="0"/>
                                  </p:stCondLst>
                                  <p:childTnLst>
                                    <p:set>
                                      <p:cBhvr>
                                        <p:cTn id="449" dur="1" fill="hold">
                                          <p:stCondLst>
                                            <p:cond delay="0"/>
                                          </p:stCondLst>
                                        </p:cTn>
                                        <p:tgtEl>
                                          <p:spTgt spid="896"/>
                                        </p:tgtEl>
                                        <p:attrNameLst>
                                          <p:attrName>style.visibility</p:attrName>
                                        </p:attrNameLst>
                                      </p:cBhvr>
                                      <p:to>
                                        <p:strVal val="visible"/>
                                      </p:to>
                                    </p:set>
                                    <p:animEffect transition="in" filter="fade">
                                      <p:cBhvr>
                                        <p:cTn id="450" dur="50"/>
                                        <p:tgtEl>
                                          <p:spTgt spid="896"/>
                                        </p:tgtEl>
                                      </p:cBhvr>
                                    </p:animEffect>
                                  </p:childTnLst>
                                </p:cTn>
                              </p:par>
                            </p:childTnLst>
                          </p:cTn>
                        </p:par>
                        <p:par>
                          <p:cTn id="451" fill="hold">
                            <p:stCondLst>
                              <p:cond delay="1050"/>
                            </p:stCondLst>
                            <p:childTnLst>
                              <p:par>
                                <p:cTn id="452" presetID="10" presetClass="entr" presetSubtype="0" fill="hold" nodeType="afterEffect">
                                  <p:stCondLst>
                                    <p:cond delay="0"/>
                                  </p:stCondLst>
                                  <p:childTnLst>
                                    <p:set>
                                      <p:cBhvr>
                                        <p:cTn id="453" dur="1" fill="hold">
                                          <p:stCondLst>
                                            <p:cond delay="0"/>
                                          </p:stCondLst>
                                        </p:cTn>
                                        <p:tgtEl>
                                          <p:spTgt spid="890"/>
                                        </p:tgtEl>
                                        <p:attrNameLst>
                                          <p:attrName>style.visibility</p:attrName>
                                        </p:attrNameLst>
                                      </p:cBhvr>
                                      <p:to>
                                        <p:strVal val="visible"/>
                                      </p:to>
                                    </p:set>
                                    <p:animEffect transition="in" filter="fade">
                                      <p:cBhvr>
                                        <p:cTn id="454" dur="50"/>
                                        <p:tgtEl>
                                          <p:spTgt spid="890"/>
                                        </p:tgtEl>
                                      </p:cBhvr>
                                    </p:animEffect>
                                  </p:childTnLst>
                                </p:cTn>
                              </p:par>
                            </p:childTnLst>
                          </p:cTn>
                        </p:par>
                        <p:par>
                          <p:cTn id="455" fill="hold">
                            <p:stCondLst>
                              <p:cond delay="1100"/>
                            </p:stCondLst>
                            <p:childTnLst>
                              <p:par>
                                <p:cTn id="456" presetID="10" presetClass="entr" presetSubtype="0" fill="hold" nodeType="afterEffect">
                                  <p:stCondLst>
                                    <p:cond delay="0"/>
                                  </p:stCondLst>
                                  <p:childTnLst>
                                    <p:set>
                                      <p:cBhvr>
                                        <p:cTn id="457" dur="1" fill="hold">
                                          <p:stCondLst>
                                            <p:cond delay="0"/>
                                          </p:stCondLst>
                                        </p:cTn>
                                        <p:tgtEl>
                                          <p:spTgt spid="884"/>
                                        </p:tgtEl>
                                        <p:attrNameLst>
                                          <p:attrName>style.visibility</p:attrName>
                                        </p:attrNameLst>
                                      </p:cBhvr>
                                      <p:to>
                                        <p:strVal val="visible"/>
                                      </p:to>
                                    </p:set>
                                    <p:animEffect transition="in" filter="fade">
                                      <p:cBhvr>
                                        <p:cTn id="458" dur="50"/>
                                        <p:tgtEl>
                                          <p:spTgt spid="884"/>
                                        </p:tgtEl>
                                      </p:cBhvr>
                                    </p:animEffect>
                                  </p:childTnLst>
                                </p:cTn>
                              </p:par>
                            </p:childTnLst>
                          </p:cTn>
                        </p:par>
                        <p:par>
                          <p:cTn id="459" fill="hold">
                            <p:stCondLst>
                              <p:cond delay="1150"/>
                            </p:stCondLst>
                            <p:childTnLst>
                              <p:par>
                                <p:cTn id="460" presetID="10" presetClass="entr" presetSubtype="0" fill="hold" nodeType="afterEffect">
                                  <p:stCondLst>
                                    <p:cond delay="0"/>
                                  </p:stCondLst>
                                  <p:childTnLst>
                                    <p:set>
                                      <p:cBhvr>
                                        <p:cTn id="461" dur="1" fill="hold">
                                          <p:stCondLst>
                                            <p:cond delay="0"/>
                                          </p:stCondLst>
                                        </p:cTn>
                                        <p:tgtEl>
                                          <p:spTgt spid="857"/>
                                        </p:tgtEl>
                                        <p:attrNameLst>
                                          <p:attrName>style.visibility</p:attrName>
                                        </p:attrNameLst>
                                      </p:cBhvr>
                                      <p:to>
                                        <p:strVal val="visible"/>
                                      </p:to>
                                    </p:set>
                                    <p:animEffect transition="in" filter="fade">
                                      <p:cBhvr>
                                        <p:cTn id="462" dur="50"/>
                                        <p:tgtEl>
                                          <p:spTgt spid="857"/>
                                        </p:tgtEl>
                                      </p:cBhvr>
                                    </p:animEffect>
                                  </p:childTnLst>
                                </p:cTn>
                              </p:par>
                            </p:childTnLst>
                          </p:cTn>
                        </p:par>
                        <p:par>
                          <p:cTn id="463" fill="hold">
                            <p:stCondLst>
                              <p:cond delay="1200"/>
                            </p:stCondLst>
                            <p:childTnLst>
                              <p:par>
                                <p:cTn id="464" presetID="10" presetClass="entr" presetSubtype="0" fill="hold" nodeType="afterEffect">
                                  <p:stCondLst>
                                    <p:cond delay="0"/>
                                  </p:stCondLst>
                                  <p:childTnLst>
                                    <p:set>
                                      <p:cBhvr>
                                        <p:cTn id="465" dur="1" fill="hold">
                                          <p:stCondLst>
                                            <p:cond delay="0"/>
                                          </p:stCondLst>
                                        </p:cTn>
                                        <p:tgtEl>
                                          <p:spTgt spid="839"/>
                                        </p:tgtEl>
                                        <p:attrNameLst>
                                          <p:attrName>style.visibility</p:attrName>
                                        </p:attrNameLst>
                                      </p:cBhvr>
                                      <p:to>
                                        <p:strVal val="visible"/>
                                      </p:to>
                                    </p:set>
                                    <p:animEffect transition="in" filter="fade">
                                      <p:cBhvr>
                                        <p:cTn id="466" dur="50"/>
                                        <p:tgtEl>
                                          <p:spTgt spid="839"/>
                                        </p:tgtEl>
                                      </p:cBhvr>
                                    </p:animEffect>
                                  </p:childTnLst>
                                </p:cTn>
                              </p:par>
                            </p:childTnLst>
                          </p:cTn>
                        </p:par>
                        <p:par>
                          <p:cTn id="467" fill="hold">
                            <p:stCondLst>
                              <p:cond delay="1250"/>
                            </p:stCondLst>
                            <p:childTnLst>
                              <p:par>
                                <p:cTn id="468" presetID="10" presetClass="entr" presetSubtype="0" fill="hold" nodeType="afterEffect">
                                  <p:stCondLst>
                                    <p:cond delay="0"/>
                                  </p:stCondLst>
                                  <p:childTnLst>
                                    <p:set>
                                      <p:cBhvr>
                                        <p:cTn id="469" dur="1" fill="hold">
                                          <p:stCondLst>
                                            <p:cond delay="0"/>
                                          </p:stCondLst>
                                        </p:cTn>
                                        <p:tgtEl>
                                          <p:spTgt spid="833"/>
                                        </p:tgtEl>
                                        <p:attrNameLst>
                                          <p:attrName>style.visibility</p:attrName>
                                        </p:attrNameLst>
                                      </p:cBhvr>
                                      <p:to>
                                        <p:strVal val="visible"/>
                                      </p:to>
                                    </p:set>
                                    <p:animEffect transition="in" filter="fade">
                                      <p:cBhvr>
                                        <p:cTn id="470" dur="50"/>
                                        <p:tgtEl>
                                          <p:spTgt spid="833"/>
                                        </p:tgtEl>
                                      </p:cBhvr>
                                    </p:animEffect>
                                  </p:childTnLst>
                                </p:cTn>
                              </p:par>
                            </p:childTnLst>
                          </p:cTn>
                        </p:par>
                        <p:par>
                          <p:cTn id="471" fill="hold">
                            <p:stCondLst>
                              <p:cond delay="1300"/>
                            </p:stCondLst>
                            <p:childTnLst>
                              <p:par>
                                <p:cTn id="472" presetID="10" presetClass="entr" presetSubtype="0" fill="hold" nodeType="afterEffect">
                                  <p:stCondLst>
                                    <p:cond delay="0"/>
                                  </p:stCondLst>
                                  <p:childTnLst>
                                    <p:set>
                                      <p:cBhvr>
                                        <p:cTn id="473" dur="1" fill="hold">
                                          <p:stCondLst>
                                            <p:cond delay="0"/>
                                          </p:stCondLst>
                                        </p:cTn>
                                        <p:tgtEl>
                                          <p:spTgt spid="827"/>
                                        </p:tgtEl>
                                        <p:attrNameLst>
                                          <p:attrName>style.visibility</p:attrName>
                                        </p:attrNameLst>
                                      </p:cBhvr>
                                      <p:to>
                                        <p:strVal val="visible"/>
                                      </p:to>
                                    </p:set>
                                    <p:animEffect transition="in" filter="fade">
                                      <p:cBhvr>
                                        <p:cTn id="474" dur="50"/>
                                        <p:tgtEl>
                                          <p:spTgt spid="827"/>
                                        </p:tgtEl>
                                      </p:cBhvr>
                                    </p:animEffect>
                                  </p:childTnLst>
                                </p:cTn>
                              </p:par>
                            </p:childTnLst>
                          </p:cTn>
                        </p:par>
                        <p:par>
                          <p:cTn id="475" fill="hold">
                            <p:stCondLst>
                              <p:cond delay="1350"/>
                            </p:stCondLst>
                            <p:childTnLst>
                              <p:par>
                                <p:cTn id="476" presetID="10" presetClass="entr" presetSubtype="0" fill="hold" nodeType="afterEffect">
                                  <p:stCondLst>
                                    <p:cond delay="0"/>
                                  </p:stCondLst>
                                  <p:childTnLst>
                                    <p:set>
                                      <p:cBhvr>
                                        <p:cTn id="477" dur="1" fill="hold">
                                          <p:stCondLst>
                                            <p:cond delay="0"/>
                                          </p:stCondLst>
                                        </p:cTn>
                                        <p:tgtEl>
                                          <p:spTgt spid="821"/>
                                        </p:tgtEl>
                                        <p:attrNameLst>
                                          <p:attrName>style.visibility</p:attrName>
                                        </p:attrNameLst>
                                      </p:cBhvr>
                                      <p:to>
                                        <p:strVal val="visible"/>
                                      </p:to>
                                    </p:set>
                                    <p:animEffect transition="in" filter="fade">
                                      <p:cBhvr>
                                        <p:cTn id="478" dur="50"/>
                                        <p:tgtEl>
                                          <p:spTgt spid="821"/>
                                        </p:tgtEl>
                                      </p:cBhvr>
                                    </p:animEffect>
                                  </p:childTnLst>
                                </p:cTn>
                              </p:par>
                            </p:childTnLst>
                          </p:cTn>
                        </p:par>
                        <p:par>
                          <p:cTn id="479" fill="hold">
                            <p:stCondLst>
                              <p:cond delay="1400"/>
                            </p:stCondLst>
                            <p:childTnLst>
                              <p:par>
                                <p:cTn id="480" presetID="10" presetClass="entr" presetSubtype="0" fill="hold" nodeType="afterEffect">
                                  <p:stCondLst>
                                    <p:cond delay="0"/>
                                  </p:stCondLst>
                                  <p:childTnLst>
                                    <p:set>
                                      <p:cBhvr>
                                        <p:cTn id="481" dur="1" fill="hold">
                                          <p:stCondLst>
                                            <p:cond delay="0"/>
                                          </p:stCondLst>
                                        </p:cTn>
                                        <p:tgtEl>
                                          <p:spTgt spid="815"/>
                                        </p:tgtEl>
                                        <p:attrNameLst>
                                          <p:attrName>style.visibility</p:attrName>
                                        </p:attrNameLst>
                                      </p:cBhvr>
                                      <p:to>
                                        <p:strVal val="visible"/>
                                      </p:to>
                                    </p:set>
                                    <p:animEffect transition="in" filter="fade">
                                      <p:cBhvr>
                                        <p:cTn id="482" dur="50"/>
                                        <p:tgtEl>
                                          <p:spTgt spid="815"/>
                                        </p:tgtEl>
                                      </p:cBhvr>
                                    </p:animEffect>
                                  </p:childTnLst>
                                </p:cTn>
                              </p:par>
                            </p:childTnLst>
                          </p:cTn>
                        </p:par>
                        <p:par>
                          <p:cTn id="483" fill="hold">
                            <p:stCondLst>
                              <p:cond delay="1450"/>
                            </p:stCondLst>
                            <p:childTnLst>
                              <p:par>
                                <p:cTn id="484" presetID="10" presetClass="entr" presetSubtype="0" fill="hold" nodeType="afterEffect">
                                  <p:stCondLst>
                                    <p:cond delay="0"/>
                                  </p:stCondLst>
                                  <p:childTnLst>
                                    <p:set>
                                      <p:cBhvr>
                                        <p:cTn id="485" dur="1" fill="hold">
                                          <p:stCondLst>
                                            <p:cond delay="0"/>
                                          </p:stCondLst>
                                        </p:cTn>
                                        <p:tgtEl>
                                          <p:spTgt spid="878"/>
                                        </p:tgtEl>
                                        <p:attrNameLst>
                                          <p:attrName>style.visibility</p:attrName>
                                        </p:attrNameLst>
                                      </p:cBhvr>
                                      <p:to>
                                        <p:strVal val="visible"/>
                                      </p:to>
                                    </p:set>
                                    <p:animEffect transition="in" filter="fade">
                                      <p:cBhvr>
                                        <p:cTn id="486" dur="50"/>
                                        <p:tgtEl>
                                          <p:spTgt spid="878"/>
                                        </p:tgtEl>
                                      </p:cBhvr>
                                    </p:animEffect>
                                  </p:childTnLst>
                                </p:cTn>
                              </p:par>
                            </p:childTnLst>
                          </p:cTn>
                        </p:par>
                        <p:par>
                          <p:cTn id="487" fill="hold">
                            <p:stCondLst>
                              <p:cond delay="1500"/>
                            </p:stCondLst>
                            <p:childTnLst>
                              <p:par>
                                <p:cTn id="488" presetID="10" presetClass="entr" presetSubtype="0" fill="hold" nodeType="afterEffect">
                                  <p:stCondLst>
                                    <p:cond delay="0"/>
                                  </p:stCondLst>
                                  <p:childTnLst>
                                    <p:set>
                                      <p:cBhvr>
                                        <p:cTn id="489" dur="1" fill="hold">
                                          <p:stCondLst>
                                            <p:cond delay="0"/>
                                          </p:stCondLst>
                                        </p:cTn>
                                        <p:tgtEl>
                                          <p:spTgt spid="872"/>
                                        </p:tgtEl>
                                        <p:attrNameLst>
                                          <p:attrName>style.visibility</p:attrName>
                                        </p:attrNameLst>
                                      </p:cBhvr>
                                      <p:to>
                                        <p:strVal val="visible"/>
                                      </p:to>
                                    </p:set>
                                    <p:animEffect transition="in" filter="fade">
                                      <p:cBhvr>
                                        <p:cTn id="490" dur="50"/>
                                        <p:tgtEl>
                                          <p:spTgt spid="872"/>
                                        </p:tgtEl>
                                      </p:cBhvr>
                                    </p:animEffect>
                                  </p:childTnLst>
                                </p:cTn>
                              </p:par>
                            </p:childTnLst>
                          </p:cTn>
                        </p:par>
                        <p:par>
                          <p:cTn id="491" fill="hold">
                            <p:stCondLst>
                              <p:cond delay="1550"/>
                            </p:stCondLst>
                            <p:childTnLst>
                              <p:par>
                                <p:cTn id="492" presetID="10" presetClass="entr" presetSubtype="0" fill="hold" nodeType="afterEffect">
                                  <p:stCondLst>
                                    <p:cond delay="0"/>
                                  </p:stCondLst>
                                  <p:childTnLst>
                                    <p:set>
                                      <p:cBhvr>
                                        <p:cTn id="493" dur="1" fill="hold">
                                          <p:stCondLst>
                                            <p:cond delay="0"/>
                                          </p:stCondLst>
                                        </p:cTn>
                                        <p:tgtEl>
                                          <p:spTgt spid="257"/>
                                        </p:tgtEl>
                                        <p:attrNameLst>
                                          <p:attrName>style.visibility</p:attrName>
                                        </p:attrNameLst>
                                      </p:cBhvr>
                                      <p:to>
                                        <p:strVal val="visible"/>
                                      </p:to>
                                    </p:set>
                                    <p:animEffect transition="in" filter="fade">
                                      <p:cBhvr>
                                        <p:cTn id="494" dur="50"/>
                                        <p:tgtEl>
                                          <p:spTgt spid="257"/>
                                        </p:tgtEl>
                                      </p:cBhvr>
                                    </p:animEffect>
                                  </p:childTnLst>
                                </p:cTn>
                              </p:par>
                            </p:childTnLst>
                          </p:cTn>
                        </p:par>
                        <p:par>
                          <p:cTn id="495" fill="hold">
                            <p:stCondLst>
                              <p:cond delay="1600"/>
                            </p:stCondLst>
                            <p:childTnLst>
                              <p:par>
                                <p:cTn id="496" presetID="10" presetClass="entr" presetSubtype="0" fill="hold" nodeType="afterEffect">
                                  <p:stCondLst>
                                    <p:cond delay="0"/>
                                  </p:stCondLst>
                                  <p:childTnLst>
                                    <p:set>
                                      <p:cBhvr>
                                        <p:cTn id="497" dur="1" fill="hold">
                                          <p:stCondLst>
                                            <p:cond delay="0"/>
                                          </p:stCondLst>
                                        </p:cTn>
                                        <p:tgtEl>
                                          <p:spTgt spid="785"/>
                                        </p:tgtEl>
                                        <p:attrNameLst>
                                          <p:attrName>style.visibility</p:attrName>
                                        </p:attrNameLst>
                                      </p:cBhvr>
                                      <p:to>
                                        <p:strVal val="visible"/>
                                      </p:to>
                                    </p:set>
                                    <p:animEffect transition="in" filter="fade">
                                      <p:cBhvr>
                                        <p:cTn id="498" dur="50"/>
                                        <p:tgtEl>
                                          <p:spTgt spid="785"/>
                                        </p:tgtEl>
                                      </p:cBhvr>
                                    </p:animEffect>
                                  </p:childTnLst>
                                </p:cTn>
                              </p:par>
                            </p:childTnLst>
                          </p:cTn>
                        </p:par>
                        <p:par>
                          <p:cTn id="499" fill="hold">
                            <p:stCondLst>
                              <p:cond delay="1650"/>
                            </p:stCondLst>
                            <p:childTnLst>
                              <p:par>
                                <p:cTn id="500" presetID="10" presetClass="entr" presetSubtype="0" fill="hold" nodeType="afterEffect">
                                  <p:stCondLst>
                                    <p:cond delay="0"/>
                                  </p:stCondLst>
                                  <p:childTnLst>
                                    <p:set>
                                      <p:cBhvr>
                                        <p:cTn id="501" dur="1" fill="hold">
                                          <p:stCondLst>
                                            <p:cond delay="0"/>
                                          </p:stCondLst>
                                        </p:cTn>
                                        <p:tgtEl>
                                          <p:spTgt spid="779"/>
                                        </p:tgtEl>
                                        <p:attrNameLst>
                                          <p:attrName>style.visibility</p:attrName>
                                        </p:attrNameLst>
                                      </p:cBhvr>
                                      <p:to>
                                        <p:strVal val="visible"/>
                                      </p:to>
                                    </p:set>
                                    <p:animEffect transition="in" filter="fade">
                                      <p:cBhvr>
                                        <p:cTn id="502" dur="50"/>
                                        <p:tgtEl>
                                          <p:spTgt spid="779"/>
                                        </p:tgtEl>
                                      </p:cBhvr>
                                    </p:animEffect>
                                  </p:childTnLst>
                                </p:cTn>
                              </p:par>
                            </p:childTnLst>
                          </p:cTn>
                        </p:par>
                        <p:par>
                          <p:cTn id="503" fill="hold">
                            <p:stCondLst>
                              <p:cond delay="1700"/>
                            </p:stCondLst>
                            <p:childTnLst>
                              <p:par>
                                <p:cTn id="504" presetID="10" presetClass="entr" presetSubtype="0" fill="hold" nodeType="afterEffect">
                                  <p:stCondLst>
                                    <p:cond delay="0"/>
                                  </p:stCondLst>
                                  <p:childTnLst>
                                    <p:set>
                                      <p:cBhvr>
                                        <p:cTn id="505" dur="1" fill="hold">
                                          <p:stCondLst>
                                            <p:cond delay="0"/>
                                          </p:stCondLst>
                                        </p:cTn>
                                        <p:tgtEl>
                                          <p:spTgt spid="773"/>
                                        </p:tgtEl>
                                        <p:attrNameLst>
                                          <p:attrName>style.visibility</p:attrName>
                                        </p:attrNameLst>
                                      </p:cBhvr>
                                      <p:to>
                                        <p:strVal val="visible"/>
                                      </p:to>
                                    </p:set>
                                    <p:animEffect transition="in" filter="fade">
                                      <p:cBhvr>
                                        <p:cTn id="506" dur="50"/>
                                        <p:tgtEl>
                                          <p:spTgt spid="773"/>
                                        </p:tgtEl>
                                      </p:cBhvr>
                                    </p:animEffect>
                                  </p:childTnLst>
                                </p:cTn>
                              </p:par>
                            </p:childTnLst>
                          </p:cTn>
                        </p:par>
                        <p:par>
                          <p:cTn id="507" fill="hold">
                            <p:stCondLst>
                              <p:cond delay="1750"/>
                            </p:stCondLst>
                            <p:childTnLst>
                              <p:par>
                                <p:cTn id="508" presetID="10" presetClass="entr" presetSubtype="0" fill="hold" nodeType="afterEffect">
                                  <p:stCondLst>
                                    <p:cond delay="0"/>
                                  </p:stCondLst>
                                  <p:childTnLst>
                                    <p:set>
                                      <p:cBhvr>
                                        <p:cTn id="509" dur="1" fill="hold">
                                          <p:stCondLst>
                                            <p:cond delay="0"/>
                                          </p:stCondLst>
                                        </p:cTn>
                                        <p:tgtEl>
                                          <p:spTgt spid="812"/>
                                        </p:tgtEl>
                                        <p:attrNameLst>
                                          <p:attrName>style.visibility</p:attrName>
                                        </p:attrNameLst>
                                      </p:cBhvr>
                                      <p:to>
                                        <p:strVal val="visible"/>
                                      </p:to>
                                    </p:set>
                                    <p:animEffect transition="in" filter="fade">
                                      <p:cBhvr>
                                        <p:cTn id="510" dur="50"/>
                                        <p:tgtEl>
                                          <p:spTgt spid="812"/>
                                        </p:tgtEl>
                                      </p:cBhvr>
                                    </p:animEffect>
                                  </p:childTnLst>
                                </p:cTn>
                              </p:par>
                            </p:childTnLst>
                          </p:cTn>
                        </p:par>
                        <p:par>
                          <p:cTn id="511" fill="hold">
                            <p:stCondLst>
                              <p:cond delay="1800"/>
                            </p:stCondLst>
                            <p:childTnLst>
                              <p:par>
                                <p:cTn id="512" presetID="10" presetClass="entr" presetSubtype="0" fill="hold" nodeType="afterEffect">
                                  <p:stCondLst>
                                    <p:cond delay="0"/>
                                  </p:stCondLst>
                                  <p:childTnLst>
                                    <p:set>
                                      <p:cBhvr>
                                        <p:cTn id="513" dur="1" fill="hold">
                                          <p:stCondLst>
                                            <p:cond delay="0"/>
                                          </p:stCondLst>
                                        </p:cTn>
                                        <p:tgtEl>
                                          <p:spTgt spid="806"/>
                                        </p:tgtEl>
                                        <p:attrNameLst>
                                          <p:attrName>style.visibility</p:attrName>
                                        </p:attrNameLst>
                                      </p:cBhvr>
                                      <p:to>
                                        <p:strVal val="visible"/>
                                      </p:to>
                                    </p:set>
                                    <p:animEffect transition="in" filter="fade">
                                      <p:cBhvr>
                                        <p:cTn id="514" dur="50"/>
                                        <p:tgtEl>
                                          <p:spTgt spid="806"/>
                                        </p:tgtEl>
                                      </p:cBhvr>
                                    </p:animEffect>
                                  </p:childTnLst>
                                </p:cTn>
                              </p:par>
                            </p:childTnLst>
                          </p:cTn>
                        </p:par>
                        <p:par>
                          <p:cTn id="515" fill="hold">
                            <p:stCondLst>
                              <p:cond delay="1850"/>
                            </p:stCondLst>
                            <p:childTnLst>
                              <p:par>
                                <p:cTn id="516" presetID="10" presetClass="entr" presetSubtype="0" fill="hold" nodeType="afterEffect">
                                  <p:stCondLst>
                                    <p:cond delay="0"/>
                                  </p:stCondLst>
                                  <p:childTnLst>
                                    <p:set>
                                      <p:cBhvr>
                                        <p:cTn id="517" dur="1" fill="hold">
                                          <p:stCondLst>
                                            <p:cond delay="0"/>
                                          </p:stCondLst>
                                        </p:cTn>
                                        <p:tgtEl>
                                          <p:spTgt spid="788"/>
                                        </p:tgtEl>
                                        <p:attrNameLst>
                                          <p:attrName>style.visibility</p:attrName>
                                        </p:attrNameLst>
                                      </p:cBhvr>
                                      <p:to>
                                        <p:strVal val="visible"/>
                                      </p:to>
                                    </p:set>
                                    <p:animEffect transition="in" filter="fade">
                                      <p:cBhvr>
                                        <p:cTn id="518" dur="50"/>
                                        <p:tgtEl>
                                          <p:spTgt spid="788"/>
                                        </p:tgtEl>
                                      </p:cBhvr>
                                    </p:animEffect>
                                  </p:childTnLst>
                                </p:cTn>
                              </p:par>
                            </p:childTnLst>
                          </p:cTn>
                        </p:par>
                        <p:par>
                          <p:cTn id="519" fill="hold">
                            <p:stCondLst>
                              <p:cond delay="1900"/>
                            </p:stCondLst>
                            <p:childTnLst>
                              <p:par>
                                <p:cTn id="520" presetID="10" presetClass="entr" presetSubtype="0" fill="hold" nodeType="afterEffect">
                                  <p:stCondLst>
                                    <p:cond delay="0"/>
                                  </p:stCondLst>
                                  <p:childTnLst>
                                    <p:set>
                                      <p:cBhvr>
                                        <p:cTn id="521" dur="1" fill="hold">
                                          <p:stCondLst>
                                            <p:cond delay="0"/>
                                          </p:stCondLst>
                                        </p:cTn>
                                        <p:tgtEl>
                                          <p:spTgt spid="278"/>
                                        </p:tgtEl>
                                        <p:attrNameLst>
                                          <p:attrName>style.visibility</p:attrName>
                                        </p:attrNameLst>
                                      </p:cBhvr>
                                      <p:to>
                                        <p:strVal val="visible"/>
                                      </p:to>
                                    </p:set>
                                    <p:animEffect transition="in" filter="fade">
                                      <p:cBhvr>
                                        <p:cTn id="522" dur="50"/>
                                        <p:tgtEl>
                                          <p:spTgt spid="278"/>
                                        </p:tgtEl>
                                      </p:cBhvr>
                                    </p:animEffect>
                                  </p:childTnLst>
                                </p:cTn>
                              </p:par>
                            </p:childTnLst>
                          </p:cTn>
                        </p:par>
                        <p:par>
                          <p:cTn id="523" fill="hold">
                            <p:stCondLst>
                              <p:cond delay="1950"/>
                            </p:stCondLst>
                            <p:childTnLst>
                              <p:par>
                                <p:cTn id="524" presetID="10" presetClass="entr" presetSubtype="0" fill="hold" nodeType="afterEffect">
                                  <p:stCondLst>
                                    <p:cond delay="0"/>
                                  </p:stCondLst>
                                  <p:childTnLst>
                                    <p:set>
                                      <p:cBhvr>
                                        <p:cTn id="525" dur="1" fill="hold">
                                          <p:stCondLst>
                                            <p:cond delay="0"/>
                                          </p:stCondLst>
                                        </p:cTn>
                                        <p:tgtEl>
                                          <p:spTgt spid="266"/>
                                        </p:tgtEl>
                                        <p:attrNameLst>
                                          <p:attrName>style.visibility</p:attrName>
                                        </p:attrNameLst>
                                      </p:cBhvr>
                                      <p:to>
                                        <p:strVal val="visible"/>
                                      </p:to>
                                    </p:set>
                                    <p:animEffect transition="in" filter="fade">
                                      <p:cBhvr>
                                        <p:cTn id="526" dur="50"/>
                                        <p:tgtEl>
                                          <p:spTgt spid="266"/>
                                        </p:tgtEl>
                                      </p:cBhvr>
                                    </p:animEffect>
                                  </p:childTnLst>
                                </p:cTn>
                              </p:par>
                            </p:childTnLst>
                          </p:cTn>
                        </p:par>
                        <p:par>
                          <p:cTn id="527" fill="hold">
                            <p:stCondLst>
                              <p:cond delay="2000"/>
                            </p:stCondLst>
                            <p:childTnLst>
                              <p:par>
                                <p:cTn id="528" presetID="10" presetClass="entr" presetSubtype="0" fill="hold" nodeType="afterEffect">
                                  <p:stCondLst>
                                    <p:cond delay="0"/>
                                  </p:stCondLst>
                                  <p:childTnLst>
                                    <p:set>
                                      <p:cBhvr>
                                        <p:cTn id="529" dur="1" fill="hold">
                                          <p:stCondLst>
                                            <p:cond delay="0"/>
                                          </p:stCondLst>
                                        </p:cTn>
                                        <p:tgtEl>
                                          <p:spTgt spid="260"/>
                                        </p:tgtEl>
                                        <p:attrNameLst>
                                          <p:attrName>style.visibility</p:attrName>
                                        </p:attrNameLst>
                                      </p:cBhvr>
                                      <p:to>
                                        <p:strVal val="visible"/>
                                      </p:to>
                                    </p:set>
                                    <p:animEffect transition="in" filter="fade">
                                      <p:cBhvr>
                                        <p:cTn id="530" dur="50"/>
                                        <p:tgtEl>
                                          <p:spTgt spid="260"/>
                                        </p:tgtEl>
                                      </p:cBhvr>
                                    </p:animEffect>
                                  </p:childTnLst>
                                </p:cTn>
                              </p:par>
                            </p:childTnLst>
                          </p:cTn>
                        </p:par>
                        <p:par>
                          <p:cTn id="531" fill="hold">
                            <p:stCondLst>
                              <p:cond delay="2050"/>
                            </p:stCondLst>
                            <p:childTnLst>
                              <p:par>
                                <p:cTn id="532" presetID="10" presetClass="entr" presetSubtype="0" fill="hold" nodeType="afterEffect">
                                  <p:stCondLst>
                                    <p:cond delay="0"/>
                                  </p:stCondLst>
                                  <p:childTnLst>
                                    <p:set>
                                      <p:cBhvr>
                                        <p:cTn id="533" dur="1" fill="hold">
                                          <p:stCondLst>
                                            <p:cond delay="0"/>
                                          </p:stCondLst>
                                        </p:cTn>
                                        <p:tgtEl>
                                          <p:spTgt spid="767"/>
                                        </p:tgtEl>
                                        <p:attrNameLst>
                                          <p:attrName>style.visibility</p:attrName>
                                        </p:attrNameLst>
                                      </p:cBhvr>
                                      <p:to>
                                        <p:strVal val="visible"/>
                                      </p:to>
                                    </p:set>
                                    <p:animEffect transition="in" filter="fade">
                                      <p:cBhvr>
                                        <p:cTn id="534" dur="50"/>
                                        <p:tgtEl>
                                          <p:spTgt spid="767"/>
                                        </p:tgtEl>
                                      </p:cBhvr>
                                    </p:animEffect>
                                  </p:childTnLst>
                                </p:cTn>
                              </p:par>
                            </p:childTnLst>
                          </p:cTn>
                        </p:par>
                        <p:par>
                          <p:cTn id="535" fill="hold">
                            <p:stCondLst>
                              <p:cond delay="2100"/>
                            </p:stCondLst>
                            <p:childTnLst>
                              <p:par>
                                <p:cTn id="536" presetID="10" presetClass="entr" presetSubtype="0" fill="hold" nodeType="afterEffect">
                                  <p:stCondLst>
                                    <p:cond delay="0"/>
                                  </p:stCondLst>
                                  <p:childTnLst>
                                    <p:set>
                                      <p:cBhvr>
                                        <p:cTn id="537" dur="1" fill="hold">
                                          <p:stCondLst>
                                            <p:cond delay="0"/>
                                          </p:stCondLst>
                                        </p:cTn>
                                        <p:tgtEl>
                                          <p:spTgt spid="761"/>
                                        </p:tgtEl>
                                        <p:attrNameLst>
                                          <p:attrName>style.visibility</p:attrName>
                                        </p:attrNameLst>
                                      </p:cBhvr>
                                      <p:to>
                                        <p:strVal val="visible"/>
                                      </p:to>
                                    </p:set>
                                    <p:animEffect transition="in" filter="fade">
                                      <p:cBhvr>
                                        <p:cTn id="538" dur="50"/>
                                        <p:tgtEl>
                                          <p:spTgt spid="761"/>
                                        </p:tgtEl>
                                      </p:cBhvr>
                                    </p:animEffect>
                                  </p:childTnLst>
                                </p:cTn>
                              </p:par>
                            </p:childTnLst>
                          </p:cTn>
                        </p:par>
                        <p:par>
                          <p:cTn id="539" fill="hold">
                            <p:stCondLst>
                              <p:cond delay="2150"/>
                            </p:stCondLst>
                            <p:childTnLst>
                              <p:par>
                                <p:cTn id="540" presetID="10" presetClass="entr" presetSubtype="0" fill="hold" nodeType="afterEffect">
                                  <p:stCondLst>
                                    <p:cond delay="0"/>
                                  </p:stCondLst>
                                  <p:childTnLst>
                                    <p:set>
                                      <p:cBhvr>
                                        <p:cTn id="541" dur="1" fill="hold">
                                          <p:stCondLst>
                                            <p:cond delay="0"/>
                                          </p:stCondLst>
                                        </p:cTn>
                                        <p:tgtEl>
                                          <p:spTgt spid="755"/>
                                        </p:tgtEl>
                                        <p:attrNameLst>
                                          <p:attrName>style.visibility</p:attrName>
                                        </p:attrNameLst>
                                      </p:cBhvr>
                                      <p:to>
                                        <p:strVal val="visible"/>
                                      </p:to>
                                    </p:set>
                                    <p:animEffect transition="in" filter="fade">
                                      <p:cBhvr>
                                        <p:cTn id="542" dur="50"/>
                                        <p:tgtEl>
                                          <p:spTgt spid="755"/>
                                        </p:tgtEl>
                                      </p:cBhvr>
                                    </p:animEffect>
                                  </p:childTnLst>
                                </p:cTn>
                              </p:par>
                            </p:childTnLst>
                          </p:cTn>
                        </p:par>
                        <p:par>
                          <p:cTn id="543" fill="hold">
                            <p:stCondLst>
                              <p:cond delay="2200"/>
                            </p:stCondLst>
                            <p:childTnLst>
                              <p:par>
                                <p:cTn id="544" presetID="10" presetClass="entr" presetSubtype="0" fill="hold" nodeType="afterEffect">
                                  <p:stCondLst>
                                    <p:cond delay="0"/>
                                  </p:stCondLst>
                                  <p:childTnLst>
                                    <p:set>
                                      <p:cBhvr>
                                        <p:cTn id="545" dur="1" fill="hold">
                                          <p:stCondLst>
                                            <p:cond delay="0"/>
                                          </p:stCondLst>
                                        </p:cTn>
                                        <p:tgtEl>
                                          <p:spTgt spid="749"/>
                                        </p:tgtEl>
                                        <p:attrNameLst>
                                          <p:attrName>style.visibility</p:attrName>
                                        </p:attrNameLst>
                                      </p:cBhvr>
                                      <p:to>
                                        <p:strVal val="visible"/>
                                      </p:to>
                                    </p:set>
                                    <p:animEffect transition="in" filter="fade">
                                      <p:cBhvr>
                                        <p:cTn id="546" dur="50"/>
                                        <p:tgtEl>
                                          <p:spTgt spid="749"/>
                                        </p:tgtEl>
                                      </p:cBhvr>
                                    </p:animEffect>
                                  </p:childTnLst>
                                </p:cTn>
                              </p:par>
                            </p:childTnLst>
                          </p:cTn>
                        </p:par>
                        <p:par>
                          <p:cTn id="547" fill="hold">
                            <p:stCondLst>
                              <p:cond delay="2250"/>
                            </p:stCondLst>
                            <p:childTnLst>
                              <p:par>
                                <p:cTn id="548" presetID="10" presetClass="entr" presetSubtype="0" fill="hold" nodeType="afterEffect">
                                  <p:stCondLst>
                                    <p:cond delay="0"/>
                                  </p:stCondLst>
                                  <p:childTnLst>
                                    <p:set>
                                      <p:cBhvr>
                                        <p:cTn id="549" dur="1" fill="hold">
                                          <p:stCondLst>
                                            <p:cond delay="0"/>
                                          </p:stCondLst>
                                        </p:cTn>
                                        <p:tgtEl>
                                          <p:spTgt spid="797"/>
                                        </p:tgtEl>
                                        <p:attrNameLst>
                                          <p:attrName>style.visibility</p:attrName>
                                        </p:attrNameLst>
                                      </p:cBhvr>
                                      <p:to>
                                        <p:strVal val="visible"/>
                                      </p:to>
                                    </p:set>
                                    <p:animEffect transition="in" filter="fade">
                                      <p:cBhvr>
                                        <p:cTn id="550" dur="50"/>
                                        <p:tgtEl>
                                          <p:spTgt spid="797"/>
                                        </p:tgtEl>
                                      </p:cBhvr>
                                    </p:animEffect>
                                  </p:childTnLst>
                                </p:cTn>
                              </p:par>
                            </p:childTnLst>
                          </p:cTn>
                        </p:par>
                        <p:par>
                          <p:cTn id="551" fill="hold">
                            <p:stCondLst>
                              <p:cond delay="2300"/>
                            </p:stCondLst>
                            <p:childTnLst>
                              <p:par>
                                <p:cTn id="552" presetID="10" presetClass="entr" presetSubtype="0" fill="hold" nodeType="afterEffect">
                                  <p:stCondLst>
                                    <p:cond delay="0"/>
                                  </p:stCondLst>
                                  <p:childTnLst>
                                    <p:set>
                                      <p:cBhvr>
                                        <p:cTn id="553" dur="1" fill="hold">
                                          <p:stCondLst>
                                            <p:cond delay="0"/>
                                          </p:stCondLst>
                                        </p:cTn>
                                        <p:tgtEl>
                                          <p:spTgt spid="791"/>
                                        </p:tgtEl>
                                        <p:attrNameLst>
                                          <p:attrName>style.visibility</p:attrName>
                                        </p:attrNameLst>
                                      </p:cBhvr>
                                      <p:to>
                                        <p:strVal val="visible"/>
                                      </p:to>
                                    </p:set>
                                    <p:animEffect transition="in" filter="fade">
                                      <p:cBhvr>
                                        <p:cTn id="554" dur="50"/>
                                        <p:tgtEl>
                                          <p:spTgt spid="791"/>
                                        </p:tgtEl>
                                      </p:cBhvr>
                                    </p:animEffect>
                                  </p:childTnLst>
                                </p:cTn>
                              </p:par>
                            </p:childTnLst>
                          </p:cTn>
                        </p:par>
                        <p:par>
                          <p:cTn id="555" fill="hold">
                            <p:stCondLst>
                              <p:cond delay="2350"/>
                            </p:stCondLst>
                            <p:childTnLst>
                              <p:par>
                                <p:cTn id="556" presetID="10" presetClass="entr" presetSubtype="0" fill="hold" nodeType="afterEffect">
                                  <p:stCondLst>
                                    <p:cond delay="0"/>
                                  </p:stCondLst>
                                  <p:childTnLst>
                                    <p:set>
                                      <p:cBhvr>
                                        <p:cTn id="557" dur="1" fill="hold">
                                          <p:stCondLst>
                                            <p:cond delay="0"/>
                                          </p:stCondLst>
                                        </p:cTn>
                                        <p:tgtEl>
                                          <p:spTgt spid="743"/>
                                        </p:tgtEl>
                                        <p:attrNameLst>
                                          <p:attrName>style.visibility</p:attrName>
                                        </p:attrNameLst>
                                      </p:cBhvr>
                                      <p:to>
                                        <p:strVal val="visible"/>
                                      </p:to>
                                    </p:set>
                                    <p:animEffect transition="in" filter="fade">
                                      <p:cBhvr>
                                        <p:cTn id="558" dur="50"/>
                                        <p:tgtEl>
                                          <p:spTgt spid="743"/>
                                        </p:tgtEl>
                                      </p:cBhvr>
                                    </p:animEffect>
                                  </p:childTnLst>
                                </p:cTn>
                              </p:par>
                            </p:childTnLst>
                          </p:cTn>
                        </p:par>
                        <p:par>
                          <p:cTn id="559" fill="hold">
                            <p:stCondLst>
                              <p:cond delay="2400"/>
                            </p:stCondLst>
                            <p:childTnLst>
                              <p:par>
                                <p:cTn id="560" presetID="10" presetClass="entr" presetSubtype="0" fill="hold" nodeType="afterEffect">
                                  <p:stCondLst>
                                    <p:cond delay="0"/>
                                  </p:stCondLst>
                                  <p:childTnLst>
                                    <p:set>
                                      <p:cBhvr>
                                        <p:cTn id="561" dur="1" fill="hold">
                                          <p:stCondLst>
                                            <p:cond delay="0"/>
                                          </p:stCondLst>
                                        </p:cTn>
                                        <p:tgtEl>
                                          <p:spTgt spid="737"/>
                                        </p:tgtEl>
                                        <p:attrNameLst>
                                          <p:attrName>style.visibility</p:attrName>
                                        </p:attrNameLst>
                                      </p:cBhvr>
                                      <p:to>
                                        <p:strVal val="visible"/>
                                      </p:to>
                                    </p:set>
                                    <p:animEffect transition="in" filter="fade">
                                      <p:cBhvr>
                                        <p:cTn id="562" dur="50"/>
                                        <p:tgtEl>
                                          <p:spTgt spid="737"/>
                                        </p:tgtEl>
                                      </p:cBhvr>
                                    </p:animEffect>
                                  </p:childTnLst>
                                </p:cTn>
                              </p:par>
                            </p:childTnLst>
                          </p:cTn>
                        </p:par>
                        <p:par>
                          <p:cTn id="563" fill="hold">
                            <p:stCondLst>
                              <p:cond delay="2450"/>
                            </p:stCondLst>
                            <p:childTnLst>
                              <p:par>
                                <p:cTn id="564" presetID="10" presetClass="entr" presetSubtype="0" fill="hold" nodeType="afterEffect">
                                  <p:stCondLst>
                                    <p:cond delay="0"/>
                                  </p:stCondLst>
                                  <p:childTnLst>
                                    <p:set>
                                      <p:cBhvr>
                                        <p:cTn id="565" dur="1" fill="hold">
                                          <p:stCondLst>
                                            <p:cond delay="0"/>
                                          </p:stCondLst>
                                        </p:cTn>
                                        <p:tgtEl>
                                          <p:spTgt spid="731"/>
                                        </p:tgtEl>
                                        <p:attrNameLst>
                                          <p:attrName>style.visibility</p:attrName>
                                        </p:attrNameLst>
                                      </p:cBhvr>
                                      <p:to>
                                        <p:strVal val="visible"/>
                                      </p:to>
                                    </p:set>
                                    <p:animEffect transition="in" filter="fade">
                                      <p:cBhvr>
                                        <p:cTn id="566" dur="50"/>
                                        <p:tgtEl>
                                          <p:spTgt spid="731"/>
                                        </p:tgtEl>
                                      </p:cBhvr>
                                    </p:animEffect>
                                  </p:childTnLst>
                                </p:cTn>
                              </p:par>
                            </p:childTnLst>
                          </p:cTn>
                        </p:par>
                        <p:par>
                          <p:cTn id="567" fill="hold">
                            <p:stCondLst>
                              <p:cond delay="2500"/>
                            </p:stCondLst>
                            <p:childTnLst>
                              <p:par>
                                <p:cTn id="568" presetID="10" presetClass="entr" presetSubtype="0" fill="hold" nodeType="afterEffect">
                                  <p:stCondLst>
                                    <p:cond delay="0"/>
                                  </p:stCondLst>
                                  <p:childTnLst>
                                    <p:set>
                                      <p:cBhvr>
                                        <p:cTn id="569" dur="1" fill="hold">
                                          <p:stCondLst>
                                            <p:cond delay="0"/>
                                          </p:stCondLst>
                                        </p:cTn>
                                        <p:tgtEl>
                                          <p:spTgt spid="725"/>
                                        </p:tgtEl>
                                        <p:attrNameLst>
                                          <p:attrName>style.visibility</p:attrName>
                                        </p:attrNameLst>
                                      </p:cBhvr>
                                      <p:to>
                                        <p:strVal val="visible"/>
                                      </p:to>
                                    </p:set>
                                    <p:animEffect transition="in" filter="fade">
                                      <p:cBhvr>
                                        <p:cTn id="570" dur="50"/>
                                        <p:tgtEl>
                                          <p:spTgt spid="725"/>
                                        </p:tgtEl>
                                      </p:cBhvr>
                                    </p:animEffect>
                                  </p:childTnLst>
                                </p:cTn>
                              </p:par>
                            </p:childTnLst>
                          </p:cTn>
                        </p:par>
                        <p:par>
                          <p:cTn id="571" fill="hold">
                            <p:stCondLst>
                              <p:cond delay="2550"/>
                            </p:stCondLst>
                            <p:childTnLst>
                              <p:par>
                                <p:cTn id="572" presetID="10" presetClass="entr" presetSubtype="0" fill="hold" nodeType="afterEffect">
                                  <p:stCondLst>
                                    <p:cond delay="0"/>
                                  </p:stCondLst>
                                  <p:childTnLst>
                                    <p:set>
                                      <p:cBhvr>
                                        <p:cTn id="573" dur="1" fill="hold">
                                          <p:stCondLst>
                                            <p:cond delay="0"/>
                                          </p:stCondLst>
                                        </p:cTn>
                                        <p:tgtEl>
                                          <p:spTgt spid="719"/>
                                        </p:tgtEl>
                                        <p:attrNameLst>
                                          <p:attrName>style.visibility</p:attrName>
                                        </p:attrNameLst>
                                      </p:cBhvr>
                                      <p:to>
                                        <p:strVal val="visible"/>
                                      </p:to>
                                    </p:set>
                                    <p:animEffect transition="in" filter="fade">
                                      <p:cBhvr>
                                        <p:cTn id="574" dur="50"/>
                                        <p:tgtEl>
                                          <p:spTgt spid="719"/>
                                        </p:tgtEl>
                                      </p:cBhvr>
                                    </p:animEffect>
                                  </p:childTnLst>
                                </p:cTn>
                              </p:par>
                            </p:childTnLst>
                          </p:cTn>
                        </p:par>
                        <p:par>
                          <p:cTn id="575" fill="hold">
                            <p:stCondLst>
                              <p:cond delay="2600"/>
                            </p:stCondLst>
                            <p:childTnLst>
                              <p:par>
                                <p:cTn id="576" presetID="10" presetClass="entr" presetSubtype="0" fill="hold" nodeType="afterEffect">
                                  <p:stCondLst>
                                    <p:cond delay="0"/>
                                  </p:stCondLst>
                                  <p:childTnLst>
                                    <p:set>
                                      <p:cBhvr>
                                        <p:cTn id="577" dur="1" fill="hold">
                                          <p:stCondLst>
                                            <p:cond delay="0"/>
                                          </p:stCondLst>
                                        </p:cTn>
                                        <p:tgtEl>
                                          <p:spTgt spid="713"/>
                                        </p:tgtEl>
                                        <p:attrNameLst>
                                          <p:attrName>style.visibility</p:attrName>
                                        </p:attrNameLst>
                                      </p:cBhvr>
                                      <p:to>
                                        <p:strVal val="visible"/>
                                      </p:to>
                                    </p:set>
                                    <p:animEffect transition="in" filter="fade">
                                      <p:cBhvr>
                                        <p:cTn id="578" dur="50"/>
                                        <p:tgtEl>
                                          <p:spTgt spid="713"/>
                                        </p:tgtEl>
                                      </p:cBhvr>
                                    </p:animEffect>
                                  </p:childTnLst>
                                </p:cTn>
                              </p:par>
                            </p:childTnLst>
                          </p:cTn>
                        </p:par>
                        <p:par>
                          <p:cTn id="579" fill="hold">
                            <p:stCondLst>
                              <p:cond delay="2650"/>
                            </p:stCondLst>
                            <p:childTnLst>
                              <p:par>
                                <p:cTn id="580" presetID="10" presetClass="entr" presetSubtype="0" fill="hold" nodeType="afterEffect">
                                  <p:stCondLst>
                                    <p:cond delay="0"/>
                                  </p:stCondLst>
                                  <p:childTnLst>
                                    <p:set>
                                      <p:cBhvr>
                                        <p:cTn id="581" dur="1" fill="hold">
                                          <p:stCondLst>
                                            <p:cond delay="0"/>
                                          </p:stCondLst>
                                        </p:cTn>
                                        <p:tgtEl>
                                          <p:spTgt spid="707"/>
                                        </p:tgtEl>
                                        <p:attrNameLst>
                                          <p:attrName>style.visibility</p:attrName>
                                        </p:attrNameLst>
                                      </p:cBhvr>
                                      <p:to>
                                        <p:strVal val="visible"/>
                                      </p:to>
                                    </p:set>
                                    <p:animEffect transition="in" filter="fade">
                                      <p:cBhvr>
                                        <p:cTn id="582" dur="50"/>
                                        <p:tgtEl>
                                          <p:spTgt spid="707"/>
                                        </p:tgtEl>
                                      </p:cBhvr>
                                    </p:animEffect>
                                  </p:childTnLst>
                                </p:cTn>
                              </p:par>
                            </p:childTnLst>
                          </p:cTn>
                        </p:par>
                        <p:par>
                          <p:cTn id="583" fill="hold">
                            <p:stCondLst>
                              <p:cond delay="2700"/>
                            </p:stCondLst>
                            <p:childTnLst>
                              <p:par>
                                <p:cTn id="584" presetID="10" presetClass="entr" presetSubtype="0" fill="hold" nodeType="afterEffect">
                                  <p:stCondLst>
                                    <p:cond delay="0"/>
                                  </p:stCondLst>
                                  <p:childTnLst>
                                    <p:set>
                                      <p:cBhvr>
                                        <p:cTn id="585" dur="1" fill="hold">
                                          <p:stCondLst>
                                            <p:cond delay="0"/>
                                          </p:stCondLst>
                                        </p:cTn>
                                        <p:tgtEl>
                                          <p:spTgt spid="701"/>
                                        </p:tgtEl>
                                        <p:attrNameLst>
                                          <p:attrName>style.visibility</p:attrName>
                                        </p:attrNameLst>
                                      </p:cBhvr>
                                      <p:to>
                                        <p:strVal val="visible"/>
                                      </p:to>
                                    </p:set>
                                    <p:animEffect transition="in" filter="fade">
                                      <p:cBhvr>
                                        <p:cTn id="586" dur="50"/>
                                        <p:tgtEl>
                                          <p:spTgt spid="701"/>
                                        </p:tgtEl>
                                      </p:cBhvr>
                                    </p:animEffect>
                                  </p:childTnLst>
                                </p:cTn>
                              </p:par>
                            </p:childTnLst>
                          </p:cTn>
                        </p:par>
                        <p:par>
                          <p:cTn id="587" fill="hold">
                            <p:stCondLst>
                              <p:cond delay="2750"/>
                            </p:stCondLst>
                            <p:childTnLst>
                              <p:par>
                                <p:cTn id="588" presetID="10" presetClass="entr" presetSubtype="0" fill="hold" nodeType="afterEffect">
                                  <p:stCondLst>
                                    <p:cond delay="0"/>
                                  </p:stCondLst>
                                  <p:childTnLst>
                                    <p:set>
                                      <p:cBhvr>
                                        <p:cTn id="589" dur="1" fill="hold">
                                          <p:stCondLst>
                                            <p:cond delay="0"/>
                                          </p:stCondLst>
                                        </p:cTn>
                                        <p:tgtEl>
                                          <p:spTgt spid="695"/>
                                        </p:tgtEl>
                                        <p:attrNameLst>
                                          <p:attrName>style.visibility</p:attrName>
                                        </p:attrNameLst>
                                      </p:cBhvr>
                                      <p:to>
                                        <p:strVal val="visible"/>
                                      </p:to>
                                    </p:set>
                                    <p:animEffect transition="in" filter="fade">
                                      <p:cBhvr>
                                        <p:cTn id="590" dur="50"/>
                                        <p:tgtEl>
                                          <p:spTgt spid="695"/>
                                        </p:tgtEl>
                                      </p:cBhvr>
                                    </p:animEffect>
                                  </p:childTnLst>
                                </p:cTn>
                              </p:par>
                            </p:childTnLst>
                          </p:cTn>
                        </p:par>
                        <p:par>
                          <p:cTn id="591" fill="hold">
                            <p:stCondLst>
                              <p:cond delay="2800"/>
                            </p:stCondLst>
                            <p:childTnLst>
                              <p:par>
                                <p:cTn id="592" presetID="10" presetClass="entr" presetSubtype="0" fill="hold" nodeType="afterEffect">
                                  <p:stCondLst>
                                    <p:cond delay="0"/>
                                  </p:stCondLst>
                                  <p:childTnLst>
                                    <p:set>
                                      <p:cBhvr>
                                        <p:cTn id="593" dur="1" fill="hold">
                                          <p:stCondLst>
                                            <p:cond delay="0"/>
                                          </p:stCondLst>
                                        </p:cTn>
                                        <p:tgtEl>
                                          <p:spTgt spid="689"/>
                                        </p:tgtEl>
                                        <p:attrNameLst>
                                          <p:attrName>style.visibility</p:attrName>
                                        </p:attrNameLst>
                                      </p:cBhvr>
                                      <p:to>
                                        <p:strVal val="visible"/>
                                      </p:to>
                                    </p:set>
                                    <p:animEffect transition="in" filter="fade">
                                      <p:cBhvr>
                                        <p:cTn id="594" dur="50"/>
                                        <p:tgtEl>
                                          <p:spTgt spid="689"/>
                                        </p:tgtEl>
                                      </p:cBhvr>
                                    </p:animEffect>
                                  </p:childTnLst>
                                </p:cTn>
                              </p:par>
                            </p:childTnLst>
                          </p:cTn>
                        </p:par>
                        <p:par>
                          <p:cTn id="595" fill="hold">
                            <p:stCondLst>
                              <p:cond delay="2850"/>
                            </p:stCondLst>
                            <p:childTnLst>
                              <p:par>
                                <p:cTn id="596" presetID="10" presetClass="entr" presetSubtype="0" fill="hold" nodeType="afterEffect">
                                  <p:stCondLst>
                                    <p:cond delay="0"/>
                                  </p:stCondLst>
                                  <p:childTnLst>
                                    <p:set>
                                      <p:cBhvr>
                                        <p:cTn id="597" dur="1" fill="hold">
                                          <p:stCondLst>
                                            <p:cond delay="0"/>
                                          </p:stCondLst>
                                        </p:cTn>
                                        <p:tgtEl>
                                          <p:spTgt spid="683"/>
                                        </p:tgtEl>
                                        <p:attrNameLst>
                                          <p:attrName>style.visibility</p:attrName>
                                        </p:attrNameLst>
                                      </p:cBhvr>
                                      <p:to>
                                        <p:strVal val="visible"/>
                                      </p:to>
                                    </p:set>
                                    <p:animEffect transition="in" filter="fade">
                                      <p:cBhvr>
                                        <p:cTn id="598" dur="50"/>
                                        <p:tgtEl>
                                          <p:spTgt spid="683"/>
                                        </p:tgtEl>
                                      </p:cBhvr>
                                    </p:animEffect>
                                  </p:childTnLst>
                                </p:cTn>
                              </p:par>
                            </p:childTnLst>
                          </p:cTn>
                        </p:par>
                        <p:par>
                          <p:cTn id="599" fill="hold">
                            <p:stCondLst>
                              <p:cond delay="2900"/>
                            </p:stCondLst>
                            <p:childTnLst>
                              <p:par>
                                <p:cTn id="600" presetID="10" presetClass="entr" presetSubtype="0" fill="hold" nodeType="afterEffect">
                                  <p:stCondLst>
                                    <p:cond delay="0"/>
                                  </p:stCondLst>
                                  <p:childTnLst>
                                    <p:set>
                                      <p:cBhvr>
                                        <p:cTn id="601" dur="1" fill="hold">
                                          <p:stCondLst>
                                            <p:cond delay="0"/>
                                          </p:stCondLst>
                                        </p:cTn>
                                        <p:tgtEl>
                                          <p:spTgt spid="932"/>
                                        </p:tgtEl>
                                        <p:attrNameLst>
                                          <p:attrName>style.visibility</p:attrName>
                                        </p:attrNameLst>
                                      </p:cBhvr>
                                      <p:to>
                                        <p:strVal val="visible"/>
                                      </p:to>
                                    </p:set>
                                    <p:animEffect transition="in" filter="fade">
                                      <p:cBhvr>
                                        <p:cTn id="602" dur="50"/>
                                        <p:tgtEl>
                                          <p:spTgt spid="932"/>
                                        </p:tgtEl>
                                      </p:cBhvr>
                                    </p:animEffect>
                                  </p:childTnLst>
                                </p:cTn>
                              </p:par>
                            </p:childTnLst>
                          </p:cTn>
                        </p:par>
                        <p:par>
                          <p:cTn id="603" fill="hold">
                            <p:stCondLst>
                              <p:cond delay="2950"/>
                            </p:stCondLst>
                            <p:childTnLst>
                              <p:par>
                                <p:cTn id="604" presetID="10" presetClass="entr" presetSubtype="0" fill="hold" nodeType="afterEffect">
                                  <p:stCondLst>
                                    <p:cond delay="0"/>
                                  </p:stCondLst>
                                  <p:childTnLst>
                                    <p:set>
                                      <p:cBhvr>
                                        <p:cTn id="605" dur="1" fill="hold">
                                          <p:stCondLst>
                                            <p:cond delay="0"/>
                                          </p:stCondLst>
                                        </p:cTn>
                                        <p:tgtEl>
                                          <p:spTgt spid="926"/>
                                        </p:tgtEl>
                                        <p:attrNameLst>
                                          <p:attrName>style.visibility</p:attrName>
                                        </p:attrNameLst>
                                      </p:cBhvr>
                                      <p:to>
                                        <p:strVal val="visible"/>
                                      </p:to>
                                    </p:set>
                                    <p:animEffect transition="in" filter="fade">
                                      <p:cBhvr>
                                        <p:cTn id="606" dur="50"/>
                                        <p:tgtEl>
                                          <p:spTgt spid="926"/>
                                        </p:tgtEl>
                                      </p:cBhvr>
                                    </p:animEffect>
                                  </p:childTnLst>
                                </p:cTn>
                              </p:par>
                            </p:childTnLst>
                          </p:cTn>
                        </p:par>
                        <p:par>
                          <p:cTn id="607" fill="hold">
                            <p:stCondLst>
                              <p:cond delay="3000"/>
                            </p:stCondLst>
                            <p:childTnLst>
                              <p:par>
                                <p:cTn id="608" presetID="10" presetClass="entr" presetSubtype="0" fill="hold" nodeType="afterEffect">
                                  <p:stCondLst>
                                    <p:cond delay="0"/>
                                  </p:stCondLst>
                                  <p:childTnLst>
                                    <p:set>
                                      <p:cBhvr>
                                        <p:cTn id="609" dur="1" fill="hold">
                                          <p:stCondLst>
                                            <p:cond delay="0"/>
                                          </p:stCondLst>
                                        </p:cTn>
                                        <p:tgtEl>
                                          <p:spTgt spid="917"/>
                                        </p:tgtEl>
                                        <p:attrNameLst>
                                          <p:attrName>style.visibility</p:attrName>
                                        </p:attrNameLst>
                                      </p:cBhvr>
                                      <p:to>
                                        <p:strVal val="visible"/>
                                      </p:to>
                                    </p:set>
                                    <p:animEffect transition="in" filter="fade">
                                      <p:cBhvr>
                                        <p:cTn id="610" dur="50"/>
                                        <p:tgtEl>
                                          <p:spTgt spid="917"/>
                                        </p:tgtEl>
                                      </p:cBhvr>
                                    </p:animEffect>
                                  </p:childTnLst>
                                </p:cTn>
                              </p:par>
                            </p:childTnLst>
                          </p:cTn>
                        </p:par>
                        <p:par>
                          <p:cTn id="611" fill="hold">
                            <p:stCondLst>
                              <p:cond delay="3050"/>
                            </p:stCondLst>
                            <p:childTnLst>
                              <p:par>
                                <p:cTn id="612" presetID="10" presetClass="entr" presetSubtype="0" fill="hold" nodeType="afterEffect">
                                  <p:stCondLst>
                                    <p:cond delay="0"/>
                                  </p:stCondLst>
                                  <p:childTnLst>
                                    <p:set>
                                      <p:cBhvr>
                                        <p:cTn id="613" dur="1" fill="hold">
                                          <p:stCondLst>
                                            <p:cond delay="0"/>
                                          </p:stCondLst>
                                        </p:cTn>
                                        <p:tgtEl>
                                          <p:spTgt spid="302"/>
                                        </p:tgtEl>
                                        <p:attrNameLst>
                                          <p:attrName>style.visibility</p:attrName>
                                        </p:attrNameLst>
                                      </p:cBhvr>
                                      <p:to>
                                        <p:strVal val="visible"/>
                                      </p:to>
                                    </p:set>
                                    <p:animEffect transition="in" filter="fade">
                                      <p:cBhvr>
                                        <p:cTn id="614" dur="50"/>
                                        <p:tgtEl>
                                          <p:spTgt spid="302"/>
                                        </p:tgtEl>
                                      </p:cBhvr>
                                    </p:animEffect>
                                  </p:childTnLst>
                                </p:cTn>
                              </p:par>
                            </p:childTnLst>
                          </p:cTn>
                        </p:par>
                        <p:par>
                          <p:cTn id="615" fill="hold">
                            <p:stCondLst>
                              <p:cond delay="3100"/>
                            </p:stCondLst>
                            <p:childTnLst>
                              <p:par>
                                <p:cTn id="616" presetID="10" presetClass="entr" presetSubtype="0" fill="hold" nodeType="afterEffect">
                                  <p:stCondLst>
                                    <p:cond delay="0"/>
                                  </p:stCondLst>
                                  <p:childTnLst>
                                    <p:set>
                                      <p:cBhvr>
                                        <p:cTn id="617" dur="1" fill="hold">
                                          <p:stCondLst>
                                            <p:cond delay="0"/>
                                          </p:stCondLst>
                                        </p:cTn>
                                        <p:tgtEl>
                                          <p:spTgt spid="314"/>
                                        </p:tgtEl>
                                        <p:attrNameLst>
                                          <p:attrName>style.visibility</p:attrName>
                                        </p:attrNameLst>
                                      </p:cBhvr>
                                      <p:to>
                                        <p:strVal val="visible"/>
                                      </p:to>
                                    </p:set>
                                    <p:animEffect transition="in" filter="fade">
                                      <p:cBhvr>
                                        <p:cTn id="618" dur="50"/>
                                        <p:tgtEl>
                                          <p:spTgt spid="314"/>
                                        </p:tgtEl>
                                      </p:cBhvr>
                                    </p:animEffect>
                                  </p:childTnLst>
                                </p:cTn>
                              </p:par>
                            </p:childTnLst>
                          </p:cTn>
                        </p:par>
                        <p:par>
                          <p:cTn id="619" fill="hold">
                            <p:stCondLst>
                              <p:cond delay="3150"/>
                            </p:stCondLst>
                            <p:childTnLst>
                              <p:par>
                                <p:cTn id="620" presetID="10" presetClass="entr" presetSubtype="0" fill="hold" nodeType="afterEffect">
                                  <p:stCondLst>
                                    <p:cond delay="0"/>
                                  </p:stCondLst>
                                  <p:childTnLst>
                                    <p:set>
                                      <p:cBhvr>
                                        <p:cTn id="621" dur="1" fill="hold">
                                          <p:stCondLst>
                                            <p:cond delay="0"/>
                                          </p:stCondLst>
                                        </p:cTn>
                                        <p:tgtEl>
                                          <p:spTgt spid="311"/>
                                        </p:tgtEl>
                                        <p:attrNameLst>
                                          <p:attrName>style.visibility</p:attrName>
                                        </p:attrNameLst>
                                      </p:cBhvr>
                                      <p:to>
                                        <p:strVal val="visible"/>
                                      </p:to>
                                    </p:set>
                                    <p:animEffect transition="in" filter="fade">
                                      <p:cBhvr>
                                        <p:cTn id="622" dur="50"/>
                                        <p:tgtEl>
                                          <p:spTgt spid="311"/>
                                        </p:tgtEl>
                                      </p:cBhvr>
                                    </p:animEffect>
                                  </p:childTnLst>
                                </p:cTn>
                              </p:par>
                            </p:childTnLst>
                          </p:cTn>
                        </p:par>
                        <p:par>
                          <p:cTn id="623" fill="hold">
                            <p:stCondLst>
                              <p:cond delay="3200"/>
                            </p:stCondLst>
                            <p:childTnLst>
                              <p:par>
                                <p:cTn id="624" presetID="10" presetClass="entr" presetSubtype="0" fill="hold" nodeType="afterEffect">
                                  <p:stCondLst>
                                    <p:cond delay="0"/>
                                  </p:stCondLst>
                                  <p:childTnLst>
                                    <p:set>
                                      <p:cBhvr>
                                        <p:cTn id="625" dur="1" fill="hold">
                                          <p:stCondLst>
                                            <p:cond delay="0"/>
                                          </p:stCondLst>
                                        </p:cTn>
                                        <p:tgtEl>
                                          <p:spTgt spid="305"/>
                                        </p:tgtEl>
                                        <p:attrNameLst>
                                          <p:attrName>style.visibility</p:attrName>
                                        </p:attrNameLst>
                                      </p:cBhvr>
                                      <p:to>
                                        <p:strVal val="visible"/>
                                      </p:to>
                                    </p:set>
                                    <p:animEffect transition="in" filter="fade">
                                      <p:cBhvr>
                                        <p:cTn id="626" dur="50"/>
                                        <p:tgtEl>
                                          <p:spTgt spid="305"/>
                                        </p:tgtEl>
                                      </p:cBhvr>
                                    </p:animEffect>
                                  </p:childTnLst>
                                </p:cTn>
                              </p:par>
                            </p:childTnLst>
                          </p:cTn>
                        </p:par>
                        <p:par>
                          <p:cTn id="627" fill="hold">
                            <p:stCondLst>
                              <p:cond delay="3250"/>
                            </p:stCondLst>
                            <p:childTnLst>
                              <p:par>
                                <p:cTn id="628" presetID="10" presetClass="entr" presetSubtype="0" fill="hold" nodeType="afterEffect">
                                  <p:stCondLst>
                                    <p:cond delay="0"/>
                                  </p:stCondLst>
                                  <p:childTnLst>
                                    <p:set>
                                      <p:cBhvr>
                                        <p:cTn id="629" dur="1" fill="hold">
                                          <p:stCondLst>
                                            <p:cond delay="0"/>
                                          </p:stCondLst>
                                        </p:cTn>
                                        <p:tgtEl>
                                          <p:spTgt spid="308"/>
                                        </p:tgtEl>
                                        <p:attrNameLst>
                                          <p:attrName>style.visibility</p:attrName>
                                        </p:attrNameLst>
                                      </p:cBhvr>
                                      <p:to>
                                        <p:strVal val="visible"/>
                                      </p:to>
                                    </p:set>
                                    <p:animEffect transition="in" filter="fade">
                                      <p:cBhvr>
                                        <p:cTn id="630" dur="50"/>
                                        <p:tgtEl>
                                          <p:spTgt spid="308"/>
                                        </p:tgtEl>
                                      </p:cBhvr>
                                    </p:animEffect>
                                  </p:childTnLst>
                                </p:cTn>
                              </p:par>
                            </p:childTnLst>
                          </p:cTn>
                        </p:par>
                        <p:par>
                          <p:cTn id="631" fill="hold">
                            <p:stCondLst>
                              <p:cond delay="3300"/>
                            </p:stCondLst>
                            <p:childTnLst>
                              <p:par>
                                <p:cTn id="632" presetID="10" presetClass="entr" presetSubtype="0" fill="hold" nodeType="afterEffect">
                                  <p:stCondLst>
                                    <p:cond delay="0"/>
                                  </p:stCondLst>
                                  <p:childTnLst>
                                    <p:set>
                                      <p:cBhvr>
                                        <p:cTn id="633" dur="1" fill="hold">
                                          <p:stCondLst>
                                            <p:cond delay="0"/>
                                          </p:stCondLst>
                                        </p:cTn>
                                        <p:tgtEl>
                                          <p:spTgt spid="317"/>
                                        </p:tgtEl>
                                        <p:attrNameLst>
                                          <p:attrName>style.visibility</p:attrName>
                                        </p:attrNameLst>
                                      </p:cBhvr>
                                      <p:to>
                                        <p:strVal val="visible"/>
                                      </p:to>
                                    </p:set>
                                    <p:animEffect transition="in" filter="fade">
                                      <p:cBhvr>
                                        <p:cTn id="634" dur="50"/>
                                        <p:tgtEl>
                                          <p:spTgt spid="317"/>
                                        </p:tgtEl>
                                      </p:cBhvr>
                                    </p:animEffect>
                                  </p:childTnLst>
                                </p:cTn>
                              </p:par>
                            </p:childTnLst>
                          </p:cTn>
                        </p:par>
                        <p:par>
                          <p:cTn id="635" fill="hold">
                            <p:stCondLst>
                              <p:cond delay="3350"/>
                            </p:stCondLst>
                            <p:childTnLst>
                              <p:par>
                                <p:cTn id="636" presetID="10" presetClass="entr" presetSubtype="0" fill="hold" nodeType="afterEffect">
                                  <p:stCondLst>
                                    <p:cond delay="0"/>
                                  </p:stCondLst>
                                  <p:childTnLst>
                                    <p:set>
                                      <p:cBhvr>
                                        <p:cTn id="637" dur="1" fill="hold">
                                          <p:stCondLst>
                                            <p:cond delay="0"/>
                                          </p:stCondLst>
                                        </p:cTn>
                                        <p:tgtEl>
                                          <p:spTgt spid="320"/>
                                        </p:tgtEl>
                                        <p:attrNameLst>
                                          <p:attrName>style.visibility</p:attrName>
                                        </p:attrNameLst>
                                      </p:cBhvr>
                                      <p:to>
                                        <p:strVal val="visible"/>
                                      </p:to>
                                    </p:set>
                                    <p:animEffect transition="in" filter="fade">
                                      <p:cBhvr>
                                        <p:cTn id="638" dur="50"/>
                                        <p:tgtEl>
                                          <p:spTgt spid="320"/>
                                        </p:tgtEl>
                                      </p:cBhvr>
                                    </p:animEffect>
                                  </p:childTnLst>
                                </p:cTn>
                              </p:par>
                            </p:childTnLst>
                          </p:cTn>
                        </p:par>
                        <p:par>
                          <p:cTn id="639" fill="hold">
                            <p:stCondLst>
                              <p:cond delay="3400"/>
                            </p:stCondLst>
                            <p:childTnLst>
                              <p:par>
                                <p:cTn id="640" presetID="10" presetClass="entr" presetSubtype="0" fill="hold" nodeType="afterEffect">
                                  <p:stCondLst>
                                    <p:cond delay="0"/>
                                  </p:stCondLst>
                                  <p:childTnLst>
                                    <p:set>
                                      <p:cBhvr>
                                        <p:cTn id="641" dur="1" fill="hold">
                                          <p:stCondLst>
                                            <p:cond delay="0"/>
                                          </p:stCondLst>
                                        </p:cTn>
                                        <p:tgtEl>
                                          <p:spTgt spid="323"/>
                                        </p:tgtEl>
                                        <p:attrNameLst>
                                          <p:attrName>style.visibility</p:attrName>
                                        </p:attrNameLst>
                                      </p:cBhvr>
                                      <p:to>
                                        <p:strVal val="visible"/>
                                      </p:to>
                                    </p:set>
                                    <p:animEffect transition="in" filter="fade">
                                      <p:cBhvr>
                                        <p:cTn id="642" dur="50"/>
                                        <p:tgtEl>
                                          <p:spTgt spid="323"/>
                                        </p:tgtEl>
                                      </p:cBhvr>
                                    </p:animEffect>
                                  </p:childTnLst>
                                </p:cTn>
                              </p:par>
                            </p:childTnLst>
                          </p:cTn>
                        </p:par>
                        <p:par>
                          <p:cTn id="643" fill="hold">
                            <p:stCondLst>
                              <p:cond delay="3450"/>
                            </p:stCondLst>
                            <p:childTnLst>
                              <p:par>
                                <p:cTn id="644" presetID="10" presetClass="entr" presetSubtype="0" fill="hold" nodeType="afterEffect">
                                  <p:stCondLst>
                                    <p:cond delay="0"/>
                                  </p:stCondLst>
                                  <p:childTnLst>
                                    <p:set>
                                      <p:cBhvr>
                                        <p:cTn id="645" dur="1" fill="hold">
                                          <p:stCondLst>
                                            <p:cond delay="0"/>
                                          </p:stCondLst>
                                        </p:cTn>
                                        <p:tgtEl>
                                          <p:spTgt spid="326"/>
                                        </p:tgtEl>
                                        <p:attrNameLst>
                                          <p:attrName>style.visibility</p:attrName>
                                        </p:attrNameLst>
                                      </p:cBhvr>
                                      <p:to>
                                        <p:strVal val="visible"/>
                                      </p:to>
                                    </p:set>
                                    <p:animEffect transition="in" filter="fade">
                                      <p:cBhvr>
                                        <p:cTn id="646" dur="50"/>
                                        <p:tgtEl>
                                          <p:spTgt spid="326"/>
                                        </p:tgtEl>
                                      </p:cBhvr>
                                    </p:animEffect>
                                  </p:childTnLst>
                                </p:cTn>
                              </p:par>
                            </p:childTnLst>
                          </p:cTn>
                        </p:par>
                        <p:par>
                          <p:cTn id="647" fill="hold">
                            <p:stCondLst>
                              <p:cond delay="3500"/>
                            </p:stCondLst>
                            <p:childTnLst>
                              <p:par>
                                <p:cTn id="648" presetID="10" presetClass="entr" presetSubtype="0" fill="hold" nodeType="afterEffect">
                                  <p:stCondLst>
                                    <p:cond delay="0"/>
                                  </p:stCondLst>
                                  <p:childTnLst>
                                    <p:set>
                                      <p:cBhvr>
                                        <p:cTn id="649" dur="1" fill="hold">
                                          <p:stCondLst>
                                            <p:cond delay="0"/>
                                          </p:stCondLst>
                                        </p:cTn>
                                        <p:tgtEl>
                                          <p:spTgt spid="248"/>
                                        </p:tgtEl>
                                        <p:attrNameLst>
                                          <p:attrName>style.visibility</p:attrName>
                                        </p:attrNameLst>
                                      </p:cBhvr>
                                      <p:to>
                                        <p:strVal val="visible"/>
                                      </p:to>
                                    </p:set>
                                    <p:animEffect transition="in" filter="fade">
                                      <p:cBhvr>
                                        <p:cTn id="650" dur="50"/>
                                        <p:tgtEl>
                                          <p:spTgt spid="248"/>
                                        </p:tgtEl>
                                      </p:cBhvr>
                                    </p:animEffect>
                                  </p:childTnLst>
                                </p:cTn>
                              </p:par>
                            </p:childTnLst>
                          </p:cTn>
                        </p:par>
                        <p:par>
                          <p:cTn id="651" fill="hold">
                            <p:stCondLst>
                              <p:cond delay="3550"/>
                            </p:stCondLst>
                            <p:childTnLst>
                              <p:par>
                                <p:cTn id="652" presetID="10" presetClass="entr" presetSubtype="0" fill="hold" nodeType="afterEffect">
                                  <p:stCondLst>
                                    <p:cond delay="0"/>
                                  </p:stCondLst>
                                  <p:childTnLst>
                                    <p:set>
                                      <p:cBhvr>
                                        <p:cTn id="653" dur="1" fill="hold">
                                          <p:stCondLst>
                                            <p:cond delay="0"/>
                                          </p:stCondLst>
                                        </p:cTn>
                                        <p:tgtEl>
                                          <p:spTgt spid="251"/>
                                        </p:tgtEl>
                                        <p:attrNameLst>
                                          <p:attrName>style.visibility</p:attrName>
                                        </p:attrNameLst>
                                      </p:cBhvr>
                                      <p:to>
                                        <p:strVal val="visible"/>
                                      </p:to>
                                    </p:set>
                                    <p:animEffect transition="in" filter="fade">
                                      <p:cBhvr>
                                        <p:cTn id="654" dur="50"/>
                                        <p:tgtEl>
                                          <p:spTgt spid="251"/>
                                        </p:tgtEl>
                                      </p:cBhvr>
                                    </p:animEffect>
                                  </p:childTnLst>
                                </p:cTn>
                              </p:par>
                            </p:childTnLst>
                          </p:cTn>
                        </p:par>
                        <p:par>
                          <p:cTn id="655" fill="hold">
                            <p:stCondLst>
                              <p:cond delay="3600"/>
                            </p:stCondLst>
                            <p:childTnLst>
                              <p:par>
                                <p:cTn id="656" presetID="10" presetClass="entr" presetSubtype="0" fill="hold" nodeType="afterEffect">
                                  <p:stCondLst>
                                    <p:cond delay="0"/>
                                  </p:stCondLst>
                                  <p:childTnLst>
                                    <p:set>
                                      <p:cBhvr>
                                        <p:cTn id="657" dur="1" fill="hold">
                                          <p:stCondLst>
                                            <p:cond delay="0"/>
                                          </p:stCondLst>
                                        </p:cTn>
                                        <p:tgtEl>
                                          <p:spTgt spid="272"/>
                                        </p:tgtEl>
                                        <p:attrNameLst>
                                          <p:attrName>style.visibility</p:attrName>
                                        </p:attrNameLst>
                                      </p:cBhvr>
                                      <p:to>
                                        <p:strVal val="visible"/>
                                      </p:to>
                                    </p:set>
                                    <p:animEffect transition="in" filter="fade">
                                      <p:cBhvr>
                                        <p:cTn id="658" dur="50"/>
                                        <p:tgtEl>
                                          <p:spTgt spid="272"/>
                                        </p:tgtEl>
                                      </p:cBhvr>
                                    </p:animEffect>
                                  </p:childTnLst>
                                </p:cTn>
                              </p:par>
                            </p:childTnLst>
                          </p:cTn>
                        </p:par>
                        <p:par>
                          <p:cTn id="659" fill="hold">
                            <p:stCondLst>
                              <p:cond delay="3650"/>
                            </p:stCondLst>
                            <p:childTnLst>
                              <p:par>
                                <p:cTn id="660" presetID="10" presetClass="entr" presetSubtype="0" fill="hold" nodeType="afterEffect">
                                  <p:stCondLst>
                                    <p:cond delay="0"/>
                                  </p:stCondLst>
                                  <p:childTnLst>
                                    <p:set>
                                      <p:cBhvr>
                                        <p:cTn id="661" dur="1" fill="hold">
                                          <p:stCondLst>
                                            <p:cond delay="0"/>
                                          </p:stCondLst>
                                        </p:cTn>
                                        <p:tgtEl>
                                          <p:spTgt spid="281"/>
                                        </p:tgtEl>
                                        <p:attrNameLst>
                                          <p:attrName>style.visibility</p:attrName>
                                        </p:attrNameLst>
                                      </p:cBhvr>
                                      <p:to>
                                        <p:strVal val="visible"/>
                                      </p:to>
                                    </p:set>
                                    <p:animEffect transition="in" filter="fade">
                                      <p:cBhvr>
                                        <p:cTn id="662" dur="50"/>
                                        <p:tgtEl>
                                          <p:spTgt spid="281"/>
                                        </p:tgtEl>
                                      </p:cBhvr>
                                    </p:animEffect>
                                  </p:childTnLst>
                                </p:cTn>
                              </p:par>
                            </p:childTnLst>
                          </p:cTn>
                        </p:par>
                        <p:par>
                          <p:cTn id="663" fill="hold">
                            <p:stCondLst>
                              <p:cond delay="3700"/>
                            </p:stCondLst>
                            <p:childTnLst>
                              <p:par>
                                <p:cTn id="664" presetID="10" presetClass="entr" presetSubtype="0" fill="hold" nodeType="afterEffect">
                                  <p:stCondLst>
                                    <p:cond delay="0"/>
                                  </p:stCondLst>
                                  <p:childTnLst>
                                    <p:set>
                                      <p:cBhvr>
                                        <p:cTn id="665" dur="1" fill="hold">
                                          <p:stCondLst>
                                            <p:cond delay="0"/>
                                          </p:stCondLst>
                                        </p:cTn>
                                        <p:tgtEl>
                                          <p:spTgt spid="284"/>
                                        </p:tgtEl>
                                        <p:attrNameLst>
                                          <p:attrName>style.visibility</p:attrName>
                                        </p:attrNameLst>
                                      </p:cBhvr>
                                      <p:to>
                                        <p:strVal val="visible"/>
                                      </p:to>
                                    </p:set>
                                    <p:animEffect transition="in" filter="fade">
                                      <p:cBhvr>
                                        <p:cTn id="666" dur="50"/>
                                        <p:tgtEl>
                                          <p:spTgt spid="284"/>
                                        </p:tgtEl>
                                      </p:cBhvr>
                                    </p:animEffect>
                                  </p:childTnLst>
                                </p:cTn>
                              </p:par>
                            </p:childTnLst>
                          </p:cTn>
                        </p:par>
                        <p:par>
                          <p:cTn id="667" fill="hold">
                            <p:stCondLst>
                              <p:cond delay="3750"/>
                            </p:stCondLst>
                            <p:childTnLst>
                              <p:par>
                                <p:cTn id="668" presetID="10" presetClass="entr" presetSubtype="0" fill="hold" nodeType="afterEffect">
                                  <p:stCondLst>
                                    <p:cond delay="0"/>
                                  </p:stCondLst>
                                  <p:childTnLst>
                                    <p:set>
                                      <p:cBhvr>
                                        <p:cTn id="669" dur="1" fill="hold">
                                          <p:stCondLst>
                                            <p:cond delay="0"/>
                                          </p:stCondLst>
                                        </p:cTn>
                                        <p:tgtEl>
                                          <p:spTgt spid="287"/>
                                        </p:tgtEl>
                                        <p:attrNameLst>
                                          <p:attrName>style.visibility</p:attrName>
                                        </p:attrNameLst>
                                      </p:cBhvr>
                                      <p:to>
                                        <p:strVal val="visible"/>
                                      </p:to>
                                    </p:set>
                                    <p:animEffect transition="in" filter="fade">
                                      <p:cBhvr>
                                        <p:cTn id="670" dur="50"/>
                                        <p:tgtEl>
                                          <p:spTgt spid="287"/>
                                        </p:tgtEl>
                                      </p:cBhvr>
                                    </p:animEffect>
                                  </p:childTnLst>
                                </p:cTn>
                              </p:par>
                            </p:childTnLst>
                          </p:cTn>
                        </p:par>
                        <p:par>
                          <p:cTn id="671" fill="hold">
                            <p:stCondLst>
                              <p:cond delay="3800"/>
                            </p:stCondLst>
                            <p:childTnLst>
                              <p:par>
                                <p:cTn id="672" presetID="10" presetClass="entr" presetSubtype="0" fill="hold" nodeType="afterEffect">
                                  <p:stCondLst>
                                    <p:cond delay="0"/>
                                  </p:stCondLst>
                                  <p:childTnLst>
                                    <p:set>
                                      <p:cBhvr>
                                        <p:cTn id="673" dur="1" fill="hold">
                                          <p:stCondLst>
                                            <p:cond delay="0"/>
                                          </p:stCondLst>
                                        </p:cTn>
                                        <p:tgtEl>
                                          <p:spTgt spid="290"/>
                                        </p:tgtEl>
                                        <p:attrNameLst>
                                          <p:attrName>style.visibility</p:attrName>
                                        </p:attrNameLst>
                                      </p:cBhvr>
                                      <p:to>
                                        <p:strVal val="visible"/>
                                      </p:to>
                                    </p:set>
                                    <p:animEffect transition="in" filter="fade">
                                      <p:cBhvr>
                                        <p:cTn id="674" dur="50"/>
                                        <p:tgtEl>
                                          <p:spTgt spid="290"/>
                                        </p:tgtEl>
                                      </p:cBhvr>
                                    </p:animEffect>
                                  </p:childTnLst>
                                </p:cTn>
                              </p:par>
                            </p:childTnLst>
                          </p:cTn>
                        </p:par>
                        <p:par>
                          <p:cTn id="675" fill="hold">
                            <p:stCondLst>
                              <p:cond delay="3850"/>
                            </p:stCondLst>
                            <p:childTnLst>
                              <p:par>
                                <p:cTn id="676" presetID="10" presetClass="entr" presetSubtype="0" fill="hold" nodeType="afterEffect">
                                  <p:stCondLst>
                                    <p:cond delay="0"/>
                                  </p:stCondLst>
                                  <p:childTnLst>
                                    <p:set>
                                      <p:cBhvr>
                                        <p:cTn id="677" dur="1" fill="hold">
                                          <p:stCondLst>
                                            <p:cond delay="0"/>
                                          </p:stCondLst>
                                        </p:cTn>
                                        <p:tgtEl>
                                          <p:spTgt spid="293"/>
                                        </p:tgtEl>
                                        <p:attrNameLst>
                                          <p:attrName>style.visibility</p:attrName>
                                        </p:attrNameLst>
                                      </p:cBhvr>
                                      <p:to>
                                        <p:strVal val="visible"/>
                                      </p:to>
                                    </p:set>
                                    <p:animEffect transition="in" filter="fade">
                                      <p:cBhvr>
                                        <p:cTn id="678" dur="50"/>
                                        <p:tgtEl>
                                          <p:spTgt spid="293"/>
                                        </p:tgtEl>
                                      </p:cBhvr>
                                    </p:animEffect>
                                  </p:childTnLst>
                                </p:cTn>
                              </p:par>
                            </p:childTnLst>
                          </p:cTn>
                        </p:par>
                        <p:par>
                          <p:cTn id="679" fill="hold">
                            <p:stCondLst>
                              <p:cond delay="3900"/>
                            </p:stCondLst>
                            <p:childTnLst>
                              <p:par>
                                <p:cTn id="680" presetID="10" presetClass="entr" presetSubtype="0" fill="hold" nodeType="afterEffect">
                                  <p:stCondLst>
                                    <p:cond delay="0"/>
                                  </p:stCondLst>
                                  <p:childTnLst>
                                    <p:set>
                                      <p:cBhvr>
                                        <p:cTn id="681" dur="1" fill="hold">
                                          <p:stCondLst>
                                            <p:cond delay="0"/>
                                          </p:stCondLst>
                                        </p:cTn>
                                        <p:tgtEl>
                                          <p:spTgt spid="296"/>
                                        </p:tgtEl>
                                        <p:attrNameLst>
                                          <p:attrName>style.visibility</p:attrName>
                                        </p:attrNameLst>
                                      </p:cBhvr>
                                      <p:to>
                                        <p:strVal val="visible"/>
                                      </p:to>
                                    </p:set>
                                    <p:animEffect transition="in" filter="fade">
                                      <p:cBhvr>
                                        <p:cTn id="682" dur="50"/>
                                        <p:tgtEl>
                                          <p:spTgt spid="296"/>
                                        </p:tgtEl>
                                      </p:cBhvr>
                                    </p:animEffect>
                                  </p:childTnLst>
                                </p:cTn>
                              </p:par>
                            </p:childTnLst>
                          </p:cTn>
                        </p:par>
                        <p:par>
                          <p:cTn id="683" fill="hold">
                            <p:stCondLst>
                              <p:cond delay="3950"/>
                            </p:stCondLst>
                            <p:childTnLst>
                              <p:par>
                                <p:cTn id="684" presetID="10" presetClass="entr" presetSubtype="0" fill="hold" nodeType="afterEffect">
                                  <p:stCondLst>
                                    <p:cond delay="0"/>
                                  </p:stCondLst>
                                  <p:childTnLst>
                                    <p:set>
                                      <p:cBhvr>
                                        <p:cTn id="685" dur="1" fill="hold">
                                          <p:stCondLst>
                                            <p:cond delay="0"/>
                                          </p:stCondLst>
                                        </p:cTn>
                                        <p:tgtEl>
                                          <p:spTgt spid="299"/>
                                        </p:tgtEl>
                                        <p:attrNameLst>
                                          <p:attrName>style.visibility</p:attrName>
                                        </p:attrNameLst>
                                      </p:cBhvr>
                                      <p:to>
                                        <p:strVal val="visible"/>
                                      </p:to>
                                    </p:set>
                                    <p:animEffect transition="in" filter="fade">
                                      <p:cBhvr>
                                        <p:cTn id="686" dur="50"/>
                                        <p:tgtEl>
                                          <p:spTgt spid="299"/>
                                        </p:tgtEl>
                                      </p:cBhvr>
                                    </p:animEffect>
                                  </p:childTnLst>
                                </p:cTn>
                              </p:par>
                            </p:childTnLst>
                          </p:cTn>
                        </p:par>
                        <p:par>
                          <p:cTn id="687" fill="hold">
                            <p:stCondLst>
                              <p:cond delay="4000"/>
                            </p:stCondLst>
                            <p:childTnLst>
                              <p:par>
                                <p:cTn id="688" presetID="10" presetClass="entr" presetSubtype="0" fill="hold" nodeType="afterEffect">
                                  <p:stCondLst>
                                    <p:cond delay="0"/>
                                  </p:stCondLst>
                                  <p:childTnLst>
                                    <p:set>
                                      <p:cBhvr>
                                        <p:cTn id="689" dur="1" fill="hold">
                                          <p:stCondLst>
                                            <p:cond delay="0"/>
                                          </p:stCondLst>
                                        </p:cTn>
                                        <p:tgtEl>
                                          <p:spTgt spid="914"/>
                                        </p:tgtEl>
                                        <p:attrNameLst>
                                          <p:attrName>style.visibility</p:attrName>
                                        </p:attrNameLst>
                                      </p:cBhvr>
                                      <p:to>
                                        <p:strVal val="visible"/>
                                      </p:to>
                                    </p:set>
                                    <p:animEffect transition="in" filter="fade">
                                      <p:cBhvr>
                                        <p:cTn id="690" dur="50"/>
                                        <p:tgtEl>
                                          <p:spTgt spid="914"/>
                                        </p:tgtEl>
                                      </p:cBhvr>
                                    </p:animEffect>
                                  </p:childTnLst>
                                </p:cTn>
                              </p:par>
                            </p:childTnLst>
                          </p:cTn>
                        </p:par>
                        <p:par>
                          <p:cTn id="691" fill="hold">
                            <p:stCondLst>
                              <p:cond delay="4050"/>
                            </p:stCondLst>
                            <p:childTnLst>
                              <p:par>
                                <p:cTn id="692" presetID="10" presetClass="entr" presetSubtype="0" fill="hold" nodeType="afterEffect">
                                  <p:stCondLst>
                                    <p:cond delay="0"/>
                                  </p:stCondLst>
                                  <p:childTnLst>
                                    <p:set>
                                      <p:cBhvr>
                                        <p:cTn id="693" dur="1" fill="hold">
                                          <p:stCondLst>
                                            <p:cond delay="0"/>
                                          </p:stCondLst>
                                        </p:cTn>
                                        <p:tgtEl>
                                          <p:spTgt spid="920"/>
                                        </p:tgtEl>
                                        <p:attrNameLst>
                                          <p:attrName>style.visibility</p:attrName>
                                        </p:attrNameLst>
                                      </p:cBhvr>
                                      <p:to>
                                        <p:strVal val="visible"/>
                                      </p:to>
                                    </p:set>
                                    <p:animEffect transition="in" filter="fade">
                                      <p:cBhvr>
                                        <p:cTn id="694" dur="50"/>
                                        <p:tgtEl>
                                          <p:spTgt spid="920"/>
                                        </p:tgtEl>
                                      </p:cBhvr>
                                    </p:animEffect>
                                  </p:childTnLst>
                                </p:cTn>
                              </p:par>
                            </p:childTnLst>
                          </p:cTn>
                        </p:par>
                        <p:par>
                          <p:cTn id="695" fill="hold">
                            <p:stCondLst>
                              <p:cond delay="4100"/>
                            </p:stCondLst>
                            <p:childTnLst>
                              <p:par>
                                <p:cTn id="696" presetID="10" presetClass="entr" presetSubtype="0" fill="hold" nodeType="afterEffect">
                                  <p:stCondLst>
                                    <p:cond delay="0"/>
                                  </p:stCondLst>
                                  <p:childTnLst>
                                    <p:set>
                                      <p:cBhvr>
                                        <p:cTn id="697" dur="1" fill="hold">
                                          <p:stCondLst>
                                            <p:cond delay="0"/>
                                          </p:stCondLst>
                                        </p:cTn>
                                        <p:tgtEl>
                                          <p:spTgt spid="923"/>
                                        </p:tgtEl>
                                        <p:attrNameLst>
                                          <p:attrName>style.visibility</p:attrName>
                                        </p:attrNameLst>
                                      </p:cBhvr>
                                      <p:to>
                                        <p:strVal val="visible"/>
                                      </p:to>
                                    </p:set>
                                    <p:animEffect transition="in" filter="fade">
                                      <p:cBhvr>
                                        <p:cTn id="698" dur="50"/>
                                        <p:tgtEl>
                                          <p:spTgt spid="923"/>
                                        </p:tgtEl>
                                      </p:cBhvr>
                                    </p:animEffect>
                                  </p:childTnLst>
                                </p:cTn>
                              </p:par>
                            </p:childTnLst>
                          </p:cTn>
                        </p:par>
                        <p:par>
                          <p:cTn id="699" fill="hold">
                            <p:stCondLst>
                              <p:cond delay="4150"/>
                            </p:stCondLst>
                            <p:childTnLst>
                              <p:par>
                                <p:cTn id="700" presetID="10" presetClass="entr" presetSubtype="0" fill="hold" nodeType="afterEffect">
                                  <p:stCondLst>
                                    <p:cond delay="0"/>
                                  </p:stCondLst>
                                  <p:childTnLst>
                                    <p:set>
                                      <p:cBhvr>
                                        <p:cTn id="701" dur="1" fill="hold">
                                          <p:stCondLst>
                                            <p:cond delay="0"/>
                                          </p:stCondLst>
                                        </p:cTn>
                                        <p:tgtEl>
                                          <p:spTgt spid="929"/>
                                        </p:tgtEl>
                                        <p:attrNameLst>
                                          <p:attrName>style.visibility</p:attrName>
                                        </p:attrNameLst>
                                      </p:cBhvr>
                                      <p:to>
                                        <p:strVal val="visible"/>
                                      </p:to>
                                    </p:set>
                                    <p:animEffect transition="in" filter="fade">
                                      <p:cBhvr>
                                        <p:cTn id="702" dur="50"/>
                                        <p:tgtEl>
                                          <p:spTgt spid="929"/>
                                        </p:tgtEl>
                                      </p:cBhvr>
                                    </p:animEffect>
                                  </p:childTnLst>
                                </p:cTn>
                              </p:par>
                            </p:childTnLst>
                          </p:cTn>
                        </p:par>
                        <p:par>
                          <p:cTn id="703" fill="hold">
                            <p:stCondLst>
                              <p:cond delay="4200"/>
                            </p:stCondLst>
                            <p:childTnLst>
                              <p:par>
                                <p:cTn id="704" presetID="10" presetClass="entr" presetSubtype="0" fill="hold" nodeType="afterEffect">
                                  <p:stCondLst>
                                    <p:cond delay="0"/>
                                  </p:stCondLst>
                                  <p:childTnLst>
                                    <p:set>
                                      <p:cBhvr>
                                        <p:cTn id="705" dur="1" fill="hold">
                                          <p:stCondLst>
                                            <p:cond delay="0"/>
                                          </p:stCondLst>
                                        </p:cTn>
                                        <p:tgtEl>
                                          <p:spTgt spid="935"/>
                                        </p:tgtEl>
                                        <p:attrNameLst>
                                          <p:attrName>style.visibility</p:attrName>
                                        </p:attrNameLst>
                                      </p:cBhvr>
                                      <p:to>
                                        <p:strVal val="visible"/>
                                      </p:to>
                                    </p:set>
                                    <p:animEffect transition="in" filter="fade">
                                      <p:cBhvr>
                                        <p:cTn id="706" dur="50"/>
                                        <p:tgtEl>
                                          <p:spTgt spid="935"/>
                                        </p:tgtEl>
                                      </p:cBhvr>
                                    </p:animEffect>
                                  </p:childTnLst>
                                </p:cTn>
                              </p:par>
                            </p:childTnLst>
                          </p:cTn>
                        </p:par>
                        <p:par>
                          <p:cTn id="707" fill="hold">
                            <p:stCondLst>
                              <p:cond delay="4250"/>
                            </p:stCondLst>
                            <p:childTnLst>
                              <p:par>
                                <p:cTn id="708" presetID="10" presetClass="entr" presetSubtype="0" fill="hold" nodeType="afterEffect">
                                  <p:stCondLst>
                                    <p:cond delay="0"/>
                                  </p:stCondLst>
                                  <p:childTnLst>
                                    <p:set>
                                      <p:cBhvr>
                                        <p:cTn id="709" dur="1" fill="hold">
                                          <p:stCondLst>
                                            <p:cond delay="0"/>
                                          </p:stCondLst>
                                        </p:cTn>
                                        <p:tgtEl>
                                          <p:spTgt spid="680"/>
                                        </p:tgtEl>
                                        <p:attrNameLst>
                                          <p:attrName>style.visibility</p:attrName>
                                        </p:attrNameLst>
                                      </p:cBhvr>
                                      <p:to>
                                        <p:strVal val="visible"/>
                                      </p:to>
                                    </p:set>
                                    <p:animEffect transition="in" filter="fade">
                                      <p:cBhvr>
                                        <p:cTn id="710" dur="50"/>
                                        <p:tgtEl>
                                          <p:spTgt spid="680"/>
                                        </p:tgtEl>
                                      </p:cBhvr>
                                    </p:animEffect>
                                  </p:childTnLst>
                                </p:cTn>
                              </p:par>
                            </p:childTnLst>
                          </p:cTn>
                        </p:par>
                        <p:par>
                          <p:cTn id="711" fill="hold">
                            <p:stCondLst>
                              <p:cond delay="4300"/>
                            </p:stCondLst>
                            <p:childTnLst>
                              <p:par>
                                <p:cTn id="712" presetID="10" presetClass="entr" presetSubtype="0" fill="hold" nodeType="afterEffect">
                                  <p:stCondLst>
                                    <p:cond delay="0"/>
                                  </p:stCondLst>
                                  <p:childTnLst>
                                    <p:set>
                                      <p:cBhvr>
                                        <p:cTn id="713" dur="1" fill="hold">
                                          <p:stCondLst>
                                            <p:cond delay="0"/>
                                          </p:stCondLst>
                                        </p:cTn>
                                        <p:tgtEl>
                                          <p:spTgt spid="686"/>
                                        </p:tgtEl>
                                        <p:attrNameLst>
                                          <p:attrName>style.visibility</p:attrName>
                                        </p:attrNameLst>
                                      </p:cBhvr>
                                      <p:to>
                                        <p:strVal val="visible"/>
                                      </p:to>
                                    </p:set>
                                    <p:animEffect transition="in" filter="fade">
                                      <p:cBhvr>
                                        <p:cTn id="714" dur="50"/>
                                        <p:tgtEl>
                                          <p:spTgt spid="686"/>
                                        </p:tgtEl>
                                      </p:cBhvr>
                                    </p:animEffect>
                                  </p:childTnLst>
                                </p:cTn>
                              </p:par>
                            </p:childTnLst>
                          </p:cTn>
                        </p:par>
                        <p:par>
                          <p:cTn id="715" fill="hold">
                            <p:stCondLst>
                              <p:cond delay="4350"/>
                            </p:stCondLst>
                            <p:childTnLst>
                              <p:par>
                                <p:cTn id="716" presetID="10" presetClass="entr" presetSubtype="0" fill="hold" nodeType="afterEffect">
                                  <p:stCondLst>
                                    <p:cond delay="0"/>
                                  </p:stCondLst>
                                  <p:childTnLst>
                                    <p:set>
                                      <p:cBhvr>
                                        <p:cTn id="717" dur="1" fill="hold">
                                          <p:stCondLst>
                                            <p:cond delay="0"/>
                                          </p:stCondLst>
                                        </p:cTn>
                                        <p:tgtEl>
                                          <p:spTgt spid="692"/>
                                        </p:tgtEl>
                                        <p:attrNameLst>
                                          <p:attrName>style.visibility</p:attrName>
                                        </p:attrNameLst>
                                      </p:cBhvr>
                                      <p:to>
                                        <p:strVal val="visible"/>
                                      </p:to>
                                    </p:set>
                                    <p:animEffect transition="in" filter="fade">
                                      <p:cBhvr>
                                        <p:cTn id="718" dur="50"/>
                                        <p:tgtEl>
                                          <p:spTgt spid="692"/>
                                        </p:tgtEl>
                                      </p:cBhvr>
                                    </p:animEffect>
                                  </p:childTnLst>
                                </p:cTn>
                              </p:par>
                            </p:childTnLst>
                          </p:cTn>
                        </p:par>
                        <p:par>
                          <p:cTn id="719" fill="hold">
                            <p:stCondLst>
                              <p:cond delay="4400"/>
                            </p:stCondLst>
                            <p:childTnLst>
                              <p:par>
                                <p:cTn id="720" presetID="10" presetClass="entr" presetSubtype="0" fill="hold" nodeType="afterEffect">
                                  <p:stCondLst>
                                    <p:cond delay="0"/>
                                  </p:stCondLst>
                                  <p:childTnLst>
                                    <p:set>
                                      <p:cBhvr>
                                        <p:cTn id="721" dur="1" fill="hold">
                                          <p:stCondLst>
                                            <p:cond delay="0"/>
                                          </p:stCondLst>
                                        </p:cTn>
                                        <p:tgtEl>
                                          <p:spTgt spid="698"/>
                                        </p:tgtEl>
                                        <p:attrNameLst>
                                          <p:attrName>style.visibility</p:attrName>
                                        </p:attrNameLst>
                                      </p:cBhvr>
                                      <p:to>
                                        <p:strVal val="visible"/>
                                      </p:to>
                                    </p:set>
                                    <p:animEffect transition="in" filter="fade">
                                      <p:cBhvr>
                                        <p:cTn id="722" dur="50"/>
                                        <p:tgtEl>
                                          <p:spTgt spid="698"/>
                                        </p:tgtEl>
                                      </p:cBhvr>
                                    </p:animEffect>
                                  </p:childTnLst>
                                </p:cTn>
                              </p:par>
                            </p:childTnLst>
                          </p:cTn>
                        </p:par>
                        <p:par>
                          <p:cTn id="723" fill="hold">
                            <p:stCondLst>
                              <p:cond delay="4450"/>
                            </p:stCondLst>
                            <p:childTnLst>
                              <p:par>
                                <p:cTn id="724" presetID="10" presetClass="entr" presetSubtype="0" fill="hold" nodeType="afterEffect">
                                  <p:stCondLst>
                                    <p:cond delay="0"/>
                                  </p:stCondLst>
                                  <p:childTnLst>
                                    <p:set>
                                      <p:cBhvr>
                                        <p:cTn id="725" dur="1" fill="hold">
                                          <p:stCondLst>
                                            <p:cond delay="0"/>
                                          </p:stCondLst>
                                        </p:cTn>
                                        <p:tgtEl>
                                          <p:spTgt spid="704"/>
                                        </p:tgtEl>
                                        <p:attrNameLst>
                                          <p:attrName>style.visibility</p:attrName>
                                        </p:attrNameLst>
                                      </p:cBhvr>
                                      <p:to>
                                        <p:strVal val="visible"/>
                                      </p:to>
                                    </p:set>
                                    <p:animEffect transition="in" filter="fade">
                                      <p:cBhvr>
                                        <p:cTn id="726" dur="50"/>
                                        <p:tgtEl>
                                          <p:spTgt spid="704"/>
                                        </p:tgtEl>
                                      </p:cBhvr>
                                    </p:animEffect>
                                  </p:childTnLst>
                                </p:cTn>
                              </p:par>
                            </p:childTnLst>
                          </p:cTn>
                        </p:par>
                        <p:par>
                          <p:cTn id="727" fill="hold">
                            <p:stCondLst>
                              <p:cond delay="4500"/>
                            </p:stCondLst>
                            <p:childTnLst>
                              <p:par>
                                <p:cTn id="728" presetID="10" presetClass="entr" presetSubtype="0" fill="hold" nodeType="afterEffect">
                                  <p:stCondLst>
                                    <p:cond delay="0"/>
                                  </p:stCondLst>
                                  <p:childTnLst>
                                    <p:set>
                                      <p:cBhvr>
                                        <p:cTn id="729" dur="1" fill="hold">
                                          <p:stCondLst>
                                            <p:cond delay="0"/>
                                          </p:stCondLst>
                                        </p:cTn>
                                        <p:tgtEl>
                                          <p:spTgt spid="710"/>
                                        </p:tgtEl>
                                        <p:attrNameLst>
                                          <p:attrName>style.visibility</p:attrName>
                                        </p:attrNameLst>
                                      </p:cBhvr>
                                      <p:to>
                                        <p:strVal val="visible"/>
                                      </p:to>
                                    </p:set>
                                    <p:animEffect transition="in" filter="fade">
                                      <p:cBhvr>
                                        <p:cTn id="730" dur="50"/>
                                        <p:tgtEl>
                                          <p:spTgt spid="710"/>
                                        </p:tgtEl>
                                      </p:cBhvr>
                                    </p:animEffect>
                                  </p:childTnLst>
                                </p:cTn>
                              </p:par>
                            </p:childTnLst>
                          </p:cTn>
                        </p:par>
                        <p:par>
                          <p:cTn id="731" fill="hold">
                            <p:stCondLst>
                              <p:cond delay="4550"/>
                            </p:stCondLst>
                            <p:childTnLst>
                              <p:par>
                                <p:cTn id="732" presetID="10" presetClass="entr" presetSubtype="0" fill="hold" nodeType="afterEffect">
                                  <p:stCondLst>
                                    <p:cond delay="0"/>
                                  </p:stCondLst>
                                  <p:childTnLst>
                                    <p:set>
                                      <p:cBhvr>
                                        <p:cTn id="733" dur="1" fill="hold">
                                          <p:stCondLst>
                                            <p:cond delay="0"/>
                                          </p:stCondLst>
                                        </p:cTn>
                                        <p:tgtEl>
                                          <p:spTgt spid="716"/>
                                        </p:tgtEl>
                                        <p:attrNameLst>
                                          <p:attrName>style.visibility</p:attrName>
                                        </p:attrNameLst>
                                      </p:cBhvr>
                                      <p:to>
                                        <p:strVal val="visible"/>
                                      </p:to>
                                    </p:set>
                                    <p:animEffect transition="in" filter="fade">
                                      <p:cBhvr>
                                        <p:cTn id="734" dur="50"/>
                                        <p:tgtEl>
                                          <p:spTgt spid="716"/>
                                        </p:tgtEl>
                                      </p:cBhvr>
                                    </p:animEffect>
                                  </p:childTnLst>
                                </p:cTn>
                              </p:par>
                            </p:childTnLst>
                          </p:cTn>
                        </p:par>
                        <p:par>
                          <p:cTn id="735" fill="hold">
                            <p:stCondLst>
                              <p:cond delay="4600"/>
                            </p:stCondLst>
                            <p:childTnLst>
                              <p:par>
                                <p:cTn id="736" presetID="10" presetClass="entr" presetSubtype="0" fill="hold" nodeType="afterEffect">
                                  <p:stCondLst>
                                    <p:cond delay="0"/>
                                  </p:stCondLst>
                                  <p:childTnLst>
                                    <p:set>
                                      <p:cBhvr>
                                        <p:cTn id="737" dur="1" fill="hold">
                                          <p:stCondLst>
                                            <p:cond delay="0"/>
                                          </p:stCondLst>
                                        </p:cTn>
                                        <p:tgtEl>
                                          <p:spTgt spid="722"/>
                                        </p:tgtEl>
                                        <p:attrNameLst>
                                          <p:attrName>style.visibility</p:attrName>
                                        </p:attrNameLst>
                                      </p:cBhvr>
                                      <p:to>
                                        <p:strVal val="visible"/>
                                      </p:to>
                                    </p:set>
                                    <p:animEffect transition="in" filter="fade">
                                      <p:cBhvr>
                                        <p:cTn id="738" dur="50"/>
                                        <p:tgtEl>
                                          <p:spTgt spid="722"/>
                                        </p:tgtEl>
                                      </p:cBhvr>
                                    </p:animEffect>
                                  </p:childTnLst>
                                </p:cTn>
                              </p:par>
                            </p:childTnLst>
                          </p:cTn>
                        </p:par>
                        <p:par>
                          <p:cTn id="739" fill="hold">
                            <p:stCondLst>
                              <p:cond delay="4650"/>
                            </p:stCondLst>
                            <p:childTnLst>
                              <p:par>
                                <p:cTn id="740" presetID="10" presetClass="entr" presetSubtype="0" fill="hold" nodeType="afterEffect">
                                  <p:stCondLst>
                                    <p:cond delay="0"/>
                                  </p:stCondLst>
                                  <p:childTnLst>
                                    <p:set>
                                      <p:cBhvr>
                                        <p:cTn id="741" dur="1" fill="hold">
                                          <p:stCondLst>
                                            <p:cond delay="0"/>
                                          </p:stCondLst>
                                        </p:cTn>
                                        <p:tgtEl>
                                          <p:spTgt spid="728"/>
                                        </p:tgtEl>
                                        <p:attrNameLst>
                                          <p:attrName>style.visibility</p:attrName>
                                        </p:attrNameLst>
                                      </p:cBhvr>
                                      <p:to>
                                        <p:strVal val="visible"/>
                                      </p:to>
                                    </p:set>
                                    <p:animEffect transition="in" filter="fade">
                                      <p:cBhvr>
                                        <p:cTn id="742" dur="50"/>
                                        <p:tgtEl>
                                          <p:spTgt spid="728"/>
                                        </p:tgtEl>
                                      </p:cBhvr>
                                    </p:animEffect>
                                  </p:childTnLst>
                                </p:cTn>
                              </p:par>
                            </p:childTnLst>
                          </p:cTn>
                        </p:par>
                        <p:par>
                          <p:cTn id="743" fill="hold">
                            <p:stCondLst>
                              <p:cond delay="4700"/>
                            </p:stCondLst>
                            <p:childTnLst>
                              <p:par>
                                <p:cTn id="744" presetID="10" presetClass="entr" presetSubtype="0" fill="hold" nodeType="afterEffect">
                                  <p:stCondLst>
                                    <p:cond delay="0"/>
                                  </p:stCondLst>
                                  <p:childTnLst>
                                    <p:set>
                                      <p:cBhvr>
                                        <p:cTn id="745" dur="1" fill="hold">
                                          <p:stCondLst>
                                            <p:cond delay="0"/>
                                          </p:stCondLst>
                                        </p:cTn>
                                        <p:tgtEl>
                                          <p:spTgt spid="734"/>
                                        </p:tgtEl>
                                        <p:attrNameLst>
                                          <p:attrName>style.visibility</p:attrName>
                                        </p:attrNameLst>
                                      </p:cBhvr>
                                      <p:to>
                                        <p:strVal val="visible"/>
                                      </p:to>
                                    </p:set>
                                    <p:animEffect transition="in" filter="fade">
                                      <p:cBhvr>
                                        <p:cTn id="746" dur="50"/>
                                        <p:tgtEl>
                                          <p:spTgt spid="734"/>
                                        </p:tgtEl>
                                      </p:cBhvr>
                                    </p:animEffect>
                                  </p:childTnLst>
                                </p:cTn>
                              </p:par>
                            </p:childTnLst>
                          </p:cTn>
                        </p:par>
                        <p:par>
                          <p:cTn id="747" fill="hold">
                            <p:stCondLst>
                              <p:cond delay="4750"/>
                            </p:stCondLst>
                            <p:childTnLst>
                              <p:par>
                                <p:cTn id="748" presetID="10" presetClass="entr" presetSubtype="0" fill="hold" nodeType="afterEffect">
                                  <p:stCondLst>
                                    <p:cond delay="0"/>
                                  </p:stCondLst>
                                  <p:childTnLst>
                                    <p:set>
                                      <p:cBhvr>
                                        <p:cTn id="749" dur="1" fill="hold">
                                          <p:stCondLst>
                                            <p:cond delay="0"/>
                                          </p:stCondLst>
                                        </p:cTn>
                                        <p:tgtEl>
                                          <p:spTgt spid="740"/>
                                        </p:tgtEl>
                                        <p:attrNameLst>
                                          <p:attrName>style.visibility</p:attrName>
                                        </p:attrNameLst>
                                      </p:cBhvr>
                                      <p:to>
                                        <p:strVal val="visible"/>
                                      </p:to>
                                    </p:set>
                                    <p:animEffect transition="in" filter="fade">
                                      <p:cBhvr>
                                        <p:cTn id="750" dur="50"/>
                                        <p:tgtEl>
                                          <p:spTgt spid="740"/>
                                        </p:tgtEl>
                                      </p:cBhvr>
                                    </p:animEffect>
                                  </p:childTnLst>
                                </p:cTn>
                              </p:par>
                            </p:childTnLst>
                          </p:cTn>
                        </p:par>
                        <p:par>
                          <p:cTn id="751" fill="hold">
                            <p:stCondLst>
                              <p:cond delay="4800"/>
                            </p:stCondLst>
                            <p:childTnLst>
                              <p:par>
                                <p:cTn id="752" presetID="10" presetClass="entr" presetSubtype="0" fill="hold" nodeType="afterEffect">
                                  <p:stCondLst>
                                    <p:cond delay="0"/>
                                  </p:stCondLst>
                                  <p:childTnLst>
                                    <p:set>
                                      <p:cBhvr>
                                        <p:cTn id="753" dur="1" fill="hold">
                                          <p:stCondLst>
                                            <p:cond delay="0"/>
                                          </p:stCondLst>
                                        </p:cTn>
                                        <p:tgtEl>
                                          <p:spTgt spid="746"/>
                                        </p:tgtEl>
                                        <p:attrNameLst>
                                          <p:attrName>style.visibility</p:attrName>
                                        </p:attrNameLst>
                                      </p:cBhvr>
                                      <p:to>
                                        <p:strVal val="visible"/>
                                      </p:to>
                                    </p:set>
                                    <p:animEffect transition="in" filter="fade">
                                      <p:cBhvr>
                                        <p:cTn id="754" dur="50"/>
                                        <p:tgtEl>
                                          <p:spTgt spid="746"/>
                                        </p:tgtEl>
                                      </p:cBhvr>
                                    </p:animEffect>
                                  </p:childTnLst>
                                </p:cTn>
                              </p:par>
                            </p:childTnLst>
                          </p:cTn>
                        </p:par>
                        <p:par>
                          <p:cTn id="755" fill="hold">
                            <p:stCondLst>
                              <p:cond delay="4850"/>
                            </p:stCondLst>
                            <p:childTnLst>
                              <p:par>
                                <p:cTn id="756" presetID="10" presetClass="entr" presetSubtype="0" fill="hold" nodeType="afterEffect">
                                  <p:stCondLst>
                                    <p:cond delay="0"/>
                                  </p:stCondLst>
                                  <p:childTnLst>
                                    <p:set>
                                      <p:cBhvr>
                                        <p:cTn id="757" dur="1" fill="hold">
                                          <p:stCondLst>
                                            <p:cond delay="0"/>
                                          </p:stCondLst>
                                        </p:cTn>
                                        <p:tgtEl>
                                          <p:spTgt spid="794"/>
                                        </p:tgtEl>
                                        <p:attrNameLst>
                                          <p:attrName>style.visibility</p:attrName>
                                        </p:attrNameLst>
                                      </p:cBhvr>
                                      <p:to>
                                        <p:strVal val="visible"/>
                                      </p:to>
                                    </p:set>
                                    <p:animEffect transition="in" filter="fade">
                                      <p:cBhvr>
                                        <p:cTn id="758" dur="50"/>
                                        <p:tgtEl>
                                          <p:spTgt spid="794"/>
                                        </p:tgtEl>
                                      </p:cBhvr>
                                    </p:animEffect>
                                  </p:childTnLst>
                                </p:cTn>
                              </p:par>
                            </p:childTnLst>
                          </p:cTn>
                        </p:par>
                        <p:par>
                          <p:cTn id="759" fill="hold">
                            <p:stCondLst>
                              <p:cond delay="4900"/>
                            </p:stCondLst>
                            <p:childTnLst>
                              <p:par>
                                <p:cTn id="760" presetID="10" presetClass="entr" presetSubtype="0" fill="hold" nodeType="afterEffect">
                                  <p:stCondLst>
                                    <p:cond delay="0"/>
                                  </p:stCondLst>
                                  <p:childTnLst>
                                    <p:set>
                                      <p:cBhvr>
                                        <p:cTn id="761" dur="1" fill="hold">
                                          <p:stCondLst>
                                            <p:cond delay="0"/>
                                          </p:stCondLst>
                                        </p:cTn>
                                        <p:tgtEl>
                                          <p:spTgt spid="800"/>
                                        </p:tgtEl>
                                        <p:attrNameLst>
                                          <p:attrName>style.visibility</p:attrName>
                                        </p:attrNameLst>
                                      </p:cBhvr>
                                      <p:to>
                                        <p:strVal val="visible"/>
                                      </p:to>
                                    </p:set>
                                    <p:animEffect transition="in" filter="fade">
                                      <p:cBhvr>
                                        <p:cTn id="762" dur="50"/>
                                        <p:tgtEl>
                                          <p:spTgt spid="800"/>
                                        </p:tgtEl>
                                      </p:cBhvr>
                                    </p:animEffect>
                                  </p:childTnLst>
                                </p:cTn>
                              </p:par>
                            </p:childTnLst>
                          </p:cTn>
                        </p:par>
                        <p:par>
                          <p:cTn id="763" fill="hold">
                            <p:stCondLst>
                              <p:cond delay="4950"/>
                            </p:stCondLst>
                            <p:childTnLst>
                              <p:par>
                                <p:cTn id="764" presetID="10" presetClass="entr" presetSubtype="0" fill="hold" nodeType="afterEffect">
                                  <p:stCondLst>
                                    <p:cond delay="0"/>
                                  </p:stCondLst>
                                  <p:childTnLst>
                                    <p:set>
                                      <p:cBhvr>
                                        <p:cTn id="765" dur="1" fill="hold">
                                          <p:stCondLst>
                                            <p:cond delay="0"/>
                                          </p:stCondLst>
                                        </p:cTn>
                                        <p:tgtEl>
                                          <p:spTgt spid="752"/>
                                        </p:tgtEl>
                                        <p:attrNameLst>
                                          <p:attrName>style.visibility</p:attrName>
                                        </p:attrNameLst>
                                      </p:cBhvr>
                                      <p:to>
                                        <p:strVal val="visible"/>
                                      </p:to>
                                    </p:set>
                                    <p:animEffect transition="in" filter="fade">
                                      <p:cBhvr>
                                        <p:cTn id="766" dur="50"/>
                                        <p:tgtEl>
                                          <p:spTgt spid="752"/>
                                        </p:tgtEl>
                                      </p:cBhvr>
                                    </p:animEffect>
                                  </p:childTnLst>
                                </p:cTn>
                              </p:par>
                            </p:childTnLst>
                          </p:cTn>
                        </p:par>
                        <p:par>
                          <p:cTn id="767" fill="hold">
                            <p:stCondLst>
                              <p:cond delay="5000"/>
                            </p:stCondLst>
                            <p:childTnLst>
                              <p:par>
                                <p:cTn id="768" presetID="10" presetClass="entr" presetSubtype="0" fill="hold" nodeType="afterEffect">
                                  <p:stCondLst>
                                    <p:cond delay="0"/>
                                  </p:stCondLst>
                                  <p:childTnLst>
                                    <p:set>
                                      <p:cBhvr>
                                        <p:cTn id="769" dur="1" fill="hold">
                                          <p:stCondLst>
                                            <p:cond delay="0"/>
                                          </p:stCondLst>
                                        </p:cTn>
                                        <p:tgtEl>
                                          <p:spTgt spid="758"/>
                                        </p:tgtEl>
                                        <p:attrNameLst>
                                          <p:attrName>style.visibility</p:attrName>
                                        </p:attrNameLst>
                                      </p:cBhvr>
                                      <p:to>
                                        <p:strVal val="visible"/>
                                      </p:to>
                                    </p:set>
                                    <p:animEffect transition="in" filter="fade">
                                      <p:cBhvr>
                                        <p:cTn id="770" dur="50"/>
                                        <p:tgtEl>
                                          <p:spTgt spid="758"/>
                                        </p:tgtEl>
                                      </p:cBhvr>
                                    </p:animEffect>
                                  </p:childTnLst>
                                </p:cTn>
                              </p:par>
                            </p:childTnLst>
                          </p:cTn>
                        </p:par>
                        <p:par>
                          <p:cTn id="771" fill="hold">
                            <p:stCondLst>
                              <p:cond delay="5050"/>
                            </p:stCondLst>
                            <p:childTnLst>
                              <p:par>
                                <p:cTn id="772" presetID="10" presetClass="entr" presetSubtype="0" fill="hold" nodeType="afterEffect">
                                  <p:stCondLst>
                                    <p:cond delay="0"/>
                                  </p:stCondLst>
                                  <p:childTnLst>
                                    <p:set>
                                      <p:cBhvr>
                                        <p:cTn id="773" dur="1" fill="hold">
                                          <p:stCondLst>
                                            <p:cond delay="0"/>
                                          </p:stCondLst>
                                        </p:cTn>
                                        <p:tgtEl>
                                          <p:spTgt spid="764"/>
                                        </p:tgtEl>
                                        <p:attrNameLst>
                                          <p:attrName>style.visibility</p:attrName>
                                        </p:attrNameLst>
                                      </p:cBhvr>
                                      <p:to>
                                        <p:strVal val="visible"/>
                                      </p:to>
                                    </p:set>
                                    <p:animEffect transition="in" filter="fade">
                                      <p:cBhvr>
                                        <p:cTn id="774" dur="50"/>
                                        <p:tgtEl>
                                          <p:spTgt spid="764"/>
                                        </p:tgtEl>
                                      </p:cBhvr>
                                    </p:animEffect>
                                  </p:childTnLst>
                                </p:cTn>
                              </p:par>
                            </p:childTnLst>
                          </p:cTn>
                        </p:par>
                        <p:par>
                          <p:cTn id="775" fill="hold">
                            <p:stCondLst>
                              <p:cond delay="5100"/>
                            </p:stCondLst>
                            <p:childTnLst>
                              <p:par>
                                <p:cTn id="776" presetID="10" presetClass="entr" presetSubtype="0" fill="hold" nodeType="afterEffect">
                                  <p:stCondLst>
                                    <p:cond delay="0"/>
                                  </p:stCondLst>
                                  <p:childTnLst>
                                    <p:set>
                                      <p:cBhvr>
                                        <p:cTn id="777" dur="1" fill="hold">
                                          <p:stCondLst>
                                            <p:cond delay="0"/>
                                          </p:stCondLst>
                                        </p:cTn>
                                        <p:tgtEl>
                                          <p:spTgt spid="770"/>
                                        </p:tgtEl>
                                        <p:attrNameLst>
                                          <p:attrName>style.visibility</p:attrName>
                                        </p:attrNameLst>
                                      </p:cBhvr>
                                      <p:to>
                                        <p:strVal val="visible"/>
                                      </p:to>
                                    </p:set>
                                    <p:animEffect transition="in" filter="fade">
                                      <p:cBhvr>
                                        <p:cTn id="778" dur="50"/>
                                        <p:tgtEl>
                                          <p:spTgt spid="770"/>
                                        </p:tgtEl>
                                      </p:cBhvr>
                                    </p:animEffect>
                                  </p:childTnLst>
                                </p:cTn>
                              </p:par>
                            </p:childTnLst>
                          </p:cTn>
                        </p:par>
                        <p:par>
                          <p:cTn id="779" fill="hold">
                            <p:stCondLst>
                              <p:cond delay="5150"/>
                            </p:stCondLst>
                            <p:childTnLst>
                              <p:par>
                                <p:cTn id="780" presetID="10" presetClass="entr" presetSubtype="0" fill="hold" nodeType="afterEffect">
                                  <p:stCondLst>
                                    <p:cond delay="0"/>
                                  </p:stCondLst>
                                  <p:childTnLst>
                                    <p:set>
                                      <p:cBhvr>
                                        <p:cTn id="781" dur="1" fill="hold">
                                          <p:stCondLst>
                                            <p:cond delay="0"/>
                                          </p:stCondLst>
                                        </p:cTn>
                                        <p:tgtEl>
                                          <p:spTgt spid="263"/>
                                        </p:tgtEl>
                                        <p:attrNameLst>
                                          <p:attrName>style.visibility</p:attrName>
                                        </p:attrNameLst>
                                      </p:cBhvr>
                                      <p:to>
                                        <p:strVal val="visible"/>
                                      </p:to>
                                    </p:set>
                                    <p:animEffect transition="in" filter="fade">
                                      <p:cBhvr>
                                        <p:cTn id="782" dur="50"/>
                                        <p:tgtEl>
                                          <p:spTgt spid="263"/>
                                        </p:tgtEl>
                                      </p:cBhvr>
                                    </p:animEffect>
                                  </p:childTnLst>
                                </p:cTn>
                              </p:par>
                            </p:childTnLst>
                          </p:cTn>
                        </p:par>
                        <p:par>
                          <p:cTn id="783" fill="hold">
                            <p:stCondLst>
                              <p:cond delay="5200"/>
                            </p:stCondLst>
                            <p:childTnLst>
                              <p:par>
                                <p:cTn id="784" presetID="10" presetClass="entr" presetSubtype="0" fill="hold" nodeType="afterEffect">
                                  <p:stCondLst>
                                    <p:cond delay="0"/>
                                  </p:stCondLst>
                                  <p:childTnLst>
                                    <p:set>
                                      <p:cBhvr>
                                        <p:cTn id="785" dur="1" fill="hold">
                                          <p:stCondLst>
                                            <p:cond delay="0"/>
                                          </p:stCondLst>
                                        </p:cTn>
                                        <p:tgtEl>
                                          <p:spTgt spid="269"/>
                                        </p:tgtEl>
                                        <p:attrNameLst>
                                          <p:attrName>style.visibility</p:attrName>
                                        </p:attrNameLst>
                                      </p:cBhvr>
                                      <p:to>
                                        <p:strVal val="visible"/>
                                      </p:to>
                                    </p:set>
                                    <p:animEffect transition="in" filter="fade">
                                      <p:cBhvr>
                                        <p:cTn id="786" dur="50"/>
                                        <p:tgtEl>
                                          <p:spTgt spid="269"/>
                                        </p:tgtEl>
                                      </p:cBhvr>
                                    </p:animEffect>
                                  </p:childTnLst>
                                </p:cTn>
                              </p:par>
                            </p:childTnLst>
                          </p:cTn>
                        </p:par>
                        <p:par>
                          <p:cTn id="787" fill="hold">
                            <p:stCondLst>
                              <p:cond delay="5250"/>
                            </p:stCondLst>
                            <p:childTnLst>
                              <p:par>
                                <p:cTn id="788" presetID="10" presetClass="entr" presetSubtype="0" fill="hold" nodeType="afterEffect">
                                  <p:stCondLst>
                                    <p:cond delay="0"/>
                                  </p:stCondLst>
                                  <p:childTnLst>
                                    <p:set>
                                      <p:cBhvr>
                                        <p:cTn id="789" dur="1" fill="hold">
                                          <p:stCondLst>
                                            <p:cond delay="0"/>
                                          </p:stCondLst>
                                        </p:cTn>
                                        <p:tgtEl>
                                          <p:spTgt spid="275"/>
                                        </p:tgtEl>
                                        <p:attrNameLst>
                                          <p:attrName>style.visibility</p:attrName>
                                        </p:attrNameLst>
                                      </p:cBhvr>
                                      <p:to>
                                        <p:strVal val="visible"/>
                                      </p:to>
                                    </p:set>
                                    <p:animEffect transition="in" filter="fade">
                                      <p:cBhvr>
                                        <p:cTn id="790" dur="50"/>
                                        <p:tgtEl>
                                          <p:spTgt spid="275"/>
                                        </p:tgtEl>
                                      </p:cBhvr>
                                    </p:animEffect>
                                  </p:childTnLst>
                                </p:cTn>
                              </p:par>
                            </p:childTnLst>
                          </p:cTn>
                        </p:par>
                        <p:par>
                          <p:cTn id="791" fill="hold">
                            <p:stCondLst>
                              <p:cond delay="5300"/>
                            </p:stCondLst>
                            <p:childTnLst>
                              <p:par>
                                <p:cTn id="792" presetID="10" presetClass="entr" presetSubtype="0" fill="hold" nodeType="afterEffect">
                                  <p:stCondLst>
                                    <p:cond delay="0"/>
                                  </p:stCondLst>
                                  <p:childTnLst>
                                    <p:set>
                                      <p:cBhvr>
                                        <p:cTn id="793" dur="1" fill="hold">
                                          <p:stCondLst>
                                            <p:cond delay="0"/>
                                          </p:stCondLst>
                                        </p:cTn>
                                        <p:tgtEl>
                                          <p:spTgt spid="803"/>
                                        </p:tgtEl>
                                        <p:attrNameLst>
                                          <p:attrName>style.visibility</p:attrName>
                                        </p:attrNameLst>
                                      </p:cBhvr>
                                      <p:to>
                                        <p:strVal val="visible"/>
                                      </p:to>
                                    </p:set>
                                    <p:animEffect transition="in" filter="fade">
                                      <p:cBhvr>
                                        <p:cTn id="794" dur="50"/>
                                        <p:tgtEl>
                                          <p:spTgt spid="803"/>
                                        </p:tgtEl>
                                      </p:cBhvr>
                                    </p:animEffect>
                                  </p:childTnLst>
                                </p:cTn>
                              </p:par>
                            </p:childTnLst>
                          </p:cTn>
                        </p:par>
                        <p:par>
                          <p:cTn id="795" fill="hold">
                            <p:stCondLst>
                              <p:cond delay="5350"/>
                            </p:stCondLst>
                            <p:childTnLst>
                              <p:par>
                                <p:cTn id="796" presetID="10" presetClass="entr" presetSubtype="0" fill="hold" nodeType="afterEffect">
                                  <p:stCondLst>
                                    <p:cond delay="0"/>
                                  </p:stCondLst>
                                  <p:childTnLst>
                                    <p:set>
                                      <p:cBhvr>
                                        <p:cTn id="797" dur="1" fill="hold">
                                          <p:stCondLst>
                                            <p:cond delay="0"/>
                                          </p:stCondLst>
                                        </p:cTn>
                                        <p:tgtEl>
                                          <p:spTgt spid="809"/>
                                        </p:tgtEl>
                                        <p:attrNameLst>
                                          <p:attrName>style.visibility</p:attrName>
                                        </p:attrNameLst>
                                      </p:cBhvr>
                                      <p:to>
                                        <p:strVal val="visible"/>
                                      </p:to>
                                    </p:set>
                                    <p:animEffect transition="in" filter="fade">
                                      <p:cBhvr>
                                        <p:cTn id="798" dur="50"/>
                                        <p:tgtEl>
                                          <p:spTgt spid="809"/>
                                        </p:tgtEl>
                                      </p:cBhvr>
                                    </p:animEffect>
                                  </p:childTnLst>
                                </p:cTn>
                              </p:par>
                            </p:childTnLst>
                          </p:cTn>
                        </p:par>
                        <p:par>
                          <p:cTn id="799" fill="hold">
                            <p:stCondLst>
                              <p:cond delay="5400"/>
                            </p:stCondLst>
                            <p:childTnLst>
                              <p:par>
                                <p:cTn id="800" presetID="10" presetClass="entr" presetSubtype="0" fill="hold" nodeType="afterEffect">
                                  <p:stCondLst>
                                    <p:cond delay="0"/>
                                  </p:stCondLst>
                                  <p:childTnLst>
                                    <p:set>
                                      <p:cBhvr>
                                        <p:cTn id="801" dur="1" fill="hold">
                                          <p:stCondLst>
                                            <p:cond delay="0"/>
                                          </p:stCondLst>
                                        </p:cTn>
                                        <p:tgtEl>
                                          <p:spTgt spid="863"/>
                                        </p:tgtEl>
                                        <p:attrNameLst>
                                          <p:attrName>style.visibility</p:attrName>
                                        </p:attrNameLst>
                                      </p:cBhvr>
                                      <p:to>
                                        <p:strVal val="visible"/>
                                      </p:to>
                                    </p:set>
                                    <p:animEffect transition="in" filter="fade">
                                      <p:cBhvr>
                                        <p:cTn id="802" dur="50"/>
                                        <p:tgtEl>
                                          <p:spTgt spid="863"/>
                                        </p:tgtEl>
                                      </p:cBhvr>
                                    </p:animEffect>
                                  </p:childTnLst>
                                </p:cTn>
                              </p:par>
                            </p:childTnLst>
                          </p:cTn>
                        </p:par>
                        <p:par>
                          <p:cTn id="803" fill="hold">
                            <p:stCondLst>
                              <p:cond delay="5450"/>
                            </p:stCondLst>
                            <p:childTnLst>
                              <p:par>
                                <p:cTn id="804" presetID="10" presetClass="entr" presetSubtype="0" fill="hold" nodeType="afterEffect">
                                  <p:stCondLst>
                                    <p:cond delay="0"/>
                                  </p:stCondLst>
                                  <p:childTnLst>
                                    <p:set>
                                      <p:cBhvr>
                                        <p:cTn id="805" dur="1" fill="hold">
                                          <p:stCondLst>
                                            <p:cond delay="0"/>
                                          </p:stCondLst>
                                        </p:cTn>
                                        <p:tgtEl>
                                          <p:spTgt spid="866"/>
                                        </p:tgtEl>
                                        <p:attrNameLst>
                                          <p:attrName>style.visibility</p:attrName>
                                        </p:attrNameLst>
                                      </p:cBhvr>
                                      <p:to>
                                        <p:strVal val="visible"/>
                                      </p:to>
                                    </p:set>
                                    <p:animEffect transition="in" filter="fade">
                                      <p:cBhvr>
                                        <p:cTn id="806" dur="50"/>
                                        <p:tgtEl>
                                          <p:spTgt spid="866"/>
                                        </p:tgtEl>
                                      </p:cBhvr>
                                    </p:animEffect>
                                  </p:childTnLst>
                                </p:cTn>
                              </p:par>
                            </p:childTnLst>
                          </p:cTn>
                        </p:par>
                        <p:par>
                          <p:cTn id="807" fill="hold">
                            <p:stCondLst>
                              <p:cond delay="5500"/>
                            </p:stCondLst>
                            <p:childTnLst>
                              <p:par>
                                <p:cTn id="808" presetID="10" presetClass="entr" presetSubtype="0" fill="hold" nodeType="afterEffect">
                                  <p:stCondLst>
                                    <p:cond delay="0"/>
                                  </p:stCondLst>
                                  <p:childTnLst>
                                    <p:set>
                                      <p:cBhvr>
                                        <p:cTn id="809" dur="1" fill="hold">
                                          <p:stCondLst>
                                            <p:cond delay="0"/>
                                          </p:stCondLst>
                                        </p:cTn>
                                        <p:tgtEl>
                                          <p:spTgt spid="776"/>
                                        </p:tgtEl>
                                        <p:attrNameLst>
                                          <p:attrName>style.visibility</p:attrName>
                                        </p:attrNameLst>
                                      </p:cBhvr>
                                      <p:to>
                                        <p:strVal val="visible"/>
                                      </p:to>
                                    </p:set>
                                    <p:animEffect transition="in" filter="fade">
                                      <p:cBhvr>
                                        <p:cTn id="810" dur="50"/>
                                        <p:tgtEl>
                                          <p:spTgt spid="776"/>
                                        </p:tgtEl>
                                      </p:cBhvr>
                                    </p:animEffect>
                                  </p:childTnLst>
                                </p:cTn>
                              </p:par>
                            </p:childTnLst>
                          </p:cTn>
                        </p:par>
                        <p:par>
                          <p:cTn id="811" fill="hold">
                            <p:stCondLst>
                              <p:cond delay="5550"/>
                            </p:stCondLst>
                            <p:childTnLst>
                              <p:par>
                                <p:cTn id="812" presetID="10" presetClass="entr" presetSubtype="0" fill="hold" nodeType="afterEffect">
                                  <p:stCondLst>
                                    <p:cond delay="0"/>
                                  </p:stCondLst>
                                  <p:childTnLst>
                                    <p:set>
                                      <p:cBhvr>
                                        <p:cTn id="813" dur="1" fill="hold">
                                          <p:stCondLst>
                                            <p:cond delay="0"/>
                                          </p:stCondLst>
                                        </p:cTn>
                                        <p:tgtEl>
                                          <p:spTgt spid="782"/>
                                        </p:tgtEl>
                                        <p:attrNameLst>
                                          <p:attrName>style.visibility</p:attrName>
                                        </p:attrNameLst>
                                      </p:cBhvr>
                                      <p:to>
                                        <p:strVal val="visible"/>
                                      </p:to>
                                    </p:set>
                                    <p:animEffect transition="in" filter="fade">
                                      <p:cBhvr>
                                        <p:cTn id="814" dur="50"/>
                                        <p:tgtEl>
                                          <p:spTgt spid="782"/>
                                        </p:tgtEl>
                                      </p:cBhvr>
                                    </p:animEffect>
                                  </p:childTnLst>
                                </p:cTn>
                              </p:par>
                            </p:childTnLst>
                          </p:cTn>
                        </p:par>
                        <p:par>
                          <p:cTn id="815" fill="hold">
                            <p:stCondLst>
                              <p:cond delay="5600"/>
                            </p:stCondLst>
                            <p:childTnLst>
                              <p:par>
                                <p:cTn id="816" presetID="10" presetClass="entr" presetSubtype="0" fill="hold" nodeType="afterEffect">
                                  <p:stCondLst>
                                    <p:cond delay="0"/>
                                  </p:stCondLst>
                                  <p:childTnLst>
                                    <p:set>
                                      <p:cBhvr>
                                        <p:cTn id="817" dur="1" fill="hold">
                                          <p:stCondLst>
                                            <p:cond delay="0"/>
                                          </p:stCondLst>
                                        </p:cTn>
                                        <p:tgtEl>
                                          <p:spTgt spid="254"/>
                                        </p:tgtEl>
                                        <p:attrNameLst>
                                          <p:attrName>style.visibility</p:attrName>
                                        </p:attrNameLst>
                                      </p:cBhvr>
                                      <p:to>
                                        <p:strVal val="visible"/>
                                      </p:to>
                                    </p:set>
                                    <p:animEffect transition="in" filter="fade">
                                      <p:cBhvr>
                                        <p:cTn id="818" dur="50"/>
                                        <p:tgtEl>
                                          <p:spTgt spid="254"/>
                                        </p:tgtEl>
                                      </p:cBhvr>
                                    </p:animEffect>
                                  </p:childTnLst>
                                </p:cTn>
                              </p:par>
                            </p:childTnLst>
                          </p:cTn>
                        </p:par>
                        <p:par>
                          <p:cTn id="819" fill="hold">
                            <p:stCondLst>
                              <p:cond delay="5650"/>
                            </p:stCondLst>
                            <p:childTnLst>
                              <p:par>
                                <p:cTn id="820" presetID="10" presetClass="entr" presetSubtype="0" fill="hold" nodeType="afterEffect">
                                  <p:stCondLst>
                                    <p:cond delay="0"/>
                                  </p:stCondLst>
                                  <p:childTnLst>
                                    <p:set>
                                      <p:cBhvr>
                                        <p:cTn id="821" dur="1" fill="hold">
                                          <p:stCondLst>
                                            <p:cond delay="0"/>
                                          </p:stCondLst>
                                        </p:cTn>
                                        <p:tgtEl>
                                          <p:spTgt spid="869"/>
                                        </p:tgtEl>
                                        <p:attrNameLst>
                                          <p:attrName>style.visibility</p:attrName>
                                        </p:attrNameLst>
                                      </p:cBhvr>
                                      <p:to>
                                        <p:strVal val="visible"/>
                                      </p:to>
                                    </p:set>
                                    <p:animEffect transition="in" filter="fade">
                                      <p:cBhvr>
                                        <p:cTn id="822" dur="50"/>
                                        <p:tgtEl>
                                          <p:spTgt spid="869"/>
                                        </p:tgtEl>
                                      </p:cBhvr>
                                    </p:animEffect>
                                  </p:childTnLst>
                                </p:cTn>
                              </p:par>
                            </p:childTnLst>
                          </p:cTn>
                        </p:par>
                        <p:par>
                          <p:cTn id="823" fill="hold">
                            <p:stCondLst>
                              <p:cond delay="5700"/>
                            </p:stCondLst>
                            <p:childTnLst>
                              <p:par>
                                <p:cTn id="824" presetID="10" presetClass="entr" presetSubtype="0" fill="hold" nodeType="afterEffect">
                                  <p:stCondLst>
                                    <p:cond delay="0"/>
                                  </p:stCondLst>
                                  <p:childTnLst>
                                    <p:set>
                                      <p:cBhvr>
                                        <p:cTn id="825" dur="1" fill="hold">
                                          <p:stCondLst>
                                            <p:cond delay="0"/>
                                          </p:stCondLst>
                                        </p:cTn>
                                        <p:tgtEl>
                                          <p:spTgt spid="875"/>
                                        </p:tgtEl>
                                        <p:attrNameLst>
                                          <p:attrName>style.visibility</p:attrName>
                                        </p:attrNameLst>
                                      </p:cBhvr>
                                      <p:to>
                                        <p:strVal val="visible"/>
                                      </p:to>
                                    </p:set>
                                    <p:animEffect transition="in" filter="fade">
                                      <p:cBhvr>
                                        <p:cTn id="826" dur="50"/>
                                        <p:tgtEl>
                                          <p:spTgt spid="875"/>
                                        </p:tgtEl>
                                      </p:cBhvr>
                                    </p:animEffect>
                                  </p:childTnLst>
                                </p:cTn>
                              </p:par>
                            </p:childTnLst>
                          </p:cTn>
                        </p:par>
                        <p:par>
                          <p:cTn id="827" fill="hold">
                            <p:stCondLst>
                              <p:cond delay="5750"/>
                            </p:stCondLst>
                            <p:childTnLst>
                              <p:par>
                                <p:cTn id="828" presetID="10" presetClass="entr" presetSubtype="0" fill="hold" nodeType="afterEffect">
                                  <p:stCondLst>
                                    <p:cond delay="0"/>
                                  </p:stCondLst>
                                  <p:childTnLst>
                                    <p:set>
                                      <p:cBhvr>
                                        <p:cTn id="829" dur="1" fill="hold">
                                          <p:stCondLst>
                                            <p:cond delay="0"/>
                                          </p:stCondLst>
                                        </p:cTn>
                                        <p:tgtEl>
                                          <p:spTgt spid="881"/>
                                        </p:tgtEl>
                                        <p:attrNameLst>
                                          <p:attrName>style.visibility</p:attrName>
                                        </p:attrNameLst>
                                      </p:cBhvr>
                                      <p:to>
                                        <p:strVal val="visible"/>
                                      </p:to>
                                    </p:set>
                                    <p:animEffect transition="in" filter="fade">
                                      <p:cBhvr>
                                        <p:cTn id="830" dur="50"/>
                                        <p:tgtEl>
                                          <p:spTgt spid="881"/>
                                        </p:tgtEl>
                                      </p:cBhvr>
                                    </p:animEffect>
                                  </p:childTnLst>
                                </p:cTn>
                              </p:par>
                            </p:childTnLst>
                          </p:cTn>
                        </p:par>
                        <p:par>
                          <p:cTn id="831" fill="hold">
                            <p:stCondLst>
                              <p:cond delay="5800"/>
                            </p:stCondLst>
                            <p:childTnLst>
                              <p:par>
                                <p:cTn id="832" presetID="10" presetClass="entr" presetSubtype="0" fill="hold" nodeType="afterEffect">
                                  <p:stCondLst>
                                    <p:cond delay="0"/>
                                  </p:stCondLst>
                                  <p:childTnLst>
                                    <p:set>
                                      <p:cBhvr>
                                        <p:cTn id="833" dur="1" fill="hold">
                                          <p:stCondLst>
                                            <p:cond delay="0"/>
                                          </p:stCondLst>
                                        </p:cTn>
                                        <p:tgtEl>
                                          <p:spTgt spid="818"/>
                                        </p:tgtEl>
                                        <p:attrNameLst>
                                          <p:attrName>style.visibility</p:attrName>
                                        </p:attrNameLst>
                                      </p:cBhvr>
                                      <p:to>
                                        <p:strVal val="visible"/>
                                      </p:to>
                                    </p:set>
                                    <p:animEffect transition="in" filter="fade">
                                      <p:cBhvr>
                                        <p:cTn id="834" dur="50"/>
                                        <p:tgtEl>
                                          <p:spTgt spid="818"/>
                                        </p:tgtEl>
                                      </p:cBhvr>
                                    </p:animEffect>
                                  </p:childTnLst>
                                </p:cTn>
                              </p:par>
                            </p:childTnLst>
                          </p:cTn>
                        </p:par>
                        <p:par>
                          <p:cTn id="835" fill="hold">
                            <p:stCondLst>
                              <p:cond delay="5850"/>
                            </p:stCondLst>
                            <p:childTnLst>
                              <p:par>
                                <p:cTn id="836" presetID="10" presetClass="entr" presetSubtype="0" fill="hold" nodeType="afterEffect">
                                  <p:stCondLst>
                                    <p:cond delay="0"/>
                                  </p:stCondLst>
                                  <p:childTnLst>
                                    <p:set>
                                      <p:cBhvr>
                                        <p:cTn id="837" dur="1" fill="hold">
                                          <p:stCondLst>
                                            <p:cond delay="0"/>
                                          </p:stCondLst>
                                        </p:cTn>
                                        <p:tgtEl>
                                          <p:spTgt spid="824"/>
                                        </p:tgtEl>
                                        <p:attrNameLst>
                                          <p:attrName>style.visibility</p:attrName>
                                        </p:attrNameLst>
                                      </p:cBhvr>
                                      <p:to>
                                        <p:strVal val="visible"/>
                                      </p:to>
                                    </p:set>
                                    <p:animEffect transition="in" filter="fade">
                                      <p:cBhvr>
                                        <p:cTn id="838" dur="50"/>
                                        <p:tgtEl>
                                          <p:spTgt spid="824"/>
                                        </p:tgtEl>
                                      </p:cBhvr>
                                    </p:animEffect>
                                  </p:childTnLst>
                                </p:cTn>
                              </p:par>
                            </p:childTnLst>
                          </p:cTn>
                        </p:par>
                        <p:par>
                          <p:cTn id="839" fill="hold">
                            <p:stCondLst>
                              <p:cond delay="5900"/>
                            </p:stCondLst>
                            <p:childTnLst>
                              <p:par>
                                <p:cTn id="840" presetID="10" presetClass="entr" presetSubtype="0" fill="hold" nodeType="afterEffect">
                                  <p:stCondLst>
                                    <p:cond delay="0"/>
                                  </p:stCondLst>
                                  <p:childTnLst>
                                    <p:set>
                                      <p:cBhvr>
                                        <p:cTn id="841" dur="1" fill="hold">
                                          <p:stCondLst>
                                            <p:cond delay="0"/>
                                          </p:stCondLst>
                                        </p:cTn>
                                        <p:tgtEl>
                                          <p:spTgt spid="830"/>
                                        </p:tgtEl>
                                        <p:attrNameLst>
                                          <p:attrName>style.visibility</p:attrName>
                                        </p:attrNameLst>
                                      </p:cBhvr>
                                      <p:to>
                                        <p:strVal val="visible"/>
                                      </p:to>
                                    </p:set>
                                    <p:animEffect transition="in" filter="fade">
                                      <p:cBhvr>
                                        <p:cTn id="842" dur="50"/>
                                        <p:tgtEl>
                                          <p:spTgt spid="830"/>
                                        </p:tgtEl>
                                      </p:cBhvr>
                                    </p:animEffect>
                                  </p:childTnLst>
                                </p:cTn>
                              </p:par>
                            </p:childTnLst>
                          </p:cTn>
                        </p:par>
                        <p:par>
                          <p:cTn id="843" fill="hold">
                            <p:stCondLst>
                              <p:cond delay="5950"/>
                            </p:stCondLst>
                            <p:childTnLst>
                              <p:par>
                                <p:cTn id="844" presetID="10" presetClass="entr" presetSubtype="0" fill="hold" nodeType="afterEffect">
                                  <p:stCondLst>
                                    <p:cond delay="0"/>
                                  </p:stCondLst>
                                  <p:childTnLst>
                                    <p:set>
                                      <p:cBhvr>
                                        <p:cTn id="845" dur="1" fill="hold">
                                          <p:stCondLst>
                                            <p:cond delay="0"/>
                                          </p:stCondLst>
                                        </p:cTn>
                                        <p:tgtEl>
                                          <p:spTgt spid="836"/>
                                        </p:tgtEl>
                                        <p:attrNameLst>
                                          <p:attrName>style.visibility</p:attrName>
                                        </p:attrNameLst>
                                      </p:cBhvr>
                                      <p:to>
                                        <p:strVal val="visible"/>
                                      </p:to>
                                    </p:set>
                                    <p:animEffect transition="in" filter="fade">
                                      <p:cBhvr>
                                        <p:cTn id="846" dur="50"/>
                                        <p:tgtEl>
                                          <p:spTgt spid="836"/>
                                        </p:tgtEl>
                                      </p:cBhvr>
                                    </p:animEffect>
                                  </p:childTnLst>
                                </p:cTn>
                              </p:par>
                            </p:childTnLst>
                          </p:cTn>
                        </p:par>
                        <p:par>
                          <p:cTn id="847" fill="hold">
                            <p:stCondLst>
                              <p:cond delay="6000"/>
                            </p:stCondLst>
                            <p:childTnLst>
                              <p:par>
                                <p:cTn id="848" presetID="10" presetClass="entr" presetSubtype="0" fill="hold" nodeType="afterEffect">
                                  <p:stCondLst>
                                    <p:cond delay="0"/>
                                  </p:stCondLst>
                                  <p:childTnLst>
                                    <p:set>
                                      <p:cBhvr>
                                        <p:cTn id="849" dur="1" fill="hold">
                                          <p:stCondLst>
                                            <p:cond delay="0"/>
                                          </p:stCondLst>
                                        </p:cTn>
                                        <p:tgtEl>
                                          <p:spTgt spid="842"/>
                                        </p:tgtEl>
                                        <p:attrNameLst>
                                          <p:attrName>style.visibility</p:attrName>
                                        </p:attrNameLst>
                                      </p:cBhvr>
                                      <p:to>
                                        <p:strVal val="visible"/>
                                      </p:to>
                                    </p:set>
                                    <p:animEffect transition="in" filter="fade">
                                      <p:cBhvr>
                                        <p:cTn id="850" dur="50"/>
                                        <p:tgtEl>
                                          <p:spTgt spid="842"/>
                                        </p:tgtEl>
                                      </p:cBhvr>
                                    </p:animEffect>
                                  </p:childTnLst>
                                </p:cTn>
                              </p:par>
                            </p:childTnLst>
                          </p:cTn>
                        </p:par>
                        <p:par>
                          <p:cTn id="851" fill="hold">
                            <p:stCondLst>
                              <p:cond delay="6050"/>
                            </p:stCondLst>
                            <p:childTnLst>
                              <p:par>
                                <p:cTn id="852" presetID="10" presetClass="entr" presetSubtype="0" fill="hold" nodeType="afterEffect">
                                  <p:stCondLst>
                                    <p:cond delay="0"/>
                                  </p:stCondLst>
                                  <p:childTnLst>
                                    <p:set>
                                      <p:cBhvr>
                                        <p:cTn id="853" dur="1" fill="hold">
                                          <p:stCondLst>
                                            <p:cond delay="0"/>
                                          </p:stCondLst>
                                        </p:cTn>
                                        <p:tgtEl>
                                          <p:spTgt spid="860"/>
                                        </p:tgtEl>
                                        <p:attrNameLst>
                                          <p:attrName>style.visibility</p:attrName>
                                        </p:attrNameLst>
                                      </p:cBhvr>
                                      <p:to>
                                        <p:strVal val="visible"/>
                                      </p:to>
                                    </p:set>
                                    <p:animEffect transition="in" filter="fade">
                                      <p:cBhvr>
                                        <p:cTn id="854" dur="50"/>
                                        <p:tgtEl>
                                          <p:spTgt spid="860"/>
                                        </p:tgtEl>
                                      </p:cBhvr>
                                    </p:animEffect>
                                  </p:childTnLst>
                                </p:cTn>
                              </p:par>
                            </p:childTnLst>
                          </p:cTn>
                        </p:par>
                        <p:par>
                          <p:cTn id="855" fill="hold">
                            <p:stCondLst>
                              <p:cond delay="6100"/>
                            </p:stCondLst>
                            <p:childTnLst>
                              <p:par>
                                <p:cTn id="856" presetID="10" presetClass="entr" presetSubtype="0" fill="hold" nodeType="afterEffect">
                                  <p:stCondLst>
                                    <p:cond delay="0"/>
                                  </p:stCondLst>
                                  <p:childTnLst>
                                    <p:set>
                                      <p:cBhvr>
                                        <p:cTn id="857" dur="1" fill="hold">
                                          <p:stCondLst>
                                            <p:cond delay="0"/>
                                          </p:stCondLst>
                                        </p:cTn>
                                        <p:tgtEl>
                                          <p:spTgt spid="887"/>
                                        </p:tgtEl>
                                        <p:attrNameLst>
                                          <p:attrName>style.visibility</p:attrName>
                                        </p:attrNameLst>
                                      </p:cBhvr>
                                      <p:to>
                                        <p:strVal val="visible"/>
                                      </p:to>
                                    </p:set>
                                    <p:animEffect transition="in" filter="fade">
                                      <p:cBhvr>
                                        <p:cTn id="858" dur="50"/>
                                        <p:tgtEl>
                                          <p:spTgt spid="887"/>
                                        </p:tgtEl>
                                      </p:cBhvr>
                                    </p:animEffect>
                                  </p:childTnLst>
                                </p:cTn>
                              </p:par>
                            </p:childTnLst>
                          </p:cTn>
                        </p:par>
                        <p:par>
                          <p:cTn id="859" fill="hold">
                            <p:stCondLst>
                              <p:cond delay="6150"/>
                            </p:stCondLst>
                            <p:childTnLst>
                              <p:par>
                                <p:cTn id="860" presetID="10" presetClass="entr" presetSubtype="0" fill="hold" nodeType="afterEffect">
                                  <p:stCondLst>
                                    <p:cond delay="0"/>
                                  </p:stCondLst>
                                  <p:childTnLst>
                                    <p:set>
                                      <p:cBhvr>
                                        <p:cTn id="861" dur="1" fill="hold">
                                          <p:stCondLst>
                                            <p:cond delay="0"/>
                                          </p:stCondLst>
                                        </p:cTn>
                                        <p:tgtEl>
                                          <p:spTgt spid="893"/>
                                        </p:tgtEl>
                                        <p:attrNameLst>
                                          <p:attrName>style.visibility</p:attrName>
                                        </p:attrNameLst>
                                      </p:cBhvr>
                                      <p:to>
                                        <p:strVal val="visible"/>
                                      </p:to>
                                    </p:set>
                                    <p:animEffect transition="in" filter="fade">
                                      <p:cBhvr>
                                        <p:cTn id="862" dur="50"/>
                                        <p:tgtEl>
                                          <p:spTgt spid="893"/>
                                        </p:tgtEl>
                                      </p:cBhvr>
                                    </p:animEffect>
                                  </p:childTnLst>
                                </p:cTn>
                              </p:par>
                            </p:childTnLst>
                          </p:cTn>
                        </p:par>
                        <p:par>
                          <p:cTn id="863" fill="hold">
                            <p:stCondLst>
                              <p:cond delay="6200"/>
                            </p:stCondLst>
                            <p:childTnLst>
                              <p:par>
                                <p:cTn id="864" presetID="10" presetClass="entr" presetSubtype="0" fill="hold" nodeType="afterEffect">
                                  <p:stCondLst>
                                    <p:cond delay="0"/>
                                  </p:stCondLst>
                                  <p:childTnLst>
                                    <p:set>
                                      <p:cBhvr>
                                        <p:cTn id="865" dur="1" fill="hold">
                                          <p:stCondLst>
                                            <p:cond delay="0"/>
                                          </p:stCondLst>
                                        </p:cTn>
                                        <p:tgtEl>
                                          <p:spTgt spid="899"/>
                                        </p:tgtEl>
                                        <p:attrNameLst>
                                          <p:attrName>style.visibility</p:attrName>
                                        </p:attrNameLst>
                                      </p:cBhvr>
                                      <p:to>
                                        <p:strVal val="visible"/>
                                      </p:to>
                                    </p:set>
                                    <p:animEffect transition="in" filter="fade">
                                      <p:cBhvr>
                                        <p:cTn id="866" dur="50"/>
                                        <p:tgtEl>
                                          <p:spTgt spid="899"/>
                                        </p:tgtEl>
                                      </p:cBhvr>
                                    </p:animEffect>
                                  </p:childTnLst>
                                </p:cTn>
                              </p:par>
                            </p:childTnLst>
                          </p:cTn>
                        </p:par>
                        <p:par>
                          <p:cTn id="867" fill="hold">
                            <p:stCondLst>
                              <p:cond delay="6250"/>
                            </p:stCondLst>
                            <p:childTnLst>
                              <p:par>
                                <p:cTn id="868" presetID="10" presetClass="entr" presetSubtype="0" fill="hold" nodeType="afterEffect">
                                  <p:stCondLst>
                                    <p:cond delay="0"/>
                                  </p:stCondLst>
                                  <p:childTnLst>
                                    <p:set>
                                      <p:cBhvr>
                                        <p:cTn id="869" dur="1" fill="hold">
                                          <p:stCondLst>
                                            <p:cond delay="0"/>
                                          </p:stCondLst>
                                        </p:cTn>
                                        <p:tgtEl>
                                          <p:spTgt spid="905"/>
                                        </p:tgtEl>
                                        <p:attrNameLst>
                                          <p:attrName>style.visibility</p:attrName>
                                        </p:attrNameLst>
                                      </p:cBhvr>
                                      <p:to>
                                        <p:strVal val="visible"/>
                                      </p:to>
                                    </p:set>
                                    <p:animEffect transition="in" filter="fade">
                                      <p:cBhvr>
                                        <p:cTn id="870" dur="50"/>
                                        <p:tgtEl>
                                          <p:spTgt spid="905"/>
                                        </p:tgtEl>
                                      </p:cBhvr>
                                    </p:animEffect>
                                  </p:childTnLst>
                                </p:cTn>
                              </p:par>
                            </p:childTnLst>
                          </p:cTn>
                        </p:par>
                        <p:par>
                          <p:cTn id="871" fill="hold">
                            <p:stCondLst>
                              <p:cond delay="6300"/>
                            </p:stCondLst>
                            <p:childTnLst>
                              <p:par>
                                <p:cTn id="872" presetID="10" presetClass="entr" presetSubtype="0" fill="hold" nodeType="afterEffect">
                                  <p:stCondLst>
                                    <p:cond delay="0"/>
                                  </p:stCondLst>
                                  <p:childTnLst>
                                    <p:set>
                                      <p:cBhvr>
                                        <p:cTn id="873" dur="1" fill="hold">
                                          <p:stCondLst>
                                            <p:cond delay="0"/>
                                          </p:stCondLst>
                                        </p:cTn>
                                        <p:tgtEl>
                                          <p:spTgt spid="911"/>
                                        </p:tgtEl>
                                        <p:attrNameLst>
                                          <p:attrName>style.visibility</p:attrName>
                                        </p:attrNameLst>
                                      </p:cBhvr>
                                      <p:to>
                                        <p:strVal val="visible"/>
                                      </p:to>
                                    </p:set>
                                    <p:animEffect transition="in" filter="fade">
                                      <p:cBhvr>
                                        <p:cTn id="874" dur="50"/>
                                        <p:tgtEl>
                                          <p:spTgt spid="911"/>
                                        </p:tgtEl>
                                      </p:cBhvr>
                                    </p:animEffect>
                                  </p:childTnLst>
                                </p:cTn>
                              </p:par>
                            </p:childTnLst>
                          </p:cTn>
                        </p:par>
                        <p:par>
                          <p:cTn id="875" fill="hold">
                            <p:stCondLst>
                              <p:cond delay="6350"/>
                            </p:stCondLst>
                            <p:childTnLst>
                              <p:par>
                                <p:cTn id="876" presetID="10" presetClass="entr" presetSubtype="0" fill="hold" nodeType="afterEffect">
                                  <p:stCondLst>
                                    <p:cond delay="0"/>
                                  </p:stCondLst>
                                  <p:childTnLst>
                                    <p:set>
                                      <p:cBhvr>
                                        <p:cTn id="877" dur="1" fill="hold">
                                          <p:stCondLst>
                                            <p:cond delay="0"/>
                                          </p:stCondLst>
                                        </p:cTn>
                                        <p:tgtEl>
                                          <p:spTgt spid="941"/>
                                        </p:tgtEl>
                                        <p:attrNameLst>
                                          <p:attrName>style.visibility</p:attrName>
                                        </p:attrNameLst>
                                      </p:cBhvr>
                                      <p:to>
                                        <p:strVal val="visible"/>
                                      </p:to>
                                    </p:set>
                                    <p:animEffect transition="in" filter="fade">
                                      <p:cBhvr>
                                        <p:cTn id="878" dur="50"/>
                                        <p:tgtEl>
                                          <p:spTgt spid="941"/>
                                        </p:tgtEl>
                                      </p:cBhvr>
                                    </p:animEffect>
                                  </p:childTnLst>
                                </p:cTn>
                              </p:par>
                            </p:childTnLst>
                          </p:cTn>
                        </p:par>
                        <p:par>
                          <p:cTn id="879" fill="hold">
                            <p:stCondLst>
                              <p:cond delay="6400"/>
                            </p:stCondLst>
                            <p:childTnLst>
                              <p:par>
                                <p:cTn id="880" presetID="10" presetClass="entr" presetSubtype="0" fill="hold" nodeType="afterEffect">
                                  <p:stCondLst>
                                    <p:cond delay="0"/>
                                  </p:stCondLst>
                                  <p:childTnLst>
                                    <p:set>
                                      <p:cBhvr>
                                        <p:cTn id="881" dur="1" fill="hold">
                                          <p:stCondLst>
                                            <p:cond delay="0"/>
                                          </p:stCondLst>
                                        </p:cTn>
                                        <p:tgtEl>
                                          <p:spTgt spid="956"/>
                                        </p:tgtEl>
                                        <p:attrNameLst>
                                          <p:attrName>style.visibility</p:attrName>
                                        </p:attrNameLst>
                                      </p:cBhvr>
                                      <p:to>
                                        <p:strVal val="visible"/>
                                      </p:to>
                                    </p:set>
                                    <p:animEffect transition="in" filter="fade">
                                      <p:cBhvr>
                                        <p:cTn id="882" dur="50"/>
                                        <p:tgtEl>
                                          <p:spTgt spid="956"/>
                                        </p:tgtEl>
                                      </p:cBhvr>
                                    </p:animEffect>
                                  </p:childTnLst>
                                </p:cTn>
                              </p:par>
                            </p:childTnLst>
                          </p:cTn>
                        </p:par>
                        <p:par>
                          <p:cTn id="883" fill="hold">
                            <p:stCondLst>
                              <p:cond delay="6450"/>
                            </p:stCondLst>
                            <p:childTnLst>
                              <p:par>
                                <p:cTn id="884" presetID="10" presetClass="entr" presetSubtype="0" fill="hold" nodeType="afterEffect">
                                  <p:stCondLst>
                                    <p:cond delay="0"/>
                                  </p:stCondLst>
                                  <p:childTnLst>
                                    <p:set>
                                      <p:cBhvr>
                                        <p:cTn id="885" dur="1" fill="hold">
                                          <p:stCondLst>
                                            <p:cond delay="0"/>
                                          </p:stCondLst>
                                        </p:cTn>
                                        <p:tgtEl>
                                          <p:spTgt spid="962"/>
                                        </p:tgtEl>
                                        <p:attrNameLst>
                                          <p:attrName>style.visibility</p:attrName>
                                        </p:attrNameLst>
                                      </p:cBhvr>
                                      <p:to>
                                        <p:strVal val="visible"/>
                                      </p:to>
                                    </p:set>
                                    <p:animEffect transition="in" filter="fade">
                                      <p:cBhvr>
                                        <p:cTn id="886" dur="50"/>
                                        <p:tgtEl>
                                          <p:spTgt spid="962"/>
                                        </p:tgtEl>
                                      </p:cBhvr>
                                    </p:animEffect>
                                  </p:childTnLst>
                                </p:cTn>
                              </p:par>
                            </p:childTnLst>
                          </p:cTn>
                        </p:par>
                        <p:par>
                          <p:cTn id="887" fill="hold">
                            <p:stCondLst>
                              <p:cond delay="6500"/>
                            </p:stCondLst>
                            <p:childTnLst>
                              <p:par>
                                <p:cTn id="888" presetID="10" presetClass="entr" presetSubtype="0" fill="hold" nodeType="afterEffect">
                                  <p:stCondLst>
                                    <p:cond delay="0"/>
                                  </p:stCondLst>
                                  <p:childTnLst>
                                    <p:set>
                                      <p:cBhvr>
                                        <p:cTn id="889" dur="1" fill="hold">
                                          <p:stCondLst>
                                            <p:cond delay="0"/>
                                          </p:stCondLst>
                                        </p:cTn>
                                        <p:tgtEl>
                                          <p:spTgt spid="968"/>
                                        </p:tgtEl>
                                        <p:attrNameLst>
                                          <p:attrName>style.visibility</p:attrName>
                                        </p:attrNameLst>
                                      </p:cBhvr>
                                      <p:to>
                                        <p:strVal val="visible"/>
                                      </p:to>
                                    </p:set>
                                    <p:animEffect transition="in" filter="fade">
                                      <p:cBhvr>
                                        <p:cTn id="890" dur="50"/>
                                        <p:tgtEl>
                                          <p:spTgt spid="968"/>
                                        </p:tgtEl>
                                      </p:cBhvr>
                                    </p:animEffect>
                                  </p:childTnLst>
                                </p:cTn>
                              </p:par>
                            </p:childTnLst>
                          </p:cTn>
                        </p:par>
                        <p:par>
                          <p:cTn id="891" fill="hold">
                            <p:stCondLst>
                              <p:cond delay="6550"/>
                            </p:stCondLst>
                            <p:childTnLst>
                              <p:par>
                                <p:cTn id="892" presetID="10" presetClass="entr" presetSubtype="0" fill="hold" nodeType="afterEffect">
                                  <p:stCondLst>
                                    <p:cond delay="0"/>
                                  </p:stCondLst>
                                  <p:childTnLst>
                                    <p:set>
                                      <p:cBhvr>
                                        <p:cTn id="893" dur="1" fill="hold">
                                          <p:stCondLst>
                                            <p:cond delay="0"/>
                                          </p:stCondLst>
                                        </p:cTn>
                                        <p:tgtEl>
                                          <p:spTgt spid="845"/>
                                        </p:tgtEl>
                                        <p:attrNameLst>
                                          <p:attrName>style.visibility</p:attrName>
                                        </p:attrNameLst>
                                      </p:cBhvr>
                                      <p:to>
                                        <p:strVal val="visible"/>
                                      </p:to>
                                    </p:set>
                                    <p:animEffect transition="in" filter="fade">
                                      <p:cBhvr>
                                        <p:cTn id="894" dur="50"/>
                                        <p:tgtEl>
                                          <p:spTgt spid="845"/>
                                        </p:tgtEl>
                                      </p:cBhvr>
                                    </p:animEffect>
                                  </p:childTnLst>
                                </p:cTn>
                              </p:par>
                            </p:childTnLst>
                          </p:cTn>
                        </p:par>
                        <p:par>
                          <p:cTn id="895" fill="hold">
                            <p:stCondLst>
                              <p:cond delay="6600"/>
                            </p:stCondLst>
                            <p:childTnLst>
                              <p:par>
                                <p:cTn id="896" presetID="10" presetClass="entr" presetSubtype="0" fill="hold" nodeType="afterEffect">
                                  <p:stCondLst>
                                    <p:cond delay="0"/>
                                  </p:stCondLst>
                                  <p:childTnLst>
                                    <p:set>
                                      <p:cBhvr>
                                        <p:cTn id="897" dur="1" fill="hold">
                                          <p:stCondLst>
                                            <p:cond delay="0"/>
                                          </p:stCondLst>
                                        </p:cTn>
                                        <p:tgtEl>
                                          <p:spTgt spid="851"/>
                                        </p:tgtEl>
                                        <p:attrNameLst>
                                          <p:attrName>style.visibility</p:attrName>
                                        </p:attrNameLst>
                                      </p:cBhvr>
                                      <p:to>
                                        <p:strVal val="visible"/>
                                      </p:to>
                                    </p:set>
                                    <p:animEffect transition="in" filter="fade">
                                      <p:cBhvr>
                                        <p:cTn id="898" dur="50"/>
                                        <p:tgtEl>
                                          <p:spTgt spid="851"/>
                                        </p:tgtEl>
                                      </p:cBhvr>
                                    </p:animEffect>
                                  </p:childTnLst>
                                </p:cTn>
                              </p:par>
                            </p:childTnLst>
                          </p:cTn>
                        </p:par>
                        <p:par>
                          <p:cTn id="899" fill="hold">
                            <p:stCondLst>
                              <p:cond delay="6650"/>
                            </p:stCondLst>
                            <p:childTnLst>
                              <p:par>
                                <p:cTn id="900" presetID="10" presetClass="entr" presetSubtype="0" fill="hold" nodeType="afterEffect">
                                  <p:stCondLst>
                                    <p:cond delay="0"/>
                                  </p:stCondLst>
                                  <p:childTnLst>
                                    <p:set>
                                      <p:cBhvr>
                                        <p:cTn id="901" dur="1" fill="hold">
                                          <p:stCondLst>
                                            <p:cond delay="0"/>
                                          </p:stCondLst>
                                        </p:cTn>
                                        <p:tgtEl>
                                          <p:spTgt spid="974"/>
                                        </p:tgtEl>
                                        <p:attrNameLst>
                                          <p:attrName>style.visibility</p:attrName>
                                        </p:attrNameLst>
                                      </p:cBhvr>
                                      <p:to>
                                        <p:strVal val="visible"/>
                                      </p:to>
                                    </p:set>
                                    <p:animEffect transition="in" filter="fade">
                                      <p:cBhvr>
                                        <p:cTn id="902" dur="50"/>
                                        <p:tgtEl>
                                          <p:spTgt spid="974"/>
                                        </p:tgtEl>
                                      </p:cBhvr>
                                    </p:animEffect>
                                  </p:childTnLst>
                                </p:cTn>
                              </p:par>
                            </p:childTnLst>
                          </p:cTn>
                        </p:par>
                        <p:par>
                          <p:cTn id="903" fill="hold">
                            <p:stCondLst>
                              <p:cond delay="6700"/>
                            </p:stCondLst>
                            <p:childTnLst>
                              <p:par>
                                <p:cTn id="904" presetID="10" presetClass="entr" presetSubtype="0" fill="hold" nodeType="afterEffect">
                                  <p:stCondLst>
                                    <p:cond delay="0"/>
                                  </p:stCondLst>
                                  <p:childTnLst>
                                    <p:set>
                                      <p:cBhvr>
                                        <p:cTn id="905" dur="1" fill="hold">
                                          <p:stCondLst>
                                            <p:cond delay="0"/>
                                          </p:stCondLst>
                                        </p:cTn>
                                        <p:tgtEl>
                                          <p:spTgt spid="980"/>
                                        </p:tgtEl>
                                        <p:attrNameLst>
                                          <p:attrName>style.visibility</p:attrName>
                                        </p:attrNameLst>
                                      </p:cBhvr>
                                      <p:to>
                                        <p:strVal val="visible"/>
                                      </p:to>
                                    </p:set>
                                    <p:animEffect transition="in" filter="fade">
                                      <p:cBhvr>
                                        <p:cTn id="906" dur="50"/>
                                        <p:tgtEl>
                                          <p:spTgt spid="980"/>
                                        </p:tgtEl>
                                      </p:cBhvr>
                                    </p:animEffect>
                                  </p:childTnLst>
                                </p:cTn>
                              </p:par>
                            </p:childTnLst>
                          </p:cTn>
                        </p:par>
                        <p:par>
                          <p:cTn id="907" fill="hold">
                            <p:stCondLst>
                              <p:cond delay="6750"/>
                            </p:stCondLst>
                            <p:childTnLst>
                              <p:par>
                                <p:cTn id="908" presetID="10" presetClass="entr" presetSubtype="0" fill="hold" nodeType="afterEffect">
                                  <p:stCondLst>
                                    <p:cond delay="0"/>
                                  </p:stCondLst>
                                  <p:childTnLst>
                                    <p:set>
                                      <p:cBhvr>
                                        <p:cTn id="909" dur="1" fill="hold">
                                          <p:stCondLst>
                                            <p:cond delay="0"/>
                                          </p:stCondLst>
                                        </p:cTn>
                                        <p:tgtEl>
                                          <p:spTgt spid="986"/>
                                        </p:tgtEl>
                                        <p:attrNameLst>
                                          <p:attrName>style.visibility</p:attrName>
                                        </p:attrNameLst>
                                      </p:cBhvr>
                                      <p:to>
                                        <p:strVal val="visible"/>
                                      </p:to>
                                    </p:set>
                                    <p:animEffect transition="in" filter="fade">
                                      <p:cBhvr>
                                        <p:cTn id="910" dur="50"/>
                                        <p:tgtEl>
                                          <p:spTgt spid="986"/>
                                        </p:tgtEl>
                                      </p:cBhvr>
                                    </p:animEffect>
                                  </p:childTnLst>
                                </p:cTn>
                              </p:par>
                            </p:childTnLst>
                          </p:cTn>
                        </p:par>
                        <p:par>
                          <p:cTn id="911" fill="hold">
                            <p:stCondLst>
                              <p:cond delay="6800"/>
                            </p:stCondLst>
                            <p:childTnLst>
                              <p:par>
                                <p:cTn id="912" presetID="10" presetClass="entr" presetSubtype="0" fill="hold" nodeType="afterEffect">
                                  <p:stCondLst>
                                    <p:cond delay="0"/>
                                  </p:stCondLst>
                                  <p:childTnLst>
                                    <p:set>
                                      <p:cBhvr>
                                        <p:cTn id="913" dur="1" fill="hold">
                                          <p:stCondLst>
                                            <p:cond delay="0"/>
                                          </p:stCondLst>
                                        </p:cTn>
                                        <p:tgtEl>
                                          <p:spTgt spid="992"/>
                                        </p:tgtEl>
                                        <p:attrNameLst>
                                          <p:attrName>style.visibility</p:attrName>
                                        </p:attrNameLst>
                                      </p:cBhvr>
                                      <p:to>
                                        <p:strVal val="visible"/>
                                      </p:to>
                                    </p:set>
                                    <p:animEffect transition="in" filter="fade">
                                      <p:cBhvr>
                                        <p:cTn id="914" dur="50"/>
                                        <p:tgtEl>
                                          <p:spTgt spid="992"/>
                                        </p:tgtEl>
                                      </p:cBhvr>
                                    </p:animEffect>
                                  </p:childTnLst>
                                </p:cTn>
                              </p:par>
                            </p:childTnLst>
                          </p:cTn>
                        </p:par>
                        <p:par>
                          <p:cTn id="915" fill="hold">
                            <p:stCondLst>
                              <p:cond delay="6850"/>
                            </p:stCondLst>
                            <p:childTnLst>
                              <p:par>
                                <p:cTn id="916" presetID="10" presetClass="entr" presetSubtype="0" fill="hold" nodeType="afterEffect">
                                  <p:stCondLst>
                                    <p:cond delay="0"/>
                                  </p:stCondLst>
                                  <p:childTnLst>
                                    <p:set>
                                      <p:cBhvr>
                                        <p:cTn id="917" dur="1" fill="hold">
                                          <p:stCondLst>
                                            <p:cond delay="0"/>
                                          </p:stCondLst>
                                        </p:cTn>
                                        <p:tgtEl>
                                          <p:spTgt spid="998"/>
                                        </p:tgtEl>
                                        <p:attrNameLst>
                                          <p:attrName>style.visibility</p:attrName>
                                        </p:attrNameLst>
                                      </p:cBhvr>
                                      <p:to>
                                        <p:strVal val="visible"/>
                                      </p:to>
                                    </p:set>
                                    <p:animEffect transition="in" filter="fade">
                                      <p:cBhvr>
                                        <p:cTn id="918" dur="50"/>
                                        <p:tgtEl>
                                          <p:spTgt spid="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 grpId="0" animBg="1"/>
      <p:bldP spid="64" grpId="0" animBg="1"/>
      <p:bldP spid="65" grpId="0" animBg="1"/>
      <p:bldP spid="66" grpId="0" animBg="1"/>
      <p:bldP spid="67" grpId="0" animBg="1"/>
      <p:bldP spid="68" grpId="0" animBg="1"/>
      <p:bldP spid="69"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4" grpId="0" animBg="1"/>
      <p:bldP spid="95" grpId="0" animBg="1"/>
      <p:bldP spid="37" grpId="0" animBg="1"/>
      <p:bldP spid="38" grpId="0" animBg="1"/>
      <p:bldP spid="41" grpId="0" animBg="1"/>
      <p:bldP spid="42" grpId="0" animBg="1"/>
      <p:bldP spid="1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8" name="Picture 6" descr="http://cdn.slashgear.com/wp-content/uploads/2012/10/google-datacenter-tech-1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9223" y="-922338"/>
            <a:ext cx="14097000" cy="865822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39671AE2-6106-4F50-B2C2-74604DEF4ADD}"/>
              </a:ext>
            </a:extLst>
          </p:cNvPr>
          <p:cNvSpPr>
            <a:spLocks noGrp="1"/>
          </p:cNvSpPr>
          <p:nvPr>
            <p:ph type="sldNum" sz="quarter" idx="12"/>
          </p:nvPr>
        </p:nvSpPr>
        <p:spPr/>
        <p:txBody>
          <a:bodyPr/>
          <a:lstStyle/>
          <a:p>
            <a:fld id="{522E449F-ACE2-4651-A469-C563CF075F5E}" type="slidenum">
              <a:rPr lang="en-US" smtClean="0"/>
              <a:t>9</a:t>
            </a:fld>
            <a:endParaRPr lang="en-US"/>
          </a:p>
        </p:txBody>
      </p:sp>
      <p:sp>
        <p:nvSpPr>
          <p:cNvPr id="3" name="Date Placeholder 2">
            <a:extLst>
              <a:ext uri="{FF2B5EF4-FFF2-40B4-BE49-F238E27FC236}">
                <a16:creationId xmlns:a16="http://schemas.microsoft.com/office/drawing/2014/main" id="{52D822DB-1B5A-4E9E-8C1A-AD36FC4AF069}"/>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E4B8A5C2-56B4-48B0-8DE0-325598F19A12}"/>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735474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bwMode="auto">
          <a:xfrm>
            <a:off x="8186295" y="2036503"/>
            <a:ext cx="3539432" cy="3308178"/>
          </a:xfrm>
          <a:prstGeom prst="rect">
            <a:avLst/>
          </a:prstGeom>
          <a:solidFill>
            <a:srgbClr val="9A009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3256" tIns="46628" rIns="93256" bIns="279781" numCol="1" rtlCol="0" anchor="b" anchorCtr="0" compatLnSpc="1">
            <a:prstTxWarp prst="textNoShape">
              <a:avLst/>
            </a:prstTxWarp>
          </a:bodyPr>
          <a:lstStyle/>
          <a:p>
            <a:pPr algn="ctr" defTabSz="932290" fontAlgn="base">
              <a:spcBef>
                <a:spcPct val="0"/>
              </a:spcBef>
              <a:spcAft>
                <a:spcPct val="0"/>
              </a:spcAft>
            </a:pPr>
            <a:r>
              <a:rPr lang="en-US" sz="3264" dirty="0">
                <a:gradFill>
                  <a:gsLst>
                    <a:gs pos="0">
                      <a:srgbClr val="FFFFFF"/>
                    </a:gs>
                    <a:gs pos="100000">
                      <a:srgbClr val="FFFFFF"/>
                    </a:gs>
                  </a:gsLst>
                  <a:lin ang="5400000" scaled="0"/>
                </a:gradFill>
              </a:rPr>
              <a:t>Hybrid Consistency</a:t>
            </a:r>
          </a:p>
        </p:txBody>
      </p:sp>
      <p:sp>
        <p:nvSpPr>
          <p:cNvPr id="11" name="Title 3"/>
          <p:cNvSpPr txBox="1">
            <a:spLocks/>
          </p:cNvSpPr>
          <p:nvPr/>
        </p:nvSpPr>
        <p:spPr>
          <a:xfrm>
            <a:off x="531948" y="410794"/>
            <a:ext cx="11370961" cy="762786"/>
          </a:xfrm>
          <a:prstGeom prst="rect">
            <a:avLst/>
          </a:prstGeom>
        </p:spPr>
        <p:txBody>
          <a:bodyPr vert="horz" wrap="square" lIns="0" tIns="0" rIns="0" bIns="0" rtlCol="0" anchor="ctr" anchorCtr="0">
            <a:noAutofit/>
          </a:bodyPr>
          <a:lstStyle>
            <a:lvl1pPr algn="l" defTabSz="914363" rtl="0" eaLnBrk="1" latinLnBrk="0" hangingPunct="1">
              <a:lnSpc>
                <a:spcPct val="90000"/>
              </a:lnSpc>
              <a:spcBef>
                <a:spcPct val="0"/>
              </a:spcBef>
              <a:buNone/>
              <a:defRPr lang="en-US" sz="6600" b="0" kern="1200" cap="none" spc="-100" baseline="0">
                <a:ln w="3175">
                  <a:noFill/>
                </a:ln>
                <a:solidFill>
                  <a:schemeClr val="bg1">
                    <a:alpha val="99000"/>
                  </a:schemeClr>
                </a:solidFill>
                <a:effectLst/>
                <a:latin typeface="Segoe UI Light" pitchFamily="34" charset="0"/>
                <a:ea typeface="+mn-ea"/>
                <a:cs typeface="Arial" charset="0"/>
              </a:defRPr>
            </a:lvl1pPr>
          </a:lstStyle>
          <a:p>
            <a:r>
              <a:rPr lang="en-US" sz="6731" dirty="0">
                <a:solidFill>
                  <a:schemeClr val="bg1"/>
                </a:solidFill>
              </a:rPr>
              <a:t>Microsoft Azure</a:t>
            </a:r>
          </a:p>
        </p:txBody>
      </p:sp>
      <p:grpSp>
        <p:nvGrpSpPr>
          <p:cNvPr id="15" name="Group 14"/>
          <p:cNvGrpSpPr/>
          <p:nvPr/>
        </p:nvGrpSpPr>
        <p:grpSpPr>
          <a:xfrm>
            <a:off x="734107" y="2036502"/>
            <a:ext cx="10196552" cy="3308177"/>
            <a:chOff x="627895" y="2692245"/>
            <a:chExt cx="6296788" cy="2042935"/>
          </a:xfrm>
        </p:grpSpPr>
        <p:sp>
          <p:nvSpPr>
            <p:cNvPr id="12" name="Rectangle 11"/>
            <p:cNvSpPr/>
            <p:nvPr/>
          </p:nvSpPr>
          <p:spPr bwMode="auto">
            <a:xfrm>
              <a:off x="627895" y="2692245"/>
              <a:ext cx="2185744" cy="204293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3256" tIns="46628" rIns="93256" bIns="279781" numCol="1" rtlCol="0" anchor="b" anchorCtr="0" compatLnSpc="1">
              <a:prstTxWarp prst="textNoShape">
                <a:avLst/>
              </a:prstTxWarp>
            </a:bodyPr>
            <a:lstStyle/>
            <a:p>
              <a:pPr algn="ctr" defTabSz="932290" fontAlgn="base">
                <a:spcBef>
                  <a:spcPct val="0"/>
                </a:spcBef>
                <a:spcAft>
                  <a:spcPct val="0"/>
                </a:spcAft>
              </a:pPr>
              <a:r>
                <a:rPr lang="en-US" sz="3264" dirty="0">
                  <a:gradFill>
                    <a:gsLst>
                      <a:gs pos="0">
                        <a:srgbClr val="FFFFFF"/>
                      </a:gs>
                      <a:gs pos="100000">
                        <a:srgbClr val="FFFFFF"/>
                      </a:gs>
                    </a:gsLst>
                    <a:lin ang="5400000" scaled="0"/>
                  </a:gradFill>
                </a:rPr>
                <a:t>Move Faster</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3611" y="3215743"/>
              <a:ext cx="1061072" cy="646289"/>
            </a:xfrm>
            <a:prstGeom prst="rect">
              <a:avLst/>
            </a:prstGeom>
          </p:spPr>
        </p:pic>
      </p:grpSp>
      <p:sp>
        <p:nvSpPr>
          <p:cNvPr id="13" name="Rectangle 12"/>
          <p:cNvSpPr/>
          <p:nvPr/>
        </p:nvSpPr>
        <p:spPr bwMode="auto">
          <a:xfrm>
            <a:off x="4460201" y="2036503"/>
            <a:ext cx="3539432" cy="3308178"/>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3256" tIns="46628" rIns="93256" bIns="279781" numCol="1" rtlCol="0" anchor="b" anchorCtr="0" compatLnSpc="1">
            <a:prstTxWarp prst="textNoShape">
              <a:avLst/>
            </a:prstTxWarp>
          </a:bodyPr>
          <a:lstStyle/>
          <a:p>
            <a:pPr algn="ctr" defTabSz="932290" fontAlgn="base">
              <a:spcBef>
                <a:spcPct val="0"/>
              </a:spcBef>
              <a:spcAft>
                <a:spcPct val="0"/>
              </a:spcAft>
            </a:pPr>
            <a:r>
              <a:rPr lang="en-US" sz="3264" dirty="0">
                <a:gradFill>
                  <a:gsLst>
                    <a:gs pos="0">
                      <a:srgbClr val="FFFFFF"/>
                    </a:gs>
                    <a:gs pos="100000">
                      <a:srgbClr val="FFFFFF"/>
                    </a:gs>
                  </a:gsLst>
                  <a:lin ang="5400000" scaled="0"/>
                </a:gradFill>
              </a:rPr>
              <a:t>Save Money</a:t>
            </a:r>
          </a:p>
        </p:txBody>
      </p:sp>
      <p:sp>
        <p:nvSpPr>
          <p:cNvPr id="16" name="Freeform 123"/>
          <p:cNvSpPr>
            <a:spLocks noEditPoints="1"/>
          </p:cNvSpPr>
          <p:nvPr/>
        </p:nvSpPr>
        <p:spPr bwMode="black">
          <a:xfrm>
            <a:off x="1688633" y="2784777"/>
            <a:ext cx="1477273" cy="1534097"/>
          </a:xfrm>
          <a:custGeom>
            <a:avLst/>
            <a:gdLst>
              <a:gd name="T0" fmla="*/ 57 w 63"/>
              <a:gd name="T1" fmla="*/ 54 h 65"/>
              <a:gd name="T2" fmla="*/ 57 w 63"/>
              <a:gd name="T3" fmla="*/ 55 h 65"/>
              <a:gd name="T4" fmla="*/ 35 w 63"/>
              <a:gd name="T5" fmla="*/ 65 h 65"/>
              <a:gd name="T6" fmla="*/ 33 w 63"/>
              <a:gd name="T7" fmla="*/ 65 h 65"/>
              <a:gd name="T8" fmla="*/ 12 w 63"/>
              <a:gd name="T9" fmla="*/ 57 h 65"/>
              <a:gd name="T10" fmla="*/ 10 w 63"/>
              <a:gd name="T11" fmla="*/ 55 h 65"/>
              <a:gd name="T12" fmla="*/ 2 w 63"/>
              <a:gd name="T13" fmla="*/ 62 h 65"/>
              <a:gd name="T14" fmla="*/ 0 w 63"/>
              <a:gd name="T15" fmla="*/ 37 h 65"/>
              <a:gd name="T16" fmla="*/ 25 w 63"/>
              <a:gd name="T17" fmla="*/ 42 h 65"/>
              <a:gd name="T18" fmla="*/ 17 w 63"/>
              <a:gd name="T19" fmla="*/ 48 h 65"/>
              <a:gd name="T20" fmla="*/ 20 w 63"/>
              <a:gd name="T21" fmla="*/ 50 h 65"/>
              <a:gd name="T22" fmla="*/ 33 w 63"/>
              <a:gd name="T23" fmla="*/ 55 h 65"/>
              <a:gd name="T24" fmla="*/ 34 w 63"/>
              <a:gd name="T25" fmla="*/ 55 h 65"/>
              <a:gd name="T26" fmla="*/ 49 w 63"/>
              <a:gd name="T27" fmla="*/ 48 h 65"/>
              <a:gd name="T28" fmla="*/ 50 w 63"/>
              <a:gd name="T29" fmla="*/ 48 h 65"/>
              <a:gd name="T30" fmla="*/ 57 w 63"/>
              <a:gd name="T31" fmla="*/ 54 h 65"/>
              <a:gd name="T32" fmla="*/ 63 w 63"/>
              <a:gd name="T33" fmla="*/ 29 h 65"/>
              <a:gd name="T34" fmla="*/ 61 w 63"/>
              <a:gd name="T35" fmla="*/ 4 h 65"/>
              <a:gd name="T36" fmla="*/ 53 w 63"/>
              <a:gd name="T37" fmla="*/ 11 h 65"/>
              <a:gd name="T38" fmla="*/ 53 w 63"/>
              <a:gd name="T39" fmla="*/ 11 h 65"/>
              <a:gd name="T40" fmla="*/ 53 w 63"/>
              <a:gd name="T41" fmla="*/ 10 h 65"/>
              <a:gd name="T42" fmla="*/ 51 w 63"/>
              <a:gd name="T43" fmla="*/ 8 h 65"/>
              <a:gd name="T44" fmla="*/ 29 w 63"/>
              <a:gd name="T45" fmla="*/ 0 h 65"/>
              <a:gd name="T46" fmla="*/ 28 w 63"/>
              <a:gd name="T47" fmla="*/ 0 h 65"/>
              <a:gd name="T48" fmla="*/ 6 w 63"/>
              <a:gd name="T49" fmla="*/ 10 h 65"/>
              <a:gd name="T50" fmla="*/ 5 w 63"/>
              <a:gd name="T51" fmla="*/ 10 h 65"/>
              <a:gd name="T52" fmla="*/ 13 w 63"/>
              <a:gd name="T53" fmla="*/ 17 h 65"/>
              <a:gd name="T54" fmla="*/ 13 w 63"/>
              <a:gd name="T55" fmla="*/ 17 h 65"/>
              <a:gd name="T56" fmla="*/ 28 w 63"/>
              <a:gd name="T57" fmla="*/ 10 h 65"/>
              <a:gd name="T58" fmla="*/ 29 w 63"/>
              <a:gd name="T59" fmla="*/ 10 h 65"/>
              <a:gd name="T60" fmla="*/ 43 w 63"/>
              <a:gd name="T61" fmla="*/ 14 h 65"/>
              <a:gd name="T62" fmla="*/ 46 w 63"/>
              <a:gd name="T63" fmla="*/ 17 h 65"/>
              <a:gd name="T64" fmla="*/ 38 w 63"/>
              <a:gd name="T65" fmla="*/ 24 h 65"/>
              <a:gd name="T66" fmla="*/ 63 w 63"/>
              <a:gd name="T67" fmla="*/ 29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3" h="65">
                <a:moveTo>
                  <a:pt x="57" y="54"/>
                </a:moveTo>
                <a:cubicBezTo>
                  <a:pt x="57" y="55"/>
                  <a:pt x="57" y="55"/>
                  <a:pt x="57" y="55"/>
                </a:cubicBezTo>
                <a:cubicBezTo>
                  <a:pt x="51" y="61"/>
                  <a:pt x="43" y="64"/>
                  <a:pt x="35" y="65"/>
                </a:cubicBezTo>
                <a:cubicBezTo>
                  <a:pt x="34" y="65"/>
                  <a:pt x="34" y="65"/>
                  <a:pt x="33" y="65"/>
                </a:cubicBezTo>
                <a:cubicBezTo>
                  <a:pt x="26" y="65"/>
                  <a:pt x="18" y="62"/>
                  <a:pt x="12" y="57"/>
                </a:cubicBezTo>
                <a:cubicBezTo>
                  <a:pt x="10" y="55"/>
                  <a:pt x="10" y="55"/>
                  <a:pt x="10" y="55"/>
                </a:cubicBezTo>
                <a:cubicBezTo>
                  <a:pt x="2" y="62"/>
                  <a:pt x="2" y="62"/>
                  <a:pt x="2" y="62"/>
                </a:cubicBezTo>
                <a:cubicBezTo>
                  <a:pt x="0" y="37"/>
                  <a:pt x="0" y="37"/>
                  <a:pt x="0" y="37"/>
                </a:cubicBezTo>
                <a:cubicBezTo>
                  <a:pt x="25" y="42"/>
                  <a:pt x="25" y="42"/>
                  <a:pt x="25" y="42"/>
                </a:cubicBezTo>
                <a:cubicBezTo>
                  <a:pt x="17" y="48"/>
                  <a:pt x="17" y="48"/>
                  <a:pt x="17" y="48"/>
                </a:cubicBezTo>
                <a:cubicBezTo>
                  <a:pt x="20" y="50"/>
                  <a:pt x="20" y="50"/>
                  <a:pt x="20" y="50"/>
                </a:cubicBezTo>
                <a:cubicBezTo>
                  <a:pt x="24" y="53"/>
                  <a:pt x="29" y="55"/>
                  <a:pt x="33" y="55"/>
                </a:cubicBezTo>
                <a:cubicBezTo>
                  <a:pt x="34" y="55"/>
                  <a:pt x="34" y="55"/>
                  <a:pt x="34" y="55"/>
                </a:cubicBezTo>
                <a:cubicBezTo>
                  <a:pt x="40" y="54"/>
                  <a:pt x="45" y="52"/>
                  <a:pt x="49" y="48"/>
                </a:cubicBezTo>
                <a:cubicBezTo>
                  <a:pt x="50" y="48"/>
                  <a:pt x="50" y="48"/>
                  <a:pt x="50" y="48"/>
                </a:cubicBezTo>
                <a:lnTo>
                  <a:pt x="57" y="54"/>
                </a:lnTo>
                <a:close/>
                <a:moveTo>
                  <a:pt x="63" y="29"/>
                </a:moveTo>
                <a:cubicBezTo>
                  <a:pt x="61" y="4"/>
                  <a:pt x="61" y="4"/>
                  <a:pt x="61" y="4"/>
                </a:cubicBezTo>
                <a:cubicBezTo>
                  <a:pt x="53" y="11"/>
                  <a:pt x="53" y="11"/>
                  <a:pt x="53" y="11"/>
                </a:cubicBezTo>
                <a:cubicBezTo>
                  <a:pt x="53" y="11"/>
                  <a:pt x="53" y="11"/>
                  <a:pt x="53" y="11"/>
                </a:cubicBezTo>
                <a:cubicBezTo>
                  <a:pt x="53" y="10"/>
                  <a:pt x="53" y="10"/>
                  <a:pt x="53" y="10"/>
                </a:cubicBezTo>
                <a:cubicBezTo>
                  <a:pt x="51" y="8"/>
                  <a:pt x="51" y="8"/>
                  <a:pt x="51" y="8"/>
                </a:cubicBezTo>
                <a:cubicBezTo>
                  <a:pt x="45" y="3"/>
                  <a:pt x="37" y="0"/>
                  <a:pt x="29" y="0"/>
                </a:cubicBezTo>
                <a:cubicBezTo>
                  <a:pt x="29" y="0"/>
                  <a:pt x="28" y="0"/>
                  <a:pt x="28" y="0"/>
                </a:cubicBezTo>
                <a:cubicBezTo>
                  <a:pt x="20" y="0"/>
                  <a:pt x="12" y="4"/>
                  <a:pt x="6" y="10"/>
                </a:cubicBezTo>
                <a:cubicBezTo>
                  <a:pt x="5" y="10"/>
                  <a:pt x="5" y="10"/>
                  <a:pt x="5" y="10"/>
                </a:cubicBezTo>
                <a:cubicBezTo>
                  <a:pt x="13" y="17"/>
                  <a:pt x="13" y="17"/>
                  <a:pt x="13" y="17"/>
                </a:cubicBezTo>
                <a:cubicBezTo>
                  <a:pt x="13" y="17"/>
                  <a:pt x="13" y="17"/>
                  <a:pt x="13" y="17"/>
                </a:cubicBezTo>
                <a:cubicBezTo>
                  <a:pt x="17" y="13"/>
                  <a:pt x="23" y="10"/>
                  <a:pt x="28" y="10"/>
                </a:cubicBezTo>
                <a:cubicBezTo>
                  <a:pt x="29" y="10"/>
                  <a:pt x="29" y="10"/>
                  <a:pt x="29" y="10"/>
                </a:cubicBezTo>
                <a:cubicBezTo>
                  <a:pt x="34" y="10"/>
                  <a:pt x="39" y="12"/>
                  <a:pt x="43" y="14"/>
                </a:cubicBezTo>
                <a:cubicBezTo>
                  <a:pt x="46" y="17"/>
                  <a:pt x="46" y="17"/>
                  <a:pt x="46" y="17"/>
                </a:cubicBezTo>
                <a:cubicBezTo>
                  <a:pt x="38" y="24"/>
                  <a:pt x="38" y="24"/>
                  <a:pt x="38" y="24"/>
                </a:cubicBezTo>
                <a:lnTo>
                  <a:pt x="63" y="29"/>
                </a:lnTo>
                <a:close/>
              </a:path>
            </a:pathLst>
          </a:custGeom>
          <a:solidFill>
            <a:srgbClr val="FFFFFF"/>
          </a:solidFill>
          <a:ln>
            <a:noFill/>
          </a:ln>
        </p:spPr>
        <p:txBody>
          <a:bodyPr vert="horz" wrap="square" lIns="93260" tIns="46630" rIns="93260" bIns="46630" numCol="1" anchor="t" anchorCtr="0" compatLnSpc="1">
            <a:prstTxWarp prst="textNoShape">
              <a:avLst/>
            </a:prstTxWarp>
          </a:bodyPr>
          <a:lstStyle/>
          <a:p>
            <a:endParaRPr lang="en-US" sz="1836"/>
          </a:p>
        </p:txBody>
      </p:sp>
      <p:sp>
        <p:nvSpPr>
          <p:cNvPr id="19" name="TextBox 18"/>
          <p:cNvSpPr txBox="1"/>
          <p:nvPr/>
        </p:nvSpPr>
        <p:spPr>
          <a:xfrm>
            <a:off x="5752294" y="2758296"/>
            <a:ext cx="949886" cy="1901733"/>
          </a:xfrm>
          <a:prstGeom prst="rect">
            <a:avLst/>
          </a:prstGeom>
          <a:noFill/>
        </p:spPr>
        <p:txBody>
          <a:bodyPr wrap="none" lIns="0" tIns="0" rIns="0" bIns="0" rtlCol="0">
            <a:spAutoFit/>
          </a:bodyPr>
          <a:lstStyle/>
          <a:p>
            <a:pPr>
              <a:lnSpc>
                <a:spcPct val="90000"/>
              </a:lnSpc>
              <a:spcBef>
                <a:spcPct val="20000"/>
              </a:spcBef>
              <a:buSzPct val="80000"/>
            </a:pPr>
            <a:r>
              <a:rPr lang="en-US" sz="13463" dirty="0">
                <a:solidFill>
                  <a:schemeClr val="bg1"/>
                </a:solidFill>
              </a:rPr>
              <a:t>$</a:t>
            </a:r>
          </a:p>
        </p:txBody>
      </p:sp>
    </p:spTree>
    <p:extLst>
      <p:ext uri="{BB962C8B-B14F-4D97-AF65-F5344CB8AC3E}">
        <p14:creationId xmlns:p14="http://schemas.microsoft.com/office/powerpoint/2010/main" val="2855531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bwMode="auto">
          <a:xfrm>
            <a:off x="-1" y="1974"/>
            <a:ext cx="12436475" cy="6981918"/>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8000" dirty="0">
              <a:solidFill>
                <a:srgbClr val="000000"/>
              </a:solidFill>
              <a:ea typeface="Segoe UI" pitchFamily="34" charset="0"/>
              <a:cs typeface="Segoe UI" pitchFamily="34" charset="0"/>
            </a:endParaRPr>
          </a:p>
        </p:txBody>
      </p:sp>
      <p:sp>
        <p:nvSpPr>
          <p:cNvPr id="7" name="Rectangle 6"/>
          <p:cNvSpPr/>
          <p:nvPr/>
        </p:nvSpPr>
        <p:spPr bwMode="auto">
          <a:xfrm>
            <a:off x="960437" y="3246476"/>
            <a:ext cx="10744200" cy="1600200"/>
          </a:xfrm>
          <a:prstGeom prst="rect">
            <a:avLst/>
          </a:prstGeom>
          <a:noFill/>
          <a:ln>
            <a:noFill/>
            <a:headEnd type="none" w="med" len="med"/>
            <a:tailEnd type="none" w="med" len="med"/>
          </a:ln>
        </p:spPr>
        <p:style>
          <a:lnRef idx="0">
            <a:schemeClr val="accent6"/>
          </a:lnRef>
          <a:fillRef idx="3">
            <a:schemeClr val="accent6"/>
          </a:fillRef>
          <a:effectRef idx="3">
            <a:schemeClr val="accent6"/>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8000" dirty="0">
                <a:solidFill>
                  <a:srgbClr val="000000"/>
                </a:solidFill>
                <a:ea typeface="Segoe UI" pitchFamily="34" charset="0"/>
                <a:cs typeface="Segoe UI" pitchFamily="34" charset="0"/>
              </a:rPr>
              <a:t>Trust and Control</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6986" y="186351"/>
            <a:ext cx="2602030" cy="720909"/>
          </a:xfrm>
          <a:prstGeom prst="rect">
            <a:avLst/>
          </a:prstGeom>
        </p:spPr>
      </p:pic>
      <p:pic>
        <p:nvPicPr>
          <p:cNvPr id="8" name="Picture 7"/>
          <p:cNvPicPr>
            <a:picLocks noChangeAspect="1"/>
          </p:cNvPicPr>
          <p:nvPr/>
        </p:nvPicPr>
        <p:blipFill>
          <a:blip r:embed="rId4"/>
          <a:stretch>
            <a:fillRect/>
          </a:stretch>
        </p:blipFill>
        <p:spPr>
          <a:xfrm>
            <a:off x="778401" y="4760118"/>
            <a:ext cx="2127238" cy="479551"/>
          </a:xfrm>
          <a:prstGeom prst="rect">
            <a:avLst/>
          </a:prstGeom>
        </p:spPr>
      </p:pic>
      <p:pic>
        <p:nvPicPr>
          <p:cNvPr id="11" name="Picture 10"/>
          <p:cNvPicPr>
            <a:picLocks noChangeAspect="1"/>
          </p:cNvPicPr>
          <p:nvPr/>
        </p:nvPicPr>
        <p:blipFill>
          <a:blip r:embed="rId5"/>
          <a:stretch>
            <a:fillRect/>
          </a:stretch>
        </p:blipFill>
        <p:spPr>
          <a:xfrm>
            <a:off x="7686600" y="1169907"/>
            <a:ext cx="2462881" cy="658820"/>
          </a:xfrm>
          <a:prstGeom prst="rect">
            <a:avLst/>
          </a:prstGeom>
        </p:spPr>
      </p:pic>
      <p:pic>
        <p:nvPicPr>
          <p:cNvPr id="12" name="Picture 11"/>
          <p:cNvPicPr>
            <a:picLocks noChangeAspect="1"/>
          </p:cNvPicPr>
          <p:nvPr/>
        </p:nvPicPr>
        <p:blipFill>
          <a:blip r:embed="rId6"/>
          <a:stretch>
            <a:fillRect/>
          </a:stretch>
        </p:blipFill>
        <p:spPr>
          <a:xfrm>
            <a:off x="1825055" y="6160026"/>
            <a:ext cx="2524344" cy="595571"/>
          </a:xfrm>
          <a:prstGeom prst="rect">
            <a:avLst/>
          </a:prstGeom>
        </p:spPr>
      </p:pic>
      <p:pic>
        <p:nvPicPr>
          <p:cNvPr id="13" name="Picture 12"/>
          <p:cNvPicPr>
            <a:picLocks noChangeAspect="1"/>
          </p:cNvPicPr>
          <p:nvPr/>
        </p:nvPicPr>
        <p:blipFill>
          <a:blip r:embed="rId7"/>
          <a:stretch>
            <a:fillRect/>
          </a:stretch>
        </p:blipFill>
        <p:spPr>
          <a:xfrm>
            <a:off x="3684041" y="4999893"/>
            <a:ext cx="2745064" cy="720737"/>
          </a:xfrm>
          <a:prstGeom prst="rect">
            <a:avLst/>
          </a:prstGeom>
        </p:spPr>
      </p:pic>
      <p:pic>
        <p:nvPicPr>
          <p:cNvPr id="15" name="Picture 14"/>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395282" y="122632"/>
            <a:ext cx="2681822" cy="640411"/>
          </a:xfrm>
          <a:prstGeom prst="rect">
            <a:avLst/>
          </a:prstGeom>
          <a:noFill/>
          <a:ln>
            <a:noFill/>
          </a:ln>
        </p:spPr>
      </p:pic>
      <p:pic>
        <p:nvPicPr>
          <p:cNvPr id="16" name="Picture 15"/>
          <p:cNvPicPr>
            <a:picLocks noChangeAspect="1"/>
          </p:cNvPicPr>
          <p:nvPr/>
        </p:nvPicPr>
        <p:blipFill rotWithShape="1">
          <a:blip r:embed="rId9" cstate="print">
            <a:extLst>
              <a:ext uri="{28A0092B-C50C-407E-A947-70E740481C1C}">
                <a14:useLocalDpi xmlns:a14="http://schemas.microsoft.com/office/drawing/2010/main" val="0"/>
              </a:ext>
            </a:extLst>
          </a:blip>
          <a:srcRect t="15709" r="4558" b="24173"/>
          <a:stretch/>
        </p:blipFill>
        <p:spPr>
          <a:xfrm>
            <a:off x="6840459" y="4456618"/>
            <a:ext cx="2648895" cy="780115"/>
          </a:xfrm>
          <a:prstGeom prst="rect">
            <a:avLst/>
          </a:prstGeom>
        </p:spPr>
      </p:pic>
      <p:pic>
        <p:nvPicPr>
          <p:cNvPr id="2" name="Picture 1"/>
          <p:cNvPicPr>
            <a:picLocks noChangeAspect="1"/>
          </p:cNvPicPr>
          <p:nvPr/>
        </p:nvPicPr>
        <p:blipFill rotWithShape="1">
          <a:blip r:embed="rId10"/>
          <a:srcRect l="5116" t="10845" r="26430" b="12688"/>
          <a:stretch/>
        </p:blipFill>
        <p:spPr>
          <a:xfrm>
            <a:off x="-52778" y="372128"/>
            <a:ext cx="7686601" cy="3074640"/>
          </a:xfrm>
          <a:prstGeom prst="rect">
            <a:avLst/>
          </a:prstGeom>
        </p:spPr>
      </p:pic>
      <p:sp>
        <p:nvSpPr>
          <p:cNvPr id="3" name="Rectangle 2"/>
          <p:cNvSpPr/>
          <p:nvPr/>
        </p:nvSpPr>
        <p:spPr bwMode="auto">
          <a:xfrm>
            <a:off x="8164907" y="1796877"/>
            <a:ext cx="4453603" cy="510748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3200" dirty="0">
                <a:solidFill>
                  <a:sysClr val="windowText" lastClr="000000"/>
                </a:solidFill>
                <a:ea typeface="Segoe UI" pitchFamily="34" charset="0"/>
                <a:cs typeface="Segoe UI" pitchFamily="34" charset="0"/>
              </a:rPr>
              <a:t>Virtual Networks</a:t>
            </a:r>
          </a:p>
          <a:p>
            <a:pPr algn="ctr" defTabSz="932472" fontAlgn="base">
              <a:lnSpc>
                <a:spcPct val="90000"/>
              </a:lnSpc>
              <a:spcBef>
                <a:spcPct val="0"/>
              </a:spcBef>
              <a:spcAft>
                <a:spcPct val="0"/>
              </a:spcAft>
            </a:pPr>
            <a:r>
              <a:rPr lang="en-US" sz="3200" dirty="0">
                <a:solidFill>
                  <a:sysClr val="windowText" lastClr="000000"/>
                </a:solidFill>
                <a:ea typeface="Segoe UI" pitchFamily="34" charset="0"/>
                <a:cs typeface="Segoe UI" pitchFamily="34" charset="0"/>
              </a:rPr>
              <a:t>Forced Tunneling</a:t>
            </a:r>
          </a:p>
          <a:p>
            <a:pPr algn="ctr" defTabSz="932472" fontAlgn="base">
              <a:lnSpc>
                <a:spcPct val="90000"/>
              </a:lnSpc>
              <a:spcBef>
                <a:spcPct val="0"/>
              </a:spcBef>
              <a:spcAft>
                <a:spcPct val="0"/>
              </a:spcAft>
            </a:pPr>
            <a:r>
              <a:rPr lang="en-US" sz="3200" dirty="0">
                <a:solidFill>
                  <a:sysClr val="windowText" lastClr="000000"/>
                </a:solidFill>
                <a:ea typeface="Segoe UI" pitchFamily="34" charset="0"/>
                <a:cs typeface="Segoe UI" pitchFamily="34" charset="0"/>
              </a:rPr>
              <a:t>RBAC</a:t>
            </a:r>
          </a:p>
          <a:p>
            <a:pPr algn="ctr" defTabSz="932472" fontAlgn="base">
              <a:lnSpc>
                <a:spcPct val="90000"/>
              </a:lnSpc>
              <a:spcBef>
                <a:spcPct val="0"/>
              </a:spcBef>
              <a:spcAft>
                <a:spcPct val="0"/>
              </a:spcAft>
            </a:pPr>
            <a:endParaRPr lang="en-US" sz="3200" dirty="0">
              <a:solidFill>
                <a:sysClr val="windowText" lastClr="000000"/>
              </a:solidFill>
              <a:ea typeface="Segoe UI" pitchFamily="34" charset="0"/>
              <a:cs typeface="Segoe UI" pitchFamily="34" charset="0"/>
            </a:endParaRPr>
          </a:p>
          <a:p>
            <a:pPr algn="ctr" defTabSz="932472" fontAlgn="base">
              <a:lnSpc>
                <a:spcPct val="90000"/>
              </a:lnSpc>
              <a:spcBef>
                <a:spcPct val="0"/>
              </a:spcBef>
              <a:spcAft>
                <a:spcPct val="0"/>
              </a:spcAft>
            </a:pPr>
            <a:endParaRPr lang="en-US" sz="3200" dirty="0">
              <a:solidFill>
                <a:sysClr val="windowText" lastClr="000000"/>
              </a:solidFill>
              <a:ea typeface="Segoe UI" pitchFamily="34" charset="0"/>
              <a:cs typeface="Segoe UI" pitchFamily="34" charset="0"/>
            </a:endParaRPr>
          </a:p>
          <a:p>
            <a:pPr algn="ctr" defTabSz="932472" fontAlgn="base">
              <a:lnSpc>
                <a:spcPct val="90000"/>
              </a:lnSpc>
              <a:spcBef>
                <a:spcPct val="0"/>
              </a:spcBef>
              <a:spcAft>
                <a:spcPct val="0"/>
              </a:spcAft>
            </a:pPr>
            <a:endParaRPr lang="en-US" sz="3200" dirty="0">
              <a:solidFill>
                <a:sysClr val="windowText" lastClr="000000"/>
              </a:solidFill>
              <a:ea typeface="Segoe UI" pitchFamily="34" charset="0"/>
              <a:cs typeface="Segoe UI" pitchFamily="34" charset="0"/>
            </a:endParaRPr>
          </a:p>
          <a:p>
            <a:pPr algn="ctr" defTabSz="932472" fontAlgn="base">
              <a:lnSpc>
                <a:spcPct val="90000"/>
              </a:lnSpc>
              <a:spcBef>
                <a:spcPct val="0"/>
              </a:spcBef>
              <a:spcAft>
                <a:spcPct val="0"/>
              </a:spcAft>
            </a:pPr>
            <a:endParaRPr lang="en-US" sz="3200" dirty="0">
              <a:solidFill>
                <a:sysClr val="windowText" lastClr="000000"/>
              </a:solidFill>
              <a:ea typeface="Segoe UI" pitchFamily="34" charset="0"/>
              <a:cs typeface="Segoe UI" pitchFamily="34" charset="0"/>
            </a:endParaRPr>
          </a:p>
          <a:p>
            <a:pPr algn="ctr" defTabSz="932472" fontAlgn="base">
              <a:lnSpc>
                <a:spcPct val="90000"/>
              </a:lnSpc>
              <a:spcBef>
                <a:spcPct val="0"/>
              </a:spcBef>
              <a:spcAft>
                <a:spcPct val="0"/>
              </a:spcAft>
            </a:pPr>
            <a:endParaRPr lang="en-US" sz="3200" dirty="0">
              <a:solidFill>
                <a:sysClr val="windowText" lastClr="000000"/>
              </a:solidFill>
              <a:ea typeface="Segoe UI" pitchFamily="34" charset="0"/>
              <a:cs typeface="Segoe UI" pitchFamily="34" charset="0"/>
            </a:endParaRPr>
          </a:p>
          <a:p>
            <a:pPr algn="ctr" defTabSz="932472" fontAlgn="base">
              <a:lnSpc>
                <a:spcPct val="90000"/>
              </a:lnSpc>
              <a:spcBef>
                <a:spcPct val="0"/>
              </a:spcBef>
              <a:spcAft>
                <a:spcPct val="0"/>
              </a:spcAft>
            </a:pPr>
            <a:r>
              <a:rPr lang="en-US" sz="3200" dirty="0">
                <a:solidFill>
                  <a:sysClr val="windowText" lastClr="000000"/>
                </a:solidFill>
                <a:ea typeface="Segoe UI" pitchFamily="34" charset="0"/>
                <a:cs typeface="Segoe UI" pitchFamily="34" charset="0"/>
              </a:rPr>
              <a:t>Multiple </a:t>
            </a:r>
            <a:r>
              <a:rPr lang="en-US" sz="3200" dirty="0" err="1">
                <a:solidFill>
                  <a:sysClr val="windowText" lastClr="000000"/>
                </a:solidFill>
                <a:ea typeface="Segoe UI" pitchFamily="34" charset="0"/>
                <a:cs typeface="Segoe UI" pitchFamily="34" charset="0"/>
              </a:rPr>
              <a:t>vNICs</a:t>
            </a:r>
            <a:endParaRPr lang="en-US" sz="3200" dirty="0">
              <a:solidFill>
                <a:sysClr val="windowText" lastClr="000000"/>
              </a:solidFill>
              <a:ea typeface="Segoe UI" pitchFamily="34" charset="0"/>
              <a:cs typeface="Segoe UI" pitchFamily="34" charset="0"/>
            </a:endParaRPr>
          </a:p>
          <a:p>
            <a:pPr algn="ctr" defTabSz="932472" fontAlgn="base">
              <a:lnSpc>
                <a:spcPct val="90000"/>
              </a:lnSpc>
              <a:spcBef>
                <a:spcPct val="0"/>
              </a:spcBef>
              <a:spcAft>
                <a:spcPct val="0"/>
              </a:spcAft>
            </a:pPr>
            <a:r>
              <a:rPr lang="en-US" sz="3200" dirty="0">
                <a:solidFill>
                  <a:sysClr val="windowText" lastClr="000000"/>
                </a:solidFill>
                <a:ea typeface="Segoe UI" pitchFamily="34" charset="0"/>
                <a:cs typeface="Segoe UI" pitchFamily="34" charset="0"/>
              </a:rPr>
              <a:t>IP </a:t>
            </a:r>
            <a:r>
              <a:rPr lang="en-US" sz="3200" dirty="0" err="1">
                <a:solidFill>
                  <a:sysClr val="windowText" lastClr="000000"/>
                </a:solidFill>
                <a:ea typeface="Segoe UI" pitchFamily="34" charset="0"/>
                <a:cs typeface="Segoe UI" pitchFamily="34" charset="0"/>
              </a:rPr>
              <a:t>ACLing</a:t>
            </a:r>
            <a:endParaRPr lang="en-US" sz="3200" dirty="0">
              <a:solidFill>
                <a:sysClr val="windowText" lastClr="000000"/>
              </a:solidFill>
              <a:ea typeface="Segoe UI" pitchFamily="34" charset="0"/>
              <a:cs typeface="Segoe UI" pitchFamily="34" charset="0"/>
            </a:endParaRPr>
          </a:p>
          <a:p>
            <a:pPr algn="ctr" defTabSz="932472" fontAlgn="base">
              <a:lnSpc>
                <a:spcPct val="90000"/>
              </a:lnSpc>
              <a:spcBef>
                <a:spcPct val="0"/>
              </a:spcBef>
              <a:spcAft>
                <a:spcPct val="0"/>
              </a:spcAft>
            </a:pPr>
            <a:r>
              <a:rPr lang="en-US" sz="3200" dirty="0">
                <a:solidFill>
                  <a:sysClr val="windowText" lastClr="000000"/>
                </a:solidFill>
                <a:ea typeface="Segoe UI" pitchFamily="34" charset="0"/>
                <a:cs typeface="Segoe UI" pitchFamily="34" charset="0"/>
              </a:rPr>
              <a:t>Subnet </a:t>
            </a:r>
            <a:r>
              <a:rPr lang="en-US" sz="3200" dirty="0" err="1">
                <a:solidFill>
                  <a:sysClr val="windowText" lastClr="000000"/>
                </a:solidFill>
                <a:ea typeface="Segoe UI" pitchFamily="34" charset="0"/>
                <a:cs typeface="Segoe UI" pitchFamily="34" charset="0"/>
              </a:rPr>
              <a:t>ACL’ing</a:t>
            </a:r>
            <a:endParaRPr lang="en-US" sz="3200" dirty="0">
              <a:solidFill>
                <a:sysClr val="windowText" lastClr="000000"/>
              </a:solidFill>
              <a:ea typeface="Segoe UI" pitchFamily="34" charset="0"/>
              <a:cs typeface="Segoe UI" pitchFamily="34" charset="0"/>
            </a:endParaRPr>
          </a:p>
        </p:txBody>
      </p:sp>
      <p:sp>
        <p:nvSpPr>
          <p:cNvPr id="4" name="Slide Number Placeholder 3">
            <a:extLst>
              <a:ext uri="{FF2B5EF4-FFF2-40B4-BE49-F238E27FC236}">
                <a16:creationId xmlns:a16="http://schemas.microsoft.com/office/drawing/2014/main" id="{10D69F3F-196A-4544-8EF3-1B716A98626A}"/>
              </a:ext>
            </a:extLst>
          </p:cNvPr>
          <p:cNvSpPr>
            <a:spLocks noGrp="1"/>
          </p:cNvSpPr>
          <p:nvPr>
            <p:ph type="sldNum" sz="quarter" idx="12"/>
          </p:nvPr>
        </p:nvSpPr>
        <p:spPr/>
        <p:txBody>
          <a:bodyPr/>
          <a:lstStyle/>
          <a:p>
            <a:fld id="{522E449F-ACE2-4651-A469-C563CF075F5E}" type="slidenum">
              <a:rPr lang="en-US" smtClean="0"/>
              <a:t>11</a:t>
            </a:fld>
            <a:endParaRPr lang="en-US"/>
          </a:p>
        </p:txBody>
      </p:sp>
      <p:sp>
        <p:nvSpPr>
          <p:cNvPr id="5" name="Date Placeholder 4">
            <a:extLst>
              <a:ext uri="{FF2B5EF4-FFF2-40B4-BE49-F238E27FC236}">
                <a16:creationId xmlns:a16="http://schemas.microsoft.com/office/drawing/2014/main" id="{36E64A6E-665B-4F4C-A142-8E610C023703}"/>
              </a:ext>
            </a:extLst>
          </p:cNvPr>
          <p:cNvSpPr>
            <a:spLocks noGrp="1"/>
          </p:cNvSpPr>
          <p:nvPr>
            <p:ph type="dt" sz="half" idx="10"/>
          </p:nvPr>
        </p:nvSpPr>
        <p:spPr/>
        <p:txBody>
          <a:bodyPr/>
          <a:lstStyle/>
          <a:p>
            <a:fld id="{6734A2D1-ECEC-49CC-9297-AFA3F854F07F}" type="datetime1">
              <a:rPr lang="en-US" smtClean="0"/>
              <a:t>6/17/2025</a:t>
            </a:fld>
            <a:endParaRPr lang="en-US"/>
          </a:p>
        </p:txBody>
      </p:sp>
      <p:sp>
        <p:nvSpPr>
          <p:cNvPr id="9" name="Footer Placeholder 8">
            <a:extLst>
              <a:ext uri="{FF2B5EF4-FFF2-40B4-BE49-F238E27FC236}">
                <a16:creationId xmlns:a16="http://schemas.microsoft.com/office/drawing/2014/main" id="{25A18F4F-A09E-46B8-B1E3-E9BD0FD884BF}"/>
              </a:ext>
            </a:extLst>
          </p:cNvPr>
          <p:cNvSpPr>
            <a:spLocks noGrp="1"/>
          </p:cNvSpPr>
          <p:nvPr>
            <p:ph type="ftr" sz="quarter" idx="11"/>
          </p:nvPr>
        </p:nvSpPr>
        <p:spPr/>
        <p:txBody>
          <a:bodyPr/>
          <a:lstStyle/>
          <a:p>
            <a:r>
              <a:rPr lang="en-US"/>
              <a:t>MOTC - Confidential</a:t>
            </a:r>
          </a:p>
        </p:txBody>
      </p:sp>
    </p:spTree>
    <p:extLst>
      <p:ext uri="{BB962C8B-B14F-4D97-AF65-F5344CB8AC3E}">
        <p14:creationId xmlns:p14="http://schemas.microsoft.com/office/powerpoint/2010/main" val="353884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par>
                          <p:cTn id="11" fill="hold">
                            <p:stCondLst>
                              <p:cond delay="500"/>
                            </p:stCondLst>
                            <p:childTnLst>
                              <p:par>
                                <p:cTn id="12" presetID="42" presetClass="entr" presetSubtype="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5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70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20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100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1000"/>
                                        <p:tgtEl>
                                          <p:spTgt spid="16"/>
                                        </p:tgtEl>
                                      </p:cBhvr>
                                    </p:animEffect>
                                    <p:anim calcmode="lin" valueType="num">
                                      <p:cBhvr>
                                        <p:cTn id="35" dur="1000" fill="hold"/>
                                        <p:tgtEl>
                                          <p:spTgt spid="16"/>
                                        </p:tgtEl>
                                        <p:attrNameLst>
                                          <p:attrName>ppt_x</p:attrName>
                                        </p:attrNameLst>
                                      </p:cBhvr>
                                      <p:tavLst>
                                        <p:tav tm="0">
                                          <p:val>
                                            <p:strVal val="#ppt_x"/>
                                          </p:val>
                                        </p:tav>
                                        <p:tav tm="100000">
                                          <p:val>
                                            <p:strVal val="#ppt_x"/>
                                          </p:val>
                                        </p:tav>
                                      </p:tavLst>
                                    </p:anim>
                                    <p:anim calcmode="lin" valueType="num">
                                      <p:cBhvr>
                                        <p:cTn id="36" dur="1000" fill="hold"/>
                                        <p:tgtEl>
                                          <p:spTgt spid="16"/>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50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160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1000"/>
                                        <p:tgtEl>
                                          <p:spTgt spid="15"/>
                                        </p:tgtEl>
                                      </p:cBhvr>
                                    </p:animEffect>
                                    <p:anim calcmode="lin" valueType="num">
                                      <p:cBhvr>
                                        <p:cTn id="45" dur="1000" fill="hold"/>
                                        <p:tgtEl>
                                          <p:spTgt spid="15"/>
                                        </p:tgtEl>
                                        <p:attrNameLst>
                                          <p:attrName>ppt_x</p:attrName>
                                        </p:attrNameLst>
                                      </p:cBhvr>
                                      <p:tavLst>
                                        <p:tav tm="0">
                                          <p:val>
                                            <p:strVal val="#ppt_x"/>
                                          </p:val>
                                        </p:tav>
                                        <p:tav tm="100000">
                                          <p:val>
                                            <p:strVal val="#ppt_x"/>
                                          </p:val>
                                        </p:tav>
                                      </p:tavLst>
                                    </p:anim>
                                    <p:anim calcmode="lin" valueType="num">
                                      <p:cBhvr>
                                        <p:cTn id="46" dur="1000" fill="hold"/>
                                        <p:tgtEl>
                                          <p:spTgt spid="15"/>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3">
                                            <p:txEl>
                                              <p:pRg st="0" end="0"/>
                                            </p:txEl>
                                          </p:spTgt>
                                        </p:tgtEl>
                                        <p:attrNameLst>
                                          <p:attrName>style.visibility</p:attrName>
                                        </p:attrNameLst>
                                      </p:cBhvr>
                                      <p:to>
                                        <p:strVal val="visible"/>
                                      </p:to>
                                    </p:set>
                                    <p:animEffect transition="in" filter="fade">
                                      <p:cBhvr>
                                        <p:cTn id="54" dur="800"/>
                                        <p:tgtEl>
                                          <p:spTgt spid="3">
                                            <p:txEl>
                                              <p:pRg st="0" end="0"/>
                                            </p:txEl>
                                          </p:spTgt>
                                        </p:tgtEl>
                                      </p:cBhvr>
                                    </p:animEffect>
                                    <p:anim calcmode="lin" valueType="num">
                                      <p:cBhvr>
                                        <p:cTn id="55" dur="8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56" dur="800" fill="hold"/>
                                        <p:tgtEl>
                                          <p:spTgt spid="3">
                                            <p:txEl>
                                              <p:pRg st="0" end="0"/>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1100"/>
                                  </p:stCondLst>
                                  <p:childTnLst>
                                    <p:set>
                                      <p:cBhvr>
                                        <p:cTn id="58" dur="1" fill="hold">
                                          <p:stCondLst>
                                            <p:cond delay="0"/>
                                          </p:stCondLst>
                                        </p:cTn>
                                        <p:tgtEl>
                                          <p:spTgt spid="3">
                                            <p:txEl>
                                              <p:pRg st="1" end="1"/>
                                            </p:txEl>
                                          </p:spTgt>
                                        </p:tgtEl>
                                        <p:attrNameLst>
                                          <p:attrName>style.visibility</p:attrName>
                                        </p:attrNameLst>
                                      </p:cBhvr>
                                      <p:to>
                                        <p:strVal val="visible"/>
                                      </p:to>
                                    </p:set>
                                    <p:animEffect transition="in" filter="fade">
                                      <p:cBhvr>
                                        <p:cTn id="59" dur="600"/>
                                        <p:tgtEl>
                                          <p:spTgt spid="3">
                                            <p:txEl>
                                              <p:pRg st="1" end="1"/>
                                            </p:txEl>
                                          </p:spTgt>
                                        </p:tgtEl>
                                      </p:cBhvr>
                                    </p:animEffect>
                                    <p:anim calcmode="lin" valueType="num">
                                      <p:cBhvr>
                                        <p:cTn id="60" dur="6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61" dur="600" fill="hold"/>
                                        <p:tgtEl>
                                          <p:spTgt spid="3">
                                            <p:txEl>
                                              <p:pRg st="1" end="1"/>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1100"/>
                                  </p:stCondLst>
                                  <p:childTnLst>
                                    <p:set>
                                      <p:cBhvr>
                                        <p:cTn id="63" dur="1" fill="hold">
                                          <p:stCondLst>
                                            <p:cond delay="0"/>
                                          </p:stCondLst>
                                        </p:cTn>
                                        <p:tgtEl>
                                          <p:spTgt spid="3">
                                            <p:txEl>
                                              <p:pRg st="2" end="2"/>
                                            </p:txEl>
                                          </p:spTgt>
                                        </p:tgtEl>
                                        <p:attrNameLst>
                                          <p:attrName>style.visibility</p:attrName>
                                        </p:attrNameLst>
                                      </p:cBhvr>
                                      <p:to>
                                        <p:strVal val="visible"/>
                                      </p:to>
                                    </p:set>
                                    <p:animEffect transition="in" filter="fade">
                                      <p:cBhvr>
                                        <p:cTn id="64" dur="600"/>
                                        <p:tgtEl>
                                          <p:spTgt spid="3">
                                            <p:txEl>
                                              <p:pRg st="2" end="2"/>
                                            </p:txEl>
                                          </p:spTgt>
                                        </p:tgtEl>
                                      </p:cBhvr>
                                    </p:animEffect>
                                    <p:anim calcmode="lin" valueType="num">
                                      <p:cBhvr>
                                        <p:cTn id="65" dur="6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66" dur="600" fill="hold"/>
                                        <p:tgtEl>
                                          <p:spTgt spid="3">
                                            <p:txEl>
                                              <p:pRg st="2" end="2"/>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200"/>
                                  </p:stCondLst>
                                  <p:childTnLst>
                                    <p:set>
                                      <p:cBhvr>
                                        <p:cTn id="68" dur="1" fill="hold">
                                          <p:stCondLst>
                                            <p:cond delay="0"/>
                                          </p:stCondLst>
                                        </p:cTn>
                                        <p:tgtEl>
                                          <p:spTgt spid="3">
                                            <p:txEl>
                                              <p:pRg st="8" end="8"/>
                                            </p:txEl>
                                          </p:spTgt>
                                        </p:tgtEl>
                                        <p:attrNameLst>
                                          <p:attrName>style.visibility</p:attrName>
                                        </p:attrNameLst>
                                      </p:cBhvr>
                                      <p:to>
                                        <p:strVal val="visible"/>
                                      </p:to>
                                    </p:set>
                                    <p:animEffect transition="in" filter="fade">
                                      <p:cBhvr>
                                        <p:cTn id="69" dur="700"/>
                                        <p:tgtEl>
                                          <p:spTgt spid="3">
                                            <p:txEl>
                                              <p:pRg st="8" end="8"/>
                                            </p:txEl>
                                          </p:spTgt>
                                        </p:tgtEl>
                                      </p:cBhvr>
                                    </p:animEffect>
                                    <p:anim calcmode="lin" valueType="num">
                                      <p:cBhvr>
                                        <p:cTn id="70" dur="7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1" dur="700" fill="hold"/>
                                        <p:tgtEl>
                                          <p:spTgt spid="3">
                                            <p:txEl>
                                              <p:pRg st="8" end="8"/>
                                            </p:txEl>
                                          </p:spTgt>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900"/>
                                  </p:stCondLst>
                                  <p:childTnLst>
                                    <p:set>
                                      <p:cBhvr>
                                        <p:cTn id="73" dur="1" fill="hold">
                                          <p:stCondLst>
                                            <p:cond delay="0"/>
                                          </p:stCondLst>
                                        </p:cTn>
                                        <p:tgtEl>
                                          <p:spTgt spid="3">
                                            <p:txEl>
                                              <p:pRg st="9" end="9"/>
                                            </p:txEl>
                                          </p:spTgt>
                                        </p:tgtEl>
                                        <p:attrNameLst>
                                          <p:attrName>style.visibility</p:attrName>
                                        </p:attrNameLst>
                                      </p:cBhvr>
                                      <p:to>
                                        <p:strVal val="visible"/>
                                      </p:to>
                                    </p:set>
                                    <p:animEffect transition="in" filter="fade">
                                      <p:cBhvr>
                                        <p:cTn id="74" dur="700"/>
                                        <p:tgtEl>
                                          <p:spTgt spid="3">
                                            <p:txEl>
                                              <p:pRg st="9" end="9"/>
                                            </p:txEl>
                                          </p:spTgt>
                                        </p:tgtEl>
                                      </p:cBhvr>
                                    </p:animEffect>
                                    <p:anim calcmode="lin" valueType="num">
                                      <p:cBhvr>
                                        <p:cTn id="75" dur="7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6" dur="700" fill="hold"/>
                                        <p:tgtEl>
                                          <p:spTgt spid="3">
                                            <p:txEl>
                                              <p:pRg st="9" end="9"/>
                                            </p:txEl>
                                          </p:spTgt>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300"/>
                                  </p:stCondLst>
                                  <p:childTnLst>
                                    <p:set>
                                      <p:cBhvr>
                                        <p:cTn id="78" dur="1" fill="hold">
                                          <p:stCondLst>
                                            <p:cond delay="0"/>
                                          </p:stCondLst>
                                        </p:cTn>
                                        <p:tgtEl>
                                          <p:spTgt spid="3">
                                            <p:txEl>
                                              <p:pRg st="10" end="10"/>
                                            </p:txEl>
                                          </p:spTgt>
                                        </p:tgtEl>
                                        <p:attrNameLst>
                                          <p:attrName>style.visibility</p:attrName>
                                        </p:attrNameLst>
                                      </p:cBhvr>
                                      <p:to>
                                        <p:strVal val="visible"/>
                                      </p:to>
                                    </p:set>
                                    <p:animEffect transition="in" filter="fade">
                                      <p:cBhvr>
                                        <p:cTn id="79" dur="1000"/>
                                        <p:tgtEl>
                                          <p:spTgt spid="3">
                                            <p:txEl>
                                              <p:pRg st="10" end="10"/>
                                            </p:txEl>
                                          </p:spTgt>
                                        </p:tgtEl>
                                      </p:cBhvr>
                                    </p:animEffect>
                                    <p:anim calcmode="lin" valueType="num">
                                      <p:cBhvr>
                                        <p:cTn id="8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8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7"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bwMode="auto">
          <a:xfrm>
            <a:off x="0" y="-78507"/>
            <a:ext cx="12542837" cy="72328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p:cNvSpPr>
            <a:spLocks noGrp="1"/>
          </p:cNvSpPr>
          <p:nvPr>
            <p:ph type="title"/>
          </p:nvPr>
        </p:nvSpPr>
        <p:spPr/>
        <p:txBody>
          <a:bodyPr/>
          <a:lstStyle/>
          <a:p>
            <a:r>
              <a:rPr lang="en-US" dirty="0">
                <a:solidFill>
                  <a:sysClr val="windowText" lastClr="000000"/>
                </a:solidFill>
              </a:rPr>
              <a:t>A Growing Marketplace</a:t>
            </a:r>
          </a:p>
        </p:txBody>
      </p:sp>
      <p:pic>
        <p:nvPicPr>
          <p:cNvPr id="14" name="Picture 13"/>
          <p:cNvPicPr>
            <a:picLocks noChangeAspect="1"/>
          </p:cNvPicPr>
          <p:nvPr/>
        </p:nvPicPr>
        <p:blipFill rotWithShape="1">
          <a:blip r:embed="rId3">
            <a:clrChange>
              <a:clrFrom>
                <a:srgbClr val="FFFFFF"/>
              </a:clrFrom>
              <a:clrTo>
                <a:srgbClr val="FFFFFF">
                  <a:alpha val="0"/>
                </a:srgbClr>
              </a:clrTo>
            </a:clrChange>
          </a:blip>
          <a:srcRect l="15673" t="26730" r="11430" b="24815"/>
          <a:stretch/>
        </p:blipFill>
        <p:spPr>
          <a:xfrm>
            <a:off x="6763725" y="2089579"/>
            <a:ext cx="1888794" cy="445207"/>
          </a:xfrm>
          <a:prstGeom prst="rect">
            <a:avLst/>
          </a:prstGeom>
        </p:spPr>
      </p:pic>
      <p:pic>
        <p:nvPicPr>
          <p:cNvPr id="15" name="Picture 14"/>
          <p:cNvPicPr>
            <a:picLocks noChangeAspect="1"/>
          </p:cNvPicPr>
          <p:nvPr/>
        </p:nvPicPr>
        <p:blipFill>
          <a:blip r:embed="rId4">
            <a:clrChange>
              <a:clrFrom>
                <a:srgbClr val="FFFFFF"/>
              </a:clrFrom>
              <a:clrTo>
                <a:srgbClr val="FFFFFF">
                  <a:alpha val="0"/>
                </a:srgbClr>
              </a:clrTo>
            </a:clrChange>
          </a:blip>
          <a:stretch>
            <a:fillRect/>
          </a:stretch>
        </p:blipFill>
        <p:spPr>
          <a:xfrm>
            <a:off x="850190" y="1471503"/>
            <a:ext cx="1590909" cy="533037"/>
          </a:xfrm>
          <a:prstGeom prst="rect">
            <a:avLst/>
          </a:prstGeom>
        </p:spPr>
      </p:pic>
      <p:pic>
        <p:nvPicPr>
          <p:cNvPr id="16" name="Picture 15"/>
          <p:cNvPicPr>
            <a:picLocks noChangeAspect="1"/>
          </p:cNvPicPr>
          <p:nvPr/>
        </p:nvPicPr>
        <p:blipFill rotWithShape="1">
          <a:blip r:embed="rId5" cstate="screen">
            <a:extLst>
              <a:ext uri="{28A0092B-C50C-407E-A947-70E740481C1C}">
                <a14:useLocalDpi xmlns:a14="http://schemas.microsoft.com/office/drawing/2010/main"/>
              </a:ext>
            </a:extLst>
          </a:blip>
          <a:stretch/>
        </p:blipFill>
        <p:spPr>
          <a:xfrm>
            <a:off x="2794762" y="1878553"/>
            <a:ext cx="1463682" cy="611371"/>
          </a:xfrm>
          <a:prstGeom prst="rect">
            <a:avLst/>
          </a:prstGeom>
        </p:spPr>
      </p:pic>
      <p:pic>
        <p:nvPicPr>
          <p:cNvPr id="17" name="Picture 16"/>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23684" y="4321012"/>
            <a:ext cx="1738408" cy="311602"/>
          </a:xfrm>
          <a:prstGeom prst="rect">
            <a:avLst/>
          </a:prstGeom>
        </p:spPr>
      </p:pic>
      <p:pic>
        <p:nvPicPr>
          <p:cNvPr id="18" name="Picture 17"/>
          <p:cNvPicPr>
            <a:picLocks noChangeAspect="1"/>
          </p:cNvPicPr>
          <p:nvPr/>
        </p:nvPicPr>
        <p:blipFill>
          <a:blip r:embed="rId7">
            <a:clrChange>
              <a:clrFrom>
                <a:srgbClr val="FFFFFF"/>
              </a:clrFrom>
              <a:clrTo>
                <a:srgbClr val="FFFFFF">
                  <a:alpha val="0"/>
                </a:srgbClr>
              </a:clrTo>
            </a:clrChange>
          </a:blip>
          <a:stretch>
            <a:fillRect/>
          </a:stretch>
        </p:blipFill>
        <p:spPr>
          <a:xfrm>
            <a:off x="8475994" y="4253082"/>
            <a:ext cx="1704643" cy="402178"/>
          </a:xfrm>
          <a:prstGeom prst="rect">
            <a:avLst/>
          </a:prstGeom>
        </p:spPr>
      </p:pic>
      <p:pic>
        <p:nvPicPr>
          <p:cNvPr id="19" name="Picture 18"/>
          <p:cNvPicPr>
            <a:picLocks noChangeAspect="1"/>
          </p:cNvPicPr>
          <p:nvPr/>
        </p:nvPicPr>
        <p:blipFill>
          <a:blip r:embed="rId8">
            <a:clrChange>
              <a:clrFrom>
                <a:srgbClr val="FFFFFF"/>
              </a:clrFrom>
              <a:clrTo>
                <a:srgbClr val="FFFFFF">
                  <a:alpha val="0"/>
                </a:srgbClr>
              </a:clrTo>
            </a:clrChange>
          </a:blip>
          <a:stretch>
            <a:fillRect/>
          </a:stretch>
        </p:blipFill>
        <p:spPr>
          <a:xfrm>
            <a:off x="4162092" y="6128908"/>
            <a:ext cx="1421809" cy="537562"/>
          </a:xfrm>
          <a:prstGeom prst="rect">
            <a:avLst/>
          </a:prstGeom>
        </p:spPr>
      </p:pic>
      <p:pic>
        <p:nvPicPr>
          <p:cNvPr id="20" name="Picture 19"/>
          <p:cNvPicPr>
            <a:picLocks noChangeAspect="1"/>
          </p:cNvPicPr>
          <p:nvPr/>
        </p:nvPicPr>
        <p:blipFill rotWithShape="1">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rcRect t="12128" b="11592"/>
          <a:stretch/>
        </p:blipFill>
        <p:spPr>
          <a:xfrm>
            <a:off x="1580641" y="4695406"/>
            <a:ext cx="1459885" cy="544659"/>
          </a:xfrm>
          <a:prstGeom prst="rect">
            <a:avLst/>
          </a:prstGeom>
        </p:spPr>
      </p:pic>
      <p:pic>
        <p:nvPicPr>
          <p:cNvPr id="21" name="Picture 20"/>
          <p:cNvPicPr>
            <a:picLocks noChangeAspect="1"/>
          </p:cNvPicPr>
          <p:nvPr/>
        </p:nvPicPr>
        <p:blipFill rotWithShape="1">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t="21745" b="32540"/>
          <a:stretch/>
        </p:blipFill>
        <p:spPr>
          <a:xfrm>
            <a:off x="10515506" y="1452022"/>
            <a:ext cx="1896362" cy="627125"/>
          </a:xfrm>
          <a:prstGeom prst="rect">
            <a:avLst/>
          </a:prstGeom>
        </p:spPr>
      </p:pic>
      <p:pic>
        <p:nvPicPr>
          <p:cNvPr id="22" name="Picture 21"/>
          <p:cNvPicPr>
            <a:picLocks noChangeAspect="1"/>
          </p:cNvPicPr>
          <p:nvPr/>
        </p:nvPicPr>
        <p:blipFill>
          <a:blip r:embed="rId11">
            <a:clrChange>
              <a:clrFrom>
                <a:srgbClr val="FFFFFF"/>
              </a:clrFrom>
              <a:clrTo>
                <a:srgbClr val="FFFFFF">
                  <a:alpha val="0"/>
                </a:srgbClr>
              </a:clrTo>
            </a:clrChange>
          </a:blip>
          <a:stretch>
            <a:fillRect/>
          </a:stretch>
        </p:blipFill>
        <p:spPr>
          <a:xfrm>
            <a:off x="3009359" y="3338761"/>
            <a:ext cx="1644831" cy="339620"/>
          </a:xfrm>
          <a:prstGeom prst="rect">
            <a:avLst/>
          </a:prstGeom>
        </p:spPr>
      </p:pic>
      <p:pic>
        <p:nvPicPr>
          <p:cNvPr id="23" name="Picture 22"/>
          <p:cNvPicPr>
            <a:picLocks noChangeAspect="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t="25992" b="25674"/>
          <a:stretch/>
        </p:blipFill>
        <p:spPr>
          <a:xfrm>
            <a:off x="2856462" y="1244361"/>
            <a:ext cx="1122001" cy="542312"/>
          </a:xfrm>
          <a:prstGeom prst="rect">
            <a:avLst/>
          </a:prstGeom>
        </p:spPr>
      </p:pic>
      <p:pic>
        <p:nvPicPr>
          <p:cNvPr id="24" name="Picture 23"/>
          <p:cNvPicPr>
            <a:picLocks noChangeAspect="1"/>
          </p:cNvPicPr>
          <p:nvPr/>
        </p:nvPicPr>
        <p:blipFill>
          <a:blip r:embed="rId13">
            <a:clrChange>
              <a:clrFrom>
                <a:srgbClr val="FFFFFF"/>
              </a:clrFrom>
              <a:clrTo>
                <a:srgbClr val="FFFFFF">
                  <a:alpha val="0"/>
                </a:srgbClr>
              </a:clrTo>
            </a:clrChange>
          </a:blip>
          <a:stretch>
            <a:fillRect/>
          </a:stretch>
        </p:blipFill>
        <p:spPr>
          <a:xfrm>
            <a:off x="7784461" y="5267491"/>
            <a:ext cx="1634588" cy="368493"/>
          </a:xfrm>
          <a:prstGeom prst="rect">
            <a:avLst/>
          </a:prstGeom>
        </p:spPr>
      </p:pic>
      <p:pic>
        <p:nvPicPr>
          <p:cNvPr id="25" name="Picture 24"/>
          <p:cNvPicPr>
            <a:picLocks noChangeAspect="1"/>
          </p:cNvPicPr>
          <p:nvPr/>
        </p:nvPicPr>
        <p:blipFill rotWithShape="1">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t="7014" b="6823"/>
          <a:stretch/>
        </p:blipFill>
        <p:spPr>
          <a:xfrm>
            <a:off x="204107" y="3453220"/>
            <a:ext cx="1541777" cy="562176"/>
          </a:xfrm>
          <a:prstGeom prst="rect">
            <a:avLst/>
          </a:prstGeom>
        </p:spPr>
      </p:pic>
      <p:pic>
        <p:nvPicPr>
          <p:cNvPr id="26" name="Picture 25"/>
          <p:cNvPicPr>
            <a:picLocks noChangeAspect="1"/>
          </p:cNvPicPr>
          <p:nvPr/>
        </p:nvPicPr>
        <p:blipFill>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91059" y="4988470"/>
            <a:ext cx="1441990" cy="578428"/>
          </a:xfrm>
          <a:prstGeom prst="rect">
            <a:avLst/>
          </a:prstGeom>
        </p:spPr>
      </p:pic>
      <p:pic>
        <p:nvPicPr>
          <p:cNvPr id="27" name="Picture 26"/>
          <p:cNvPicPr>
            <a:picLocks noChangeAspect="1"/>
          </p:cNvPicPr>
          <p:nvPr/>
        </p:nvPicPr>
        <p:blipFill>
          <a:blip r:embed="rId16"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9700179" y="955873"/>
            <a:ext cx="659617" cy="680905"/>
          </a:xfrm>
          <a:prstGeom prst="rect">
            <a:avLst/>
          </a:prstGeom>
          <a:noFill/>
          <a:ln>
            <a:noFill/>
          </a:ln>
        </p:spPr>
      </p:pic>
      <p:pic>
        <p:nvPicPr>
          <p:cNvPr id="28" name="Picture 27"/>
          <p:cNvPicPr>
            <a:picLocks noChangeAspect="1"/>
          </p:cNvPicPr>
          <p:nvPr/>
        </p:nvPicPr>
        <p:blipFill>
          <a:blip r:embed="rId1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044948" y="3034452"/>
            <a:ext cx="1324763" cy="521764"/>
          </a:xfrm>
          <a:prstGeom prst="rect">
            <a:avLst/>
          </a:prstGeom>
        </p:spPr>
      </p:pic>
      <p:pic>
        <p:nvPicPr>
          <p:cNvPr id="29" name="Picture 28"/>
          <p:cNvPicPr>
            <a:picLocks noChangeAspect="1"/>
          </p:cNvPicPr>
          <p:nvPr/>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515506" y="4704278"/>
            <a:ext cx="1652578" cy="640890"/>
          </a:xfrm>
          <a:prstGeom prst="rect">
            <a:avLst/>
          </a:prstGeom>
        </p:spPr>
      </p:pic>
      <p:pic>
        <p:nvPicPr>
          <p:cNvPr id="30" name="Picture 29"/>
          <p:cNvPicPr>
            <a:picLocks noChangeAspect="1"/>
          </p:cNvPicPr>
          <p:nvPr/>
        </p:nvPicPr>
        <p:blipFill>
          <a:blip r:embed="rId19">
            <a:clrChange>
              <a:clrFrom>
                <a:srgbClr val="FFFFFF"/>
              </a:clrFrom>
              <a:clrTo>
                <a:srgbClr val="FFFFFF">
                  <a:alpha val="0"/>
                </a:srgbClr>
              </a:clrTo>
            </a:clrChange>
          </a:blip>
          <a:stretch>
            <a:fillRect/>
          </a:stretch>
        </p:blipFill>
        <p:spPr>
          <a:xfrm>
            <a:off x="6984900" y="3359646"/>
            <a:ext cx="1930332" cy="516366"/>
          </a:xfrm>
          <a:prstGeom prst="rect">
            <a:avLst/>
          </a:prstGeom>
        </p:spPr>
      </p:pic>
      <p:pic>
        <p:nvPicPr>
          <p:cNvPr id="31" name="Picture 30"/>
          <p:cNvPicPr>
            <a:picLocks noChangeAspect="1"/>
          </p:cNvPicPr>
          <p:nvPr/>
        </p:nvPicPr>
        <p:blipFill>
          <a:blip r:embed="rId20">
            <a:clrChange>
              <a:clrFrom>
                <a:srgbClr val="FFFFFF"/>
              </a:clrFrom>
              <a:clrTo>
                <a:srgbClr val="FFFFFF">
                  <a:alpha val="0"/>
                </a:srgbClr>
              </a:clrTo>
            </a:clrChange>
          </a:blip>
          <a:stretch>
            <a:fillRect/>
          </a:stretch>
        </p:blipFill>
        <p:spPr>
          <a:xfrm>
            <a:off x="4088171" y="2647400"/>
            <a:ext cx="1800121" cy="472633"/>
          </a:xfrm>
          <a:prstGeom prst="rect">
            <a:avLst/>
          </a:prstGeom>
        </p:spPr>
      </p:pic>
      <p:pic>
        <p:nvPicPr>
          <p:cNvPr id="32" name="Picture 31"/>
          <p:cNvPicPr>
            <a:picLocks noChangeAspect="1"/>
          </p:cNvPicPr>
          <p:nvPr/>
        </p:nvPicPr>
        <p:blipFill>
          <a:blip r:embed="rId21">
            <a:clrChange>
              <a:clrFrom>
                <a:srgbClr val="FFFFFF"/>
              </a:clrFrom>
              <a:clrTo>
                <a:srgbClr val="FFFFFF">
                  <a:alpha val="0"/>
                </a:srgbClr>
              </a:clrTo>
            </a:clrChange>
          </a:blip>
          <a:stretch>
            <a:fillRect/>
          </a:stretch>
        </p:blipFill>
        <p:spPr>
          <a:xfrm>
            <a:off x="84331" y="5228780"/>
            <a:ext cx="1561313" cy="286371"/>
          </a:xfrm>
          <a:prstGeom prst="rect">
            <a:avLst/>
          </a:prstGeom>
        </p:spPr>
      </p:pic>
      <p:pic>
        <p:nvPicPr>
          <p:cNvPr id="33" name="Picture 32"/>
          <p:cNvPicPr>
            <a:picLocks noChangeAspect="1"/>
          </p:cNvPicPr>
          <p:nvPr/>
        </p:nvPicPr>
        <p:blipFill>
          <a:blip r:embed="rId22" cstate="print">
            <a:clrChange>
              <a:clrFrom>
                <a:srgbClr val="FEFDFF"/>
              </a:clrFrom>
              <a:clrTo>
                <a:srgbClr val="FEFDFF">
                  <a:alpha val="0"/>
                </a:srgbClr>
              </a:clrTo>
            </a:clrChange>
            <a:extLst>
              <a:ext uri="{28A0092B-C50C-407E-A947-70E740481C1C}">
                <a14:useLocalDpi xmlns:a14="http://schemas.microsoft.com/office/drawing/2010/main" val="0"/>
              </a:ext>
            </a:extLst>
          </a:blip>
          <a:stretch>
            <a:fillRect/>
          </a:stretch>
        </p:blipFill>
        <p:spPr>
          <a:xfrm>
            <a:off x="453917" y="2312183"/>
            <a:ext cx="1363904" cy="291864"/>
          </a:xfrm>
          <a:prstGeom prst="rect">
            <a:avLst/>
          </a:prstGeom>
        </p:spPr>
      </p:pic>
      <p:pic>
        <p:nvPicPr>
          <p:cNvPr id="34" name="Picture 33"/>
          <p:cNvPicPr>
            <a:picLocks noChangeAspect="1"/>
          </p:cNvPicPr>
          <p:nvPr/>
        </p:nvPicPr>
        <p:blipFill>
          <a:blip r:embed="rId2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359796" y="66968"/>
            <a:ext cx="1963998" cy="396728"/>
          </a:xfrm>
          <a:prstGeom prst="rect">
            <a:avLst/>
          </a:prstGeom>
        </p:spPr>
      </p:pic>
      <p:pic>
        <p:nvPicPr>
          <p:cNvPr id="35" name="Picture 34"/>
          <p:cNvPicPr>
            <a:picLocks noChangeAspect="1"/>
          </p:cNvPicPr>
          <p:nvPr/>
        </p:nvPicPr>
        <p:blipFill>
          <a:blip r:embed="rId24" cstate="screen">
            <a:extLst>
              <a:ext uri="{28A0092B-C50C-407E-A947-70E740481C1C}">
                <a14:useLocalDpi xmlns:a14="http://schemas.microsoft.com/office/drawing/2010/main"/>
              </a:ext>
            </a:extLst>
          </a:blip>
          <a:stretch>
            <a:fillRect/>
          </a:stretch>
        </p:blipFill>
        <p:spPr>
          <a:xfrm>
            <a:off x="1664070" y="6418118"/>
            <a:ext cx="2080021" cy="496703"/>
          </a:xfrm>
          <a:prstGeom prst="rect">
            <a:avLst/>
          </a:prstGeom>
          <a:noFill/>
          <a:ln>
            <a:noFill/>
          </a:ln>
        </p:spPr>
      </p:pic>
      <p:pic>
        <p:nvPicPr>
          <p:cNvPr id="37" name="Picture 36"/>
          <p:cNvPicPr>
            <a:picLocks noChangeAspect="1"/>
          </p:cNvPicPr>
          <p:nvPr/>
        </p:nvPicPr>
        <p:blipFill>
          <a:blip r:embed="rId25">
            <a:clrChange>
              <a:clrFrom>
                <a:srgbClr val="FFFFFF"/>
              </a:clrFrom>
              <a:clrTo>
                <a:srgbClr val="FFFFFF">
                  <a:alpha val="0"/>
                </a:srgbClr>
              </a:clrTo>
            </a:clrChange>
          </a:blip>
          <a:stretch>
            <a:fillRect/>
          </a:stretch>
        </p:blipFill>
        <p:spPr>
          <a:xfrm>
            <a:off x="988581" y="5758732"/>
            <a:ext cx="1887247" cy="428739"/>
          </a:xfrm>
          <a:prstGeom prst="rect">
            <a:avLst/>
          </a:prstGeom>
        </p:spPr>
      </p:pic>
      <p:pic>
        <p:nvPicPr>
          <p:cNvPr id="38" name="Picture 6" descr="http://res.cloudinary.com/octopusdeploy/image/upload/v1411729274/Logo-Text-BlueBlackWhite-400_f6zxbu.png"/>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103036" y="6275449"/>
            <a:ext cx="2143150" cy="41791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8" descr="http://himss.eu/sites/default/files/ibm-logo.jpg"/>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7090521" y="147623"/>
            <a:ext cx="1301110" cy="507672"/>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2" descr="http://www.puppetlabs.com/wp-content/uploads/2010/07/Puppet-Labs-horizontal.png"/>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327708" y="2525621"/>
            <a:ext cx="1876506" cy="87603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4" descr="http://s3.amazonaws.com/opscode-corpsite/assets/121/pic-chef-logo.png"/>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810830" y="5992114"/>
            <a:ext cx="842772" cy="82815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p:cNvPicPr>
            <a:picLocks noChangeAspect="1"/>
          </p:cNvPicPr>
          <p:nvPr/>
        </p:nvPicPr>
        <p:blipFill>
          <a:blip r:embed="rId30">
            <a:clrChange>
              <a:clrFrom>
                <a:srgbClr val="FCFCFC"/>
              </a:clrFrom>
              <a:clrTo>
                <a:srgbClr val="FCFCFC">
                  <a:alpha val="0"/>
                </a:srgbClr>
              </a:clrTo>
            </a:clrChange>
            <a:extLst>
              <a:ext uri="{28A0092B-C50C-407E-A947-70E740481C1C}">
                <a14:useLocalDpi xmlns:a14="http://schemas.microsoft.com/office/drawing/2010/main" val="0"/>
              </a:ext>
            </a:extLst>
          </a:blip>
          <a:stretch>
            <a:fillRect/>
          </a:stretch>
        </p:blipFill>
        <p:spPr>
          <a:xfrm>
            <a:off x="9452460" y="3350851"/>
            <a:ext cx="1336267" cy="348591"/>
          </a:xfrm>
          <a:prstGeom prst="rect">
            <a:avLst/>
          </a:prstGeom>
        </p:spPr>
      </p:pic>
      <p:pic>
        <p:nvPicPr>
          <p:cNvPr id="43" name="Picture 42"/>
          <p:cNvPicPr>
            <a:picLocks noChangeAspect="1"/>
          </p:cNvPicPr>
          <p:nvPr/>
        </p:nvPicPr>
        <p:blipFill rotWithShape="1">
          <a:blip r:embed="rId31" cstate="print">
            <a:clrChange>
              <a:clrFrom>
                <a:srgbClr val="FFFFFD"/>
              </a:clrFrom>
              <a:clrTo>
                <a:srgbClr val="FFFFFD">
                  <a:alpha val="0"/>
                </a:srgbClr>
              </a:clrTo>
            </a:clrChange>
            <a:extLst>
              <a:ext uri="{28A0092B-C50C-407E-A947-70E740481C1C}">
                <a14:useLocalDpi xmlns:a14="http://schemas.microsoft.com/office/drawing/2010/main" val="0"/>
              </a:ext>
            </a:extLst>
          </a:blip>
          <a:srcRect r="3889"/>
          <a:stretch/>
        </p:blipFill>
        <p:spPr>
          <a:xfrm>
            <a:off x="6600588" y="4145516"/>
            <a:ext cx="1573169" cy="350991"/>
          </a:xfrm>
          <a:prstGeom prst="rect">
            <a:avLst/>
          </a:prstGeom>
        </p:spPr>
      </p:pic>
      <p:pic>
        <p:nvPicPr>
          <p:cNvPr id="44" name="Picture 43"/>
          <p:cNvPicPr>
            <a:picLocks noChangeAspect="1"/>
          </p:cNvPicPr>
          <p:nvPr/>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35054" b="34474"/>
          <a:stretch/>
        </p:blipFill>
        <p:spPr>
          <a:xfrm>
            <a:off x="4622107" y="5542234"/>
            <a:ext cx="1466256" cy="446791"/>
          </a:xfrm>
          <a:prstGeom prst="rect">
            <a:avLst/>
          </a:prstGeom>
        </p:spPr>
      </p:pic>
      <p:pic>
        <p:nvPicPr>
          <p:cNvPr id="45" name="Picture 44"/>
          <p:cNvPicPr>
            <a:picLocks noChangeAspect="1"/>
          </p:cNvPicPr>
          <p:nvPr/>
        </p:nvPicPr>
        <p:blipFill>
          <a:blip r:embed="rId3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16407" y="5765630"/>
            <a:ext cx="2178686" cy="393842"/>
          </a:xfrm>
          <a:prstGeom prst="rect">
            <a:avLst/>
          </a:prstGeom>
        </p:spPr>
      </p:pic>
      <p:pic>
        <p:nvPicPr>
          <p:cNvPr id="46" name="Picture 45"/>
          <p:cNvPicPr>
            <a:picLocks noChangeAspect="1"/>
          </p:cNvPicPr>
          <p:nvPr/>
        </p:nvPicPr>
        <p:blipFill>
          <a:blip r:embed="rId34" cstate="print">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9694052" y="5506221"/>
            <a:ext cx="1655875" cy="356547"/>
          </a:xfrm>
          <a:prstGeom prst="rect">
            <a:avLst/>
          </a:prstGeom>
        </p:spPr>
      </p:pic>
      <p:pic>
        <p:nvPicPr>
          <p:cNvPr id="47" name="Picture 46"/>
          <p:cNvPicPr>
            <a:picLocks noChangeAspect="1"/>
          </p:cNvPicPr>
          <p:nvPr/>
        </p:nvPicPr>
        <p:blipFill>
          <a:blip r:embed="rId3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36186" y="3431922"/>
            <a:ext cx="1381143" cy="449838"/>
          </a:xfrm>
          <a:prstGeom prst="rect">
            <a:avLst/>
          </a:prstGeom>
        </p:spPr>
      </p:pic>
      <p:pic>
        <p:nvPicPr>
          <p:cNvPr id="48" name="Picture 47"/>
          <p:cNvPicPr>
            <a:picLocks noChangeAspect="1"/>
          </p:cNvPicPr>
          <p:nvPr/>
        </p:nvPicPr>
        <p:blipFill>
          <a:blip r:embed="rId3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6751" y="4159170"/>
            <a:ext cx="1687926" cy="473444"/>
          </a:xfrm>
          <a:prstGeom prst="rect">
            <a:avLst/>
          </a:prstGeom>
        </p:spPr>
      </p:pic>
      <p:pic>
        <p:nvPicPr>
          <p:cNvPr id="49" name="Picture 48"/>
          <p:cNvPicPr>
            <a:picLocks noChangeAspect="1"/>
          </p:cNvPicPr>
          <p:nvPr/>
        </p:nvPicPr>
        <p:blipFill rotWithShape="1">
          <a:blip r:embed="rId37" cstate="print">
            <a:clrChange>
              <a:clrFrom>
                <a:srgbClr val="FBFAFF"/>
              </a:clrFrom>
              <a:clrTo>
                <a:srgbClr val="FBFAFF">
                  <a:alpha val="0"/>
                </a:srgbClr>
              </a:clrTo>
            </a:clrChange>
            <a:extLst>
              <a:ext uri="{28A0092B-C50C-407E-A947-70E740481C1C}">
                <a14:useLocalDpi xmlns:a14="http://schemas.microsoft.com/office/drawing/2010/main" val="0"/>
              </a:ext>
            </a:extLst>
          </a:blip>
          <a:srcRect t="3379" b="19925"/>
          <a:stretch/>
        </p:blipFill>
        <p:spPr>
          <a:xfrm>
            <a:off x="4361227" y="3786294"/>
            <a:ext cx="849730" cy="446791"/>
          </a:xfrm>
          <a:prstGeom prst="rect">
            <a:avLst/>
          </a:prstGeom>
        </p:spPr>
      </p:pic>
      <p:pic>
        <p:nvPicPr>
          <p:cNvPr id="50" name="Picture 49"/>
          <p:cNvPicPr>
            <a:picLocks noChangeAspect="1"/>
          </p:cNvPicPr>
          <p:nvPr/>
        </p:nvPicPr>
        <p:blipFill>
          <a:blip r:embed="rId38"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610674" y="235390"/>
            <a:ext cx="698540" cy="698540"/>
          </a:xfrm>
          <a:prstGeom prst="rect">
            <a:avLst/>
          </a:prstGeom>
        </p:spPr>
      </p:pic>
      <p:pic>
        <p:nvPicPr>
          <p:cNvPr id="51" name="Picture 50"/>
          <p:cNvPicPr>
            <a:picLocks noChangeAspect="1"/>
          </p:cNvPicPr>
          <p:nvPr/>
        </p:nvPicPr>
        <p:blipFill rotWithShape="1">
          <a:blip r:embed="rId39">
            <a:clrChange>
              <a:clrFrom>
                <a:srgbClr val="FEFEFE"/>
              </a:clrFrom>
              <a:clrTo>
                <a:srgbClr val="FEFEFE">
                  <a:alpha val="0"/>
                </a:srgbClr>
              </a:clrTo>
            </a:clrChange>
            <a:extLst>
              <a:ext uri="{28A0092B-C50C-407E-A947-70E740481C1C}">
                <a14:useLocalDpi xmlns:a14="http://schemas.microsoft.com/office/drawing/2010/main" val="0"/>
              </a:ext>
            </a:extLst>
          </a:blip>
          <a:srcRect r="33567"/>
          <a:stretch/>
        </p:blipFill>
        <p:spPr>
          <a:xfrm>
            <a:off x="8959944" y="2083904"/>
            <a:ext cx="1866864" cy="324250"/>
          </a:xfrm>
          <a:prstGeom prst="rect">
            <a:avLst/>
          </a:prstGeom>
        </p:spPr>
      </p:pic>
      <p:pic>
        <p:nvPicPr>
          <p:cNvPr id="52" name="Picture 51"/>
          <p:cNvPicPr>
            <a:picLocks noChangeAspect="1"/>
          </p:cNvPicPr>
          <p:nvPr/>
        </p:nvPicPr>
        <p:blipFill>
          <a:blip r:embed="rId4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09887" y="1287200"/>
            <a:ext cx="2493527" cy="690846"/>
          </a:xfrm>
          <a:prstGeom prst="rect">
            <a:avLst/>
          </a:prstGeom>
        </p:spPr>
      </p:pic>
      <p:pic>
        <p:nvPicPr>
          <p:cNvPr id="53" name="Picture 52"/>
          <p:cNvPicPr>
            <a:picLocks noChangeAspect="1"/>
          </p:cNvPicPr>
          <p:nvPr/>
        </p:nvPicPr>
        <p:blipFill rotWithShape="1">
          <a:blip r:embed="rId41" cstate="print">
            <a:clrChange>
              <a:clrFrom>
                <a:srgbClr val="F2FFFF"/>
              </a:clrFrom>
              <a:clrTo>
                <a:srgbClr val="F2FFFF">
                  <a:alpha val="0"/>
                </a:srgbClr>
              </a:clrTo>
            </a:clrChange>
            <a:extLst>
              <a:ext uri="{28A0092B-C50C-407E-A947-70E740481C1C}">
                <a14:useLocalDpi xmlns:a14="http://schemas.microsoft.com/office/drawing/2010/main" val="0"/>
              </a:ext>
            </a:extLst>
          </a:blip>
          <a:srcRect t="26550" b="31411"/>
          <a:stretch/>
        </p:blipFill>
        <p:spPr>
          <a:xfrm>
            <a:off x="2486767" y="2535565"/>
            <a:ext cx="1122500" cy="471887"/>
          </a:xfrm>
          <a:prstGeom prst="rect">
            <a:avLst/>
          </a:prstGeom>
        </p:spPr>
      </p:pic>
      <p:pic>
        <p:nvPicPr>
          <p:cNvPr id="54" name="Picture 53"/>
          <p:cNvPicPr>
            <a:picLocks noChangeAspect="1"/>
          </p:cNvPicPr>
          <p:nvPr/>
        </p:nvPicPr>
        <p:blipFill>
          <a:blip r:embed="rId4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3287" y="2853700"/>
            <a:ext cx="2200397" cy="684205"/>
          </a:xfrm>
          <a:prstGeom prst="rect">
            <a:avLst/>
          </a:prstGeom>
        </p:spPr>
      </p:pic>
      <p:pic>
        <p:nvPicPr>
          <p:cNvPr id="55" name="Picture 54"/>
          <p:cNvPicPr>
            <a:picLocks noChangeAspect="1"/>
          </p:cNvPicPr>
          <p:nvPr/>
        </p:nvPicPr>
        <p:blipFill>
          <a:blip r:embed="rId4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17395" y="4863915"/>
            <a:ext cx="1890576" cy="454068"/>
          </a:xfrm>
          <a:prstGeom prst="rect">
            <a:avLst/>
          </a:prstGeom>
        </p:spPr>
      </p:pic>
      <p:pic>
        <p:nvPicPr>
          <p:cNvPr id="56" name="Picture 55"/>
          <p:cNvPicPr>
            <a:picLocks noChangeAspect="1"/>
          </p:cNvPicPr>
          <p:nvPr/>
        </p:nvPicPr>
        <p:blipFill>
          <a:blip r:embed="rId4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3217" y="6397689"/>
            <a:ext cx="1398364" cy="355947"/>
          </a:xfrm>
          <a:prstGeom prst="rect">
            <a:avLst/>
          </a:prstGeom>
        </p:spPr>
      </p:pic>
      <p:pic>
        <p:nvPicPr>
          <p:cNvPr id="57" name="Picture 56"/>
          <p:cNvPicPr>
            <a:picLocks noChangeAspect="1"/>
          </p:cNvPicPr>
          <p:nvPr/>
        </p:nvPicPr>
        <p:blipFill>
          <a:blip r:embed="rId4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044948" y="2355456"/>
            <a:ext cx="1123136" cy="323435"/>
          </a:xfrm>
          <a:prstGeom prst="rect">
            <a:avLst/>
          </a:prstGeom>
        </p:spPr>
      </p:pic>
      <p:pic>
        <p:nvPicPr>
          <p:cNvPr id="58" name="Picture 57"/>
          <p:cNvPicPr>
            <a:picLocks noChangeAspect="1"/>
          </p:cNvPicPr>
          <p:nvPr/>
        </p:nvPicPr>
        <p:blipFill>
          <a:blip r:embed="rId46" cstate="print">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10866887" y="641802"/>
            <a:ext cx="1311265" cy="417967"/>
          </a:xfrm>
          <a:prstGeom prst="rect">
            <a:avLst/>
          </a:prstGeom>
        </p:spPr>
      </p:pic>
      <p:pic>
        <p:nvPicPr>
          <p:cNvPr id="59" name="Picture 58"/>
          <p:cNvPicPr>
            <a:picLocks noChangeAspect="1"/>
          </p:cNvPicPr>
          <p:nvPr/>
        </p:nvPicPr>
        <p:blipFill>
          <a:blip r:embed="rId4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07953" y="3772295"/>
            <a:ext cx="1757678" cy="384269"/>
          </a:xfrm>
          <a:prstGeom prst="rect">
            <a:avLst/>
          </a:prstGeom>
        </p:spPr>
      </p:pic>
      <p:pic>
        <p:nvPicPr>
          <p:cNvPr id="60" name="Picture 59"/>
          <p:cNvPicPr>
            <a:picLocks noChangeAspect="1"/>
          </p:cNvPicPr>
          <p:nvPr/>
        </p:nvPicPr>
        <p:blipFill rotWithShape="1">
          <a:blip r:embed="rId48" cstate="print">
            <a:clrChange>
              <a:clrFrom>
                <a:srgbClr val="FFFFFF"/>
              </a:clrFrom>
              <a:clrTo>
                <a:srgbClr val="FFFFFF">
                  <a:alpha val="0"/>
                </a:srgbClr>
              </a:clrTo>
            </a:clrChange>
            <a:extLst>
              <a:ext uri="{28A0092B-C50C-407E-A947-70E740481C1C}">
                <a14:useLocalDpi xmlns:a14="http://schemas.microsoft.com/office/drawing/2010/main" val="0"/>
              </a:ext>
            </a:extLst>
          </a:blip>
          <a:srcRect t="15709" r="4558" b="24173"/>
          <a:stretch/>
        </p:blipFill>
        <p:spPr>
          <a:xfrm>
            <a:off x="4509887" y="2079168"/>
            <a:ext cx="1876284" cy="552575"/>
          </a:xfrm>
          <a:prstGeom prst="rect">
            <a:avLst/>
          </a:prstGeom>
        </p:spPr>
      </p:pic>
      <p:pic>
        <p:nvPicPr>
          <p:cNvPr id="61" name="Picture 60"/>
          <p:cNvPicPr>
            <a:picLocks noChangeAspect="1"/>
          </p:cNvPicPr>
          <p:nvPr/>
        </p:nvPicPr>
        <p:blipFill>
          <a:blip r:embed="rId49" cstate="print">
            <a:clrChange>
              <a:clrFrom>
                <a:srgbClr val="FFFFFD"/>
              </a:clrFrom>
              <a:clrTo>
                <a:srgbClr val="FFFFFD">
                  <a:alpha val="0"/>
                </a:srgbClr>
              </a:clrTo>
            </a:clrChange>
            <a:extLst>
              <a:ext uri="{28A0092B-C50C-407E-A947-70E740481C1C}">
                <a14:useLocalDpi xmlns:a14="http://schemas.microsoft.com/office/drawing/2010/main" val="0"/>
              </a:ext>
            </a:extLst>
          </a:blip>
          <a:stretch>
            <a:fillRect/>
          </a:stretch>
        </p:blipFill>
        <p:spPr>
          <a:xfrm>
            <a:off x="7338719" y="1329841"/>
            <a:ext cx="1930046" cy="523935"/>
          </a:xfrm>
          <a:prstGeom prst="rect">
            <a:avLst/>
          </a:prstGeom>
        </p:spPr>
      </p:pic>
      <p:pic>
        <p:nvPicPr>
          <p:cNvPr id="62" name="Picture 61"/>
          <p:cNvPicPr>
            <a:picLocks noChangeAspect="1"/>
          </p:cNvPicPr>
          <p:nvPr/>
        </p:nvPicPr>
        <p:blipFill rotWithShape="1">
          <a:blip r:embed="rId50" cstate="print">
            <a:clrChange>
              <a:clrFrom>
                <a:srgbClr val="FFFFFF"/>
              </a:clrFrom>
              <a:clrTo>
                <a:srgbClr val="FFFFFF">
                  <a:alpha val="0"/>
                </a:srgbClr>
              </a:clrTo>
            </a:clrChange>
            <a:extLst>
              <a:ext uri="{28A0092B-C50C-407E-A947-70E740481C1C}">
                <a14:useLocalDpi xmlns:a14="http://schemas.microsoft.com/office/drawing/2010/main" val="0"/>
              </a:ext>
            </a:extLst>
          </a:blip>
          <a:srcRect t="7295" b="8644"/>
          <a:stretch/>
        </p:blipFill>
        <p:spPr>
          <a:xfrm>
            <a:off x="10861816" y="6260357"/>
            <a:ext cx="1342548" cy="550257"/>
          </a:xfrm>
          <a:prstGeom prst="rect">
            <a:avLst/>
          </a:prstGeom>
        </p:spPr>
      </p:pic>
      <p:pic>
        <p:nvPicPr>
          <p:cNvPr id="63" name="Picture 62"/>
          <p:cNvPicPr>
            <a:picLocks noChangeAspect="1"/>
          </p:cNvPicPr>
          <p:nvPr/>
        </p:nvPicPr>
        <p:blipFill rotWithShape="1">
          <a:blip r:embed="rId51" cstate="print">
            <a:clrChange>
              <a:clrFrom>
                <a:srgbClr val="FFFFFF"/>
              </a:clrFrom>
              <a:clrTo>
                <a:srgbClr val="FFFFFF">
                  <a:alpha val="0"/>
                </a:srgbClr>
              </a:clrTo>
            </a:clrChange>
            <a:extLst>
              <a:ext uri="{28A0092B-C50C-407E-A947-70E740481C1C}">
                <a14:useLocalDpi xmlns:a14="http://schemas.microsoft.com/office/drawing/2010/main" val="0"/>
              </a:ext>
            </a:extLst>
          </a:blip>
          <a:srcRect t="12690" b="17711"/>
          <a:stretch/>
        </p:blipFill>
        <p:spPr>
          <a:xfrm>
            <a:off x="6796276" y="4701461"/>
            <a:ext cx="1507466" cy="432378"/>
          </a:xfrm>
          <a:prstGeom prst="rect">
            <a:avLst/>
          </a:prstGeom>
        </p:spPr>
      </p:pic>
      <p:pic>
        <p:nvPicPr>
          <p:cNvPr id="64" name="Picture 63"/>
          <p:cNvPicPr>
            <a:picLocks noChangeAspect="1"/>
          </p:cNvPicPr>
          <p:nvPr/>
        </p:nvPicPr>
        <p:blipFill>
          <a:blip r:embed="rId52">
            <a:extLst>
              <a:ext uri="{28A0092B-C50C-407E-A947-70E740481C1C}">
                <a14:useLocalDpi xmlns:a14="http://schemas.microsoft.com/office/drawing/2010/main" val="0"/>
              </a:ext>
            </a:extLst>
          </a:blip>
          <a:stretch>
            <a:fillRect/>
          </a:stretch>
        </p:blipFill>
        <p:spPr>
          <a:xfrm>
            <a:off x="5382594" y="4318397"/>
            <a:ext cx="1144767" cy="430897"/>
          </a:xfrm>
          <a:prstGeom prst="rect">
            <a:avLst/>
          </a:prstGeom>
        </p:spPr>
      </p:pic>
      <p:pic>
        <p:nvPicPr>
          <p:cNvPr id="65" name="Picture 2" descr="MyFileBridge"/>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10788727" y="3959956"/>
            <a:ext cx="1251448" cy="461060"/>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 descr="http://www.boxless.com/wp-content/uploads/2014/03/boxless.png"/>
          <p:cNvPicPr>
            <a:picLocks noChangeAspect="1" noChangeArrowheads="1"/>
          </p:cNvPicPr>
          <p:nvPr/>
        </p:nvPicPr>
        <p:blipFill>
          <a:blip r:embed="rId54">
            <a:extLst>
              <a:ext uri="{28A0092B-C50C-407E-A947-70E740481C1C}">
                <a14:useLocalDpi xmlns:a14="http://schemas.microsoft.com/office/drawing/2010/main" val="0"/>
              </a:ext>
            </a:extLst>
          </a:blip>
          <a:srcRect/>
          <a:stretch>
            <a:fillRect/>
          </a:stretch>
        </p:blipFill>
        <p:spPr bwMode="auto">
          <a:xfrm>
            <a:off x="9079924" y="2535565"/>
            <a:ext cx="1671466" cy="584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9471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18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3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8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anim calcmode="lin" valueType="num">
                                      <p:cBhvr>
                                        <p:cTn id="23" dur="1000" fill="hold"/>
                                        <p:tgtEl>
                                          <p:spTgt spid="17"/>
                                        </p:tgtEl>
                                        <p:attrNameLst>
                                          <p:attrName>ppt_x</p:attrName>
                                        </p:attrNameLst>
                                      </p:cBhvr>
                                      <p:tavLst>
                                        <p:tav tm="0">
                                          <p:val>
                                            <p:strVal val="#ppt_x"/>
                                          </p:val>
                                        </p:tav>
                                        <p:tav tm="100000">
                                          <p:val>
                                            <p:strVal val="#ppt_x"/>
                                          </p:val>
                                        </p:tav>
                                      </p:tavLst>
                                    </p:anim>
                                    <p:anim calcmode="lin" valueType="num">
                                      <p:cBhvr>
                                        <p:cTn id="24" dur="1000" fill="hold"/>
                                        <p:tgtEl>
                                          <p:spTgt spid="17"/>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180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anim calcmode="lin" valueType="num">
                                      <p:cBhvr>
                                        <p:cTn id="28" dur="1000" fill="hold"/>
                                        <p:tgtEl>
                                          <p:spTgt spid="18"/>
                                        </p:tgtEl>
                                        <p:attrNameLst>
                                          <p:attrName>ppt_x</p:attrName>
                                        </p:attrNameLst>
                                      </p:cBhvr>
                                      <p:tavLst>
                                        <p:tav tm="0">
                                          <p:val>
                                            <p:strVal val="#ppt_x"/>
                                          </p:val>
                                        </p:tav>
                                        <p:tav tm="100000">
                                          <p:val>
                                            <p:strVal val="#ppt_x"/>
                                          </p:val>
                                        </p:tav>
                                      </p:tavLst>
                                    </p:anim>
                                    <p:anim calcmode="lin" valueType="num">
                                      <p:cBhvr>
                                        <p:cTn id="29" dur="1000" fill="hold"/>
                                        <p:tgtEl>
                                          <p:spTgt spid="18"/>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110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par>
                                <p:cTn id="35" presetID="47" presetClass="entr" presetSubtype="0" fill="hold" nodeType="withEffect">
                                  <p:stCondLst>
                                    <p:cond delay="80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7" presetClass="entr" presetSubtype="0" fill="hold" nodeType="withEffect">
                                  <p:stCondLst>
                                    <p:cond delay="110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7" presetClass="entr" presetSubtype="0" fill="hold" nodeType="withEffect">
                                  <p:stCondLst>
                                    <p:cond delay="50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1000"/>
                                        <p:tgtEl>
                                          <p:spTgt spid="22"/>
                                        </p:tgtEl>
                                      </p:cBhvr>
                                    </p:animEffect>
                                    <p:anim calcmode="lin" valueType="num">
                                      <p:cBhvr>
                                        <p:cTn id="48" dur="1000" fill="hold"/>
                                        <p:tgtEl>
                                          <p:spTgt spid="22"/>
                                        </p:tgtEl>
                                        <p:attrNameLst>
                                          <p:attrName>ppt_x</p:attrName>
                                        </p:attrNameLst>
                                      </p:cBhvr>
                                      <p:tavLst>
                                        <p:tav tm="0">
                                          <p:val>
                                            <p:strVal val="#ppt_x"/>
                                          </p:val>
                                        </p:tav>
                                        <p:tav tm="100000">
                                          <p:val>
                                            <p:strVal val="#ppt_x"/>
                                          </p:val>
                                        </p:tav>
                                      </p:tavLst>
                                    </p:anim>
                                    <p:anim calcmode="lin" valueType="num">
                                      <p:cBhvr>
                                        <p:cTn id="49" dur="1000" fill="hold"/>
                                        <p:tgtEl>
                                          <p:spTgt spid="22"/>
                                        </p:tgtEl>
                                        <p:attrNameLst>
                                          <p:attrName>ppt_y</p:attrName>
                                        </p:attrNameLst>
                                      </p:cBhvr>
                                      <p:tavLst>
                                        <p:tav tm="0">
                                          <p:val>
                                            <p:strVal val="#ppt_y-.1"/>
                                          </p:val>
                                        </p:tav>
                                        <p:tav tm="100000">
                                          <p:val>
                                            <p:strVal val="#ppt_y"/>
                                          </p:val>
                                        </p:tav>
                                      </p:tavLst>
                                    </p:anim>
                                  </p:childTnLst>
                                </p:cTn>
                              </p:par>
                              <p:par>
                                <p:cTn id="50" presetID="47" presetClass="entr" presetSubtype="0" fill="hold" nodeType="withEffect">
                                  <p:stCondLst>
                                    <p:cond delay="150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1000"/>
                                        <p:tgtEl>
                                          <p:spTgt spid="23"/>
                                        </p:tgtEl>
                                      </p:cBhvr>
                                    </p:animEffect>
                                    <p:anim calcmode="lin" valueType="num">
                                      <p:cBhvr>
                                        <p:cTn id="53" dur="1000" fill="hold"/>
                                        <p:tgtEl>
                                          <p:spTgt spid="23"/>
                                        </p:tgtEl>
                                        <p:attrNameLst>
                                          <p:attrName>ppt_x</p:attrName>
                                        </p:attrNameLst>
                                      </p:cBhvr>
                                      <p:tavLst>
                                        <p:tav tm="0">
                                          <p:val>
                                            <p:strVal val="#ppt_x"/>
                                          </p:val>
                                        </p:tav>
                                        <p:tav tm="100000">
                                          <p:val>
                                            <p:strVal val="#ppt_x"/>
                                          </p:val>
                                        </p:tav>
                                      </p:tavLst>
                                    </p:anim>
                                    <p:anim calcmode="lin" valueType="num">
                                      <p:cBhvr>
                                        <p:cTn id="54" dur="1000" fill="hold"/>
                                        <p:tgtEl>
                                          <p:spTgt spid="23"/>
                                        </p:tgtEl>
                                        <p:attrNameLst>
                                          <p:attrName>ppt_y</p:attrName>
                                        </p:attrNameLst>
                                      </p:cBhvr>
                                      <p:tavLst>
                                        <p:tav tm="0">
                                          <p:val>
                                            <p:strVal val="#ppt_y-.1"/>
                                          </p:val>
                                        </p:tav>
                                        <p:tav tm="100000">
                                          <p:val>
                                            <p:strVal val="#ppt_y"/>
                                          </p:val>
                                        </p:tav>
                                      </p:tavLst>
                                    </p:anim>
                                  </p:childTnLst>
                                </p:cTn>
                              </p:par>
                              <p:par>
                                <p:cTn id="55" presetID="47" presetClass="entr" presetSubtype="0" fill="hold" nodeType="withEffect">
                                  <p:stCondLst>
                                    <p:cond delay="20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1000"/>
                                        <p:tgtEl>
                                          <p:spTgt spid="24"/>
                                        </p:tgtEl>
                                      </p:cBhvr>
                                    </p:animEffect>
                                    <p:anim calcmode="lin" valueType="num">
                                      <p:cBhvr>
                                        <p:cTn id="58" dur="1000" fill="hold"/>
                                        <p:tgtEl>
                                          <p:spTgt spid="24"/>
                                        </p:tgtEl>
                                        <p:attrNameLst>
                                          <p:attrName>ppt_x</p:attrName>
                                        </p:attrNameLst>
                                      </p:cBhvr>
                                      <p:tavLst>
                                        <p:tav tm="0">
                                          <p:val>
                                            <p:strVal val="#ppt_x"/>
                                          </p:val>
                                        </p:tav>
                                        <p:tav tm="100000">
                                          <p:val>
                                            <p:strVal val="#ppt_x"/>
                                          </p:val>
                                        </p:tav>
                                      </p:tavLst>
                                    </p:anim>
                                    <p:anim calcmode="lin" valueType="num">
                                      <p:cBhvr>
                                        <p:cTn id="59" dur="1000" fill="hold"/>
                                        <p:tgtEl>
                                          <p:spTgt spid="24"/>
                                        </p:tgtEl>
                                        <p:attrNameLst>
                                          <p:attrName>ppt_y</p:attrName>
                                        </p:attrNameLst>
                                      </p:cBhvr>
                                      <p:tavLst>
                                        <p:tav tm="0">
                                          <p:val>
                                            <p:strVal val="#ppt_y-.1"/>
                                          </p:val>
                                        </p:tav>
                                        <p:tav tm="100000">
                                          <p:val>
                                            <p:strVal val="#ppt_y"/>
                                          </p:val>
                                        </p:tav>
                                      </p:tavLst>
                                    </p:anim>
                                  </p:childTnLst>
                                </p:cTn>
                              </p:par>
                              <p:par>
                                <p:cTn id="60" presetID="47" presetClass="entr" presetSubtype="0" fill="hold" nodeType="withEffect">
                                  <p:stCondLst>
                                    <p:cond delay="60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1000"/>
                                        <p:tgtEl>
                                          <p:spTgt spid="25"/>
                                        </p:tgtEl>
                                      </p:cBhvr>
                                    </p:animEffect>
                                    <p:anim calcmode="lin" valueType="num">
                                      <p:cBhvr>
                                        <p:cTn id="63" dur="1000" fill="hold"/>
                                        <p:tgtEl>
                                          <p:spTgt spid="25"/>
                                        </p:tgtEl>
                                        <p:attrNameLst>
                                          <p:attrName>ppt_x</p:attrName>
                                        </p:attrNameLst>
                                      </p:cBhvr>
                                      <p:tavLst>
                                        <p:tav tm="0">
                                          <p:val>
                                            <p:strVal val="#ppt_x"/>
                                          </p:val>
                                        </p:tav>
                                        <p:tav tm="100000">
                                          <p:val>
                                            <p:strVal val="#ppt_x"/>
                                          </p:val>
                                        </p:tav>
                                      </p:tavLst>
                                    </p:anim>
                                    <p:anim calcmode="lin" valueType="num">
                                      <p:cBhvr>
                                        <p:cTn id="64" dur="1000" fill="hold"/>
                                        <p:tgtEl>
                                          <p:spTgt spid="25"/>
                                        </p:tgtEl>
                                        <p:attrNameLst>
                                          <p:attrName>ppt_y</p:attrName>
                                        </p:attrNameLst>
                                      </p:cBhvr>
                                      <p:tavLst>
                                        <p:tav tm="0">
                                          <p:val>
                                            <p:strVal val="#ppt_y-.1"/>
                                          </p:val>
                                        </p:tav>
                                        <p:tav tm="100000">
                                          <p:val>
                                            <p:strVal val="#ppt_y"/>
                                          </p:val>
                                        </p:tav>
                                      </p:tavLst>
                                    </p:anim>
                                  </p:childTnLst>
                                </p:cTn>
                              </p:par>
                              <p:par>
                                <p:cTn id="65" presetID="47" presetClass="entr" presetSubtype="0" fill="hold" nodeType="withEffect">
                                  <p:stCondLst>
                                    <p:cond delay="60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1900"/>
                                        <p:tgtEl>
                                          <p:spTgt spid="26"/>
                                        </p:tgtEl>
                                      </p:cBhvr>
                                    </p:animEffect>
                                    <p:anim calcmode="lin" valueType="num">
                                      <p:cBhvr>
                                        <p:cTn id="68" dur="1900" fill="hold"/>
                                        <p:tgtEl>
                                          <p:spTgt spid="26"/>
                                        </p:tgtEl>
                                        <p:attrNameLst>
                                          <p:attrName>ppt_x</p:attrName>
                                        </p:attrNameLst>
                                      </p:cBhvr>
                                      <p:tavLst>
                                        <p:tav tm="0">
                                          <p:val>
                                            <p:strVal val="#ppt_x"/>
                                          </p:val>
                                        </p:tav>
                                        <p:tav tm="100000">
                                          <p:val>
                                            <p:strVal val="#ppt_x"/>
                                          </p:val>
                                        </p:tav>
                                      </p:tavLst>
                                    </p:anim>
                                    <p:anim calcmode="lin" valueType="num">
                                      <p:cBhvr>
                                        <p:cTn id="69" dur="1900" fill="hold"/>
                                        <p:tgtEl>
                                          <p:spTgt spid="26"/>
                                        </p:tgtEl>
                                        <p:attrNameLst>
                                          <p:attrName>ppt_y</p:attrName>
                                        </p:attrNameLst>
                                      </p:cBhvr>
                                      <p:tavLst>
                                        <p:tav tm="0">
                                          <p:val>
                                            <p:strVal val="#ppt_y-.1"/>
                                          </p:val>
                                        </p:tav>
                                        <p:tav tm="100000">
                                          <p:val>
                                            <p:strVal val="#ppt_y"/>
                                          </p:val>
                                        </p:tav>
                                      </p:tavLst>
                                    </p:anim>
                                  </p:childTnLst>
                                </p:cTn>
                              </p:par>
                              <p:par>
                                <p:cTn id="70" presetID="47" presetClass="entr" presetSubtype="0" fill="hold" nodeType="withEffect">
                                  <p:stCondLst>
                                    <p:cond delay="40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1000"/>
                                        <p:tgtEl>
                                          <p:spTgt spid="27"/>
                                        </p:tgtEl>
                                      </p:cBhvr>
                                    </p:animEffect>
                                    <p:anim calcmode="lin" valueType="num">
                                      <p:cBhvr>
                                        <p:cTn id="73" dur="1000" fill="hold"/>
                                        <p:tgtEl>
                                          <p:spTgt spid="27"/>
                                        </p:tgtEl>
                                        <p:attrNameLst>
                                          <p:attrName>ppt_x</p:attrName>
                                        </p:attrNameLst>
                                      </p:cBhvr>
                                      <p:tavLst>
                                        <p:tav tm="0">
                                          <p:val>
                                            <p:strVal val="#ppt_x"/>
                                          </p:val>
                                        </p:tav>
                                        <p:tav tm="100000">
                                          <p:val>
                                            <p:strVal val="#ppt_x"/>
                                          </p:val>
                                        </p:tav>
                                      </p:tavLst>
                                    </p:anim>
                                    <p:anim calcmode="lin" valueType="num">
                                      <p:cBhvr>
                                        <p:cTn id="74" dur="1000" fill="hold"/>
                                        <p:tgtEl>
                                          <p:spTgt spid="27"/>
                                        </p:tgtEl>
                                        <p:attrNameLst>
                                          <p:attrName>ppt_y</p:attrName>
                                        </p:attrNameLst>
                                      </p:cBhvr>
                                      <p:tavLst>
                                        <p:tav tm="0">
                                          <p:val>
                                            <p:strVal val="#ppt_y-.1"/>
                                          </p:val>
                                        </p:tav>
                                        <p:tav tm="100000">
                                          <p:val>
                                            <p:strVal val="#ppt_y"/>
                                          </p:val>
                                        </p:tav>
                                      </p:tavLst>
                                    </p:anim>
                                  </p:childTnLst>
                                </p:cTn>
                              </p:par>
                              <p:par>
                                <p:cTn id="75" presetID="47" presetClass="entr" presetSubtype="0" fill="hold" nodeType="withEffect">
                                  <p:stCondLst>
                                    <p:cond delay="70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1000"/>
                                        <p:tgtEl>
                                          <p:spTgt spid="28"/>
                                        </p:tgtEl>
                                      </p:cBhvr>
                                    </p:animEffect>
                                    <p:anim calcmode="lin" valueType="num">
                                      <p:cBhvr>
                                        <p:cTn id="78" dur="1000" fill="hold"/>
                                        <p:tgtEl>
                                          <p:spTgt spid="28"/>
                                        </p:tgtEl>
                                        <p:attrNameLst>
                                          <p:attrName>ppt_x</p:attrName>
                                        </p:attrNameLst>
                                      </p:cBhvr>
                                      <p:tavLst>
                                        <p:tav tm="0">
                                          <p:val>
                                            <p:strVal val="#ppt_x"/>
                                          </p:val>
                                        </p:tav>
                                        <p:tav tm="100000">
                                          <p:val>
                                            <p:strVal val="#ppt_x"/>
                                          </p:val>
                                        </p:tav>
                                      </p:tavLst>
                                    </p:anim>
                                    <p:anim calcmode="lin" valueType="num">
                                      <p:cBhvr>
                                        <p:cTn id="79" dur="1000" fill="hold"/>
                                        <p:tgtEl>
                                          <p:spTgt spid="28"/>
                                        </p:tgtEl>
                                        <p:attrNameLst>
                                          <p:attrName>ppt_y</p:attrName>
                                        </p:attrNameLst>
                                      </p:cBhvr>
                                      <p:tavLst>
                                        <p:tav tm="0">
                                          <p:val>
                                            <p:strVal val="#ppt_y-.1"/>
                                          </p:val>
                                        </p:tav>
                                        <p:tav tm="100000">
                                          <p:val>
                                            <p:strVal val="#ppt_y"/>
                                          </p:val>
                                        </p:tav>
                                      </p:tavLst>
                                    </p:anim>
                                  </p:childTnLst>
                                </p:cTn>
                              </p:par>
                              <p:par>
                                <p:cTn id="80" presetID="47" presetClass="entr" presetSubtype="0" fill="hold" nodeType="withEffect">
                                  <p:stCondLst>
                                    <p:cond delay="13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1000"/>
                                        <p:tgtEl>
                                          <p:spTgt spid="29"/>
                                        </p:tgtEl>
                                      </p:cBhvr>
                                    </p:animEffect>
                                    <p:anim calcmode="lin" valueType="num">
                                      <p:cBhvr>
                                        <p:cTn id="83" dur="1000" fill="hold"/>
                                        <p:tgtEl>
                                          <p:spTgt spid="29"/>
                                        </p:tgtEl>
                                        <p:attrNameLst>
                                          <p:attrName>ppt_x</p:attrName>
                                        </p:attrNameLst>
                                      </p:cBhvr>
                                      <p:tavLst>
                                        <p:tav tm="0">
                                          <p:val>
                                            <p:strVal val="#ppt_x"/>
                                          </p:val>
                                        </p:tav>
                                        <p:tav tm="100000">
                                          <p:val>
                                            <p:strVal val="#ppt_x"/>
                                          </p:val>
                                        </p:tav>
                                      </p:tavLst>
                                    </p:anim>
                                    <p:anim calcmode="lin" valueType="num">
                                      <p:cBhvr>
                                        <p:cTn id="84" dur="1000" fill="hold"/>
                                        <p:tgtEl>
                                          <p:spTgt spid="29"/>
                                        </p:tgtEl>
                                        <p:attrNameLst>
                                          <p:attrName>ppt_y</p:attrName>
                                        </p:attrNameLst>
                                      </p:cBhvr>
                                      <p:tavLst>
                                        <p:tav tm="0">
                                          <p:val>
                                            <p:strVal val="#ppt_y-.1"/>
                                          </p:val>
                                        </p:tav>
                                        <p:tav tm="100000">
                                          <p:val>
                                            <p:strVal val="#ppt_y"/>
                                          </p:val>
                                        </p:tav>
                                      </p:tavLst>
                                    </p:anim>
                                  </p:childTnLst>
                                </p:cTn>
                              </p:par>
                              <p:par>
                                <p:cTn id="85" presetID="47" presetClass="entr" presetSubtype="0" fill="hold" nodeType="withEffect">
                                  <p:stCondLst>
                                    <p:cond delay="90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1000"/>
                                        <p:tgtEl>
                                          <p:spTgt spid="30"/>
                                        </p:tgtEl>
                                      </p:cBhvr>
                                    </p:animEffect>
                                    <p:anim calcmode="lin" valueType="num">
                                      <p:cBhvr>
                                        <p:cTn id="88" dur="1000" fill="hold"/>
                                        <p:tgtEl>
                                          <p:spTgt spid="30"/>
                                        </p:tgtEl>
                                        <p:attrNameLst>
                                          <p:attrName>ppt_x</p:attrName>
                                        </p:attrNameLst>
                                      </p:cBhvr>
                                      <p:tavLst>
                                        <p:tav tm="0">
                                          <p:val>
                                            <p:strVal val="#ppt_x"/>
                                          </p:val>
                                        </p:tav>
                                        <p:tav tm="100000">
                                          <p:val>
                                            <p:strVal val="#ppt_x"/>
                                          </p:val>
                                        </p:tav>
                                      </p:tavLst>
                                    </p:anim>
                                    <p:anim calcmode="lin" valueType="num">
                                      <p:cBhvr>
                                        <p:cTn id="89" dur="1000" fill="hold"/>
                                        <p:tgtEl>
                                          <p:spTgt spid="30"/>
                                        </p:tgtEl>
                                        <p:attrNameLst>
                                          <p:attrName>ppt_y</p:attrName>
                                        </p:attrNameLst>
                                      </p:cBhvr>
                                      <p:tavLst>
                                        <p:tav tm="0">
                                          <p:val>
                                            <p:strVal val="#ppt_y-.1"/>
                                          </p:val>
                                        </p:tav>
                                        <p:tav tm="100000">
                                          <p:val>
                                            <p:strVal val="#ppt_y"/>
                                          </p:val>
                                        </p:tav>
                                      </p:tavLst>
                                    </p:anim>
                                  </p:childTnLst>
                                </p:cTn>
                              </p:par>
                              <p:par>
                                <p:cTn id="90" presetID="47" presetClass="entr" presetSubtype="0" fill="hold" nodeType="withEffect">
                                  <p:stCondLst>
                                    <p:cond delay="50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1000"/>
                                        <p:tgtEl>
                                          <p:spTgt spid="31"/>
                                        </p:tgtEl>
                                      </p:cBhvr>
                                    </p:animEffect>
                                    <p:anim calcmode="lin" valueType="num">
                                      <p:cBhvr>
                                        <p:cTn id="93" dur="1000" fill="hold"/>
                                        <p:tgtEl>
                                          <p:spTgt spid="31"/>
                                        </p:tgtEl>
                                        <p:attrNameLst>
                                          <p:attrName>ppt_x</p:attrName>
                                        </p:attrNameLst>
                                      </p:cBhvr>
                                      <p:tavLst>
                                        <p:tav tm="0">
                                          <p:val>
                                            <p:strVal val="#ppt_x"/>
                                          </p:val>
                                        </p:tav>
                                        <p:tav tm="100000">
                                          <p:val>
                                            <p:strVal val="#ppt_x"/>
                                          </p:val>
                                        </p:tav>
                                      </p:tavLst>
                                    </p:anim>
                                    <p:anim calcmode="lin" valueType="num">
                                      <p:cBhvr>
                                        <p:cTn id="94" dur="1000" fill="hold"/>
                                        <p:tgtEl>
                                          <p:spTgt spid="31"/>
                                        </p:tgtEl>
                                        <p:attrNameLst>
                                          <p:attrName>ppt_y</p:attrName>
                                        </p:attrNameLst>
                                      </p:cBhvr>
                                      <p:tavLst>
                                        <p:tav tm="0">
                                          <p:val>
                                            <p:strVal val="#ppt_y-.1"/>
                                          </p:val>
                                        </p:tav>
                                        <p:tav tm="100000">
                                          <p:val>
                                            <p:strVal val="#ppt_y"/>
                                          </p:val>
                                        </p:tav>
                                      </p:tavLst>
                                    </p:anim>
                                  </p:childTnLst>
                                </p:cTn>
                              </p:par>
                              <p:par>
                                <p:cTn id="95" presetID="47" presetClass="entr" presetSubtype="0" fill="hold" nodeType="withEffect">
                                  <p:stCondLst>
                                    <p:cond delay="170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1000"/>
                                        <p:tgtEl>
                                          <p:spTgt spid="32"/>
                                        </p:tgtEl>
                                      </p:cBhvr>
                                    </p:animEffect>
                                    <p:anim calcmode="lin" valueType="num">
                                      <p:cBhvr>
                                        <p:cTn id="98" dur="1000" fill="hold"/>
                                        <p:tgtEl>
                                          <p:spTgt spid="32"/>
                                        </p:tgtEl>
                                        <p:attrNameLst>
                                          <p:attrName>ppt_x</p:attrName>
                                        </p:attrNameLst>
                                      </p:cBhvr>
                                      <p:tavLst>
                                        <p:tav tm="0">
                                          <p:val>
                                            <p:strVal val="#ppt_x"/>
                                          </p:val>
                                        </p:tav>
                                        <p:tav tm="100000">
                                          <p:val>
                                            <p:strVal val="#ppt_x"/>
                                          </p:val>
                                        </p:tav>
                                      </p:tavLst>
                                    </p:anim>
                                    <p:anim calcmode="lin" valueType="num">
                                      <p:cBhvr>
                                        <p:cTn id="99" dur="1000" fill="hold"/>
                                        <p:tgtEl>
                                          <p:spTgt spid="32"/>
                                        </p:tgtEl>
                                        <p:attrNameLst>
                                          <p:attrName>ppt_y</p:attrName>
                                        </p:attrNameLst>
                                      </p:cBhvr>
                                      <p:tavLst>
                                        <p:tav tm="0">
                                          <p:val>
                                            <p:strVal val="#ppt_y-.1"/>
                                          </p:val>
                                        </p:tav>
                                        <p:tav tm="100000">
                                          <p:val>
                                            <p:strVal val="#ppt_y"/>
                                          </p:val>
                                        </p:tav>
                                      </p:tavLst>
                                    </p:anim>
                                  </p:childTnLst>
                                </p:cTn>
                              </p:par>
                              <p:par>
                                <p:cTn id="100" presetID="47" presetClass="entr" presetSubtype="0" fill="hold" nodeType="withEffect">
                                  <p:stCondLst>
                                    <p:cond delay="120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1000"/>
                                        <p:tgtEl>
                                          <p:spTgt spid="33"/>
                                        </p:tgtEl>
                                      </p:cBhvr>
                                    </p:animEffect>
                                    <p:anim calcmode="lin" valueType="num">
                                      <p:cBhvr>
                                        <p:cTn id="103" dur="1000" fill="hold"/>
                                        <p:tgtEl>
                                          <p:spTgt spid="33"/>
                                        </p:tgtEl>
                                        <p:attrNameLst>
                                          <p:attrName>ppt_x</p:attrName>
                                        </p:attrNameLst>
                                      </p:cBhvr>
                                      <p:tavLst>
                                        <p:tav tm="0">
                                          <p:val>
                                            <p:strVal val="#ppt_x"/>
                                          </p:val>
                                        </p:tav>
                                        <p:tav tm="100000">
                                          <p:val>
                                            <p:strVal val="#ppt_x"/>
                                          </p:val>
                                        </p:tav>
                                      </p:tavLst>
                                    </p:anim>
                                    <p:anim calcmode="lin" valueType="num">
                                      <p:cBhvr>
                                        <p:cTn id="104" dur="1000" fill="hold"/>
                                        <p:tgtEl>
                                          <p:spTgt spid="33"/>
                                        </p:tgtEl>
                                        <p:attrNameLst>
                                          <p:attrName>ppt_y</p:attrName>
                                        </p:attrNameLst>
                                      </p:cBhvr>
                                      <p:tavLst>
                                        <p:tav tm="0">
                                          <p:val>
                                            <p:strVal val="#ppt_y-.1"/>
                                          </p:val>
                                        </p:tav>
                                        <p:tav tm="100000">
                                          <p:val>
                                            <p:strVal val="#ppt_y"/>
                                          </p:val>
                                        </p:tav>
                                      </p:tavLst>
                                    </p:anim>
                                  </p:childTnLst>
                                </p:cTn>
                              </p:par>
                              <p:par>
                                <p:cTn id="105" presetID="47" presetClass="entr" presetSubtype="0" fill="hold" nodeType="withEffect">
                                  <p:stCondLst>
                                    <p:cond delay="1100"/>
                                  </p:stCondLst>
                                  <p:childTnLst>
                                    <p:set>
                                      <p:cBhvr>
                                        <p:cTn id="106" dur="1" fill="hold">
                                          <p:stCondLst>
                                            <p:cond delay="0"/>
                                          </p:stCondLst>
                                        </p:cTn>
                                        <p:tgtEl>
                                          <p:spTgt spid="34"/>
                                        </p:tgtEl>
                                        <p:attrNameLst>
                                          <p:attrName>style.visibility</p:attrName>
                                        </p:attrNameLst>
                                      </p:cBhvr>
                                      <p:to>
                                        <p:strVal val="visible"/>
                                      </p:to>
                                    </p:set>
                                    <p:animEffect transition="in" filter="fade">
                                      <p:cBhvr>
                                        <p:cTn id="107" dur="1000"/>
                                        <p:tgtEl>
                                          <p:spTgt spid="34"/>
                                        </p:tgtEl>
                                      </p:cBhvr>
                                    </p:animEffect>
                                    <p:anim calcmode="lin" valueType="num">
                                      <p:cBhvr>
                                        <p:cTn id="108" dur="1000" fill="hold"/>
                                        <p:tgtEl>
                                          <p:spTgt spid="34"/>
                                        </p:tgtEl>
                                        <p:attrNameLst>
                                          <p:attrName>ppt_x</p:attrName>
                                        </p:attrNameLst>
                                      </p:cBhvr>
                                      <p:tavLst>
                                        <p:tav tm="0">
                                          <p:val>
                                            <p:strVal val="#ppt_x"/>
                                          </p:val>
                                        </p:tav>
                                        <p:tav tm="100000">
                                          <p:val>
                                            <p:strVal val="#ppt_x"/>
                                          </p:val>
                                        </p:tav>
                                      </p:tavLst>
                                    </p:anim>
                                    <p:anim calcmode="lin" valueType="num">
                                      <p:cBhvr>
                                        <p:cTn id="109" dur="1000" fill="hold"/>
                                        <p:tgtEl>
                                          <p:spTgt spid="34"/>
                                        </p:tgtEl>
                                        <p:attrNameLst>
                                          <p:attrName>ppt_y</p:attrName>
                                        </p:attrNameLst>
                                      </p:cBhvr>
                                      <p:tavLst>
                                        <p:tav tm="0">
                                          <p:val>
                                            <p:strVal val="#ppt_y-.1"/>
                                          </p:val>
                                        </p:tav>
                                        <p:tav tm="100000">
                                          <p:val>
                                            <p:strVal val="#ppt_y"/>
                                          </p:val>
                                        </p:tav>
                                      </p:tavLst>
                                    </p:anim>
                                  </p:childTnLst>
                                </p:cTn>
                              </p:par>
                              <p:par>
                                <p:cTn id="110" presetID="47" presetClass="entr" presetSubtype="0" fill="hold" nodeType="withEffect">
                                  <p:stCondLst>
                                    <p:cond delay="900"/>
                                  </p:stCondLst>
                                  <p:childTnLst>
                                    <p:set>
                                      <p:cBhvr>
                                        <p:cTn id="111" dur="1" fill="hold">
                                          <p:stCondLst>
                                            <p:cond delay="0"/>
                                          </p:stCondLst>
                                        </p:cTn>
                                        <p:tgtEl>
                                          <p:spTgt spid="35"/>
                                        </p:tgtEl>
                                        <p:attrNameLst>
                                          <p:attrName>style.visibility</p:attrName>
                                        </p:attrNameLst>
                                      </p:cBhvr>
                                      <p:to>
                                        <p:strVal val="visible"/>
                                      </p:to>
                                    </p:set>
                                    <p:animEffect transition="in" filter="fade">
                                      <p:cBhvr>
                                        <p:cTn id="112" dur="1000"/>
                                        <p:tgtEl>
                                          <p:spTgt spid="35"/>
                                        </p:tgtEl>
                                      </p:cBhvr>
                                    </p:animEffect>
                                    <p:anim calcmode="lin" valueType="num">
                                      <p:cBhvr>
                                        <p:cTn id="113" dur="1000" fill="hold"/>
                                        <p:tgtEl>
                                          <p:spTgt spid="35"/>
                                        </p:tgtEl>
                                        <p:attrNameLst>
                                          <p:attrName>ppt_x</p:attrName>
                                        </p:attrNameLst>
                                      </p:cBhvr>
                                      <p:tavLst>
                                        <p:tav tm="0">
                                          <p:val>
                                            <p:strVal val="#ppt_x"/>
                                          </p:val>
                                        </p:tav>
                                        <p:tav tm="100000">
                                          <p:val>
                                            <p:strVal val="#ppt_x"/>
                                          </p:val>
                                        </p:tav>
                                      </p:tavLst>
                                    </p:anim>
                                    <p:anim calcmode="lin" valueType="num">
                                      <p:cBhvr>
                                        <p:cTn id="114" dur="1000" fill="hold"/>
                                        <p:tgtEl>
                                          <p:spTgt spid="35"/>
                                        </p:tgtEl>
                                        <p:attrNameLst>
                                          <p:attrName>ppt_y</p:attrName>
                                        </p:attrNameLst>
                                      </p:cBhvr>
                                      <p:tavLst>
                                        <p:tav tm="0">
                                          <p:val>
                                            <p:strVal val="#ppt_y-.1"/>
                                          </p:val>
                                        </p:tav>
                                        <p:tav tm="100000">
                                          <p:val>
                                            <p:strVal val="#ppt_y"/>
                                          </p:val>
                                        </p:tav>
                                      </p:tavLst>
                                    </p:anim>
                                  </p:childTnLst>
                                </p:cTn>
                              </p:par>
                              <p:par>
                                <p:cTn id="115" presetID="47" presetClass="entr" presetSubtype="0" fill="hold" nodeType="withEffect">
                                  <p:stCondLst>
                                    <p:cond delay="40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7" dur="1000"/>
                                        <p:tgtEl>
                                          <p:spTgt spid="37"/>
                                        </p:tgtEl>
                                      </p:cBhvr>
                                    </p:animEffect>
                                    <p:anim calcmode="lin" valueType="num">
                                      <p:cBhvr>
                                        <p:cTn id="118" dur="1000" fill="hold"/>
                                        <p:tgtEl>
                                          <p:spTgt spid="37"/>
                                        </p:tgtEl>
                                        <p:attrNameLst>
                                          <p:attrName>ppt_x</p:attrName>
                                        </p:attrNameLst>
                                      </p:cBhvr>
                                      <p:tavLst>
                                        <p:tav tm="0">
                                          <p:val>
                                            <p:strVal val="#ppt_x"/>
                                          </p:val>
                                        </p:tav>
                                        <p:tav tm="100000">
                                          <p:val>
                                            <p:strVal val="#ppt_x"/>
                                          </p:val>
                                        </p:tav>
                                      </p:tavLst>
                                    </p:anim>
                                    <p:anim calcmode="lin" valueType="num">
                                      <p:cBhvr>
                                        <p:cTn id="119" dur="1000" fill="hold"/>
                                        <p:tgtEl>
                                          <p:spTgt spid="37"/>
                                        </p:tgtEl>
                                        <p:attrNameLst>
                                          <p:attrName>ppt_y</p:attrName>
                                        </p:attrNameLst>
                                      </p:cBhvr>
                                      <p:tavLst>
                                        <p:tav tm="0">
                                          <p:val>
                                            <p:strVal val="#ppt_y-.1"/>
                                          </p:val>
                                        </p:tav>
                                        <p:tav tm="100000">
                                          <p:val>
                                            <p:strVal val="#ppt_y"/>
                                          </p:val>
                                        </p:tav>
                                      </p:tavLst>
                                    </p:anim>
                                  </p:childTnLst>
                                </p:cTn>
                              </p:par>
                              <p:par>
                                <p:cTn id="120" presetID="47" presetClass="entr" presetSubtype="0" fill="hold" nodeType="withEffect">
                                  <p:stCondLst>
                                    <p:cond delay="1000"/>
                                  </p:stCondLst>
                                  <p:childTnLst>
                                    <p:set>
                                      <p:cBhvr>
                                        <p:cTn id="121" dur="1" fill="hold">
                                          <p:stCondLst>
                                            <p:cond delay="0"/>
                                          </p:stCondLst>
                                        </p:cTn>
                                        <p:tgtEl>
                                          <p:spTgt spid="38"/>
                                        </p:tgtEl>
                                        <p:attrNameLst>
                                          <p:attrName>style.visibility</p:attrName>
                                        </p:attrNameLst>
                                      </p:cBhvr>
                                      <p:to>
                                        <p:strVal val="visible"/>
                                      </p:to>
                                    </p:set>
                                    <p:animEffect transition="in" filter="fade">
                                      <p:cBhvr>
                                        <p:cTn id="122" dur="1000"/>
                                        <p:tgtEl>
                                          <p:spTgt spid="38"/>
                                        </p:tgtEl>
                                      </p:cBhvr>
                                    </p:animEffect>
                                    <p:anim calcmode="lin" valueType="num">
                                      <p:cBhvr>
                                        <p:cTn id="123" dur="1000" fill="hold"/>
                                        <p:tgtEl>
                                          <p:spTgt spid="38"/>
                                        </p:tgtEl>
                                        <p:attrNameLst>
                                          <p:attrName>ppt_x</p:attrName>
                                        </p:attrNameLst>
                                      </p:cBhvr>
                                      <p:tavLst>
                                        <p:tav tm="0">
                                          <p:val>
                                            <p:strVal val="#ppt_x"/>
                                          </p:val>
                                        </p:tav>
                                        <p:tav tm="100000">
                                          <p:val>
                                            <p:strVal val="#ppt_x"/>
                                          </p:val>
                                        </p:tav>
                                      </p:tavLst>
                                    </p:anim>
                                    <p:anim calcmode="lin" valueType="num">
                                      <p:cBhvr>
                                        <p:cTn id="124" dur="1000" fill="hold"/>
                                        <p:tgtEl>
                                          <p:spTgt spid="38"/>
                                        </p:tgtEl>
                                        <p:attrNameLst>
                                          <p:attrName>ppt_y</p:attrName>
                                        </p:attrNameLst>
                                      </p:cBhvr>
                                      <p:tavLst>
                                        <p:tav tm="0">
                                          <p:val>
                                            <p:strVal val="#ppt_y-.1"/>
                                          </p:val>
                                        </p:tav>
                                        <p:tav tm="100000">
                                          <p:val>
                                            <p:strVal val="#ppt_y"/>
                                          </p:val>
                                        </p:tav>
                                      </p:tavLst>
                                    </p:anim>
                                  </p:childTnLst>
                                </p:cTn>
                              </p:par>
                              <p:par>
                                <p:cTn id="125" presetID="47" presetClass="entr" presetSubtype="0" fill="hold" nodeType="withEffect">
                                  <p:stCondLst>
                                    <p:cond delay="700"/>
                                  </p:stCondLst>
                                  <p:childTnLst>
                                    <p:set>
                                      <p:cBhvr>
                                        <p:cTn id="126" dur="1" fill="hold">
                                          <p:stCondLst>
                                            <p:cond delay="0"/>
                                          </p:stCondLst>
                                        </p:cTn>
                                        <p:tgtEl>
                                          <p:spTgt spid="39"/>
                                        </p:tgtEl>
                                        <p:attrNameLst>
                                          <p:attrName>style.visibility</p:attrName>
                                        </p:attrNameLst>
                                      </p:cBhvr>
                                      <p:to>
                                        <p:strVal val="visible"/>
                                      </p:to>
                                    </p:set>
                                    <p:animEffect transition="in" filter="fade">
                                      <p:cBhvr>
                                        <p:cTn id="127" dur="1000"/>
                                        <p:tgtEl>
                                          <p:spTgt spid="39"/>
                                        </p:tgtEl>
                                      </p:cBhvr>
                                    </p:animEffect>
                                    <p:anim calcmode="lin" valueType="num">
                                      <p:cBhvr>
                                        <p:cTn id="128" dur="1000" fill="hold"/>
                                        <p:tgtEl>
                                          <p:spTgt spid="39"/>
                                        </p:tgtEl>
                                        <p:attrNameLst>
                                          <p:attrName>ppt_x</p:attrName>
                                        </p:attrNameLst>
                                      </p:cBhvr>
                                      <p:tavLst>
                                        <p:tav tm="0">
                                          <p:val>
                                            <p:strVal val="#ppt_x"/>
                                          </p:val>
                                        </p:tav>
                                        <p:tav tm="100000">
                                          <p:val>
                                            <p:strVal val="#ppt_x"/>
                                          </p:val>
                                        </p:tav>
                                      </p:tavLst>
                                    </p:anim>
                                    <p:anim calcmode="lin" valueType="num">
                                      <p:cBhvr>
                                        <p:cTn id="129" dur="1000" fill="hold"/>
                                        <p:tgtEl>
                                          <p:spTgt spid="39"/>
                                        </p:tgtEl>
                                        <p:attrNameLst>
                                          <p:attrName>ppt_y</p:attrName>
                                        </p:attrNameLst>
                                      </p:cBhvr>
                                      <p:tavLst>
                                        <p:tav tm="0">
                                          <p:val>
                                            <p:strVal val="#ppt_y-.1"/>
                                          </p:val>
                                        </p:tav>
                                        <p:tav tm="100000">
                                          <p:val>
                                            <p:strVal val="#ppt_y"/>
                                          </p:val>
                                        </p:tav>
                                      </p:tavLst>
                                    </p:anim>
                                  </p:childTnLst>
                                </p:cTn>
                              </p:par>
                              <p:par>
                                <p:cTn id="130" presetID="47" presetClass="entr" presetSubtype="0" fill="hold" nodeType="withEffect">
                                  <p:stCondLst>
                                    <p:cond delay="600"/>
                                  </p:stCondLst>
                                  <p:childTnLst>
                                    <p:set>
                                      <p:cBhvr>
                                        <p:cTn id="131" dur="1" fill="hold">
                                          <p:stCondLst>
                                            <p:cond delay="0"/>
                                          </p:stCondLst>
                                        </p:cTn>
                                        <p:tgtEl>
                                          <p:spTgt spid="40"/>
                                        </p:tgtEl>
                                        <p:attrNameLst>
                                          <p:attrName>style.visibility</p:attrName>
                                        </p:attrNameLst>
                                      </p:cBhvr>
                                      <p:to>
                                        <p:strVal val="visible"/>
                                      </p:to>
                                    </p:set>
                                    <p:animEffect transition="in" filter="fade">
                                      <p:cBhvr>
                                        <p:cTn id="132" dur="1000"/>
                                        <p:tgtEl>
                                          <p:spTgt spid="40"/>
                                        </p:tgtEl>
                                      </p:cBhvr>
                                    </p:animEffect>
                                    <p:anim calcmode="lin" valueType="num">
                                      <p:cBhvr>
                                        <p:cTn id="133" dur="1000" fill="hold"/>
                                        <p:tgtEl>
                                          <p:spTgt spid="40"/>
                                        </p:tgtEl>
                                        <p:attrNameLst>
                                          <p:attrName>ppt_x</p:attrName>
                                        </p:attrNameLst>
                                      </p:cBhvr>
                                      <p:tavLst>
                                        <p:tav tm="0">
                                          <p:val>
                                            <p:strVal val="#ppt_x"/>
                                          </p:val>
                                        </p:tav>
                                        <p:tav tm="100000">
                                          <p:val>
                                            <p:strVal val="#ppt_x"/>
                                          </p:val>
                                        </p:tav>
                                      </p:tavLst>
                                    </p:anim>
                                    <p:anim calcmode="lin" valueType="num">
                                      <p:cBhvr>
                                        <p:cTn id="134" dur="1000" fill="hold"/>
                                        <p:tgtEl>
                                          <p:spTgt spid="40"/>
                                        </p:tgtEl>
                                        <p:attrNameLst>
                                          <p:attrName>ppt_y</p:attrName>
                                        </p:attrNameLst>
                                      </p:cBhvr>
                                      <p:tavLst>
                                        <p:tav tm="0">
                                          <p:val>
                                            <p:strVal val="#ppt_y-.1"/>
                                          </p:val>
                                        </p:tav>
                                        <p:tav tm="100000">
                                          <p:val>
                                            <p:strVal val="#ppt_y"/>
                                          </p:val>
                                        </p:tav>
                                      </p:tavLst>
                                    </p:anim>
                                  </p:childTnLst>
                                </p:cTn>
                              </p:par>
                              <p:par>
                                <p:cTn id="135" presetID="47" presetClass="entr" presetSubtype="0" fill="hold" nodeType="withEffect">
                                  <p:stCondLst>
                                    <p:cond delay="300"/>
                                  </p:stCondLst>
                                  <p:childTnLst>
                                    <p:set>
                                      <p:cBhvr>
                                        <p:cTn id="136" dur="1" fill="hold">
                                          <p:stCondLst>
                                            <p:cond delay="0"/>
                                          </p:stCondLst>
                                        </p:cTn>
                                        <p:tgtEl>
                                          <p:spTgt spid="41"/>
                                        </p:tgtEl>
                                        <p:attrNameLst>
                                          <p:attrName>style.visibility</p:attrName>
                                        </p:attrNameLst>
                                      </p:cBhvr>
                                      <p:to>
                                        <p:strVal val="visible"/>
                                      </p:to>
                                    </p:set>
                                    <p:animEffect transition="in" filter="fade">
                                      <p:cBhvr>
                                        <p:cTn id="137" dur="1000"/>
                                        <p:tgtEl>
                                          <p:spTgt spid="41"/>
                                        </p:tgtEl>
                                      </p:cBhvr>
                                    </p:animEffect>
                                    <p:anim calcmode="lin" valueType="num">
                                      <p:cBhvr>
                                        <p:cTn id="138" dur="1000" fill="hold"/>
                                        <p:tgtEl>
                                          <p:spTgt spid="41"/>
                                        </p:tgtEl>
                                        <p:attrNameLst>
                                          <p:attrName>ppt_x</p:attrName>
                                        </p:attrNameLst>
                                      </p:cBhvr>
                                      <p:tavLst>
                                        <p:tav tm="0">
                                          <p:val>
                                            <p:strVal val="#ppt_x"/>
                                          </p:val>
                                        </p:tav>
                                        <p:tav tm="100000">
                                          <p:val>
                                            <p:strVal val="#ppt_x"/>
                                          </p:val>
                                        </p:tav>
                                      </p:tavLst>
                                    </p:anim>
                                    <p:anim calcmode="lin" valueType="num">
                                      <p:cBhvr>
                                        <p:cTn id="139" dur="1000" fill="hold"/>
                                        <p:tgtEl>
                                          <p:spTgt spid="41"/>
                                        </p:tgtEl>
                                        <p:attrNameLst>
                                          <p:attrName>ppt_y</p:attrName>
                                        </p:attrNameLst>
                                      </p:cBhvr>
                                      <p:tavLst>
                                        <p:tav tm="0">
                                          <p:val>
                                            <p:strVal val="#ppt_y-.1"/>
                                          </p:val>
                                        </p:tav>
                                        <p:tav tm="100000">
                                          <p:val>
                                            <p:strVal val="#ppt_y"/>
                                          </p:val>
                                        </p:tav>
                                      </p:tavLst>
                                    </p:anim>
                                  </p:childTnLst>
                                </p:cTn>
                              </p:par>
                              <p:par>
                                <p:cTn id="140" presetID="47" presetClass="entr" presetSubtype="0" fill="hold" nodeType="withEffect">
                                  <p:stCondLst>
                                    <p:cond delay="0"/>
                                  </p:stCondLst>
                                  <p:childTnLst>
                                    <p:set>
                                      <p:cBhvr>
                                        <p:cTn id="141" dur="1" fill="hold">
                                          <p:stCondLst>
                                            <p:cond delay="0"/>
                                          </p:stCondLst>
                                        </p:cTn>
                                        <p:tgtEl>
                                          <p:spTgt spid="42"/>
                                        </p:tgtEl>
                                        <p:attrNameLst>
                                          <p:attrName>style.visibility</p:attrName>
                                        </p:attrNameLst>
                                      </p:cBhvr>
                                      <p:to>
                                        <p:strVal val="visible"/>
                                      </p:to>
                                    </p:set>
                                    <p:animEffect transition="in" filter="fade">
                                      <p:cBhvr>
                                        <p:cTn id="142" dur="1000"/>
                                        <p:tgtEl>
                                          <p:spTgt spid="42"/>
                                        </p:tgtEl>
                                      </p:cBhvr>
                                    </p:animEffect>
                                    <p:anim calcmode="lin" valueType="num">
                                      <p:cBhvr>
                                        <p:cTn id="143" dur="1000" fill="hold"/>
                                        <p:tgtEl>
                                          <p:spTgt spid="42"/>
                                        </p:tgtEl>
                                        <p:attrNameLst>
                                          <p:attrName>ppt_x</p:attrName>
                                        </p:attrNameLst>
                                      </p:cBhvr>
                                      <p:tavLst>
                                        <p:tav tm="0">
                                          <p:val>
                                            <p:strVal val="#ppt_x"/>
                                          </p:val>
                                        </p:tav>
                                        <p:tav tm="100000">
                                          <p:val>
                                            <p:strVal val="#ppt_x"/>
                                          </p:val>
                                        </p:tav>
                                      </p:tavLst>
                                    </p:anim>
                                    <p:anim calcmode="lin" valueType="num">
                                      <p:cBhvr>
                                        <p:cTn id="144" dur="1000" fill="hold"/>
                                        <p:tgtEl>
                                          <p:spTgt spid="42"/>
                                        </p:tgtEl>
                                        <p:attrNameLst>
                                          <p:attrName>ppt_y</p:attrName>
                                        </p:attrNameLst>
                                      </p:cBhvr>
                                      <p:tavLst>
                                        <p:tav tm="0">
                                          <p:val>
                                            <p:strVal val="#ppt_y-.1"/>
                                          </p:val>
                                        </p:tav>
                                        <p:tav tm="100000">
                                          <p:val>
                                            <p:strVal val="#ppt_y"/>
                                          </p:val>
                                        </p:tav>
                                      </p:tavLst>
                                    </p:anim>
                                  </p:childTnLst>
                                </p:cTn>
                              </p:par>
                              <p:par>
                                <p:cTn id="145" presetID="47" presetClass="entr" presetSubtype="0" fill="hold" nodeType="withEffect">
                                  <p:stCondLst>
                                    <p:cond delay="600"/>
                                  </p:stCondLst>
                                  <p:childTnLst>
                                    <p:set>
                                      <p:cBhvr>
                                        <p:cTn id="146" dur="1" fill="hold">
                                          <p:stCondLst>
                                            <p:cond delay="0"/>
                                          </p:stCondLst>
                                        </p:cTn>
                                        <p:tgtEl>
                                          <p:spTgt spid="43"/>
                                        </p:tgtEl>
                                        <p:attrNameLst>
                                          <p:attrName>style.visibility</p:attrName>
                                        </p:attrNameLst>
                                      </p:cBhvr>
                                      <p:to>
                                        <p:strVal val="visible"/>
                                      </p:to>
                                    </p:set>
                                    <p:animEffect transition="in" filter="fade">
                                      <p:cBhvr>
                                        <p:cTn id="147" dur="1000"/>
                                        <p:tgtEl>
                                          <p:spTgt spid="43"/>
                                        </p:tgtEl>
                                      </p:cBhvr>
                                    </p:animEffect>
                                    <p:anim calcmode="lin" valueType="num">
                                      <p:cBhvr>
                                        <p:cTn id="148" dur="1000" fill="hold"/>
                                        <p:tgtEl>
                                          <p:spTgt spid="43"/>
                                        </p:tgtEl>
                                        <p:attrNameLst>
                                          <p:attrName>ppt_x</p:attrName>
                                        </p:attrNameLst>
                                      </p:cBhvr>
                                      <p:tavLst>
                                        <p:tav tm="0">
                                          <p:val>
                                            <p:strVal val="#ppt_x"/>
                                          </p:val>
                                        </p:tav>
                                        <p:tav tm="100000">
                                          <p:val>
                                            <p:strVal val="#ppt_x"/>
                                          </p:val>
                                        </p:tav>
                                      </p:tavLst>
                                    </p:anim>
                                    <p:anim calcmode="lin" valueType="num">
                                      <p:cBhvr>
                                        <p:cTn id="149" dur="1000" fill="hold"/>
                                        <p:tgtEl>
                                          <p:spTgt spid="43"/>
                                        </p:tgtEl>
                                        <p:attrNameLst>
                                          <p:attrName>ppt_y</p:attrName>
                                        </p:attrNameLst>
                                      </p:cBhvr>
                                      <p:tavLst>
                                        <p:tav tm="0">
                                          <p:val>
                                            <p:strVal val="#ppt_y-.1"/>
                                          </p:val>
                                        </p:tav>
                                        <p:tav tm="100000">
                                          <p:val>
                                            <p:strVal val="#ppt_y"/>
                                          </p:val>
                                        </p:tav>
                                      </p:tavLst>
                                    </p:anim>
                                  </p:childTnLst>
                                </p:cTn>
                              </p:par>
                              <p:par>
                                <p:cTn id="150" presetID="47" presetClass="entr" presetSubtype="0" fill="hold" nodeType="withEffect">
                                  <p:stCondLst>
                                    <p:cond delay="0"/>
                                  </p:stCondLst>
                                  <p:childTnLst>
                                    <p:set>
                                      <p:cBhvr>
                                        <p:cTn id="151" dur="1" fill="hold">
                                          <p:stCondLst>
                                            <p:cond delay="0"/>
                                          </p:stCondLst>
                                        </p:cTn>
                                        <p:tgtEl>
                                          <p:spTgt spid="44"/>
                                        </p:tgtEl>
                                        <p:attrNameLst>
                                          <p:attrName>style.visibility</p:attrName>
                                        </p:attrNameLst>
                                      </p:cBhvr>
                                      <p:to>
                                        <p:strVal val="visible"/>
                                      </p:to>
                                    </p:set>
                                    <p:animEffect transition="in" filter="fade">
                                      <p:cBhvr>
                                        <p:cTn id="152" dur="1000"/>
                                        <p:tgtEl>
                                          <p:spTgt spid="44"/>
                                        </p:tgtEl>
                                      </p:cBhvr>
                                    </p:animEffect>
                                    <p:anim calcmode="lin" valueType="num">
                                      <p:cBhvr>
                                        <p:cTn id="153" dur="1000" fill="hold"/>
                                        <p:tgtEl>
                                          <p:spTgt spid="44"/>
                                        </p:tgtEl>
                                        <p:attrNameLst>
                                          <p:attrName>ppt_x</p:attrName>
                                        </p:attrNameLst>
                                      </p:cBhvr>
                                      <p:tavLst>
                                        <p:tav tm="0">
                                          <p:val>
                                            <p:strVal val="#ppt_x"/>
                                          </p:val>
                                        </p:tav>
                                        <p:tav tm="100000">
                                          <p:val>
                                            <p:strVal val="#ppt_x"/>
                                          </p:val>
                                        </p:tav>
                                      </p:tavLst>
                                    </p:anim>
                                    <p:anim calcmode="lin" valueType="num">
                                      <p:cBhvr>
                                        <p:cTn id="154" dur="1000" fill="hold"/>
                                        <p:tgtEl>
                                          <p:spTgt spid="44"/>
                                        </p:tgtEl>
                                        <p:attrNameLst>
                                          <p:attrName>ppt_y</p:attrName>
                                        </p:attrNameLst>
                                      </p:cBhvr>
                                      <p:tavLst>
                                        <p:tav tm="0">
                                          <p:val>
                                            <p:strVal val="#ppt_y-.1"/>
                                          </p:val>
                                        </p:tav>
                                        <p:tav tm="100000">
                                          <p:val>
                                            <p:strVal val="#ppt_y"/>
                                          </p:val>
                                        </p:tav>
                                      </p:tavLst>
                                    </p:anim>
                                  </p:childTnLst>
                                </p:cTn>
                              </p:par>
                              <p:par>
                                <p:cTn id="155" presetID="47" presetClass="entr" presetSubtype="0" fill="hold" nodeType="withEffect">
                                  <p:stCondLst>
                                    <p:cond delay="700"/>
                                  </p:stCondLst>
                                  <p:childTnLst>
                                    <p:set>
                                      <p:cBhvr>
                                        <p:cTn id="156" dur="1" fill="hold">
                                          <p:stCondLst>
                                            <p:cond delay="0"/>
                                          </p:stCondLst>
                                        </p:cTn>
                                        <p:tgtEl>
                                          <p:spTgt spid="45"/>
                                        </p:tgtEl>
                                        <p:attrNameLst>
                                          <p:attrName>style.visibility</p:attrName>
                                        </p:attrNameLst>
                                      </p:cBhvr>
                                      <p:to>
                                        <p:strVal val="visible"/>
                                      </p:to>
                                    </p:set>
                                    <p:animEffect transition="in" filter="fade">
                                      <p:cBhvr>
                                        <p:cTn id="157" dur="1000"/>
                                        <p:tgtEl>
                                          <p:spTgt spid="45"/>
                                        </p:tgtEl>
                                      </p:cBhvr>
                                    </p:animEffect>
                                    <p:anim calcmode="lin" valueType="num">
                                      <p:cBhvr>
                                        <p:cTn id="158" dur="1000" fill="hold"/>
                                        <p:tgtEl>
                                          <p:spTgt spid="45"/>
                                        </p:tgtEl>
                                        <p:attrNameLst>
                                          <p:attrName>ppt_x</p:attrName>
                                        </p:attrNameLst>
                                      </p:cBhvr>
                                      <p:tavLst>
                                        <p:tav tm="0">
                                          <p:val>
                                            <p:strVal val="#ppt_x"/>
                                          </p:val>
                                        </p:tav>
                                        <p:tav tm="100000">
                                          <p:val>
                                            <p:strVal val="#ppt_x"/>
                                          </p:val>
                                        </p:tav>
                                      </p:tavLst>
                                    </p:anim>
                                    <p:anim calcmode="lin" valueType="num">
                                      <p:cBhvr>
                                        <p:cTn id="159" dur="1000" fill="hold"/>
                                        <p:tgtEl>
                                          <p:spTgt spid="45"/>
                                        </p:tgtEl>
                                        <p:attrNameLst>
                                          <p:attrName>ppt_y</p:attrName>
                                        </p:attrNameLst>
                                      </p:cBhvr>
                                      <p:tavLst>
                                        <p:tav tm="0">
                                          <p:val>
                                            <p:strVal val="#ppt_y-.1"/>
                                          </p:val>
                                        </p:tav>
                                        <p:tav tm="100000">
                                          <p:val>
                                            <p:strVal val="#ppt_y"/>
                                          </p:val>
                                        </p:tav>
                                      </p:tavLst>
                                    </p:anim>
                                  </p:childTnLst>
                                </p:cTn>
                              </p:par>
                              <p:par>
                                <p:cTn id="160" presetID="47" presetClass="entr" presetSubtype="0" fill="hold" nodeType="withEffect">
                                  <p:stCondLst>
                                    <p:cond delay="500"/>
                                  </p:stCondLst>
                                  <p:childTnLst>
                                    <p:set>
                                      <p:cBhvr>
                                        <p:cTn id="161" dur="1" fill="hold">
                                          <p:stCondLst>
                                            <p:cond delay="0"/>
                                          </p:stCondLst>
                                        </p:cTn>
                                        <p:tgtEl>
                                          <p:spTgt spid="46"/>
                                        </p:tgtEl>
                                        <p:attrNameLst>
                                          <p:attrName>style.visibility</p:attrName>
                                        </p:attrNameLst>
                                      </p:cBhvr>
                                      <p:to>
                                        <p:strVal val="visible"/>
                                      </p:to>
                                    </p:set>
                                    <p:animEffect transition="in" filter="fade">
                                      <p:cBhvr>
                                        <p:cTn id="162" dur="1000"/>
                                        <p:tgtEl>
                                          <p:spTgt spid="46"/>
                                        </p:tgtEl>
                                      </p:cBhvr>
                                    </p:animEffect>
                                    <p:anim calcmode="lin" valueType="num">
                                      <p:cBhvr>
                                        <p:cTn id="163" dur="1000" fill="hold"/>
                                        <p:tgtEl>
                                          <p:spTgt spid="46"/>
                                        </p:tgtEl>
                                        <p:attrNameLst>
                                          <p:attrName>ppt_x</p:attrName>
                                        </p:attrNameLst>
                                      </p:cBhvr>
                                      <p:tavLst>
                                        <p:tav tm="0">
                                          <p:val>
                                            <p:strVal val="#ppt_x"/>
                                          </p:val>
                                        </p:tav>
                                        <p:tav tm="100000">
                                          <p:val>
                                            <p:strVal val="#ppt_x"/>
                                          </p:val>
                                        </p:tav>
                                      </p:tavLst>
                                    </p:anim>
                                    <p:anim calcmode="lin" valueType="num">
                                      <p:cBhvr>
                                        <p:cTn id="164" dur="1000" fill="hold"/>
                                        <p:tgtEl>
                                          <p:spTgt spid="46"/>
                                        </p:tgtEl>
                                        <p:attrNameLst>
                                          <p:attrName>ppt_y</p:attrName>
                                        </p:attrNameLst>
                                      </p:cBhvr>
                                      <p:tavLst>
                                        <p:tav tm="0">
                                          <p:val>
                                            <p:strVal val="#ppt_y-.1"/>
                                          </p:val>
                                        </p:tav>
                                        <p:tav tm="100000">
                                          <p:val>
                                            <p:strVal val="#ppt_y"/>
                                          </p:val>
                                        </p:tav>
                                      </p:tavLst>
                                    </p:anim>
                                  </p:childTnLst>
                                </p:cTn>
                              </p:par>
                              <p:par>
                                <p:cTn id="165" presetID="47" presetClass="entr" presetSubtype="0" fill="hold" nodeType="withEffect">
                                  <p:stCondLst>
                                    <p:cond delay="500"/>
                                  </p:stCondLst>
                                  <p:childTnLst>
                                    <p:set>
                                      <p:cBhvr>
                                        <p:cTn id="166" dur="1" fill="hold">
                                          <p:stCondLst>
                                            <p:cond delay="0"/>
                                          </p:stCondLst>
                                        </p:cTn>
                                        <p:tgtEl>
                                          <p:spTgt spid="47"/>
                                        </p:tgtEl>
                                        <p:attrNameLst>
                                          <p:attrName>style.visibility</p:attrName>
                                        </p:attrNameLst>
                                      </p:cBhvr>
                                      <p:to>
                                        <p:strVal val="visible"/>
                                      </p:to>
                                    </p:set>
                                    <p:animEffect transition="in" filter="fade">
                                      <p:cBhvr>
                                        <p:cTn id="167" dur="1000"/>
                                        <p:tgtEl>
                                          <p:spTgt spid="47"/>
                                        </p:tgtEl>
                                      </p:cBhvr>
                                    </p:animEffect>
                                    <p:anim calcmode="lin" valueType="num">
                                      <p:cBhvr>
                                        <p:cTn id="168" dur="1000" fill="hold"/>
                                        <p:tgtEl>
                                          <p:spTgt spid="47"/>
                                        </p:tgtEl>
                                        <p:attrNameLst>
                                          <p:attrName>ppt_x</p:attrName>
                                        </p:attrNameLst>
                                      </p:cBhvr>
                                      <p:tavLst>
                                        <p:tav tm="0">
                                          <p:val>
                                            <p:strVal val="#ppt_x"/>
                                          </p:val>
                                        </p:tav>
                                        <p:tav tm="100000">
                                          <p:val>
                                            <p:strVal val="#ppt_x"/>
                                          </p:val>
                                        </p:tav>
                                      </p:tavLst>
                                    </p:anim>
                                    <p:anim calcmode="lin" valueType="num">
                                      <p:cBhvr>
                                        <p:cTn id="169" dur="1000" fill="hold"/>
                                        <p:tgtEl>
                                          <p:spTgt spid="47"/>
                                        </p:tgtEl>
                                        <p:attrNameLst>
                                          <p:attrName>ppt_y</p:attrName>
                                        </p:attrNameLst>
                                      </p:cBhvr>
                                      <p:tavLst>
                                        <p:tav tm="0">
                                          <p:val>
                                            <p:strVal val="#ppt_y-.1"/>
                                          </p:val>
                                        </p:tav>
                                        <p:tav tm="100000">
                                          <p:val>
                                            <p:strVal val="#ppt_y"/>
                                          </p:val>
                                        </p:tav>
                                      </p:tavLst>
                                    </p:anim>
                                  </p:childTnLst>
                                </p:cTn>
                              </p:par>
                              <p:par>
                                <p:cTn id="170" presetID="47" presetClass="entr" presetSubtype="0" fill="hold" nodeType="withEffect">
                                  <p:stCondLst>
                                    <p:cond delay="1000"/>
                                  </p:stCondLst>
                                  <p:childTnLst>
                                    <p:set>
                                      <p:cBhvr>
                                        <p:cTn id="171" dur="1" fill="hold">
                                          <p:stCondLst>
                                            <p:cond delay="0"/>
                                          </p:stCondLst>
                                        </p:cTn>
                                        <p:tgtEl>
                                          <p:spTgt spid="48"/>
                                        </p:tgtEl>
                                        <p:attrNameLst>
                                          <p:attrName>style.visibility</p:attrName>
                                        </p:attrNameLst>
                                      </p:cBhvr>
                                      <p:to>
                                        <p:strVal val="visible"/>
                                      </p:to>
                                    </p:set>
                                    <p:animEffect transition="in" filter="fade">
                                      <p:cBhvr>
                                        <p:cTn id="172" dur="1000"/>
                                        <p:tgtEl>
                                          <p:spTgt spid="48"/>
                                        </p:tgtEl>
                                      </p:cBhvr>
                                    </p:animEffect>
                                    <p:anim calcmode="lin" valueType="num">
                                      <p:cBhvr>
                                        <p:cTn id="173" dur="1000" fill="hold"/>
                                        <p:tgtEl>
                                          <p:spTgt spid="48"/>
                                        </p:tgtEl>
                                        <p:attrNameLst>
                                          <p:attrName>ppt_x</p:attrName>
                                        </p:attrNameLst>
                                      </p:cBhvr>
                                      <p:tavLst>
                                        <p:tav tm="0">
                                          <p:val>
                                            <p:strVal val="#ppt_x"/>
                                          </p:val>
                                        </p:tav>
                                        <p:tav tm="100000">
                                          <p:val>
                                            <p:strVal val="#ppt_x"/>
                                          </p:val>
                                        </p:tav>
                                      </p:tavLst>
                                    </p:anim>
                                    <p:anim calcmode="lin" valueType="num">
                                      <p:cBhvr>
                                        <p:cTn id="174" dur="1000" fill="hold"/>
                                        <p:tgtEl>
                                          <p:spTgt spid="48"/>
                                        </p:tgtEl>
                                        <p:attrNameLst>
                                          <p:attrName>ppt_y</p:attrName>
                                        </p:attrNameLst>
                                      </p:cBhvr>
                                      <p:tavLst>
                                        <p:tav tm="0">
                                          <p:val>
                                            <p:strVal val="#ppt_y-.1"/>
                                          </p:val>
                                        </p:tav>
                                        <p:tav tm="100000">
                                          <p:val>
                                            <p:strVal val="#ppt_y"/>
                                          </p:val>
                                        </p:tav>
                                      </p:tavLst>
                                    </p:anim>
                                  </p:childTnLst>
                                </p:cTn>
                              </p:par>
                              <p:par>
                                <p:cTn id="175" presetID="47" presetClass="entr" presetSubtype="0" fill="hold" nodeType="withEffect">
                                  <p:stCondLst>
                                    <p:cond delay="1400"/>
                                  </p:stCondLst>
                                  <p:childTnLst>
                                    <p:set>
                                      <p:cBhvr>
                                        <p:cTn id="176" dur="1" fill="hold">
                                          <p:stCondLst>
                                            <p:cond delay="0"/>
                                          </p:stCondLst>
                                        </p:cTn>
                                        <p:tgtEl>
                                          <p:spTgt spid="49"/>
                                        </p:tgtEl>
                                        <p:attrNameLst>
                                          <p:attrName>style.visibility</p:attrName>
                                        </p:attrNameLst>
                                      </p:cBhvr>
                                      <p:to>
                                        <p:strVal val="visible"/>
                                      </p:to>
                                    </p:set>
                                    <p:animEffect transition="in" filter="fade">
                                      <p:cBhvr>
                                        <p:cTn id="177" dur="1000"/>
                                        <p:tgtEl>
                                          <p:spTgt spid="49"/>
                                        </p:tgtEl>
                                      </p:cBhvr>
                                    </p:animEffect>
                                    <p:anim calcmode="lin" valueType="num">
                                      <p:cBhvr>
                                        <p:cTn id="178" dur="1000" fill="hold"/>
                                        <p:tgtEl>
                                          <p:spTgt spid="49"/>
                                        </p:tgtEl>
                                        <p:attrNameLst>
                                          <p:attrName>ppt_x</p:attrName>
                                        </p:attrNameLst>
                                      </p:cBhvr>
                                      <p:tavLst>
                                        <p:tav tm="0">
                                          <p:val>
                                            <p:strVal val="#ppt_x"/>
                                          </p:val>
                                        </p:tav>
                                        <p:tav tm="100000">
                                          <p:val>
                                            <p:strVal val="#ppt_x"/>
                                          </p:val>
                                        </p:tav>
                                      </p:tavLst>
                                    </p:anim>
                                    <p:anim calcmode="lin" valueType="num">
                                      <p:cBhvr>
                                        <p:cTn id="179" dur="1000" fill="hold"/>
                                        <p:tgtEl>
                                          <p:spTgt spid="49"/>
                                        </p:tgtEl>
                                        <p:attrNameLst>
                                          <p:attrName>ppt_y</p:attrName>
                                        </p:attrNameLst>
                                      </p:cBhvr>
                                      <p:tavLst>
                                        <p:tav tm="0">
                                          <p:val>
                                            <p:strVal val="#ppt_y-.1"/>
                                          </p:val>
                                        </p:tav>
                                        <p:tav tm="100000">
                                          <p:val>
                                            <p:strVal val="#ppt_y"/>
                                          </p:val>
                                        </p:tav>
                                      </p:tavLst>
                                    </p:anim>
                                  </p:childTnLst>
                                </p:cTn>
                              </p:par>
                              <p:par>
                                <p:cTn id="180" presetID="47" presetClass="entr" presetSubtype="0" fill="hold" nodeType="withEffect">
                                  <p:stCondLst>
                                    <p:cond delay="600"/>
                                  </p:stCondLst>
                                  <p:childTnLst>
                                    <p:set>
                                      <p:cBhvr>
                                        <p:cTn id="181" dur="1" fill="hold">
                                          <p:stCondLst>
                                            <p:cond delay="0"/>
                                          </p:stCondLst>
                                        </p:cTn>
                                        <p:tgtEl>
                                          <p:spTgt spid="50"/>
                                        </p:tgtEl>
                                        <p:attrNameLst>
                                          <p:attrName>style.visibility</p:attrName>
                                        </p:attrNameLst>
                                      </p:cBhvr>
                                      <p:to>
                                        <p:strVal val="visible"/>
                                      </p:to>
                                    </p:set>
                                    <p:animEffect transition="in" filter="fade">
                                      <p:cBhvr>
                                        <p:cTn id="182" dur="1000"/>
                                        <p:tgtEl>
                                          <p:spTgt spid="50"/>
                                        </p:tgtEl>
                                      </p:cBhvr>
                                    </p:animEffect>
                                    <p:anim calcmode="lin" valueType="num">
                                      <p:cBhvr>
                                        <p:cTn id="183" dur="1000" fill="hold"/>
                                        <p:tgtEl>
                                          <p:spTgt spid="50"/>
                                        </p:tgtEl>
                                        <p:attrNameLst>
                                          <p:attrName>ppt_x</p:attrName>
                                        </p:attrNameLst>
                                      </p:cBhvr>
                                      <p:tavLst>
                                        <p:tav tm="0">
                                          <p:val>
                                            <p:strVal val="#ppt_x"/>
                                          </p:val>
                                        </p:tav>
                                        <p:tav tm="100000">
                                          <p:val>
                                            <p:strVal val="#ppt_x"/>
                                          </p:val>
                                        </p:tav>
                                      </p:tavLst>
                                    </p:anim>
                                    <p:anim calcmode="lin" valueType="num">
                                      <p:cBhvr>
                                        <p:cTn id="184" dur="1000" fill="hold"/>
                                        <p:tgtEl>
                                          <p:spTgt spid="50"/>
                                        </p:tgtEl>
                                        <p:attrNameLst>
                                          <p:attrName>ppt_y</p:attrName>
                                        </p:attrNameLst>
                                      </p:cBhvr>
                                      <p:tavLst>
                                        <p:tav tm="0">
                                          <p:val>
                                            <p:strVal val="#ppt_y-.1"/>
                                          </p:val>
                                        </p:tav>
                                        <p:tav tm="100000">
                                          <p:val>
                                            <p:strVal val="#ppt_y"/>
                                          </p:val>
                                        </p:tav>
                                      </p:tavLst>
                                    </p:anim>
                                  </p:childTnLst>
                                </p:cTn>
                              </p:par>
                              <p:par>
                                <p:cTn id="185" presetID="47" presetClass="entr" presetSubtype="0" fill="hold" nodeType="withEffect">
                                  <p:stCondLst>
                                    <p:cond delay="1100"/>
                                  </p:stCondLst>
                                  <p:childTnLst>
                                    <p:set>
                                      <p:cBhvr>
                                        <p:cTn id="186" dur="1" fill="hold">
                                          <p:stCondLst>
                                            <p:cond delay="0"/>
                                          </p:stCondLst>
                                        </p:cTn>
                                        <p:tgtEl>
                                          <p:spTgt spid="51"/>
                                        </p:tgtEl>
                                        <p:attrNameLst>
                                          <p:attrName>style.visibility</p:attrName>
                                        </p:attrNameLst>
                                      </p:cBhvr>
                                      <p:to>
                                        <p:strVal val="visible"/>
                                      </p:to>
                                    </p:set>
                                    <p:animEffect transition="in" filter="fade">
                                      <p:cBhvr>
                                        <p:cTn id="187" dur="1000"/>
                                        <p:tgtEl>
                                          <p:spTgt spid="51"/>
                                        </p:tgtEl>
                                      </p:cBhvr>
                                    </p:animEffect>
                                    <p:anim calcmode="lin" valueType="num">
                                      <p:cBhvr>
                                        <p:cTn id="188" dur="1000" fill="hold"/>
                                        <p:tgtEl>
                                          <p:spTgt spid="51"/>
                                        </p:tgtEl>
                                        <p:attrNameLst>
                                          <p:attrName>ppt_x</p:attrName>
                                        </p:attrNameLst>
                                      </p:cBhvr>
                                      <p:tavLst>
                                        <p:tav tm="0">
                                          <p:val>
                                            <p:strVal val="#ppt_x"/>
                                          </p:val>
                                        </p:tav>
                                        <p:tav tm="100000">
                                          <p:val>
                                            <p:strVal val="#ppt_x"/>
                                          </p:val>
                                        </p:tav>
                                      </p:tavLst>
                                    </p:anim>
                                    <p:anim calcmode="lin" valueType="num">
                                      <p:cBhvr>
                                        <p:cTn id="189" dur="1000" fill="hold"/>
                                        <p:tgtEl>
                                          <p:spTgt spid="51"/>
                                        </p:tgtEl>
                                        <p:attrNameLst>
                                          <p:attrName>ppt_y</p:attrName>
                                        </p:attrNameLst>
                                      </p:cBhvr>
                                      <p:tavLst>
                                        <p:tav tm="0">
                                          <p:val>
                                            <p:strVal val="#ppt_y-.1"/>
                                          </p:val>
                                        </p:tav>
                                        <p:tav tm="100000">
                                          <p:val>
                                            <p:strVal val="#ppt_y"/>
                                          </p:val>
                                        </p:tav>
                                      </p:tavLst>
                                    </p:anim>
                                  </p:childTnLst>
                                </p:cTn>
                              </p:par>
                              <p:par>
                                <p:cTn id="190" presetID="47" presetClass="entr" presetSubtype="0" fill="hold" nodeType="withEffect">
                                  <p:stCondLst>
                                    <p:cond delay="500"/>
                                  </p:stCondLst>
                                  <p:childTnLst>
                                    <p:set>
                                      <p:cBhvr>
                                        <p:cTn id="191" dur="1" fill="hold">
                                          <p:stCondLst>
                                            <p:cond delay="0"/>
                                          </p:stCondLst>
                                        </p:cTn>
                                        <p:tgtEl>
                                          <p:spTgt spid="52"/>
                                        </p:tgtEl>
                                        <p:attrNameLst>
                                          <p:attrName>style.visibility</p:attrName>
                                        </p:attrNameLst>
                                      </p:cBhvr>
                                      <p:to>
                                        <p:strVal val="visible"/>
                                      </p:to>
                                    </p:set>
                                    <p:animEffect transition="in" filter="fade">
                                      <p:cBhvr>
                                        <p:cTn id="192" dur="1000"/>
                                        <p:tgtEl>
                                          <p:spTgt spid="52"/>
                                        </p:tgtEl>
                                      </p:cBhvr>
                                    </p:animEffect>
                                    <p:anim calcmode="lin" valueType="num">
                                      <p:cBhvr>
                                        <p:cTn id="193" dur="1000" fill="hold"/>
                                        <p:tgtEl>
                                          <p:spTgt spid="52"/>
                                        </p:tgtEl>
                                        <p:attrNameLst>
                                          <p:attrName>ppt_x</p:attrName>
                                        </p:attrNameLst>
                                      </p:cBhvr>
                                      <p:tavLst>
                                        <p:tav tm="0">
                                          <p:val>
                                            <p:strVal val="#ppt_x"/>
                                          </p:val>
                                        </p:tav>
                                        <p:tav tm="100000">
                                          <p:val>
                                            <p:strVal val="#ppt_x"/>
                                          </p:val>
                                        </p:tav>
                                      </p:tavLst>
                                    </p:anim>
                                    <p:anim calcmode="lin" valueType="num">
                                      <p:cBhvr>
                                        <p:cTn id="194" dur="1000" fill="hold"/>
                                        <p:tgtEl>
                                          <p:spTgt spid="52"/>
                                        </p:tgtEl>
                                        <p:attrNameLst>
                                          <p:attrName>ppt_y</p:attrName>
                                        </p:attrNameLst>
                                      </p:cBhvr>
                                      <p:tavLst>
                                        <p:tav tm="0">
                                          <p:val>
                                            <p:strVal val="#ppt_y-.1"/>
                                          </p:val>
                                        </p:tav>
                                        <p:tav tm="100000">
                                          <p:val>
                                            <p:strVal val="#ppt_y"/>
                                          </p:val>
                                        </p:tav>
                                      </p:tavLst>
                                    </p:anim>
                                  </p:childTnLst>
                                </p:cTn>
                              </p:par>
                              <p:par>
                                <p:cTn id="195" presetID="47" presetClass="entr" presetSubtype="0" fill="hold" nodeType="withEffect">
                                  <p:stCondLst>
                                    <p:cond delay="1200"/>
                                  </p:stCondLst>
                                  <p:childTnLst>
                                    <p:set>
                                      <p:cBhvr>
                                        <p:cTn id="196" dur="1" fill="hold">
                                          <p:stCondLst>
                                            <p:cond delay="0"/>
                                          </p:stCondLst>
                                        </p:cTn>
                                        <p:tgtEl>
                                          <p:spTgt spid="53"/>
                                        </p:tgtEl>
                                        <p:attrNameLst>
                                          <p:attrName>style.visibility</p:attrName>
                                        </p:attrNameLst>
                                      </p:cBhvr>
                                      <p:to>
                                        <p:strVal val="visible"/>
                                      </p:to>
                                    </p:set>
                                    <p:animEffect transition="in" filter="fade">
                                      <p:cBhvr>
                                        <p:cTn id="197" dur="1000"/>
                                        <p:tgtEl>
                                          <p:spTgt spid="53"/>
                                        </p:tgtEl>
                                      </p:cBhvr>
                                    </p:animEffect>
                                    <p:anim calcmode="lin" valueType="num">
                                      <p:cBhvr>
                                        <p:cTn id="198" dur="1000" fill="hold"/>
                                        <p:tgtEl>
                                          <p:spTgt spid="53"/>
                                        </p:tgtEl>
                                        <p:attrNameLst>
                                          <p:attrName>ppt_x</p:attrName>
                                        </p:attrNameLst>
                                      </p:cBhvr>
                                      <p:tavLst>
                                        <p:tav tm="0">
                                          <p:val>
                                            <p:strVal val="#ppt_x"/>
                                          </p:val>
                                        </p:tav>
                                        <p:tav tm="100000">
                                          <p:val>
                                            <p:strVal val="#ppt_x"/>
                                          </p:val>
                                        </p:tav>
                                      </p:tavLst>
                                    </p:anim>
                                    <p:anim calcmode="lin" valueType="num">
                                      <p:cBhvr>
                                        <p:cTn id="199" dur="1000" fill="hold"/>
                                        <p:tgtEl>
                                          <p:spTgt spid="53"/>
                                        </p:tgtEl>
                                        <p:attrNameLst>
                                          <p:attrName>ppt_y</p:attrName>
                                        </p:attrNameLst>
                                      </p:cBhvr>
                                      <p:tavLst>
                                        <p:tav tm="0">
                                          <p:val>
                                            <p:strVal val="#ppt_y-.1"/>
                                          </p:val>
                                        </p:tav>
                                        <p:tav tm="100000">
                                          <p:val>
                                            <p:strVal val="#ppt_y"/>
                                          </p:val>
                                        </p:tav>
                                      </p:tavLst>
                                    </p:anim>
                                  </p:childTnLst>
                                </p:cTn>
                              </p:par>
                              <p:par>
                                <p:cTn id="200" presetID="47" presetClass="entr" presetSubtype="0" fill="hold" nodeType="withEffect">
                                  <p:stCondLst>
                                    <p:cond delay="700"/>
                                  </p:stCondLst>
                                  <p:childTnLst>
                                    <p:set>
                                      <p:cBhvr>
                                        <p:cTn id="201" dur="1" fill="hold">
                                          <p:stCondLst>
                                            <p:cond delay="0"/>
                                          </p:stCondLst>
                                        </p:cTn>
                                        <p:tgtEl>
                                          <p:spTgt spid="54"/>
                                        </p:tgtEl>
                                        <p:attrNameLst>
                                          <p:attrName>style.visibility</p:attrName>
                                        </p:attrNameLst>
                                      </p:cBhvr>
                                      <p:to>
                                        <p:strVal val="visible"/>
                                      </p:to>
                                    </p:set>
                                    <p:animEffect transition="in" filter="fade">
                                      <p:cBhvr>
                                        <p:cTn id="202" dur="1000"/>
                                        <p:tgtEl>
                                          <p:spTgt spid="54"/>
                                        </p:tgtEl>
                                      </p:cBhvr>
                                    </p:animEffect>
                                    <p:anim calcmode="lin" valueType="num">
                                      <p:cBhvr>
                                        <p:cTn id="203" dur="1000" fill="hold"/>
                                        <p:tgtEl>
                                          <p:spTgt spid="54"/>
                                        </p:tgtEl>
                                        <p:attrNameLst>
                                          <p:attrName>ppt_x</p:attrName>
                                        </p:attrNameLst>
                                      </p:cBhvr>
                                      <p:tavLst>
                                        <p:tav tm="0">
                                          <p:val>
                                            <p:strVal val="#ppt_x"/>
                                          </p:val>
                                        </p:tav>
                                        <p:tav tm="100000">
                                          <p:val>
                                            <p:strVal val="#ppt_x"/>
                                          </p:val>
                                        </p:tav>
                                      </p:tavLst>
                                    </p:anim>
                                    <p:anim calcmode="lin" valueType="num">
                                      <p:cBhvr>
                                        <p:cTn id="204" dur="1000" fill="hold"/>
                                        <p:tgtEl>
                                          <p:spTgt spid="54"/>
                                        </p:tgtEl>
                                        <p:attrNameLst>
                                          <p:attrName>ppt_y</p:attrName>
                                        </p:attrNameLst>
                                      </p:cBhvr>
                                      <p:tavLst>
                                        <p:tav tm="0">
                                          <p:val>
                                            <p:strVal val="#ppt_y-.1"/>
                                          </p:val>
                                        </p:tav>
                                        <p:tav tm="100000">
                                          <p:val>
                                            <p:strVal val="#ppt_y"/>
                                          </p:val>
                                        </p:tav>
                                      </p:tavLst>
                                    </p:anim>
                                  </p:childTnLst>
                                </p:cTn>
                              </p:par>
                              <p:par>
                                <p:cTn id="205" presetID="47" presetClass="entr" presetSubtype="0" fill="hold" nodeType="withEffect">
                                  <p:stCondLst>
                                    <p:cond delay="1300"/>
                                  </p:stCondLst>
                                  <p:childTnLst>
                                    <p:set>
                                      <p:cBhvr>
                                        <p:cTn id="206" dur="1" fill="hold">
                                          <p:stCondLst>
                                            <p:cond delay="0"/>
                                          </p:stCondLst>
                                        </p:cTn>
                                        <p:tgtEl>
                                          <p:spTgt spid="55"/>
                                        </p:tgtEl>
                                        <p:attrNameLst>
                                          <p:attrName>style.visibility</p:attrName>
                                        </p:attrNameLst>
                                      </p:cBhvr>
                                      <p:to>
                                        <p:strVal val="visible"/>
                                      </p:to>
                                    </p:set>
                                    <p:animEffect transition="in" filter="fade">
                                      <p:cBhvr>
                                        <p:cTn id="207" dur="1000"/>
                                        <p:tgtEl>
                                          <p:spTgt spid="55"/>
                                        </p:tgtEl>
                                      </p:cBhvr>
                                    </p:animEffect>
                                    <p:anim calcmode="lin" valueType="num">
                                      <p:cBhvr>
                                        <p:cTn id="208" dur="1000" fill="hold"/>
                                        <p:tgtEl>
                                          <p:spTgt spid="55"/>
                                        </p:tgtEl>
                                        <p:attrNameLst>
                                          <p:attrName>ppt_x</p:attrName>
                                        </p:attrNameLst>
                                      </p:cBhvr>
                                      <p:tavLst>
                                        <p:tav tm="0">
                                          <p:val>
                                            <p:strVal val="#ppt_x"/>
                                          </p:val>
                                        </p:tav>
                                        <p:tav tm="100000">
                                          <p:val>
                                            <p:strVal val="#ppt_x"/>
                                          </p:val>
                                        </p:tav>
                                      </p:tavLst>
                                    </p:anim>
                                    <p:anim calcmode="lin" valueType="num">
                                      <p:cBhvr>
                                        <p:cTn id="209" dur="1000" fill="hold"/>
                                        <p:tgtEl>
                                          <p:spTgt spid="55"/>
                                        </p:tgtEl>
                                        <p:attrNameLst>
                                          <p:attrName>ppt_y</p:attrName>
                                        </p:attrNameLst>
                                      </p:cBhvr>
                                      <p:tavLst>
                                        <p:tav tm="0">
                                          <p:val>
                                            <p:strVal val="#ppt_y-.1"/>
                                          </p:val>
                                        </p:tav>
                                        <p:tav tm="100000">
                                          <p:val>
                                            <p:strVal val="#ppt_y"/>
                                          </p:val>
                                        </p:tav>
                                      </p:tavLst>
                                    </p:anim>
                                  </p:childTnLst>
                                </p:cTn>
                              </p:par>
                              <p:par>
                                <p:cTn id="210" presetID="47" presetClass="entr" presetSubtype="0" fill="hold" nodeType="withEffect">
                                  <p:stCondLst>
                                    <p:cond delay="1300"/>
                                  </p:stCondLst>
                                  <p:childTnLst>
                                    <p:set>
                                      <p:cBhvr>
                                        <p:cTn id="211" dur="1" fill="hold">
                                          <p:stCondLst>
                                            <p:cond delay="0"/>
                                          </p:stCondLst>
                                        </p:cTn>
                                        <p:tgtEl>
                                          <p:spTgt spid="56"/>
                                        </p:tgtEl>
                                        <p:attrNameLst>
                                          <p:attrName>style.visibility</p:attrName>
                                        </p:attrNameLst>
                                      </p:cBhvr>
                                      <p:to>
                                        <p:strVal val="visible"/>
                                      </p:to>
                                    </p:set>
                                    <p:animEffect transition="in" filter="fade">
                                      <p:cBhvr>
                                        <p:cTn id="212" dur="1000"/>
                                        <p:tgtEl>
                                          <p:spTgt spid="56"/>
                                        </p:tgtEl>
                                      </p:cBhvr>
                                    </p:animEffect>
                                    <p:anim calcmode="lin" valueType="num">
                                      <p:cBhvr>
                                        <p:cTn id="213" dur="1000" fill="hold"/>
                                        <p:tgtEl>
                                          <p:spTgt spid="56"/>
                                        </p:tgtEl>
                                        <p:attrNameLst>
                                          <p:attrName>ppt_x</p:attrName>
                                        </p:attrNameLst>
                                      </p:cBhvr>
                                      <p:tavLst>
                                        <p:tav tm="0">
                                          <p:val>
                                            <p:strVal val="#ppt_x"/>
                                          </p:val>
                                        </p:tav>
                                        <p:tav tm="100000">
                                          <p:val>
                                            <p:strVal val="#ppt_x"/>
                                          </p:val>
                                        </p:tav>
                                      </p:tavLst>
                                    </p:anim>
                                    <p:anim calcmode="lin" valueType="num">
                                      <p:cBhvr>
                                        <p:cTn id="214" dur="1000" fill="hold"/>
                                        <p:tgtEl>
                                          <p:spTgt spid="56"/>
                                        </p:tgtEl>
                                        <p:attrNameLst>
                                          <p:attrName>ppt_y</p:attrName>
                                        </p:attrNameLst>
                                      </p:cBhvr>
                                      <p:tavLst>
                                        <p:tav tm="0">
                                          <p:val>
                                            <p:strVal val="#ppt_y-.1"/>
                                          </p:val>
                                        </p:tav>
                                        <p:tav tm="100000">
                                          <p:val>
                                            <p:strVal val="#ppt_y"/>
                                          </p:val>
                                        </p:tav>
                                      </p:tavLst>
                                    </p:anim>
                                  </p:childTnLst>
                                </p:cTn>
                              </p:par>
                              <p:par>
                                <p:cTn id="215" presetID="47" presetClass="entr" presetSubtype="0" fill="hold" nodeType="withEffect">
                                  <p:stCondLst>
                                    <p:cond delay="2300"/>
                                  </p:stCondLst>
                                  <p:childTnLst>
                                    <p:set>
                                      <p:cBhvr>
                                        <p:cTn id="216" dur="1" fill="hold">
                                          <p:stCondLst>
                                            <p:cond delay="0"/>
                                          </p:stCondLst>
                                        </p:cTn>
                                        <p:tgtEl>
                                          <p:spTgt spid="57"/>
                                        </p:tgtEl>
                                        <p:attrNameLst>
                                          <p:attrName>style.visibility</p:attrName>
                                        </p:attrNameLst>
                                      </p:cBhvr>
                                      <p:to>
                                        <p:strVal val="visible"/>
                                      </p:to>
                                    </p:set>
                                    <p:animEffect transition="in" filter="fade">
                                      <p:cBhvr>
                                        <p:cTn id="217" dur="1000"/>
                                        <p:tgtEl>
                                          <p:spTgt spid="57"/>
                                        </p:tgtEl>
                                      </p:cBhvr>
                                    </p:animEffect>
                                    <p:anim calcmode="lin" valueType="num">
                                      <p:cBhvr>
                                        <p:cTn id="218" dur="1000" fill="hold"/>
                                        <p:tgtEl>
                                          <p:spTgt spid="57"/>
                                        </p:tgtEl>
                                        <p:attrNameLst>
                                          <p:attrName>ppt_x</p:attrName>
                                        </p:attrNameLst>
                                      </p:cBhvr>
                                      <p:tavLst>
                                        <p:tav tm="0">
                                          <p:val>
                                            <p:strVal val="#ppt_x"/>
                                          </p:val>
                                        </p:tav>
                                        <p:tav tm="100000">
                                          <p:val>
                                            <p:strVal val="#ppt_x"/>
                                          </p:val>
                                        </p:tav>
                                      </p:tavLst>
                                    </p:anim>
                                    <p:anim calcmode="lin" valueType="num">
                                      <p:cBhvr>
                                        <p:cTn id="219" dur="1000" fill="hold"/>
                                        <p:tgtEl>
                                          <p:spTgt spid="57"/>
                                        </p:tgtEl>
                                        <p:attrNameLst>
                                          <p:attrName>ppt_y</p:attrName>
                                        </p:attrNameLst>
                                      </p:cBhvr>
                                      <p:tavLst>
                                        <p:tav tm="0">
                                          <p:val>
                                            <p:strVal val="#ppt_y-.1"/>
                                          </p:val>
                                        </p:tav>
                                        <p:tav tm="100000">
                                          <p:val>
                                            <p:strVal val="#ppt_y"/>
                                          </p:val>
                                        </p:tav>
                                      </p:tavLst>
                                    </p:anim>
                                  </p:childTnLst>
                                </p:cTn>
                              </p:par>
                              <p:par>
                                <p:cTn id="220" presetID="47" presetClass="entr" presetSubtype="0" fill="hold" nodeType="withEffect">
                                  <p:stCondLst>
                                    <p:cond delay="1900"/>
                                  </p:stCondLst>
                                  <p:childTnLst>
                                    <p:set>
                                      <p:cBhvr>
                                        <p:cTn id="221" dur="1" fill="hold">
                                          <p:stCondLst>
                                            <p:cond delay="0"/>
                                          </p:stCondLst>
                                        </p:cTn>
                                        <p:tgtEl>
                                          <p:spTgt spid="58"/>
                                        </p:tgtEl>
                                        <p:attrNameLst>
                                          <p:attrName>style.visibility</p:attrName>
                                        </p:attrNameLst>
                                      </p:cBhvr>
                                      <p:to>
                                        <p:strVal val="visible"/>
                                      </p:to>
                                    </p:set>
                                    <p:animEffect transition="in" filter="fade">
                                      <p:cBhvr>
                                        <p:cTn id="222" dur="1000"/>
                                        <p:tgtEl>
                                          <p:spTgt spid="58"/>
                                        </p:tgtEl>
                                      </p:cBhvr>
                                    </p:animEffect>
                                    <p:anim calcmode="lin" valueType="num">
                                      <p:cBhvr>
                                        <p:cTn id="223" dur="1000" fill="hold"/>
                                        <p:tgtEl>
                                          <p:spTgt spid="58"/>
                                        </p:tgtEl>
                                        <p:attrNameLst>
                                          <p:attrName>ppt_x</p:attrName>
                                        </p:attrNameLst>
                                      </p:cBhvr>
                                      <p:tavLst>
                                        <p:tav tm="0">
                                          <p:val>
                                            <p:strVal val="#ppt_x"/>
                                          </p:val>
                                        </p:tav>
                                        <p:tav tm="100000">
                                          <p:val>
                                            <p:strVal val="#ppt_x"/>
                                          </p:val>
                                        </p:tav>
                                      </p:tavLst>
                                    </p:anim>
                                    <p:anim calcmode="lin" valueType="num">
                                      <p:cBhvr>
                                        <p:cTn id="224" dur="1000" fill="hold"/>
                                        <p:tgtEl>
                                          <p:spTgt spid="58"/>
                                        </p:tgtEl>
                                        <p:attrNameLst>
                                          <p:attrName>ppt_y</p:attrName>
                                        </p:attrNameLst>
                                      </p:cBhvr>
                                      <p:tavLst>
                                        <p:tav tm="0">
                                          <p:val>
                                            <p:strVal val="#ppt_y-.1"/>
                                          </p:val>
                                        </p:tav>
                                        <p:tav tm="100000">
                                          <p:val>
                                            <p:strVal val="#ppt_y"/>
                                          </p:val>
                                        </p:tav>
                                      </p:tavLst>
                                    </p:anim>
                                  </p:childTnLst>
                                </p:cTn>
                              </p:par>
                              <p:par>
                                <p:cTn id="225" presetID="47" presetClass="entr" presetSubtype="0" fill="hold" nodeType="withEffect">
                                  <p:stCondLst>
                                    <p:cond delay="2300"/>
                                  </p:stCondLst>
                                  <p:childTnLst>
                                    <p:set>
                                      <p:cBhvr>
                                        <p:cTn id="226" dur="1" fill="hold">
                                          <p:stCondLst>
                                            <p:cond delay="0"/>
                                          </p:stCondLst>
                                        </p:cTn>
                                        <p:tgtEl>
                                          <p:spTgt spid="59"/>
                                        </p:tgtEl>
                                        <p:attrNameLst>
                                          <p:attrName>style.visibility</p:attrName>
                                        </p:attrNameLst>
                                      </p:cBhvr>
                                      <p:to>
                                        <p:strVal val="visible"/>
                                      </p:to>
                                    </p:set>
                                    <p:animEffect transition="in" filter="fade">
                                      <p:cBhvr>
                                        <p:cTn id="227" dur="1000"/>
                                        <p:tgtEl>
                                          <p:spTgt spid="59"/>
                                        </p:tgtEl>
                                      </p:cBhvr>
                                    </p:animEffect>
                                    <p:anim calcmode="lin" valueType="num">
                                      <p:cBhvr>
                                        <p:cTn id="228" dur="1000" fill="hold"/>
                                        <p:tgtEl>
                                          <p:spTgt spid="59"/>
                                        </p:tgtEl>
                                        <p:attrNameLst>
                                          <p:attrName>ppt_x</p:attrName>
                                        </p:attrNameLst>
                                      </p:cBhvr>
                                      <p:tavLst>
                                        <p:tav tm="0">
                                          <p:val>
                                            <p:strVal val="#ppt_x"/>
                                          </p:val>
                                        </p:tav>
                                        <p:tav tm="100000">
                                          <p:val>
                                            <p:strVal val="#ppt_x"/>
                                          </p:val>
                                        </p:tav>
                                      </p:tavLst>
                                    </p:anim>
                                    <p:anim calcmode="lin" valueType="num">
                                      <p:cBhvr>
                                        <p:cTn id="229" dur="1000" fill="hold"/>
                                        <p:tgtEl>
                                          <p:spTgt spid="59"/>
                                        </p:tgtEl>
                                        <p:attrNameLst>
                                          <p:attrName>ppt_y</p:attrName>
                                        </p:attrNameLst>
                                      </p:cBhvr>
                                      <p:tavLst>
                                        <p:tav tm="0">
                                          <p:val>
                                            <p:strVal val="#ppt_y-.1"/>
                                          </p:val>
                                        </p:tav>
                                        <p:tav tm="100000">
                                          <p:val>
                                            <p:strVal val="#ppt_y"/>
                                          </p:val>
                                        </p:tav>
                                      </p:tavLst>
                                    </p:anim>
                                  </p:childTnLst>
                                </p:cTn>
                              </p:par>
                              <p:par>
                                <p:cTn id="230" presetID="47" presetClass="entr" presetSubtype="0" fill="hold" nodeType="withEffect">
                                  <p:stCondLst>
                                    <p:cond delay="1800"/>
                                  </p:stCondLst>
                                  <p:childTnLst>
                                    <p:set>
                                      <p:cBhvr>
                                        <p:cTn id="231" dur="1" fill="hold">
                                          <p:stCondLst>
                                            <p:cond delay="0"/>
                                          </p:stCondLst>
                                        </p:cTn>
                                        <p:tgtEl>
                                          <p:spTgt spid="60"/>
                                        </p:tgtEl>
                                        <p:attrNameLst>
                                          <p:attrName>style.visibility</p:attrName>
                                        </p:attrNameLst>
                                      </p:cBhvr>
                                      <p:to>
                                        <p:strVal val="visible"/>
                                      </p:to>
                                    </p:set>
                                    <p:animEffect transition="in" filter="fade">
                                      <p:cBhvr>
                                        <p:cTn id="232" dur="1000"/>
                                        <p:tgtEl>
                                          <p:spTgt spid="60"/>
                                        </p:tgtEl>
                                      </p:cBhvr>
                                    </p:animEffect>
                                    <p:anim calcmode="lin" valueType="num">
                                      <p:cBhvr>
                                        <p:cTn id="233" dur="1000" fill="hold"/>
                                        <p:tgtEl>
                                          <p:spTgt spid="60"/>
                                        </p:tgtEl>
                                        <p:attrNameLst>
                                          <p:attrName>ppt_x</p:attrName>
                                        </p:attrNameLst>
                                      </p:cBhvr>
                                      <p:tavLst>
                                        <p:tav tm="0">
                                          <p:val>
                                            <p:strVal val="#ppt_x"/>
                                          </p:val>
                                        </p:tav>
                                        <p:tav tm="100000">
                                          <p:val>
                                            <p:strVal val="#ppt_x"/>
                                          </p:val>
                                        </p:tav>
                                      </p:tavLst>
                                    </p:anim>
                                    <p:anim calcmode="lin" valueType="num">
                                      <p:cBhvr>
                                        <p:cTn id="234" dur="1000" fill="hold"/>
                                        <p:tgtEl>
                                          <p:spTgt spid="60"/>
                                        </p:tgtEl>
                                        <p:attrNameLst>
                                          <p:attrName>ppt_y</p:attrName>
                                        </p:attrNameLst>
                                      </p:cBhvr>
                                      <p:tavLst>
                                        <p:tav tm="0">
                                          <p:val>
                                            <p:strVal val="#ppt_y-.1"/>
                                          </p:val>
                                        </p:tav>
                                        <p:tav tm="100000">
                                          <p:val>
                                            <p:strVal val="#ppt_y"/>
                                          </p:val>
                                        </p:tav>
                                      </p:tavLst>
                                    </p:anim>
                                  </p:childTnLst>
                                </p:cTn>
                              </p:par>
                              <p:par>
                                <p:cTn id="235" presetID="47" presetClass="entr" presetSubtype="0" fill="hold" nodeType="withEffect">
                                  <p:stCondLst>
                                    <p:cond delay="2000"/>
                                  </p:stCondLst>
                                  <p:childTnLst>
                                    <p:set>
                                      <p:cBhvr>
                                        <p:cTn id="236" dur="1" fill="hold">
                                          <p:stCondLst>
                                            <p:cond delay="0"/>
                                          </p:stCondLst>
                                        </p:cTn>
                                        <p:tgtEl>
                                          <p:spTgt spid="61"/>
                                        </p:tgtEl>
                                        <p:attrNameLst>
                                          <p:attrName>style.visibility</p:attrName>
                                        </p:attrNameLst>
                                      </p:cBhvr>
                                      <p:to>
                                        <p:strVal val="visible"/>
                                      </p:to>
                                    </p:set>
                                    <p:animEffect transition="in" filter="fade">
                                      <p:cBhvr>
                                        <p:cTn id="237" dur="1000"/>
                                        <p:tgtEl>
                                          <p:spTgt spid="61"/>
                                        </p:tgtEl>
                                      </p:cBhvr>
                                    </p:animEffect>
                                    <p:anim calcmode="lin" valueType="num">
                                      <p:cBhvr>
                                        <p:cTn id="238" dur="1000" fill="hold"/>
                                        <p:tgtEl>
                                          <p:spTgt spid="61"/>
                                        </p:tgtEl>
                                        <p:attrNameLst>
                                          <p:attrName>ppt_x</p:attrName>
                                        </p:attrNameLst>
                                      </p:cBhvr>
                                      <p:tavLst>
                                        <p:tav tm="0">
                                          <p:val>
                                            <p:strVal val="#ppt_x"/>
                                          </p:val>
                                        </p:tav>
                                        <p:tav tm="100000">
                                          <p:val>
                                            <p:strVal val="#ppt_x"/>
                                          </p:val>
                                        </p:tav>
                                      </p:tavLst>
                                    </p:anim>
                                    <p:anim calcmode="lin" valueType="num">
                                      <p:cBhvr>
                                        <p:cTn id="239" dur="1000" fill="hold"/>
                                        <p:tgtEl>
                                          <p:spTgt spid="61"/>
                                        </p:tgtEl>
                                        <p:attrNameLst>
                                          <p:attrName>ppt_y</p:attrName>
                                        </p:attrNameLst>
                                      </p:cBhvr>
                                      <p:tavLst>
                                        <p:tav tm="0">
                                          <p:val>
                                            <p:strVal val="#ppt_y-.1"/>
                                          </p:val>
                                        </p:tav>
                                        <p:tav tm="100000">
                                          <p:val>
                                            <p:strVal val="#ppt_y"/>
                                          </p:val>
                                        </p:tav>
                                      </p:tavLst>
                                    </p:anim>
                                  </p:childTnLst>
                                </p:cTn>
                              </p:par>
                              <p:par>
                                <p:cTn id="240" presetID="47" presetClass="entr" presetSubtype="0" fill="hold" nodeType="withEffect">
                                  <p:stCondLst>
                                    <p:cond delay="1500"/>
                                  </p:stCondLst>
                                  <p:childTnLst>
                                    <p:set>
                                      <p:cBhvr>
                                        <p:cTn id="241" dur="1" fill="hold">
                                          <p:stCondLst>
                                            <p:cond delay="0"/>
                                          </p:stCondLst>
                                        </p:cTn>
                                        <p:tgtEl>
                                          <p:spTgt spid="62"/>
                                        </p:tgtEl>
                                        <p:attrNameLst>
                                          <p:attrName>style.visibility</p:attrName>
                                        </p:attrNameLst>
                                      </p:cBhvr>
                                      <p:to>
                                        <p:strVal val="visible"/>
                                      </p:to>
                                    </p:set>
                                    <p:animEffect transition="in" filter="fade">
                                      <p:cBhvr>
                                        <p:cTn id="242" dur="1000"/>
                                        <p:tgtEl>
                                          <p:spTgt spid="62"/>
                                        </p:tgtEl>
                                      </p:cBhvr>
                                    </p:animEffect>
                                    <p:anim calcmode="lin" valueType="num">
                                      <p:cBhvr>
                                        <p:cTn id="243" dur="1000" fill="hold"/>
                                        <p:tgtEl>
                                          <p:spTgt spid="62"/>
                                        </p:tgtEl>
                                        <p:attrNameLst>
                                          <p:attrName>ppt_x</p:attrName>
                                        </p:attrNameLst>
                                      </p:cBhvr>
                                      <p:tavLst>
                                        <p:tav tm="0">
                                          <p:val>
                                            <p:strVal val="#ppt_x"/>
                                          </p:val>
                                        </p:tav>
                                        <p:tav tm="100000">
                                          <p:val>
                                            <p:strVal val="#ppt_x"/>
                                          </p:val>
                                        </p:tav>
                                      </p:tavLst>
                                    </p:anim>
                                    <p:anim calcmode="lin" valueType="num">
                                      <p:cBhvr>
                                        <p:cTn id="244" dur="1000" fill="hold"/>
                                        <p:tgtEl>
                                          <p:spTgt spid="62"/>
                                        </p:tgtEl>
                                        <p:attrNameLst>
                                          <p:attrName>ppt_y</p:attrName>
                                        </p:attrNameLst>
                                      </p:cBhvr>
                                      <p:tavLst>
                                        <p:tav tm="0">
                                          <p:val>
                                            <p:strVal val="#ppt_y-.1"/>
                                          </p:val>
                                        </p:tav>
                                        <p:tav tm="100000">
                                          <p:val>
                                            <p:strVal val="#ppt_y"/>
                                          </p:val>
                                        </p:tav>
                                      </p:tavLst>
                                    </p:anim>
                                  </p:childTnLst>
                                </p:cTn>
                              </p:par>
                              <p:par>
                                <p:cTn id="245" presetID="47" presetClass="entr" presetSubtype="0" fill="hold" nodeType="withEffect">
                                  <p:stCondLst>
                                    <p:cond delay="2000"/>
                                  </p:stCondLst>
                                  <p:childTnLst>
                                    <p:set>
                                      <p:cBhvr>
                                        <p:cTn id="246" dur="1" fill="hold">
                                          <p:stCondLst>
                                            <p:cond delay="0"/>
                                          </p:stCondLst>
                                        </p:cTn>
                                        <p:tgtEl>
                                          <p:spTgt spid="63"/>
                                        </p:tgtEl>
                                        <p:attrNameLst>
                                          <p:attrName>style.visibility</p:attrName>
                                        </p:attrNameLst>
                                      </p:cBhvr>
                                      <p:to>
                                        <p:strVal val="visible"/>
                                      </p:to>
                                    </p:set>
                                    <p:animEffect transition="in" filter="fade">
                                      <p:cBhvr>
                                        <p:cTn id="247" dur="1000"/>
                                        <p:tgtEl>
                                          <p:spTgt spid="63"/>
                                        </p:tgtEl>
                                      </p:cBhvr>
                                    </p:animEffect>
                                    <p:anim calcmode="lin" valueType="num">
                                      <p:cBhvr>
                                        <p:cTn id="248" dur="1000" fill="hold"/>
                                        <p:tgtEl>
                                          <p:spTgt spid="63"/>
                                        </p:tgtEl>
                                        <p:attrNameLst>
                                          <p:attrName>ppt_x</p:attrName>
                                        </p:attrNameLst>
                                      </p:cBhvr>
                                      <p:tavLst>
                                        <p:tav tm="0">
                                          <p:val>
                                            <p:strVal val="#ppt_x"/>
                                          </p:val>
                                        </p:tav>
                                        <p:tav tm="100000">
                                          <p:val>
                                            <p:strVal val="#ppt_x"/>
                                          </p:val>
                                        </p:tav>
                                      </p:tavLst>
                                    </p:anim>
                                    <p:anim calcmode="lin" valueType="num">
                                      <p:cBhvr>
                                        <p:cTn id="249" dur="1000" fill="hold"/>
                                        <p:tgtEl>
                                          <p:spTgt spid="63"/>
                                        </p:tgtEl>
                                        <p:attrNameLst>
                                          <p:attrName>ppt_y</p:attrName>
                                        </p:attrNameLst>
                                      </p:cBhvr>
                                      <p:tavLst>
                                        <p:tav tm="0">
                                          <p:val>
                                            <p:strVal val="#ppt_y-.1"/>
                                          </p:val>
                                        </p:tav>
                                        <p:tav tm="100000">
                                          <p:val>
                                            <p:strVal val="#ppt_y"/>
                                          </p:val>
                                        </p:tav>
                                      </p:tavLst>
                                    </p:anim>
                                  </p:childTnLst>
                                </p:cTn>
                              </p:par>
                              <p:par>
                                <p:cTn id="250" presetID="47" presetClass="entr" presetSubtype="0" fill="hold" nodeType="withEffect">
                                  <p:stCondLst>
                                    <p:cond delay="1400"/>
                                  </p:stCondLst>
                                  <p:childTnLst>
                                    <p:set>
                                      <p:cBhvr>
                                        <p:cTn id="251" dur="1" fill="hold">
                                          <p:stCondLst>
                                            <p:cond delay="0"/>
                                          </p:stCondLst>
                                        </p:cTn>
                                        <p:tgtEl>
                                          <p:spTgt spid="64"/>
                                        </p:tgtEl>
                                        <p:attrNameLst>
                                          <p:attrName>style.visibility</p:attrName>
                                        </p:attrNameLst>
                                      </p:cBhvr>
                                      <p:to>
                                        <p:strVal val="visible"/>
                                      </p:to>
                                    </p:set>
                                    <p:animEffect transition="in" filter="fade">
                                      <p:cBhvr>
                                        <p:cTn id="252" dur="1000"/>
                                        <p:tgtEl>
                                          <p:spTgt spid="64"/>
                                        </p:tgtEl>
                                      </p:cBhvr>
                                    </p:animEffect>
                                    <p:anim calcmode="lin" valueType="num">
                                      <p:cBhvr>
                                        <p:cTn id="253" dur="1000" fill="hold"/>
                                        <p:tgtEl>
                                          <p:spTgt spid="64"/>
                                        </p:tgtEl>
                                        <p:attrNameLst>
                                          <p:attrName>ppt_x</p:attrName>
                                        </p:attrNameLst>
                                      </p:cBhvr>
                                      <p:tavLst>
                                        <p:tav tm="0">
                                          <p:val>
                                            <p:strVal val="#ppt_x"/>
                                          </p:val>
                                        </p:tav>
                                        <p:tav tm="100000">
                                          <p:val>
                                            <p:strVal val="#ppt_x"/>
                                          </p:val>
                                        </p:tav>
                                      </p:tavLst>
                                    </p:anim>
                                    <p:anim calcmode="lin" valueType="num">
                                      <p:cBhvr>
                                        <p:cTn id="254" dur="1000" fill="hold"/>
                                        <p:tgtEl>
                                          <p:spTgt spid="64"/>
                                        </p:tgtEl>
                                        <p:attrNameLst>
                                          <p:attrName>ppt_y</p:attrName>
                                        </p:attrNameLst>
                                      </p:cBhvr>
                                      <p:tavLst>
                                        <p:tav tm="0">
                                          <p:val>
                                            <p:strVal val="#ppt_y-.1"/>
                                          </p:val>
                                        </p:tav>
                                        <p:tav tm="100000">
                                          <p:val>
                                            <p:strVal val="#ppt_y"/>
                                          </p:val>
                                        </p:tav>
                                      </p:tavLst>
                                    </p:anim>
                                  </p:childTnLst>
                                </p:cTn>
                              </p:par>
                              <p:par>
                                <p:cTn id="255" presetID="47" presetClass="entr" presetSubtype="0" fill="hold" nodeType="withEffect">
                                  <p:stCondLst>
                                    <p:cond delay="1200"/>
                                  </p:stCondLst>
                                  <p:childTnLst>
                                    <p:set>
                                      <p:cBhvr>
                                        <p:cTn id="256" dur="1" fill="hold">
                                          <p:stCondLst>
                                            <p:cond delay="0"/>
                                          </p:stCondLst>
                                        </p:cTn>
                                        <p:tgtEl>
                                          <p:spTgt spid="65"/>
                                        </p:tgtEl>
                                        <p:attrNameLst>
                                          <p:attrName>style.visibility</p:attrName>
                                        </p:attrNameLst>
                                      </p:cBhvr>
                                      <p:to>
                                        <p:strVal val="visible"/>
                                      </p:to>
                                    </p:set>
                                    <p:animEffect transition="in" filter="fade">
                                      <p:cBhvr>
                                        <p:cTn id="257" dur="1000"/>
                                        <p:tgtEl>
                                          <p:spTgt spid="65"/>
                                        </p:tgtEl>
                                      </p:cBhvr>
                                    </p:animEffect>
                                    <p:anim calcmode="lin" valueType="num">
                                      <p:cBhvr>
                                        <p:cTn id="258" dur="1000" fill="hold"/>
                                        <p:tgtEl>
                                          <p:spTgt spid="65"/>
                                        </p:tgtEl>
                                        <p:attrNameLst>
                                          <p:attrName>ppt_x</p:attrName>
                                        </p:attrNameLst>
                                      </p:cBhvr>
                                      <p:tavLst>
                                        <p:tav tm="0">
                                          <p:val>
                                            <p:strVal val="#ppt_x"/>
                                          </p:val>
                                        </p:tav>
                                        <p:tav tm="100000">
                                          <p:val>
                                            <p:strVal val="#ppt_x"/>
                                          </p:val>
                                        </p:tav>
                                      </p:tavLst>
                                    </p:anim>
                                    <p:anim calcmode="lin" valueType="num">
                                      <p:cBhvr>
                                        <p:cTn id="259" dur="1000" fill="hold"/>
                                        <p:tgtEl>
                                          <p:spTgt spid="65"/>
                                        </p:tgtEl>
                                        <p:attrNameLst>
                                          <p:attrName>ppt_y</p:attrName>
                                        </p:attrNameLst>
                                      </p:cBhvr>
                                      <p:tavLst>
                                        <p:tav tm="0">
                                          <p:val>
                                            <p:strVal val="#ppt_y-.1"/>
                                          </p:val>
                                        </p:tav>
                                        <p:tav tm="100000">
                                          <p:val>
                                            <p:strVal val="#ppt_y"/>
                                          </p:val>
                                        </p:tav>
                                      </p:tavLst>
                                    </p:anim>
                                  </p:childTnLst>
                                </p:cTn>
                              </p:par>
                              <p:par>
                                <p:cTn id="260" presetID="47" presetClass="entr" presetSubtype="0" fill="hold" nodeType="withEffect">
                                  <p:stCondLst>
                                    <p:cond delay="2000"/>
                                  </p:stCondLst>
                                  <p:childTnLst>
                                    <p:set>
                                      <p:cBhvr>
                                        <p:cTn id="261" dur="1" fill="hold">
                                          <p:stCondLst>
                                            <p:cond delay="0"/>
                                          </p:stCondLst>
                                        </p:cTn>
                                        <p:tgtEl>
                                          <p:spTgt spid="66"/>
                                        </p:tgtEl>
                                        <p:attrNameLst>
                                          <p:attrName>style.visibility</p:attrName>
                                        </p:attrNameLst>
                                      </p:cBhvr>
                                      <p:to>
                                        <p:strVal val="visible"/>
                                      </p:to>
                                    </p:set>
                                    <p:animEffect transition="in" filter="fade">
                                      <p:cBhvr>
                                        <p:cTn id="262" dur="1000"/>
                                        <p:tgtEl>
                                          <p:spTgt spid="66"/>
                                        </p:tgtEl>
                                      </p:cBhvr>
                                    </p:animEffect>
                                    <p:anim calcmode="lin" valueType="num">
                                      <p:cBhvr>
                                        <p:cTn id="263" dur="1000" fill="hold"/>
                                        <p:tgtEl>
                                          <p:spTgt spid="66"/>
                                        </p:tgtEl>
                                        <p:attrNameLst>
                                          <p:attrName>ppt_x</p:attrName>
                                        </p:attrNameLst>
                                      </p:cBhvr>
                                      <p:tavLst>
                                        <p:tav tm="0">
                                          <p:val>
                                            <p:strVal val="#ppt_x"/>
                                          </p:val>
                                        </p:tav>
                                        <p:tav tm="100000">
                                          <p:val>
                                            <p:strVal val="#ppt_x"/>
                                          </p:val>
                                        </p:tav>
                                      </p:tavLst>
                                    </p:anim>
                                    <p:anim calcmode="lin" valueType="num">
                                      <p:cBhvr>
                                        <p:cTn id="264"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bwMode="auto">
          <a:xfrm>
            <a:off x="0" y="-78507"/>
            <a:ext cx="12542837" cy="72328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p:cNvSpPr>
            <a:spLocks noGrp="1"/>
          </p:cNvSpPr>
          <p:nvPr>
            <p:ph type="title"/>
          </p:nvPr>
        </p:nvSpPr>
        <p:spPr/>
        <p:txBody>
          <a:bodyPr/>
          <a:lstStyle/>
          <a:p>
            <a:r>
              <a:rPr lang="en-US">
                <a:solidFill>
                  <a:sysClr val="windowText" lastClr="000000"/>
                </a:solidFill>
              </a:rPr>
              <a:t>Security Partnerships</a:t>
            </a:r>
            <a:endParaRPr lang="en-US" dirty="0">
              <a:solidFill>
                <a:sysClr val="windowText" lastClr="000000"/>
              </a:solidFill>
            </a:endParaRPr>
          </a:p>
        </p:txBody>
      </p:sp>
      <p:pic>
        <p:nvPicPr>
          <p:cNvPr id="15" name="Picture 14"/>
          <p:cNvPicPr>
            <a:picLocks noChangeAspect="1"/>
          </p:cNvPicPr>
          <p:nvPr/>
        </p:nvPicPr>
        <p:blipFill>
          <a:blip r:embed="rId2">
            <a:clrChange>
              <a:clrFrom>
                <a:srgbClr val="FFFFFF"/>
              </a:clrFrom>
              <a:clrTo>
                <a:srgbClr val="FFFFFF">
                  <a:alpha val="0"/>
                </a:srgbClr>
              </a:clrTo>
            </a:clrChange>
          </a:blip>
          <a:stretch>
            <a:fillRect/>
          </a:stretch>
        </p:blipFill>
        <p:spPr>
          <a:xfrm>
            <a:off x="522395" y="3738421"/>
            <a:ext cx="1930146" cy="646699"/>
          </a:xfrm>
          <a:prstGeom prst="rect">
            <a:avLst/>
          </a:prstGeom>
        </p:spPr>
      </p:pic>
      <p:pic>
        <p:nvPicPr>
          <p:cNvPr id="18" name="Picture 17"/>
          <p:cNvPicPr>
            <a:picLocks noChangeAspect="1"/>
          </p:cNvPicPr>
          <p:nvPr/>
        </p:nvPicPr>
        <p:blipFill>
          <a:blip r:embed="rId3">
            <a:clrChange>
              <a:clrFrom>
                <a:srgbClr val="FFFFFF"/>
              </a:clrFrom>
              <a:clrTo>
                <a:srgbClr val="FFFFFF">
                  <a:alpha val="0"/>
                </a:srgbClr>
              </a:clrTo>
            </a:clrChange>
          </a:blip>
          <a:stretch>
            <a:fillRect/>
          </a:stretch>
        </p:blipFill>
        <p:spPr>
          <a:xfrm>
            <a:off x="8025854" y="4594965"/>
            <a:ext cx="2547017" cy="600920"/>
          </a:xfrm>
          <a:prstGeom prst="rect">
            <a:avLst/>
          </a:prstGeom>
        </p:spPr>
      </p:pic>
      <p:pic>
        <p:nvPicPr>
          <p:cNvPr id="23" name="Picture 22"/>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t="25992" b="25674"/>
          <a:stretch/>
        </p:blipFill>
        <p:spPr>
          <a:xfrm>
            <a:off x="679681" y="1830951"/>
            <a:ext cx="1652369" cy="798662"/>
          </a:xfrm>
          <a:prstGeom prst="rect">
            <a:avLst/>
          </a:prstGeom>
        </p:spPr>
      </p:pic>
      <p:pic>
        <p:nvPicPr>
          <p:cNvPr id="24" name="Picture 23"/>
          <p:cNvPicPr>
            <a:picLocks noChangeAspect="1"/>
          </p:cNvPicPr>
          <p:nvPr/>
        </p:nvPicPr>
        <p:blipFill>
          <a:blip r:embed="rId5">
            <a:clrChange>
              <a:clrFrom>
                <a:srgbClr val="FFFFFF"/>
              </a:clrFrom>
              <a:clrTo>
                <a:srgbClr val="FFFFFF">
                  <a:alpha val="0"/>
                </a:srgbClr>
              </a:clrTo>
            </a:clrChange>
          </a:blip>
          <a:stretch>
            <a:fillRect/>
          </a:stretch>
        </p:blipFill>
        <p:spPr>
          <a:xfrm>
            <a:off x="8994366" y="5844996"/>
            <a:ext cx="2098718" cy="473124"/>
          </a:xfrm>
          <a:prstGeom prst="rect">
            <a:avLst/>
          </a:prstGeom>
        </p:spPr>
      </p:pic>
      <p:pic>
        <p:nvPicPr>
          <p:cNvPr id="26" name="Picture 25"/>
          <p:cNvPicPr>
            <a:picLocks noChangeAspect="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13891" y="4618775"/>
            <a:ext cx="1777212" cy="712896"/>
          </a:xfrm>
          <a:prstGeom prst="rect">
            <a:avLst/>
          </a:prstGeom>
        </p:spPr>
      </p:pic>
      <p:pic>
        <p:nvPicPr>
          <p:cNvPr id="28" name="Picture 27"/>
          <p:cNvPicPr>
            <a:picLocks noChangeAspect="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180637" y="3089561"/>
            <a:ext cx="1768081" cy="696367"/>
          </a:xfrm>
          <a:prstGeom prst="rect">
            <a:avLst/>
          </a:prstGeom>
        </p:spPr>
      </p:pic>
      <p:pic>
        <p:nvPicPr>
          <p:cNvPr id="30" name="Picture 29"/>
          <p:cNvPicPr>
            <a:picLocks noChangeAspect="1"/>
          </p:cNvPicPr>
          <p:nvPr/>
        </p:nvPicPr>
        <p:blipFill>
          <a:blip r:embed="rId8">
            <a:clrChange>
              <a:clrFrom>
                <a:srgbClr val="FFFFFF"/>
              </a:clrFrom>
              <a:clrTo>
                <a:srgbClr val="FFFFFF">
                  <a:alpha val="0"/>
                </a:srgbClr>
              </a:clrTo>
            </a:clrChange>
          </a:blip>
          <a:stretch>
            <a:fillRect/>
          </a:stretch>
        </p:blipFill>
        <p:spPr>
          <a:xfrm>
            <a:off x="6406772" y="3359646"/>
            <a:ext cx="2508460" cy="671016"/>
          </a:xfrm>
          <a:prstGeom prst="rect">
            <a:avLst/>
          </a:prstGeom>
        </p:spPr>
      </p:pic>
      <p:pic>
        <p:nvPicPr>
          <p:cNvPr id="31" name="Picture 30"/>
          <p:cNvPicPr>
            <a:picLocks noChangeAspect="1"/>
          </p:cNvPicPr>
          <p:nvPr/>
        </p:nvPicPr>
        <p:blipFill>
          <a:blip r:embed="rId9">
            <a:clrChange>
              <a:clrFrom>
                <a:srgbClr val="FFFFFF"/>
              </a:clrFrom>
              <a:clrTo>
                <a:srgbClr val="FFFFFF">
                  <a:alpha val="0"/>
                </a:srgbClr>
              </a:clrTo>
            </a:clrChange>
          </a:blip>
          <a:stretch>
            <a:fillRect/>
          </a:stretch>
        </p:blipFill>
        <p:spPr>
          <a:xfrm>
            <a:off x="3492249" y="2647400"/>
            <a:ext cx="2396043" cy="629096"/>
          </a:xfrm>
          <a:prstGeom prst="rect">
            <a:avLst/>
          </a:prstGeom>
        </p:spPr>
      </p:pic>
      <p:pic>
        <p:nvPicPr>
          <p:cNvPr id="35" name="Picture 34"/>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4465577" y="5587074"/>
            <a:ext cx="2823983" cy="674359"/>
          </a:xfrm>
          <a:prstGeom prst="rect">
            <a:avLst/>
          </a:prstGeom>
          <a:noFill/>
          <a:ln>
            <a:noFill/>
          </a:ln>
        </p:spPr>
      </p:pic>
      <p:pic>
        <p:nvPicPr>
          <p:cNvPr id="37" name="Picture 36"/>
          <p:cNvPicPr>
            <a:picLocks noChangeAspect="1"/>
          </p:cNvPicPr>
          <p:nvPr/>
        </p:nvPicPr>
        <p:blipFill>
          <a:blip r:embed="rId11">
            <a:clrChange>
              <a:clrFrom>
                <a:srgbClr val="FFFFFF"/>
              </a:clrFrom>
              <a:clrTo>
                <a:srgbClr val="FFFFFF">
                  <a:alpha val="0"/>
                </a:srgbClr>
              </a:clrTo>
            </a:clrChange>
          </a:blip>
          <a:stretch>
            <a:fillRect/>
          </a:stretch>
        </p:blipFill>
        <p:spPr>
          <a:xfrm>
            <a:off x="988581" y="5758732"/>
            <a:ext cx="2902522" cy="659386"/>
          </a:xfrm>
          <a:prstGeom prst="rect">
            <a:avLst/>
          </a:prstGeom>
        </p:spPr>
      </p:pic>
      <p:pic>
        <p:nvPicPr>
          <p:cNvPr id="52" name="Picture 51"/>
          <p:cNvPicPr>
            <a:picLocks noChangeAspect="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44457" y="782945"/>
            <a:ext cx="2883402" cy="798863"/>
          </a:xfrm>
          <a:prstGeom prst="rect">
            <a:avLst/>
          </a:prstGeom>
        </p:spPr>
      </p:pic>
      <p:pic>
        <p:nvPicPr>
          <p:cNvPr id="55" name="Picture 54"/>
          <p:cNvPicPr>
            <a:picLocks noChangeAspect="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17394" y="4330383"/>
            <a:ext cx="2527063" cy="606936"/>
          </a:xfrm>
          <a:prstGeom prst="rect">
            <a:avLst/>
          </a:prstGeom>
        </p:spPr>
      </p:pic>
      <p:pic>
        <p:nvPicPr>
          <p:cNvPr id="58" name="Picture 57"/>
          <p:cNvPicPr>
            <a:picLocks noChangeAspect="1"/>
          </p:cNvPicPr>
          <p:nvPr/>
        </p:nvPicPr>
        <p:blipFill>
          <a:blip r:embed="rId14" cstate="print">
            <a:clrChange>
              <a:clrFrom>
                <a:srgbClr val="FEFEFE"/>
              </a:clrFrom>
              <a:clrTo>
                <a:srgbClr val="FEFEFE">
                  <a:alpha val="0"/>
                </a:srgbClr>
              </a:clrTo>
            </a:clrChange>
            <a:extLst>
              <a:ext uri="{28A0092B-C50C-407E-A947-70E740481C1C}">
                <a14:useLocalDpi xmlns:a14="http://schemas.microsoft.com/office/drawing/2010/main" val="0"/>
              </a:ext>
            </a:extLst>
          </a:blip>
          <a:stretch>
            <a:fillRect/>
          </a:stretch>
        </p:blipFill>
        <p:spPr>
          <a:xfrm>
            <a:off x="10327307" y="641802"/>
            <a:ext cx="1850846" cy="589959"/>
          </a:xfrm>
          <a:prstGeom prst="rect">
            <a:avLst/>
          </a:prstGeom>
        </p:spPr>
      </p:pic>
      <p:pic>
        <p:nvPicPr>
          <p:cNvPr id="60" name="Picture 59"/>
          <p:cNvPicPr>
            <a:picLocks noChangeAspect="1"/>
          </p:cNvPicPr>
          <p:nvPr/>
        </p:nvPicPr>
        <p:blipFill rotWithShape="1">
          <a:blip r:embed="rId15" cstate="print">
            <a:clrChange>
              <a:clrFrom>
                <a:srgbClr val="FFFFFF"/>
              </a:clrFrom>
              <a:clrTo>
                <a:srgbClr val="FFFFFF">
                  <a:alpha val="0"/>
                </a:srgbClr>
              </a:clrTo>
            </a:clrChange>
            <a:extLst>
              <a:ext uri="{28A0092B-C50C-407E-A947-70E740481C1C}">
                <a14:useLocalDpi xmlns:a14="http://schemas.microsoft.com/office/drawing/2010/main" val="0"/>
              </a:ext>
            </a:extLst>
          </a:blip>
          <a:srcRect t="15709" r="4558" b="24173"/>
          <a:stretch/>
        </p:blipFill>
        <p:spPr>
          <a:xfrm>
            <a:off x="3401657" y="1424580"/>
            <a:ext cx="2577226" cy="759006"/>
          </a:xfrm>
          <a:prstGeom prst="rect">
            <a:avLst/>
          </a:prstGeom>
        </p:spPr>
      </p:pic>
      <p:pic>
        <p:nvPicPr>
          <p:cNvPr id="66" name="Picture 6" descr="http://www.boxless.com/wp-content/uploads/2014/03/boxless.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61002" y="2180781"/>
            <a:ext cx="2159792" cy="755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4107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18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180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150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1000"/>
                                        <p:tgtEl>
                                          <p:spTgt spid="23"/>
                                        </p:tgtEl>
                                      </p:cBhvr>
                                    </p:animEffect>
                                    <p:anim calcmode="lin" valueType="num">
                                      <p:cBhvr>
                                        <p:cTn id="18" dur="1000" fill="hold"/>
                                        <p:tgtEl>
                                          <p:spTgt spid="23"/>
                                        </p:tgtEl>
                                        <p:attrNameLst>
                                          <p:attrName>ppt_x</p:attrName>
                                        </p:attrNameLst>
                                      </p:cBhvr>
                                      <p:tavLst>
                                        <p:tav tm="0">
                                          <p:val>
                                            <p:strVal val="#ppt_x"/>
                                          </p:val>
                                        </p:tav>
                                        <p:tav tm="100000">
                                          <p:val>
                                            <p:strVal val="#ppt_x"/>
                                          </p:val>
                                        </p:tav>
                                      </p:tavLst>
                                    </p:anim>
                                    <p:anim calcmode="lin" valueType="num">
                                      <p:cBhvr>
                                        <p:cTn id="19" dur="1000" fill="hold"/>
                                        <p:tgtEl>
                                          <p:spTgt spid="23"/>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2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anim calcmode="lin" valueType="num">
                                      <p:cBhvr>
                                        <p:cTn id="23" dur="1000" fill="hold"/>
                                        <p:tgtEl>
                                          <p:spTgt spid="24"/>
                                        </p:tgtEl>
                                        <p:attrNameLst>
                                          <p:attrName>ppt_x</p:attrName>
                                        </p:attrNameLst>
                                      </p:cBhvr>
                                      <p:tavLst>
                                        <p:tav tm="0">
                                          <p:val>
                                            <p:strVal val="#ppt_x"/>
                                          </p:val>
                                        </p:tav>
                                        <p:tav tm="100000">
                                          <p:val>
                                            <p:strVal val="#ppt_x"/>
                                          </p:val>
                                        </p:tav>
                                      </p:tavLst>
                                    </p:anim>
                                    <p:anim calcmode="lin" valueType="num">
                                      <p:cBhvr>
                                        <p:cTn id="24" dur="1000" fill="hold"/>
                                        <p:tgtEl>
                                          <p:spTgt spid="24"/>
                                        </p:tgtEl>
                                        <p:attrNameLst>
                                          <p:attrName>ppt_y</p:attrName>
                                        </p:attrNameLst>
                                      </p:cBhvr>
                                      <p:tavLst>
                                        <p:tav tm="0">
                                          <p:val>
                                            <p:strVal val="#ppt_y-.1"/>
                                          </p:val>
                                        </p:tav>
                                        <p:tav tm="100000">
                                          <p:val>
                                            <p:strVal val="#ppt_y"/>
                                          </p:val>
                                        </p:tav>
                                      </p:tavLst>
                                    </p:anim>
                                  </p:childTnLst>
                                </p:cTn>
                              </p:par>
                              <p:par>
                                <p:cTn id="25" presetID="47" presetClass="entr" presetSubtype="0" fill="hold" nodeType="withEffect">
                                  <p:stCondLst>
                                    <p:cond delay="60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1900"/>
                                        <p:tgtEl>
                                          <p:spTgt spid="26"/>
                                        </p:tgtEl>
                                      </p:cBhvr>
                                    </p:animEffect>
                                    <p:anim calcmode="lin" valueType="num">
                                      <p:cBhvr>
                                        <p:cTn id="28" dur="1900" fill="hold"/>
                                        <p:tgtEl>
                                          <p:spTgt spid="26"/>
                                        </p:tgtEl>
                                        <p:attrNameLst>
                                          <p:attrName>ppt_x</p:attrName>
                                        </p:attrNameLst>
                                      </p:cBhvr>
                                      <p:tavLst>
                                        <p:tav tm="0">
                                          <p:val>
                                            <p:strVal val="#ppt_x"/>
                                          </p:val>
                                        </p:tav>
                                        <p:tav tm="100000">
                                          <p:val>
                                            <p:strVal val="#ppt_x"/>
                                          </p:val>
                                        </p:tav>
                                      </p:tavLst>
                                    </p:anim>
                                    <p:anim calcmode="lin" valueType="num">
                                      <p:cBhvr>
                                        <p:cTn id="29" dur="1900" fill="hold"/>
                                        <p:tgtEl>
                                          <p:spTgt spid="26"/>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70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par>
                                <p:cTn id="35" presetID="47" presetClass="entr" presetSubtype="0" fill="hold" nodeType="withEffect">
                                  <p:stCondLst>
                                    <p:cond delay="90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1000"/>
                                        <p:tgtEl>
                                          <p:spTgt spid="30"/>
                                        </p:tgtEl>
                                      </p:cBhvr>
                                    </p:animEffect>
                                    <p:anim calcmode="lin" valueType="num">
                                      <p:cBhvr>
                                        <p:cTn id="38" dur="1000" fill="hold"/>
                                        <p:tgtEl>
                                          <p:spTgt spid="30"/>
                                        </p:tgtEl>
                                        <p:attrNameLst>
                                          <p:attrName>ppt_x</p:attrName>
                                        </p:attrNameLst>
                                      </p:cBhvr>
                                      <p:tavLst>
                                        <p:tav tm="0">
                                          <p:val>
                                            <p:strVal val="#ppt_x"/>
                                          </p:val>
                                        </p:tav>
                                        <p:tav tm="100000">
                                          <p:val>
                                            <p:strVal val="#ppt_x"/>
                                          </p:val>
                                        </p:tav>
                                      </p:tavLst>
                                    </p:anim>
                                    <p:anim calcmode="lin" valueType="num">
                                      <p:cBhvr>
                                        <p:cTn id="39" dur="1000" fill="hold"/>
                                        <p:tgtEl>
                                          <p:spTgt spid="30"/>
                                        </p:tgtEl>
                                        <p:attrNameLst>
                                          <p:attrName>ppt_y</p:attrName>
                                        </p:attrNameLst>
                                      </p:cBhvr>
                                      <p:tavLst>
                                        <p:tav tm="0">
                                          <p:val>
                                            <p:strVal val="#ppt_y-.1"/>
                                          </p:val>
                                        </p:tav>
                                        <p:tav tm="100000">
                                          <p:val>
                                            <p:strVal val="#ppt_y"/>
                                          </p:val>
                                        </p:tav>
                                      </p:tavLst>
                                    </p:anim>
                                  </p:childTnLst>
                                </p:cTn>
                              </p:par>
                              <p:par>
                                <p:cTn id="40" presetID="47" presetClass="entr" presetSubtype="0" fill="hold" nodeType="withEffect">
                                  <p:stCondLst>
                                    <p:cond delay="50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1000"/>
                                        <p:tgtEl>
                                          <p:spTgt spid="31"/>
                                        </p:tgtEl>
                                      </p:cBhvr>
                                    </p:animEffect>
                                    <p:anim calcmode="lin" valueType="num">
                                      <p:cBhvr>
                                        <p:cTn id="43" dur="1000" fill="hold"/>
                                        <p:tgtEl>
                                          <p:spTgt spid="31"/>
                                        </p:tgtEl>
                                        <p:attrNameLst>
                                          <p:attrName>ppt_x</p:attrName>
                                        </p:attrNameLst>
                                      </p:cBhvr>
                                      <p:tavLst>
                                        <p:tav tm="0">
                                          <p:val>
                                            <p:strVal val="#ppt_x"/>
                                          </p:val>
                                        </p:tav>
                                        <p:tav tm="100000">
                                          <p:val>
                                            <p:strVal val="#ppt_x"/>
                                          </p:val>
                                        </p:tav>
                                      </p:tavLst>
                                    </p:anim>
                                    <p:anim calcmode="lin" valueType="num">
                                      <p:cBhvr>
                                        <p:cTn id="44" dur="1000" fill="hold"/>
                                        <p:tgtEl>
                                          <p:spTgt spid="31"/>
                                        </p:tgtEl>
                                        <p:attrNameLst>
                                          <p:attrName>ppt_y</p:attrName>
                                        </p:attrNameLst>
                                      </p:cBhvr>
                                      <p:tavLst>
                                        <p:tav tm="0">
                                          <p:val>
                                            <p:strVal val="#ppt_y-.1"/>
                                          </p:val>
                                        </p:tav>
                                        <p:tav tm="100000">
                                          <p:val>
                                            <p:strVal val="#ppt_y"/>
                                          </p:val>
                                        </p:tav>
                                      </p:tavLst>
                                    </p:anim>
                                  </p:childTnLst>
                                </p:cTn>
                              </p:par>
                              <p:par>
                                <p:cTn id="45" presetID="47" presetClass="entr" presetSubtype="0" fill="hold" nodeType="withEffect">
                                  <p:stCondLst>
                                    <p:cond delay="90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1000"/>
                                        <p:tgtEl>
                                          <p:spTgt spid="35"/>
                                        </p:tgtEl>
                                      </p:cBhvr>
                                    </p:animEffect>
                                    <p:anim calcmode="lin" valueType="num">
                                      <p:cBhvr>
                                        <p:cTn id="48" dur="1000" fill="hold"/>
                                        <p:tgtEl>
                                          <p:spTgt spid="35"/>
                                        </p:tgtEl>
                                        <p:attrNameLst>
                                          <p:attrName>ppt_x</p:attrName>
                                        </p:attrNameLst>
                                      </p:cBhvr>
                                      <p:tavLst>
                                        <p:tav tm="0">
                                          <p:val>
                                            <p:strVal val="#ppt_x"/>
                                          </p:val>
                                        </p:tav>
                                        <p:tav tm="100000">
                                          <p:val>
                                            <p:strVal val="#ppt_x"/>
                                          </p:val>
                                        </p:tav>
                                      </p:tavLst>
                                    </p:anim>
                                    <p:anim calcmode="lin" valueType="num">
                                      <p:cBhvr>
                                        <p:cTn id="49" dur="1000" fill="hold"/>
                                        <p:tgtEl>
                                          <p:spTgt spid="35"/>
                                        </p:tgtEl>
                                        <p:attrNameLst>
                                          <p:attrName>ppt_y</p:attrName>
                                        </p:attrNameLst>
                                      </p:cBhvr>
                                      <p:tavLst>
                                        <p:tav tm="0">
                                          <p:val>
                                            <p:strVal val="#ppt_y-.1"/>
                                          </p:val>
                                        </p:tav>
                                        <p:tav tm="100000">
                                          <p:val>
                                            <p:strVal val="#ppt_y"/>
                                          </p:val>
                                        </p:tav>
                                      </p:tavLst>
                                    </p:anim>
                                  </p:childTnLst>
                                </p:cTn>
                              </p:par>
                              <p:par>
                                <p:cTn id="50" presetID="47" presetClass="entr" presetSubtype="0" fill="hold" nodeType="withEffect">
                                  <p:stCondLst>
                                    <p:cond delay="40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1000"/>
                                        <p:tgtEl>
                                          <p:spTgt spid="37"/>
                                        </p:tgtEl>
                                      </p:cBhvr>
                                    </p:animEffect>
                                    <p:anim calcmode="lin" valueType="num">
                                      <p:cBhvr>
                                        <p:cTn id="53" dur="1000" fill="hold"/>
                                        <p:tgtEl>
                                          <p:spTgt spid="37"/>
                                        </p:tgtEl>
                                        <p:attrNameLst>
                                          <p:attrName>ppt_x</p:attrName>
                                        </p:attrNameLst>
                                      </p:cBhvr>
                                      <p:tavLst>
                                        <p:tav tm="0">
                                          <p:val>
                                            <p:strVal val="#ppt_x"/>
                                          </p:val>
                                        </p:tav>
                                        <p:tav tm="100000">
                                          <p:val>
                                            <p:strVal val="#ppt_x"/>
                                          </p:val>
                                        </p:tav>
                                      </p:tavLst>
                                    </p:anim>
                                    <p:anim calcmode="lin" valueType="num">
                                      <p:cBhvr>
                                        <p:cTn id="54" dur="1000" fill="hold"/>
                                        <p:tgtEl>
                                          <p:spTgt spid="37"/>
                                        </p:tgtEl>
                                        <p:attrNameLst>
                                          <p:attrName>ppt_y</p:attrName>
                                        </p:attrNameLst>
                                      </p:cBhvr>
                                      <p:tavLst>
                                        <p:tav tm="0">
                                          <p:val>
                                            <p:strVal val="#ppt_y-.1"/>
                                          </p:val>
                                        </p:tav>
                                        <p:tav tm="100000">
                                          <p:val>
                                            <p:strVal val="#ppt_y"/>
                                          </p:val>
                                        </p:tav>
                                      </p:tavLst>
                                    </p:anim>
                                  </p:childTnLst>
                                </p:cTn>
                              </p:par>
                              <p:par>
                                <p:cTn id="55" presetID="47" presetClass="entr" presetSubtype="0" fill="hold" nodeType="withEffect">
                                  <p:stCondLst>
                                    <p:cond delay="50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1000"/>
                                        <p:tgtEl>
                                          <p:spTgt spid="52"/>
                                        </p:tgtEl>
                                      </p:cBhvr>
                                    </p:animEffect>
                                    <p:anim calcmode="lin" valueType="num">
                                      <p:cBhvr>
                                        <p:cTn id="58" dur="1000" fill="hold"/>
                                        <p:tgtEl>
                                          <p:spTgt spid="52"/>
                                        </p:tgtEl>
                                        <p:attrNameLst>
                                          <p:attrName>ppt_x</p:attrName>
                                        </p:attrNameLst>
                                      </p:cBhvr>
                                      <p:tavLst>
                                        <p:tav tm="0">
                                          <p:val>
                                            <p:strVal val="#ppt_x"/>
                                          </p:val>
                                        </p:tav>
                                        <p:tav tm="100000">
                                          <p:val>
                                            <p:strVal val="#ppt_x"/>
                                          </p:val>
                                        </p:tav>
                                      </p:tavLst>
                                    </p:anim>
                                    <p:anim calcmode="lin" valueType="num">
                                      <p:cBhvr>
                                        <p:cTn id="59" dur="1000" fill="hold"/>
                                        <p:tgtEl>
                                          <p:spTgt spid="52"/>
                                        </p:tgtEl>
                                        <p:attrNameLst>
                                          <p:attrName>ppt_y</p:attrName>
                                        </p:attrNameLst>
                                      </p:cBhvr>
                                      <p:tavLst>
                                        <p:tav tm="0">
                                          <p:val>
                                            <p:strVal val="#ppt_y-.1"/>
                                          </p:val>
                                        </p:tav>
                                        <p:tav tm="100000">
                                          <p:val>
                                            <p:strVal val="#ppt_y"/>
                                          </p:val>
                                        </p:tav>
                                      </p:tavLst>
                                    </p:anim>
                                  </p:childTnLst>
                                </p:cTn>
                              </p:par>
                              <p:par>
                                <p:cTn id="60" presetID="47" presetClass="entr" presetSubtype="0" fill="hold" nodeType="withEffect">
                                  <p:stCondLst>
                                    <p:cond delay="1300"/>
                                  </p:stCondLst>
                                  <p:childTnLst>
                                    <p:set>
                                      <p:cBhvr>
                                        <p:cTn id="61" dur="1" fill="hold">
                                          <p:stCondLst>
                                            <p:cond delay="0"/>
                                          </p:stCondLst>
                                        </p:cTn>
                                        <p:tgtEl>
                                          <p:spTgt spid="55"/>
                                        </p:tgtEl>
                                        <p:attrNameLst>
                                          <p:attrName>style.visibility</p:attrName>
                                        </p:attrNameLst>
                                      </p:cBhvr>
                                      <p:to>
                                        <p:strVal val="visible"/>
                                      </p:to>
                                    </p:set>
                                    <p:animEffect transition="in" filter="fade">
                                      <p:cBhvr>
                                        <p:cTn id="62" dur="1000"/>
                                        <p:tgtEl>
                                          <p:spTgt spid="55"/>
                                        </p:tgtEl>
                                      </p:cBhvr>
                                    </p:animEffect>
                                    <p:anim calcmode="lin" valueType="num">
                                      <p:cBhvr>
                                        <p:cTn id="63" dur="1000" fill="hold"/>
                                        <p:tgtEl>
                                          <p:spTgt spid="55"/>
                                        </p:tgtEl>
                                        <p:attrNameLst>
                                          <p:attrName>ppt_x</p:attrName>
                                        </p:attrNameLst>
                                      </p:cBhvr>
                                      <p:tavLst>
                                        <p:tav tm="0">
                                          <p:val>
                                            <p:strVal val="#ppt_x"/>
                                          </p:val>
                                        </p:tav>
                                        <p:tav tm="100000">
                                          <p:val>
                                            <p:strVal val="#ppt_x"/>
                                          </p:val>
                                        </p:tav>
                                      </p:tavLst>
                                    </p:anim>
                                    <p:anim calcmode="lin" valueType="num">
                                      <p:cBhvr>
                                        <p:cTn id="64" dur="1000" fill="hold"/>
                                        <p:tgtEl>
                                          <p:spTgt spid="55"/>
                                        </p:tgtEl>
                                        <p:attrNameLst>
                                          <p:attrName>ppt_y</p:attrName>
                                        </p:attrNameLst>
                                      </p:cBhvr>
                                      <p:tavLst>
                                        <p:tav tm="0">
                                          <p:val>
                                            <p:strVal val="#ppt_y-.1"/>
                                          </p:val>
                                        </p:tav>
                                        <p:tav tm="100000">
                                          <p:val>
                                            <p:strVal val="#ppt_y"/>
                                          </p:val>
                                        </p:tav>
                                      </p:tavLst>
                                    </p:anim>
                                  </p:childTnLst>
                                </p:cTn>
                              </p:par>
                              <p:par>
                                <p:cTn id="65" presetID="47" presetClass="entr" presetSubtype="0" fill="hold" nodeType="withEffect">
                                  <p:stCondLst>
                                    <p:cond delay="190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1000"/>
                                        <p:tgtEl>
                                          <p:spTgt spid="58"/>
                                        </p:tgtEl>
                                      </p:cBhvr>
                                    </p:animEffect>
                                    <p:anim calcmode="lin" valueType="num">
                                      <p:cBhvr>
                                        <p:cTn id="68" dur="1000" fill="hold"/>
                                        <p:tgtEl>
                                          <p:spTgt spid="58"/>
                                        </p:tgtEl>
                                        <p:attrNameLst>
                                          <p:attrName>ppt_x</p:attrName>
                                        </p:attrNameLst>
                                      </p:cBhvr>
                                      <p:tavLst>
                                        <p:tav tm="0">
                                          <p:val>
                                            <p:strVal val="#ppt_x"/>
                                          </p:val>
                                        </p:tav>
                                        <p:tav tm="100000">
                                          <p:val>
                                            <p:strVal val="#ppt_x"/>
                                          </p:val>
                                        </p:tav>
                                      </p:tavLst>
                                    </p:anim>
                                    <p:anim calcmode="lin" valueType="num">
                                      <p:cBhvr>
                                        <p:cTn id="69" dur="1000" fill="hold"/>
                                        <p:tgtEl>
                                          <p:spTgt spid="58"/>
                                        </p:tgtEl>
                                        <p:attrNameLst>
                                          <p:attrName>ppt_y</p:attrName>
                                        </p:attrNameLst>
                                      </p:cBhvr>
                                      <p:tavLst>
                                        <p:tav tm="0">
                                          <p:val>
                                            <p:strVal val="#ppt_y-.1"/>
                                          </p:val>
                                        </p:tav>
                                        <p:tav tm="100000">
                                          <p:val>
                                            <p:strVal val="#ppt_y"/>
                                          </p:val>
                                        </p:tav>
                                      </p:tavLst>
                                    </p:anim>
                                  </p:childTnLst>
                                </p:cTn>
                              </p:par>
                              <p:par>
                                <p:cTn id="70" presetID="47" presetClass="entr" presetSubtype="0" fill="hold" nodeType="withEffect">
                                  <p:stCondLst>
                                    <p:cond delay="1800"/>
                                  </p:stCondLst>
                                  <p:childTnLst>
                                    <p:set>
                                      <p:cBhvr>
                                        <p:cTn id="71" dur="1" fill="hold">
                                          <p:stCondLst>
                                            <p:cond delay="0"/>
                                          </p:stCondLst>
                                        </p:cTn>
                                        <p:tgtEl>
                                          <p:spTgt spid="60"/>
                                        </p:tgtEl>
                                        <p:attrNameLst>
                                          <p:attrName>style.visibility</p:attrName>
                                        </p:attrNameLst>
                                      </p:cBhvr>
                                      <p:to>
                                        <p:strVal val="visible"/>
                                      </p:to>
                                    </p:set>
                                    <p:animEffect transition="in" filter="fade">
                                      <p:cBhvr>
                                        <p:cTn id="72" dur="1000"/>
                                        <p:tgtEl>
                                          <p:spTgt spid="60"/>
                                        </p:tgtEl>
                                      </p:cBhvr>
                                    </p:animEffect>
                                    <p:anim calcmode="lin" valueType="num">
                                      <p:cBhvr>
                                        <p:cTn id="73" dur="1000" fill="hold"/>
                                        <p:tgtEl>
                                          <p:spTgt spid="60"/>
                                        </p:tgtEl>
                                        <p:attrNameLst>
                                          <p:attrName>ppt_x</p:attrName>
                                        </p:attrNameLst>
                                      </p:cBhvr>
                                      <p:tavLst>
                                        <p:tav tm="0">
                                          <p:val>
                                            <p:strVal val="#ppt_x"/>
                                          </p:val>
                                        </p:tav>
                                        <p:tav tm="100000">
                                          <p:val>
                                            <p:strVal val="#ppt_x"/>
                                          </p:val>
                                        </p:tav>
                                      </p:tavLst>
                                    </p:anim>
                                    <p:anim calcmode="lin" valueType="num">
                                      <p:cBhvr>
                                        <p:cTn id="74" dur="1000" fill="hold"/>
                                        <p:tgtEl>
                                          <p:spTgt spid="60"/>
                                        </p:tgtEl>
                                        <p:attrNameLst>
                                          <p:attrName>ppt_y</p:attrName>
                                        </p:attrNameLst>
                                      </p:cBhvr>
                                      <p:tavLst>
                                        <p:tav tm="0">
                                          <p:val>
                                            <p:strVal val="#ppt_y-.1"/>
                                          </p:val>
                                        </p:tav>
                                        <p:tav tm="100000">
                                          <p:val>
                                            <p:strVal val="#ppt_y"/>
                                          </p:val>
                                        </p:tav>
                                      </p:tavLst>
                                    </p:anim>
                                  </p:childTnLst>
                                </p:cTn>
                              </p:par>
                              <p:par>
                                <p:cTn id="75" presetID="47" presetClass="entr" presetSubtype="0" fill="hold" nodeType="withEffect">
                                  <p:stCondLst>
                                    <p:cond delay="2000"/>
                                  </p:stCondLst>
                                  <p:childTnLst>
                                    <p:set>
                                      <p:cBhvr>
                                        <p:cTn id="76" dur="1" fill="hold">
                                          <p:stCondLst>
                                            <p:cond delay="0"/>
                                          </p:stCondLst>
                                        </p:cTn>
                                        <p:tgtEl>
                                          <p:spTgt spid="66"/>
                                        </p:tgtEl>
                                        <p:attrNameLst>
                                          <p:attrName>style.visibility</p:attrName>
                                        </p:attrNameLst>
                                      </p:cBhvr>
                                      <p:to>
                                        <p:strVal val="visible"/>
                                      </p:to>
                                    </p:set>
                                    <p:animEffect transition="in" filter="fade">
                                      <p:cBhvr>
                                        <p:cTn id="77" dur="1000"/>
                                        <p:tgtEl>
                                          <p:spTgt spid="66"/>
                                        </p:tgtEl>
                                      </p:cBhvr>
                                    </p:animEffect>
                                    <p:anim calcmode="lin" valueType="num">
                                      <p:cBhvr>
                                        <p:cTn id="78" dur="1000" fill="hold"/>
                                        <p:tgtEl>
                                          <p:spTgt spid="66"/>
                                        </p:tgtEl>
                                        <p:attrNameLst>
                                          <p:attrName>ppt_x</p:attrName>
                                        </p:attrNameLst>
                                      </p:cBhvr>
                                      <p:tavLst>
                                        <p:tav tm="0">
                                          <p:val>
                                            <p:strVal val="#ppt_x"/>
                                          </p:val>
                                        </p:tav>
                                        <p:tav tm="100000">
                                          <p:val>
                                            <p:strVal val="#ppt_x"/>
                                          </p:val>
                                        </p:tav>
                                      </p:tavLst>
                                    </p:anim>
                                    <p:anim calcmode="lin" valueType="num">
                                      <p:cBhvr>
                                        <p:cTn id="79" dur="10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494009" y="2768666"/>
            <a:ext cx="11370961" cy="1146325"/>
          </a:xfrm>
        </p:spPr>
        <p:txBody>
          <a:bodyPr/>
          <a:lstStyle/>
          <a:p>
            <a:pPr algn="ctr"/>
            <a:r>
              <a:rPr lang="en-US" sz="8159" dirty="0"/>
              <a:t>pay only</a:t>
            </a:r>
            <a:r>
              <a:rPr lang="en-US" sz="8159" dirty="0">
                <a:solidFill>
                  <a:srgbClr val="92D050"/>
                </a:solidFill>
              </a:rPr>
              <a:t> </a:t>
            </a:r>
            <a:r>
              <a:rPr lang="en-US" sz="8159" dirty="0"/>
              <a:t>for what you use</a:t>
            </a:r>
          </a:p>
        </p:txBody>
      </p:sp>
      <p:sp>
        <p:nvSpPr>
          <p:cNvPr id="5" name="TextBox 4"/>
          <p:cNvSpPr txBox="1"/>
          <p:nvPr/>
        </p:nvSpPr>
        <p:spPr>
          <a:xfrm rot="16200000">
            <a:off x="2912857" y="3850101"/>
            <a:ext cx="1149346" cy="1267779"/>
          </a:xfrm>
          <a:prstGeom prst="rect">
            <a:avLst/>
          </a:prstGeom>
          <a:noFill/>
        </p:spPr>
        <p:txBody>
          <a:bodyPr wrap="none" lIns="0" tIns="0" rIns="0" bIns="0" rtlCol="0">
            <a:spAutoFit/>
          </a:bodyPr>
          <a:lstStyle/>
          <a:p>
            <a:pPr>
              <a:lnSpc>
                <a:spcPct val="90000"/>
              </a:lnSpc>
              <a:spcBef>
                <a:spcPct val="20000"/>
              </a:spcBef>
              <a:buSzPct val="80000"/>
            </a:pPr>
            <a:r>
              <a:rPr lang="en-US" sz="8975" dirty="0">
                <a:solidFill>
                  <a:schemeClr val="bg1"/>
                </a:solidFill>
                <a:sym typeface="Wingdings" panose="05000000000000000000" pitchFamily="2" charset="2"/>
              </a:rPr>
              <a:t></a:t>
            </a:r>
            <a:endParaRPr lang="en-US" sz="8975" dirty="0">
              <a:solidFill>
                <a:schemeClr val="bg1"/>
              </a:solidFill>
            </a:endParaRPr>
          </a:p>
        </p:txBody>
      </p:sp>
    </p:spTree>
    <p:extLst>
      <p:ext uri="{BB962C8B-B14F-4D97-AF65-F5344CB8AC3E}">
        <p14:creationId xmlns:p14="http://schemas.microsoft.com/office/powerpoint/2010/main" val="274024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494009" y="2768666"/>
            <a:ext cx="11370961" cy="1146325"/>
          </a:xfrm>
        </p:spPr>
        <p:txBody>
          <a:bodyPr/>
          <a:lstStyle/>
          <a:p>
            <a:pPr algn="ctr"/>
            <a:r>
              <a:rPr lang="en-US" sz="8159" dirty="0"/>
              <a:t>no upfront costs</a:t>
            </a:r>
          </a:p>
        </p:txBody>
      </p:sp>
    </p:spTree>
    <p:extLst>
      <p:ext uri="{BB962C8B-B14F-4D97-AF65-F5344CB8AC3E}">
        <p14:creationId xmlns:p14="http://schemas.microsoft.com/office/powerpoint/2010/main" val="4139303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748583" y="2757563"/>
            <a:ext cx="11370961" cy="1146325"/>
          </a:xfrm>
        </p:spPr>
        <p:txBody>
          <a:bodyPr/>
          <a:lstStyle/>
          <a:p>
            <a:pPr algn="ctr"/>
            <a:r>
              <a:rPr lang="en-US" sz="8159" dirty="0"/>
              <a:t>per minute billing</a:t>
            </a:r>
          </a:p>
        </p:txBody>
      </p:sp>
      <p:pic>
        <p:nvPicPr>
          <p:cNvPr id="2" name="Picture 1"/>
          <p:cNvPicPr>
            <a:picLocks noChangeAspect="1"/>
          </p:cNvPicPr>
          <p:nvPr/>
        </p:nvPicPr>
        <p:blipFill>
          <a:blip r:embed="rId3"/>
          <a:stretch>
            <a:fillRect/>
          </a:stretch>
        </p:blipFill>
        <p:spPr>
          <a:xfrm>
            <a:off x="920505" y="2300840"/>
            <a:ext cx="2313057" cy="2313057"/>
          </a:xfrm>
          <a:prstGeom prst="rect">
            <a:avLst/>
          </a:prstGeom>
        </p:spPr>
      </p:pic>
    </p:spTree>
    <p:extLst>
      <p:ext uri="{BB962C8B-B14F-4D97-AF65-F5344CB8AC3E}">
        <p14:creationId xmlns:p14="http://schemas.microsoft.com/office/powerpoint/2010/main" val="137836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1459918" y="2269057"/>
            <a:ext cx="11370961" cy="2260106"/>
          </a:xfrm>
        </p:spPr>
        <p:txBody>
          <a:bodyPr/>
          <a:lstStyle/>
          <a:p>
            <a:pPr algn="ctr"/>
            <a:r>
              <a:rPr lang="en-US" sz="8159" dirty="0"/>
              <a:t>no charge for </a:t>
            </a:r>
            <a:br>
              <a:rPr lang="en-US" sz="8159" dirty="0"/>
            </a:br>
            <a:r>
              <a:rPr lang="en-US" sz="8159" dirty="0"/>
              <a:t>stopped VMs</a:t>
            </a:r>
          </a:p>
        </p:txBody>
      </p:sp>
      <p:sp>
        <p:nvSpPr>
          <p:cNvPr id="6" name="TextBox 5"/>
          <p:cNvSpPr txBox="1"/>
          <p:nvPr/>
        </p:nvSpPr>
        <p:spPr>
          <a:xfrm>
            <a:off x="1888547" y="1922139"/>
            <a:ext cx="1933796" cy="3232374"/>
          </a:xfrm>
          <a:prstGeom prst="rect">
            <a:avLst/>
          </a:prstGeom>
          <a:noFill/>
        </p:spPr>
        <p:txBody>
          <a:bodyPr wrap="none" lIns="182806" tIns="146246" rIns="182806" bIns="146246" rtlCol="0">
            <a:spAutoFit/>
          </a:bodyPr>
          <a:lstStyle/>
          <a:p>
            <a:pPr>
              <a:lnSpc>
                <a:spcPct val="90000"/>
              </a:lnSpc>
              <a:spcAft>
                <a:spcPts val="600"/>
              </a:spcAft>
            </a:pPr>
            <a:r>
              <a:rPr lang="en-US" sz="20792" b="1" dirty="0">
                <a:solidFill>
                  <a:srgbClr val="7FBA00"/>
                </a:solidFill>
              </a:rPr>
              <a:t>$</a:t>
            </a:r>
          </a:p>
        </p:txBody>
      </p:sp>
    </p:spTree>
    <p:extLst>
      <p:ext uri="{BB962C8B-B14F-4D97-AF65-F5344CB8AC3E}">
        <p14:creationId xmlns:p14="http://schemas.microsoft.com/office/powerpoint/2010/main" val="241700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0D10-43C0-4285-B085-6F1A936855D7}"/>
              </a:ext>
            </a:extLst>
          </p:cNvPr>
          <p:cNvSpPr>
            <a:spLocks noGrp="1"/>
          </p:cNvSpPr>
          <p:nvPr>
            <p:ph type="title"/>
          </p:nvPr>
        </p:nvSpPr>
        <p:spPr/>
        <p:txBody>
          <a:bodyPr/>
          <a:lstStyle/>
          <a:p>
            <a:r>
              <a:rPr lang="en-US" sz="3997" b="1" u="sng" spc="0" dirty="0">
                <a:gradFill>
                  <a:gsLst>
                    <a:gs pos="1250">
                      <a:schemeClr val="tx2"/>
                    </a:gs>
                    <a:gs pos="99000">
                      <a:schemeClr val="tx2"/>
                    </a:gs>
                  </a:gsLst>
                  <a:lin ang="5400000" scaled="0"/>
                </a:gradFill>
                <a:cs typeface="+mn-cs"/>
              </a:rPr>
              <a:t>Resource Groups:</a:t>
            </a:r>
          </a:p>
        </p:txBody>
      </p:sp>
      <p:sp>
        <p:nvSpPr>
          <p:cNvPr id="3" name="Text Placeholder 2">
            <a:extLst>
              <a:ext uri="{FF2B5EF4-FFF2-40B4-BE49-F238E27FC236}">
                <a16:creationId xmlns:a16="http://schemas.microsoft.com/office/drawing/2014/main" id="{2670E00D-7D25-4D78-B5EF-224CED787FF4}"/>
              </a:ext>
            </a:extLst>
          </p:cNvPr>
          <p:cNvSpPr>
            <a:spLocks noGrp="1"/>
          </p:cNvSpPr>
          <p:nvPr>
            <p:ph type="body" sz="quarter" idx="10"/>
          </p:nvPr>
        </p:nvSpPr>
        <p:spPr>
          <a:xfrm>
            <a:off x="274641" y="1839931"/>
            <a:ext cx="11887200" cy="2952731"/>
          </a:xfrm>
        </p:spPr>
        <p:txBody>
          <a:bodyPr/>
          <a:lstStyle/>
          <a:p>
            <a:pPr algn="just"/>
            <a:r>
              <a:rPr lang="en-GB" dirty="0"/>
              <a:t>Resource groups (RG) in Azure is a new approach to group a collection of assets in logical groups for easy or even automatic provisioning, monitoring, and access control, and for more effective management of their costs.</a:t>
            </a:r>
            <a:endParaRPr lang="en-US" dirty="0"/>
          </a:p>
        </p:txBody>
      </p:sp>
    </p:spTree>
    <p:extLst>
      <p:ext uri="{BB962C8B-B14F-4D97-AF65-F5344CB8AC3E}">
        <p14:creationId xmlns:p14="http://schemas.microsoft.com/office/powerpoint/2010/main" val="307627037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4237037" y="2811462"/>
            <a:ext cx="4297358" cy="923330"/>
          </a:xfrm>
          <a:prstGeom prst="rect">
            <a:avLst/>
          </a:prstGeom>
        </p:spPr>
        <p:txBody>
          <a:bodyPr wrap="square">
            <a:spAutoFit/>
          </a:bodyPr>
          <a:lstStyle/>
          <a:p>
            <a:r>
              <a:rPr lang="en-US" sz="5400" dirty="0"/>
              <a:t>   DEMO</a:t>
            </a:r>
          </a:p>
        </p:txBody>
      </p:sp>
      <p:pic>
        <p:nvPicPr>
          <p:cNvPr id="55298" name="x__x0000_i1032">
            <a:extLst>
              <a:ext uri="{FF2B5EF4-FFF2-40B4-BE49-F238E27FC236}">
                <a16:creationId xmlns:a16="http://schemas.microsoft.com/office/drawing/2014/main" id="{307DCC48-CE39-4A31-8BA2-86FA0ABA8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392228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2EB20-040A-41A0-8A04-DFC95C693A58}"/>
              </a:ext>
            </a:extLst>
          </p:cNvPr>
          <p:cNvSpPr>
            <a:spLocks noGrp="1"/>
          </p:cNvSpPr>
          <p:nvPr>
            <p:ph type="title"/>
          </p:nvPr>
        </p:nvSpPr>
        <p:spPr/>
        <p:txBody>
          <a:bodyPr/>
          <a:lstStyle/>
          <a:p>
            <a:r>
              <a:rPr lang="en-US" sz="3997" b="1" u="sng" spc="0" dirty="0">
                <a:gradFill>
                  <a:gsLst>
                    <a:gs pos="1250">
                      <a:schemeClr val="tx2"/>
                    </a:gs>
                    <a:gs pos="99000">
                      <a:schemeClr val="tx2"/>
                    </a:gs>
                  </a:gsLst>
                  <a:lin ang="5400000" scaled="0"/>
                </a:gradFill>
                <a:cs typeface="+mn-cs"/>
              </a:rPr>
              <a:t>Virtual Networks(Vnet):</a:t>
            </a:r>
          </a:p>
        </p:txBody>
      </p:sp>
      <p:sp>
        <p:nvSpPr>
          <p:cNvPr id="3" name="Text Placeholder 2">
            <a:extLst>
              <a:ext uri="{FF2B5EF4-FFF2-40B4-BE49-F238E27FC236}">
                <a16:creationId xmlns:a16="http://schemas.microsoft.com/office/drawing/2014/main" id="{3285E5D3-4A90-413D-815C-F635AD69BB74}"/>
              </a:ext>
            </a:extLst>
          </p:cNvPr>
          <p:cNvSpPr>
            <a:spLocks noGrp="1"/>
          </p:cNvSpPr>
          <p:nvPr>
            <p:ph type="body" sz="quarter" idx="10"/>
          </p:nvPr>
        </p:nvSpPr>
        <p:spPr>
          <a:xfrm>
            <a:off x="274641" y="1212853"/>
            <a:ext cx="11887200" cy="5167184"/>
          </a:xfrm>
        </p:spPr>
        <p:txBody>
          <a:bodyPr/>
          <a:lstStyle/>
          <a:p>
            <a:pPr algn="just"/>
            <a:r>
              <a:rPr lang="en-GB" dirty="0"/>
              <a:t>Azure Virtual Network (Vnet) is the fundamental building block for your private network in Azure. Vnet enables many types of Azure resources, such as Azure Virtual Machines (VM), to securely communicate with each other, the internet, and on-premises networks. Vnet is similar to a traditional network that you'd operate in your own data center, but brings with it additional benefits of Azure's infrastructure such as scale, availability, and isolation.</a:t>
            </a:r>
            <a:endParaRPr lang="en-US" dirty="0"/>
          </a:p>
        </p:txBody>
      </p:sp>
    </p:spTree>
    <p:extLst>
      <p:ext uri="{BB962C8B-B14F-4D97-AF65-F5344CB8AC3E}">
        <p14:creationId xmlns:p14="http://schemas.microsoft.com/office/powerpoint/2010/main" val="134385196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4237037" y="2811462"/>
            <a:ext cx="4297358" cy="923330"/>
          </a:xfrm>
          <a:prstGeom prst="rect">
            <a:avLst/>
          </a:prstGeom>
        </p:spPr>
        <p:txBody>
          <a:bodyPr wrap="square">
            <a:spAutoFit/>
          </a:bodyPr>
          <a:lstStyle/>
          <a:p>
            <a:r>
              <a:rPr lang="en-US" sz="5400" dirty="0"/>
              <a:t>   DEMO</a:t>
            </a:r>
          </a:p>
        </p:txBody>
      </p:sp>
      <p:pic>
        <p:nvPicPr>
          <p:cNvPr id="4" name="x__x0000_i1032">
            <a:extLst>
              <a:ext uri="{FF2B5EF4-FFF2-40B4-BE49-F238E27FC236}">
                <a16:creationId xmlns:a16="http://schemas.microsoft.com/office/drawing/2014/main" id="{57BAD7A9-71C5-4660-B716-C069E6A92D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272846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DAA60-FB8F-4A31-827E-05FC5B531AD8}"/>
              </a:ext>
            </a:extLst>
          </p:cNvPr>
          <p:cNvSpPr>
            <a:spLocks noGrp="1"/>
          </p:cNvSpPr>
          <p:nvPr>
            <p:ph type="title"/>
          </p:nvPr>
        </p:nvSpPr>
        <p:spPr/>
        <p:txBody>
          <a:bodyPr/>
          <a:lstStyle/>
          <a:p>
            <a:r>
              <a:rPr lang="en-US" sz="3997" b="1" u="sng" spc="0" dirty="0">
                <a:gradFill>
                  <a:gsLst>
                    <a:gs pos="1250">
                      <a:schemeClr val="tx2"/>
                    </a:gs>
                    <a:gs pos="99000">
                      <a:schemeClr val="tx2"/>
                    </a:gs>
                  </a:gsLst>
                  <a:lin ang="5400000" scaled="0"/>
                </a:gradFill>
                <a:cs typeface="+mn-cs"/>
              </a:rPr>
              <a:t>Network Security Groups:</a:t>
            </a:r>
          </a:p>
        </p:txBody>
      </p:sp>
      <p:sp>
        <p:nvSpPr>
          <p:cNvPr id="3" name="Text Placeholder 2">
            <a:extLst>
              <a:ext uri="{FF2B5EF4-FFF2-40B4-BE49-F238E27FC236}">
                <a16:creationId xmlns:a16="http://schemas.microsoft.com/office/drawing/2014/main" id="{59426818-C745-4D37-BC6E-3C18AA108F23}"/>
              </a:ext>
            </a:extLst>
          </p:cNvPr>
          <p:cNvSpPr>
            <a:spLocks noGrp="1"/>
          </p:cNvSpPr>
          <p:nvPr>
            <p:ph type="body" sz="quarter" idx="10"/>
          </p:nvPr>
        </p:nvSpPr>
        <p:spPr>
          <a:xfrm>
            <a:off x="274641" y="1667318"/>
            <a:ext cx="11887200" cy="3506344"/>
          </a:xfrm>
        </p:spPr>
        <p:txBody>
          <a:bodyPr/>
          <a:lstStyle/>
          <a:p>
            <a:pPr algn="just"/>
            <a:r>
              <a:rPr lang="en-GB" dirty="0"/>
              <a:t>You can filter network traffic to and from Azure resources in an Azure virtual network with a network security group. A network security group contains security rules that allow or deny inbound network traffic to, or outbound network traffic from, several types of Azure resources.</a:t>
            </a:r>
            <a:endParaRPr lang="en-US" dirty="0"/>
          </a:p>
        </p:txBody>
      </p:sp>
    </p:spTree>
    <p:extLst>
      <p:ext uri="{BB962C8B-B14F-4D97-AF65-F5344CB8AC3E}">
        <p14:creationId xmlns:p14="http://schemas.microsoft.com/office/powerpoint/2010/main" val="422681929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4237037" y="2811462"/>
            <a:ext cx="4297358" cy="923330"/>
          </a:xfrm>
          <a:prstGeom prst="rect">
            <a:avLst/>
          </a:prstGeom>
        </p:spPr>
        <p:txBody>
          <a:bodyPr wrap="square">
            <a:spAutoFit/>
          </a:bodyPr>
          <a:lstStyle/>
          <a:p>
            <a:r>
              <a:rPr lang="en-US" sz="5400" dirty="0"/>
              <a:t>   DEMO</a:t>
            </a:r>
          </a:p>
        </p:txBody>
      </p:sp>
      <p:pic>
        <p:nvPicPr>
          <p:cNvPr id="4" name="x__x0000_i1032">
            <a:extLst>
              <a:ext uri="{FF2B5EF4-FFF2-40B4-BE49-F238E27FC236}">
                <a16:creationId xmlns:a16="http://schemas.microsoft.com/office/drawing/2014/main" id="{746F5041-A4A3-45B0-84A7-3BCAE6AE72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54243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DFE7F-3629-44CA-8AA6-1B47AD418325}"/>
              </a:ext>
            </a:extLst>
          </p:cNvPr>
          <p:cNvSpPr>
            <a:spLocks noGrp="1"/>
          </p:cNvSpPr>
          <p:nvPr>
            <p:ph type="title"/>
          </p:nvPr>
        </p:nvSpPr>
        <p:spPr/>
        <p:txBody>
          <a:bodyPr/>
          <a:lstStyle/>
          <a:p>
            <a:r>
              <a:rPr lang="en-GB" sz="3997" b="1" u="sng" spc="0" dirty="0">
                <a:gradFill>
                  <a:gsLst>
                    <a:gs pos="1250">
                      <a:schemeClr val="tx2"/>
                    </a:gs>
                    <a:gs pos="99000">
                      <a:schemeClr val="tx2"/>
                    </a:gs>
                  </a:gsLst>
                  <a:lin ang="5400000" scaled="0"/>
                </a:gradFill>
                <a:cs typeface="+mn-cs"/>
              </a:rPr>
              <a:t>Azure Disk Storages:</a:t>
            </a:r>
            <a:br>
              <a:rPr lang="en-GB" b="1" dirty="0"/>
            </a:br>
            <a:endParaRPr lang="en-US" dirty="0"/>
          </a:p>
        </p:txBody>
      </p:sp>
      <p:sp>
        <p:nvSpPr>
          <p:cNvPr id="3" name="Text Placeholder 2">
            <a:extLst>
              <a:ext uri="{FF2B5EF4-FFF2-40B4-BE49-F238E27FC236}">
                <a16:creationId xmlns:a16="http://schemas.microsoft.com/office/drawing/2014/main" id="{2A630679-0616-48ED-AC98-0425B1869B1E}"/>
              </a:ext>
            </a:extLst>
          </p:cNvPr>
          <p:cNvSpPr>
            <a:spLocks noGrp="1"/>
          </p:cNvSpPr>
          <p:nvPr>
            <p:ph type="body" sz="quarter" idx="10"/>
          </p:nvPr>
        </p:nvSpPr>
        <p:spPr>
          <a:xfrm>
            <a:off x="274641" y="1757790"/>
            <a:ext cx="11887200" cy="2972673"/>
          </a:xfrm>
        </p:spPr>
        <p:txBody>
          <a:bodyPr/>
          <a:lstStyle/>
          <a:p>
            <a:pPr algn="just"/>
            <a:r>
              <a:rPr lang="en-GB" sz="3200" dirty="0"/>
              <a:t>Difference Between Managed Disks and Unmanaged Disks. In unmanaged disks, you have to create storage accounts to hold the disks (VHD files) for your Azure VMs. With Managed Disks, you are no longer limited by the storage account limits. </a:t>
            </a:r>
          </a:p>
          <a:p>
            <a:pPr algn="just"/>
            <a:endParaRPr lang="en-GB" sz="2000" dirty="0"/>
          </a:p>
          <a:p>
            <a:endParaRPr lang="en-US" dirty="0"/>
          </a:p>
        </p:txBody>
      </p:sp>
    </p:spTree>
    <p:extLst>
      <p:ext uri="{BB962C8B-B14F-4D97-AF65-F5344CB8AC3E}">
        <p14:creationId xmlns:p14="http://schemas.microsoft.com/office/powerpoint/2010/main" val="214349040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41E2-8C20-47D9-8E74-334E80388717}"/>
              </a:ext>
            </a:extLst>
          </p:cNvPr>
          <p:cNvSpPr>
            <a:spLocks noGrp="1"/>
          </p:cNvSpPr>
          <p:nvPr>
            <p:ph type="title"/>
          </p:nvPr>
        </p:nvSpPr>
        <p:spPr/>
        <p:txBody>
          <a:bodyPr/>
          <a:lstStyle/>
          <a:p>
            <a:r>
              <a:rPr lang="en-US" sz="3997" b="1" u="sng" spc="0" dirty="0">
                <a:gradFill>
                  <a:gsLst>
                    <a:gs pos="1250">
                      <a:schemeClr val="tx2"/>
                    </a:gs>
                    <a:gs pos="99000">
                      <a:schemeClr val="tx2"/>
                    </a:gs>
                  </a:gsLst>
                  <a:lin ang="5400000" scaled="0"/>
                </a:gradFill>
                <a:cs typeface="+mn-cs"/>
              </a:rPr>
              <a:t>Azure Storages:</a:t>
            </a:r>
          </a:p>
        </p:txBody>
      </p:sp>
      <p:sp>
        <p:nvSpPr>
          <p:cNvPr id="3" name="Text Placeholder 2">
            <a:extLst>
              <a:ext uri="{FF2B5EF4-FFF2-40B4-BE49-F238E27FC236}">
                <a16:creationId xmlns:a16="http://schemas.microsoft.com/office/drawing/2014/main" id="{C3E4DDC0-86D1-4A27-8EE4-C40535F4256E}"/>
              </a:ext>
            </a:extLst>
          </p:cNvPr>
          <p:cNvSpPr>
            <a:spLocks noGrp="1"/>
          </p:cNvSpPr>
          <p:nvPr>
            <p:ph type="body" sz="quarter" idx="10"/>
          </p:nvPr>
        </p:nvSpPr>
        <p:spPr>
          <a:xfrm>
            <a:off x="274641" y="982662"/>
            <a:ext cx="11887200" cy="6118150"/>
          </a:xfrm>
        </p:spPr>
        <p:txBody>
          <a:bodyPr/>
          <a:lstStyle/>
          <a:p>
            <a:pPr algn="just"/>
            <a:r>
              <a:rPr lang="en-US" sz="2800" dirty="0"/>
              <a:t>Azure Storage is Microsoft's cloud storage solution for modern data storage scenarios. Azure Storage offers a massively scalable object store for data objects, a file system service for the cloud, a messaging store for reliable messaging, and a NoSQL store.</a:t>
            </a:r>
          </a:p>
          <a:p>
            <a:endParaRPr lang="en-US" sz="2800" dirty="0"/>
          </a:p>
          <a:p>
            <a:r>
              <a:rPr lang="en-US" sz="2800" dirty="0"/>
              <a:t>Azure Storage includes these data services:</a:t>
            </a:r>
          </a:p>
          <a:p>
            <a:endParaRPr lang="en-US" sz="2800" dirty="0"/>
          </a:p>
          <a:p>
            <a:r>
              <a:rPr lang="en-US" sz="2800" b="1" dirty="0"/>
              <a:t>Azure Blobs</a:t>
            </a:r>
            <a:r>
              <a:rPr lang="en-US" sz="2800" dirty="0"/>
              <a:t>: A massively scalable object store for text and binary data.</a:t>
            </a:r>
          </a:p>
          <a:p>
            <a:r>
              <a:rPr lang="en-US" sz="2800" b="1" dirty="0"/>
              <a:t>Azure Files</a:t>
            </a:r>
            <a:r>
              <a:rPr lang="en-US" sz="2800" dirty="0"/>
              <a:t>: Managed file shares for cloud or on-premises deployments.</a:t>
            </a:r>
          </a:p>
          <a:p>
            <a:r>
              <a:rPr lang="en-US" sz="2800" b="1" dirty="0"/>
              <a:t>Azure Queues</a:t>
            </a:r>
            <a:r>
              <a:rPr lang="en-US" sz="2800" dirty="0"/>
              <a:t>: A messaging store for reliable messaging between application components.</a:t>
            </a:r>
          </a:p>
          <a:p>
            <a:r>
              <a:rPr lang="en-US" sz="2800" b="1" dirty="0"/>
              <a:t>Azure Tables</a:t>
            </a:r>
            <a:r>
              <a:rPr lang="en-US" sz="2800" dirty="0"/>
              <a:t>: A NoSQL store for schemaless storage of structured data.</a:t>
            </a:r>
          </a:p>
          <a:p>
            <a:endParaRPr lang="en-US" dirty="0"/>
          </a:p>
        </p:txBody>
      </p:sp>
    </p:spTree>
    <p:extLst>
      <p:ext uri="{BB962C8B-B14F-4D97-AF65-F5344CB8AC3E}">
        <p14:creationId xmlns:p14="http://schemas.microsoft.com/office/powerpoint/2010/main" val="361477484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4237037" y="2811462"/>
            <a:ext cx="4297358" cy="923330"/>
          </a:xfrm>
          <a:prstGeom prst="rect">
            <a:avLst/>
          </a:prstGeom>
        </p:spPr>
        <p:txBody>
          <a:bodyPr wrap="square">
            <a:spAutoFit/>
          </a:bodyPr>
          <a:lstStyle/>
          <a:p>
            <a:r>
              <a:rPr lang="en-US" sz="5400" dirty="0"/>
              <a:t>   DEMO</a:t>
            </a:r>
          </a:p>
        </p:txBody>
      </p:sp>
      <p:pic>
        <p:nvPicPr>
          <p:cNvPr id="4" name="x__x0000_i1032">
            <a:extLst>
              <a:ext uri="{FF2B5EF4-FFF2-40B4-BE49-F238E27FC236}">
                <a16:creationId xmlns:a16="http://schemas.microsoft.com/office/drawing/2014/main" id="{36210293-E957-4C7C-86E9-CC89A1E05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562053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2A81-7535-470F-803A-B4C619E76390}"/>
              </a:ext>
            </a:extLst>
          </p:cNvPr>
          <p:cNvSpPr>
            <a:spLocks noGrp="1"/>
          </p:cNvSpPr>
          <p:nvPr>
            <p:ph type="title"/>
          </p:nvPr>
        </p:nvSpPr>
        <p:spPr/>
        <p:txBody>
          <a:bodyPr/>
          <a:lstStyle/>
          <a:p>
            <a:r>
              <a:rPr lang="en-US" sz="3997" b="1" u="sng" spc="0" dirty="0">
                <a:gradFill>
                  <a:gsLst>
                    <a:gs pos="1250">
                      <a:schemeClr val="tx2"/>
                    </a:gs>
                    <a:gs pos="99000">
                      <a:schemeClr val="tx2"/>
                    </a:gs>
                  </a:gsLst>
                  <a:lin ang="5400000" scaled="0"/>
                </a:gradFill>
                <a:cs typeface="+mn-cs"/>
              </a:rPr>
              <a:t>Azure Virtual Machines:</a:t>
            </a:r>
          </a:p>
        </p:txBody>
      </p:sp>
      <p:sp>
        <p:nvSpPr>
          <p:cNvPr id="3" name="Text Placeholder 2">
            <a:extLst>
              <a:ext uri="{FF2B5EF4-FFF2-40B4-BE49-F238E27FC236}">
                <a16:creationId xmlns:a16="http://schemas.microsoft.com/office/drawing/2014/main" id="{1EEE7566-ED4C-4F79-95DC-AA63CA3FF578}"/>
              </a:ext>
            </a:extLst>
          </p:cNvPr>
          <p:cNvSpPr>
            <a:spLocks noGrp="1"/>
          </p:cNvSpPr>
          <p:nvPr>
            <p:ph type="body" sz="quarter" idx="10"/>
          </p:nvPr>
        </p:nvSpPr>
        <p:spPr>
          <a:xfrm>
            <a:off x="274641" y="1927804"/>
            <a:ext cx="11887200" cy="2179058"/>
          </a:xfrm>
        </p:spPr>
        <p:txBody>
          <a:bodyPr/>
          <a:lstStyle/>
          <a:p>
            <a:pPr algn="just"/>
            <a:r>
              <a:rPr lang="en-GB" sz="3600" dirty="0"/>
              <a:t>Azure Virtual Machines (VM) is one of several types of on-demand, scalable computing resources that Azure offers. ... You pay for extra VMs when you need them and shut them down when you don’t.</a:t>
            </a:r>
            <a:endParaRPr lang="en-US" sz="3600" dirty="0"/>
          </a:p>
        </p:txBody>
      </p:sp>
    </p:spTree>
    <p:extLst>
      <p:ext uri="{BB962C8B-B14F-4D97-AF65-F5344CB8AC3E}">
        <p14:creationId xmlns:p14="http://schemas.microsoft.com/office/powerpoint/2010/main" val="394730465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4237037" y="2811462"/>
            <a:ext cx="4297358" cy="923330"/>
          </a:xfrm>
          <a:prstGeom prst="rect">
            <a:avLst/>
          </a:prstGeom>
        </p:spPr>
        <p:txBody>
          <a:bodyPr wrap="square">
            <a:spAutoFit/>
          </a:bodyPr>
          <a:lstStyle/>
          <a:p>
            <a:r>
              <a:rPr lang="en-US" sz="5400" dirty="0"/>
              <a:t>   DEMO</a:t>
            </a:r>
          </a:p>
        </p:txBody>
      </p:sp>
      <p:pic>
        <p:nvPicPr>
          <p:cNvPr id="4" name="x__x0000_i1032">
            <a:extLst>
              <a:ext uri="{FF2B5EF4-FFF2-40B4-BE49-F238E27FC236}">
                <a16:creationId xmlns:a16="http://schemas.microsoft.com/office/drawing/2014/main" id="{FCA99FD1-8EA3-4D5E-A849-DEAACDE5C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284797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D540A-08D0-420C-A227-A56B62F02220}"/>
              </a:ext>
            </a:extLst>
          </p:cNvPr>
          <p:cNvSpPr>
            <a:spLocks noGrp="1"/>
          </p:cNvSpPr>
          <p:nvPr>
            <p:ph type="title"/>
          </p:nvPr>
        </p:nvSpPr>
        <p:spPr/>
        <p:txBody>
          <a:bodyPr/>
          <a:lstStyle/>
          <a:p>
            <a:r>
              <a:rPr lang="en-US" sz="3997" b="1" u="sng" spc="0" dirty="0">
                <a:gradFill>
                  <a:gsLst>
                    <a:gs pos="1250">
                      <a:schemeClr val="tx2"/>
                    </a:gs>
                    <a:gs pos="99000">
                      <a:schemeClr val="tx2"/>
                    </a:gs>
                  </a:gsLst>
                  <a:lin ang="5400000" scaled="0"/>
                </a:gradFill>
                <a:cs typeface="+mn-cs"/>
              </a:rPr>
              <a:t>Azure Virtual Network Gateways(VPN):</a:t>
            </a:r>
          </a:p>
        </p:txBody>
      </p:sp>
      <p:sp>
        <p:nvSpPr>
          <p:cNvPr id="3" name="Text Placeholder 2">
            <a:extLst>
              <a:ext uri="{FF2B5EF4-FFF2-40B4-BE49-F238E27FC236}">
                <a16:creationId xmlns:a16="http://schemas.microsoft.com/office/drawing/2014/main" id="{14DBD56A-79AE-4C2F-8BD6-D29E124370B9}"/>
              </a:ext>
            </a:extLst>
          </p:cNvPr>
          <p:cNvSpPr>
            <a:spLocks noGrp="1"/>
          </p:cNvSpPr>
          <p:nvPr>
            <p:ph type="body" sz="quarter" idx="10"/>
          </p:nvPr>
        </p:nvSpPr>
        <p:spPr>
          <a:xfrm>
            <a:off x="274641" y="1830601"/>
            <a:ext cx="11887200" cy="1514261"/>
          </a:xfrm>
        </p:spPr>
        <p:txBody>
          <a:bodyPr/>
          <a:lstStyle/>
          <a:p>
            <a:pPr algn="just"/>
            <a:r>
              <a:rPr lang="en-GB" sz="2400" dirty="0"/>
              <a:t>A VPN gateway is a specific type of virtual network gateway that is used to send encrypted traffic between an Azure virtual network and an on-premises location over the public Internet. You can also use a VPN gateway to send encrypted traffic between Azure virtual networks over the Microsoft network. </a:t>
            </a:r>
            <a:endParaRPr lang="en-US" sz="2400" dirty="0"/>
          </a:p>
        </p:txBody>
      </p:sp>
    </p:spTree>
    <p:extLst>
      <p:ext uri="{BB962C8B-B14F-4D97-AF65-F5344CB8AC3E}">
        <p14:creationId xmlns:p14="http://schemas.microsoft.com/office/powerpoint/2010/main" val="117160935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4237037" y="2811462"/>
            <a:ext cx="4297358" cy="923330"/>
          </a:xfrm>
          <a:prstGeom prst="rect">
            <a:avLst/>
          </a:prstGeom>
        </p:spPr>
        <p:txBody>
          <a:bodyPr wrap="square">
            <a:spAutoFit/>
          </a:bodyPr>
          <a:lstStyle/>
          <a:p>
            <a:r>
              <a:rPr lang="en-US" sz="5400" dirty="0"/>
              <a:t>   DEMO</a:t>
            </a:r>
          </a:p>
        </p:txBody>
      </p:sp>
      <p:pic>
        <p:nvPicPr>
          <p:cNvPr id="4" name="x__x0000_i1032">
            <a:extLst>
              <a:ext uri="{FF2B5EF4-FFF2-40B4-BE49-F238E27FC236}">
                <a16:creationId xmlns:a16="http://schemas.microsoft.com/office/drawing/2014/main" id="{B30B31DC-A9BD-44CC-9FA1-DAD94149E3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940427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D65FF-CA25-47B2-A68B-E806DBE59824}"/>
              </a:ext>
            </a:extLst>
          </p:cNvPr>
          <p:cNvSpPr>
            <a:spLocks noGrp="1"/>
          </p:cNvSpPr>
          <p:nvPr>
            <p:ph type="title"/>
          </p:nvPr>
        </p:nvSpPr>
        <p:spPr/>
        <p:txBody>
          <a:bodyPr/>
          <a:lstStyle/>
          <a:p>
            <a:r>
              <a:rPr lang="en-US" sz="3997" b="1" u="sng" spc="0" dirty="0">
                <a:gradFill>
                  <a:gsLst>
                    <a:gs pos="1250">
                      <a:schemeClr val="tx2"/>
                    </a:gs>
                    <a:gs pos="99000">
                      <a:schemeClr val="tx2"/>
                    </a:gs>
                  </a:gsLst>
                  <a:lin ang="5400000" scaled="0"/>
                </a:gradFill>
                <a:cs typeface="+mn-cs"/>
              </a:rPr>
              <a:t>Azure Price Calculator:</a:t>
            </a:r>
          </a:p>
        </p:txBody>
      </p:sp>
      <p:sp>
        <p:nvSpPr>
          <p:cNvPr id="3" name="Text Placeholder 2">
            <a:extLst>
              <a:ext uri="{FF2B5EF4-FFF2-40B4-BE49-F238E27FC236}">
                <a16:creationId xmlns:a16="http://schemas.microsoft.com/office/drawing/2014/main" id="{F2AD6E5B-27C9-4FE2-98B8-835876FBEF25}"/>
              </a:ext>
            </a:extLst>
          </p:cNvPr>
          <p:cNvSpPr>
            <a:spLocks noGrp="1"/>
          </p:cNvSpPr>
          <p:nvPr>
            <p:ph type="body" sz="quarter" idx="10"/>
          </p:nvPr>
        </p:nvSpPr>
        <p:spPr>
          <a:xfrm>
            <a:off x="274641" y="1623191"/>
            <a:ext cx="11887200" cy="3321871"/>
          </a:xfrm>
        </p:spPr>
        <p:txBody>
          <a:bodyPr/>
          <a:lstStyle/>
          <a:p>
            <a:r>
              <a:rPr lang="en-US" dirty="0"/>
              <a:t>Azure pricing online calculator will </a:t>
            </a:r>
            <a:r>
              <a:rPr lang="en-GB" dirty="0"/>
              <a:t>Configure and estimate the costs for Azure products.</a:t>
            </a:r>
          </a:p>
          <a:p>
            <a:endParaRPr lang="en-US" dirty="0"/>
          </a:p>
          <a:p>
            <a:r>
              <a:rPr lang="en-US" dirty="0">
                <a:hlinkClick r:id="rId2">
                  <a:extLst>
                    <a:ext uri="{A12FA001-AC4F-418D-AE19-62706E023703}">
                      <ahyp:hlinkClr xmlns:ahyp="http://schemas.microsoft.com/office/drawing/2018/hyperlinkcolor" val="tx"/>
                    </a:ext>
                  </a:extLst>
                </a:hlinkClick>
              </a:rPr>
              <a:t>https://azure.microsoft.com/en-us/pricing/calculator/</a:t>
            </a:r>
            <a:endParaRPr lang="en-US" dirty="0"/>
          </a:p>
          <a:p>
            <a:endParaRPr lang="en-US" dirty="0"/>
          </a:p>
        </p:txBody>
      </p:sp>
    </p:spTree>
    <p:extLst>
      <p:ext uri="{BB962C8B-B14F-4D97-AF65-F5344CB8AC3E}">
        <p14:creationId xmlns:p14="http://schemas.microsoft.com/office/powerpoint/2010/main" val="175274678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4237037" y="2811462"/>
            <a:ext cx="4297358" cy="923330"/>
          </a:xfrm>
          <a:prstGeom prst="rect">
            <a:avLst/>
          </a:prstGeom>
        </p:spPr>
        <p:txBody>
          <a:bodyPr wrap="square">
            <a:spAutoFit/>
          </a:bodyPr>
          <a:lstStyle/>
          <a:p>
            <a:r>
              <a:rPr lang="en-US" sz="5400" dirty="0"/>
              <a:t>   DEMO</a:t>
            </a:r>
          </a:p>
        </p:txBody>
      </p:sp>
      <p:pic>
        <p:nvPicPr>
          <p:cNvPr id="4" name="x__x0000_i1032">
            <a:extLst>
              <a:ext uri="{FF2B5EF4-FFF2-40B4-BE49-F238E27FC236}">
                <a16:creationId xmlns:a16="http://schemas.microsoft.com/office/drawing/2014/main" id="{9E4E427C-4319-48BA-9E32-711B36BFFE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916854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777875" y="2204600"/>
            <a:ext cx="11658600" cy="2585323"/>
          </a:xfrm>
          <a:prstGeom prst="rect">
            <a:avLst/>
          </a:prstGeom>
        </p:spPr>
        <p:txBody>
          <a:bodyPr wrap="square">
            <a:spAutoFit/>
          </a:bodyPr>
          <a:lstStyle/>
          <a:p>
            <a:r>
              <a:rPr lang="en-US" sz="5400" dirty="0"/>
              <a:t>   Safeguarding Your Data with a 					BCDR Solution</a:t>
            </a:r>
          </a:p>
          <a:p>
            <a:endParaRPr lang="en-US" sz="5400" dirty="0"/>
          </a:p>
        </p:txBody>
      </p:sp>
      <p:pic>
        <p:nvPicPr>
          <p:cNvPr id="4" name="x__x0000_i1032">
            <a:extLst>
              <a:ext uri="{FF2B5EF4-FFF2-40B4-BE49-F238E27FC236}">
                <a16:creationId xmlns:a16="http://schemas.microsoft.com/office/drawing/2014/main" id="{51EB45FA-D9B2-42BF-BD7D-80EEA578B7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307162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a:xfrm>
            <a:off x="747893" y="344555"/>
            <a:ext cx="8098862" cy="2021289"/>
          </a:xfrm>
        </p:spPr>
        <p:txBody>
          <a:bodyPr/>
          <a:lstStyle/>
          <a:p>
            <a:r>
              <a:rPr lang="en-US" dirty="0"/>
              <a:t>Impacts of disruptions on your business</a:t>
            </a:r>
          </a:p>
        </p:txBody>
      </p:sp>
      <p:sp>
        <p:nvSpPr>
          <p:cNvPr id="16" name="Content Placeholder 15"/>
          <p:cNvSpPr>
            <a:spLocks noGrp="1"/>
          </p:cNvSpPr>
          <p:nvPr>
            <p:ph idx="10"/>
          </p:nvPr>
        </p:nvSpPr>
        <p:spPr>
          <a:xfrm>
            <a:off x="747894" y="2365845"/>
            <a:ext cx="7040426" cy="3732968"/>
          </a:xfrm>
        </p:spPr>
        <p:txBody>
          <a:bodyPr/>
          <a:lstStyle/>
          <a:p>
            <a:pPr>
              <a:spcAft>
                <a:spcPts val="1836"/>
              </a:spcAft>
            </a:pPr>
            <a:r>
              <a:rPr lang="en-US" dirty="0"/>
              <a:t>Studies show organizations experience up to four disruptions/year</a:t>
            </a:r>
          </a:p>
          <a:p>
            <a:pPr>
              <a:spcAft>
                <a:spcPts val="1836"/>
              </a:spcAft>
            </a:pPr>
            <a:r>
              <a:rPr lang="en-US" dirty="0"/>
              <a:t>Costs are staggering: </a:t>
            </a:r>
            <a:br>
              <a:rPr lang="en-US" dirty="0"/>
            </a:br>
            <a:r>
              <a:rPr lang="en-US" dirty="0">
                <a:latin typeface="Segoe UI Semibold" panose="020B0702040204020203" pitchFamily="34" charset="0"/>
                <a:cs typeface="Segoe UI Semibold" panose="020B0702040204020203" pitchFamily="34" charset="0"/>
              </a:rPr>
              <a:t>up to $1.5 million per hour</a:t>
            </a:r>
          </a:p>
          <a:p>
            <a:pPr>
              <a:spcAft>
                <a:spcPts val="1836"/>
              </a:spcAft>
            </a:pPr>
            <a:r>
              <a:rPr lang="en-US" dirty="0"/>
              <a:t>Bigger, longer-lasting impacts if production, compliance are affected</a:t>
            </a:r>
          </a:p>
        </p:txBody>
      </p:sp>
      <p:grpSp>
        <p:nvGrpSpPr>
          <p:cNvPr id="11" name="Group 10"/>
          <p:cNvGrpSpPr/>
          <p:nvPr/>
        </p:nvGrpSpPr>
        <p:grpSpPr>
          <a:xfrm rot="21315392">
            <a:off x="7459448" y="728607"/>
            <a:ext cx="4373576" cy="5642297"/>
            <a:chOff x="7409027" y="593307"/>
            <a:chExt cx="4489835" cy="5792281"/>
          </a:xfrm>
        </p:grpSpPr>
        <p:pic>
          <p:nvPicPr>
            <p:cNvPr id="9" name="Picture 8"/>
            <p:cNvPicPr>
              <a:picLocks noChangeAspect="1"/>
            </p:cNvPicPr>
            <p:nvPr/>
          </p:nvPicPr>
          <p:blipFill>
            <a:blip r:embed="rId2"/>
            <a:stretch>
              <a:fillRect/>
            </a:stretch>
          </p:blipFill>
          <p:spPr>
            <a:xfrm rot="20608438">
              <a:off x="8741267" y="593307"/>
              <a:ext cx="2223051" cy="2938691"/>
            </a:xfrm>
            <a:prstGeom prst="rect">
              <a:avLst/>
            </a:prstGeom>
          </p:spPr>
        </p:pic>
        <p:pic>
          <p:nvPicPr>
            <p:cNvPr id="5" name="Picture 4"/>
            <p:cNvPicPr>
              <a:picLocks noChangeAspect="1"/>
            </p:cNvPicPr>
            <p:nvPr/>
          </p:nvPicPr>
          <p:blipFill>
            <a:blip r:embed="rId3"/>
            <a:stretch>
              <a:fillRect/>
            </a:stretch>
          </p:blipFill>
          <p:spPr>
            <a:xfrm rot="21420221">
              <a:off x="7409027" y="3626244"/>
              <a:ext cx="4231948" cy="2759344"/>
            </a:xfrm>
            <a:prstGeom prst="rect">
              <a:avLst/>
            </a:prstGeom>
          </p:spPr>
        </p:pic>
        <p:pic>
          <p:nvPicPr>
            <p:cNvPr id="6" name="Picture 5"/>
            <p:cNvPicPr>
              <a:picLocks noChangeAspect="1"/>
            </p:cNvPicPr>
            <p:nvPr/>
          </p:nvPicPr>
          <p:blipFill>
            <a:blip r:embed="rId4"/>
            <a:stretch>
              <a:fillRect/>
            </a:stretch>
          </p:blipFill>
          <p:spPr>
            <a:xfrm rot="682461">
              <a:off x="9521707" y="2266202"/>
              <a:ext cx="2377155" cy="3142403"/>
            </a:xfrm>
            <a:prstGeom prst="rect">
              <a:avLst/>
            </a:prstGeom>
          </p:spPr>
        </p:pic>
      </p:grpSp>
    </p:spTree>
    <p:extLst>
      <p:ext uri="{BB962C8B-B14F-4D97-AF65-F5344CB8AC3E}">
        <p14:creationId xmlns:p14="http://schemas.microsoft.com/office/powerpoint/2010/main" val="3171741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 name="Picture 236"/>
          <p:cNvPicPr>
            <a:picLocks noChangeAspect="1"/>
          </p:cNvPicPr>
          <p:nvPr/>
        </p:nvPicPr>
        <p:blipFill>
          <a:blip r:embed="rId2"/>
          <a:stretch>
            <a:fillRect/>
          </a:stretch>
        </p:blipFill>
        <p:spPr>
          <a:xfrm>
            <a:off x="8993018" y="6443433"/>
            <a:ext cx="1132685" cy="590966"/>
          </a:xfrm>
          <a:prstGeom prst="rect">
            <a:avLst/>
          </a:prstGeom>
        </p:spPr>
      </p:pic>
      <p:sp>
        <p:nvSpPr>
          <p:cNvPr id="10" name="Freeform 5"/>
          <p:cNvSpPr>
            <a:spLocks noEditPoints="1"/>
          </p:cNvSpPr>
          <p:nvPr/>
        </p:nvSpPr>
        <p:spPr bwMode="auto">
          <a:xfrm>
            <a:off x="6480019" y="1472532"/>
            <a:ext cx="7286170" cy="7366236"/>
          </a:xfrm>
          <a:custGeom>
            <a:avLst/>
            <a:gdLst>
              <a:gd name="T0" fmla="*/ 691 w 767"/>
              <a:gd name="T1" fmla="*/ 280 h 776"/>
              <a:gd name="T2" fmla="*/ 657 w 767"/>
              <a:gd name="T3" fmla="*/ 244 h 776"/>
              <a:gd name="T4" fmla="*/ 647 w 767"/>
              <a:gd name="T5" fmla="*/ 209 h 776"/>
              <a:gd name="T6" fmla="*/ 633 w 767"/>
              <a:gd name="T7" fmla="*/ 173 h 776"/>
              <a:gd name="T8" fmla="*/ 628 w 767"/>
              <a:gd name="T9" fmla="*/ 152 h 776"/>
              <a:gd name="T10" fmla="*/ 412 w 767"/>
              <a:gd name="T11" fmla="*/ 130 h 776"/>
              <a:gd name="T12" fmla="*/ 343 w 767"/>
              <a:gd name="T13" fmla="*/ 0 h 776"/>
              <a:gd name="T14" fmla="*/ 134 w 767"/>
              <a:gd name="T15" fmla="*/ 134 h 776"/>
              <a:gd name="T16" fmla="*/ 108 w 767"/>
              <a:gd name="T17" fmla="*/ 170 h 776"/>
              <a:gd name="T18" fmla="*/ 101 w 767"/>
              <a:gd name="T19" fmla="*/ 205 h 776"/>
              <a:gd name="T20" fmla="*/ 76 w 767"/>
              <a:gd name="T21" fmla="*/ 241 h 776"/>
              <a:gd name="T22" fmla="*/ 0 w 767"/>
              <a:gd name="T23" fmla="*/ 348 h 776"/>
              <a:gd name="T24" fmla="*/ 130 w 767"/>
              <a:gd name="T25" fmla="*/ 425 h 776"/>
              <a:gd name="T26" fmla="*/ 174 w 767"/>
              <a:gd name="T27" fmla="*/ 461 h 776"/>
              <a:gd name="T28" fmla="*/ 167 w 767"/>
              <a:gd name="T29" fmla="*/ 496 h 776"/>
              <a:gd name="T30" fmla="*/ 142 w 767"/>
              <a:gd name="T31" fmla="*/ 532 h 776"/>
              <a:gd name="T32" fmla="*/ 109 w 767"/>
              <a:gd name="T33" fmla="*/ 567 h 776"/>
              <a:gd name="T34" fmla="*/ 496 w 767"/>
              <a:gd name="T35" fmla="*/ 659 h 776"/>
              <a:gd name="T36" fmla="*/ 429 w 767"/>
              <a:gd name="T37" fmla="*/ 557 h 776"/>
              <a:gd name="T38" fmla="*/ 404 w 767"/>
              <a:gd name="T39" fmla="*/ 525 h 776"/>
              <a:gd name="T40" fmla="*/ 391 w 767"/>
              <a:gd name="T41" fmla="*/ 489 h 776"/>
              <a:gd name="T42" fmla="*/ 388 w 767"/>
              <a:gd name="T43" fmla="*/ 454 h 776"/>
              <a:gd name="T44" fmla="*/ 382 w 767"/>
              <a:gd name="T45" fmla="*/ 418 h 776"/>
              <a:gd name="T46" fmla="*/ 313 w 767"/>
              <a:gd name="T47" fmla="*/ 382 h 776"/>
              <a:gd name="T48" fmla="*/ 296 w 767"/>
              <a:gd name="T49" fmla="*/ 347 h 776"/>
              <a:gd name="T50" fmla="*/ 322 w 767"/>
              <a:gd name="T51" fmla="*/ 311 h 776"/>
              <a:gd name="T52" fmla="*/ 669 w 767"/>
              <a:gd name="T53" fmla="*/ 316 h 776"/>
              <a:gd name="T54" fmla="*/ 672 w 767"/>
              <a:gd name="T55" fmla="*/ 351 h 776"/>
              <a:gd name="T56" fmla="*/ 672 w 767"/>
              <a:gd name="T57" fmla="*/ 384 h 776"/>
              <a:gd name="T58" fmla="*/ 581 w 767"/>
              <a:gd name="T59" fmla="*/ 776 h 776"/>
              <a:gd name="T60" fmla="*/ 550 w 767"/>
              <a:gd name="T61" fmla="*/ 623 h 776"/>
              <a:gd name="T62" fmla="*/ 564 w 767"/>
              <a:gd name="T63" fmla="*/ 366 h 776"/>
              <a:gd name="T64" fmla="*/ 486 w 767"/>
              <a:gd name="T65" fmla="*/ 330 h 776"/>
              <a:gd name="T66" fmla="*/ 342 w 767"/>
              <a:gd name="T67" fmla="*/ 297 h 776"/>
              <a:gd name="T68" fmla="*/ 450 w 767"/>
              <a:gd name="T69" fmla="*/ 333 h 776"/>
              <a:gd name="T70" fmla="*/ 472 w 767"/>
              <a:gd name="T71" fmla="*/ 369 h 776"/>
              <a:gd name="T72" fmla="*/ 506 w 767"/>
              <a:gd name="T73" fmla="*/ 404 h 776"/>
              <a:gd name="T74" fmla="*/ 473 w 767"/>
              <a:gd name="T75" fmla="*/ 440 h 776"/>
              <a:gd name="T76" fmla="*/ 476 w 767"/>
              <a:gd name="T77" fmla="*/ 475 h 776"/>
              <a:gd name="T78" fmla="*/ 454 w 767"/>
              <a:gd name="T79" fmla="*/ 511 h 776"/>
              <a:gd name="T80" fmla="*/ 430 w 767"/>
              <a:gd name="T81" fmla="*/ 546 h 776"/>
              <a:gd name="T82" fmla="*/ 508 w 767"/>
              <a:gd name="T83" fmla="*/ 623 h 776"/>
              <a:gd name="T84" fmla="*/ 105 w 767"/>
              <a:gd name="T85" fmla="*/ 581 h 776"/>
              <a:gd name="T86" fmla="*/ 79 w 767"/>
              <a:gd name="T87" fmla="*/ 542 h 776"/>
              <a:gd name="T88" fmla="*/ 56 w 767"/>
              <a:gd name="T89" fmla="*/ 507 h 776"/>
              <a:gd name="T90" fmla="*/ 39 w 767"/>
              <a:gd name="T91" fmla="*/ 471 h 776"/>
              <a:gd name="T92" fmla="*/ 27 w 767"/>
              <a:gd name="T93" fmla="*/ 436 h 776"/>
              <a:gd name="T94" fmla="*/ 13 w 767"/>
              <a:gd name="T95" fmla="*/ 390 h 776"/>
              <a:gd name="T96" fmla="*/ 87 w 767"/>
              <a:gd name="T97" fmla="*/ 241 h 776"/>
              <a:gd name="T98" fmla="*/ 112 w 767"/>
              <a:gd name="T99" fmla="*/ 205 h 776"/>
              <a:gd name="T100" fmla="*/ 119 w 767"/>
              <a:gd name="T101" fmla="*/ 170 h 776"/>
              <a:gd name="T102" fmla="*/ 145 w 767"/>
              <a:gd name="T103" fmla="*/ 134 h 776"/>
              <a:gd name="T104" fmla="*/ 343 w 767"/>
              <a:gd name="T105" fmla="*/ 10 h 776"/>
              <a:gd name="T106" fmla="*/ 578 w 767"/>
              <a:gd name="T107" fmla="*/ 120 h 776"/>
              <a:gd name="T108" fmla="*/ 613 w 767"/>
              <a:gd name="T109" fmla="*/ 148 h 776"/>
              <a:gd name="T110" fmla="*/ 305 w 767"/>
              <a:gd name="T111" fmla="*/ 184 h 776"/>
              <a:gd name="T112" fmla="*/ 306 w 767"/>
              <a:gd name="T113" fmla="*/ 219 h 776"/>
              <a:gd name="T114" fmla="*/ 353 w 767"/>
              <a:gd name="T115" fmla="*/ 255 h 776"/>
              <a:gd name="T116" fmla="*/ 326 w 767"/>
              <a:gd name="T117" fmla="*/ 290 h 776"/>
              <a:gd name="T118" fmla="*/ 576 w 767"/>
              <a:gd name="T119" fmla="*/ 762 h 776"/>
              <a:gd name="T120" fmla="*/ 757 w 767"/>
              <a:gd name="T121" fmla="*/ 195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67" h="776">
                <a:moveTo>
                  <a:pt x="767" y="195"/>
                </a:moveTo>
                <a:cubicBezTo>
                  <a:pt x="767" y="184"/>
                  <a:pt x="759" y="175"/>
                  <a:pt x="748" y="175"/>
                </a:cubicBezTo>
                <a:cubicBezTo>
                  <a:pt x="738" y="175"/>
                  <a:pt x="729" y="184"/>
                  <a:pt x="729" y="195"/>
                </a:cubicBezTo>
                <a:cubicBezTo>
                  <a:pt x="729" y="205"/>
                  <a:pt x="737" y="214"/>
                  <a:pt x="747" y="214"/>
                </a:cubicBezTo>
                <a:cubicBezTo>
                  <a:pt x="747" y="217"/>
                  <a:pt x="747" y="220"/>
                  <a:pt x="747" y="223"/>
                </a:cubicBezTo>
                <a:cubicBezTo>
                  <a:pt x="747" y="254"/>
                  <a:pt x="722" y="280"/>
                  <a:pt x="691" y="280"/>
                </a:cubicBezTo>
                <a:cubicBezTo>
                  <a:pt x="691" y="280"/>
                  <a:pt x="691" y="280"/>
                  <a:pt x="326" y="280"/>
                </a:cubicBezTo>
                <a:cubicBezTo>
                  <a:pt x="324" y="280"/>
                  <a:pt x="323" y="278"/>
                  <a:pt x="323" y="276"/>
                </a:cubicBezTo>
                <a:cubicBezTo>
                  <a:pt x="323" y="274"/>
                  <a:pt x="324" y="273"/>
                  <a:pt x="326" y="273"/>
                </a:cubicBezTo>
                <a:cubicBezTo>
                  <a:pt x="326" y="273"/>
                  <a:pt x="326" y="273"/>
                  <a:pt x="657" y="273"/>
                </a:cubicBezTo>
                <a:cubicBezTo>
                  <a:pt x="664" y="273"/>
                  <a:pt x="671" y="267"/>
                  <a:pt x="671" y="259"/>
                </a:cubicBezTo>
                <a:cubicBezTo>
                  <a:pt x="671" y="251"/>
                  <a:pt x="664" y="244"/>
                  <a:pt x="657" y="244"/>
                </a:cubicBezTo>
                <a:cubicBezTo>
                  <a:pt x="657" y="244"/>
                  <a:pt x="657" y="244"/>
                  <a:pt x="353" y="244"/>
                </a:cubicBezTo>
                <a:cubicBezTo>
                  <a:pt x="351" y="244"/>
                  <a:pt x="350" y="242"/>
                  <a:pt x="350" y="241"/>
                </a:cubicBezTo>
                <a:cubicBezTo>
                  <a:pt x="350" y="239"/>
                  <a:pt x="351" y="237"/>
                  <a:pt x="353" y="237"/>
                </a:cubicBezTo>
                <a:cubicBezTo>
                  <a:pt x="353" y="237"/>
                  <a:pt x="353" y="237"/>
                  <a:pt x="647" y="237"/>
                </a:cubicBezTo>
                <a:cubicBezTo>
                  <a:pt x="655" y="237"/>
                  <a:pt x="661" y="231"/>
                  <a:pt x="661" y="223"/>
                </a:cubicBezTo>
                <a:cubicBezTo>
                  <a:pt x="661" y="215"/>
                  <a:pt x="655" y="209"/>
                  <a:pt x="647" y="209"/>
                </a:cubicBezTo>
                <a:cubicBezTo>
                  <a:pt x="647" y="209"/>
                  <a:pt x="647" y="209"/>
                  <a:pt x="306" y="209"/>
                </a:cubicBezTo>
                <a:cubicBezTo>
                  <a:pt x="304" y="209"/>
                  <a:pt x="303" y="207"/>
                  <a:pt x="303" y="205"/>
                </a:cubicBezTo>
                <a:cubicBezTo>
                  <a:pt x="303" y="203"/>
                  <a:pt x="304" y="202"/>
                  <a:pt x="306" y="202"/>
                </a:cubicBezTo>
                <a:cubicBezTo>
                  <a:pt x="306" y="202"/>
                  <a:pt x="306" y="202"/>
                  <a:pt x="633" y="202"/>
                </a:cubicBezTo>
                <a:cubicBezTo>
                  <a:pt x="640" y="202"/>
                  <a:pt x="647" y="196"/>
                  <a:pt x="647" y="188"/>
                </a:cubicBezTo>
                <a:cubicBezTo>
                  <a:pt x="647" y="180"/>
                  <a:pt x="640" y="173"/>
                  <a:pt x="633" y="173"/>
                </a:cubicBezTo>
                <a:cubicBezTo>
                  <a:pt x="633" y="173"/>
                  <a:pt x="633" y="173"/>
                  <a:pt x="305" y="173"/>
                </a:cubicBezTo>
                <a:cubicBezTo>
                  <a:pt x="303" y="173"/>
                  <a:pt x="301" y="171"/>
                  <a:pt x="301" y="170"/>
                </a:cubicBezTo>
                <a:cubicBezTo>
                  <a:pt x="301" y="167"/>
                  <a:pt x="303" y="166"/>
                  <a:pt x="305" y="166"/>
                </a:cubicBezTo>
                <a:cubicBezTo>
                  <a:pt x="305" y="166"/>
                  <a:pt x="305" y="166"/>
                  <a:pt x="452" y="166"/>
                </a:cubicBezTo>
                <a:cubicBezTo>
                  <a:pt x="452" y="166"/>
                  <a:pt x="452" y="166"/>
                  <a:pt x="613" y="167"/>
                </a:cubicBezTo>
                <a:cubicBezTo>
                  <a:pt x="621" y="167"/>
                  <a:pt x="628" y="160"/>
                  <a:pt x="628" y="152"/>
                </a:cubicBezTo>
                <a:cubicBezTo>
                  <a:pt x="628" y="144"/>
                  <a:pt x="621" y="138"/>
                  <a:pt x="613" y="138"/>
                </a:cubicBezTo>
                <a:cubicBezTo>
                  <a:pt x="613" y="138"/>
                  <a:pt x="613" y="138"/>
                  <a:pt x="526" y="138"/>
                </a:cubicBezTo>
                <a:cubicBezTo>
                  <a:pt x="526" y="138"/>
                  <a:pt x="526" y="138"/>
                  <a:pt x="483" y="138"/>
                </a:cubicBezTo>
                <a:cubicBezTo>
                  <a:pt x="483" y="138"/>
                  <a:pt x="483" y="138"/>
                  <a:pt x="412" y="138"/>
                </a:cubicBezTo>
                <a:cubicBezTo>
                  <a:pt x="411" y="138"/>
                  <a:pt x="409" y="136"/>
                  <a:pt x="409" y="134"/>
                </a:cubicBezTo>
                <a:cubicBezTo>
                  <a:pt x="409" y="132"/>
                  <a:pt x="411" y="130"/>
                  <a:pt x="412" y="130"/>
                </a:cubicBezTo>
                <a:cubicBezTo>
                  <a:pt x="412" y="130"/>
                  <a:pt x="412" y="130"/>
                  <a:pt x="578" y="130"/>
                </a:cubicBezTo>
                <a:cubicBezTo>
                  <a:pt x="586" y="130"/>
                  <a:pt x="593" y="124"/>
                  <a:pt x="593" y="115"/>
                </a:cubicBezTo>
                <a:cubicBezTo>
                  <a:pt x="593" y="111"/>
                  <a:pt x="591" y="108"/>
                  <a:pt x="589" y="105"/>
                </a:cubicBezTo>
                <a:cubicBezTo>
                  <a:pt x="587" y="103"/>
                  <a:pt x="575" y="90"/>
                  <a:pt x="559" y="77"/>
                </a:cubicBezTo>
                <a:cubicBezTo>
                  <a:pt x="559" y="77"/>
                  <a:pt x="555" y="74"/>
                  <a:pt x="555" y="73"/>
                </a:cubicBezTo>
                <a:cubicBezTo>
                  <a:pt x="494" y="25"/>
                  <a:pt x="421" y="0"/>
                  <a:pt x="343" y="0"/>
                </a:cubicBezTo>
                <a:cubicBezTo>
                  <a:pt x="257" y="0"/>
                  <a:pt x="175" y="32"/>
                  <a:pt x="111" y="91"/>
                </a:cubicBezTo>
                <a:cubicBezTo>
                  <a:pt x="111" y="91"/>
                  <a:pt x="111" y="91"/>
                  <a:pt x="110" y="93"/>
                </a:cubicBezTo>
                <a:cubicBezTo>
                  <a:pt x="105" y="97"/>
                  <a:pt x="103" y="102"/>
                  <a:pt x="103" y="108"/>
                </a:cubicBezTo>
                <a:cubicBezTo>
                  <a:pt x="103" y="120"/>
                  <a:pt x="113" y="130"/>
                  <a:pt x="125" y="130"/>
                </a:cubicBezTo>
                <a:cubicBezTo>
                  <a:pt x="125" y="130"/>
                  <a:pt x="125" y="130"/>
                  <a:pt x="130" y="130"/>
                </a:cubicBezTo>
                <a:cubicBezTo>
                  <a:pt x="132" y="130"/>
                  <a:pt x="134" y="132"/>
                  <a:pt x="134" y="134"/>
                </a:cubicBezTo>
                <a:cubicBezTo>
                  <a:pt x="134" y="136"/>
                  <a:pt x="132" y="138"/>
                  <a:pt x="130" y="138"/>
                </a:cubicBezTo>
                <a:cubicBezTo>
                  <a:pt x="130" y="138"/>
                  <a:pt x="130" y="138"/>
                  <a:pt x="76" y="138"/>
                </a:cubicBezTo>
                <a:cubicBezTo>
                  <a:pt x="68" y="138"/>
                  <a:pt x="62" y="144"/>
                  <a:pt x="62" y="152"/>
                </a:cubicBezTo>
                <a:cubicBezTo>
                  <a:pt x="62" y="159"/>
                  <a:pt x="68" y="166"/>
                  <a:pt x="76" y="166"/>
                </a:cubicBezTo>
                <a:cubicBezTo>
                  <a:pt x="76" y="166"/>
                  <a:pt x="76" y="166"/>
                  <a:pt x="105" y="166"/>
                </a:cubicBezTo>
                <a:cubicBezTo>
                  <a:pt x="107" y="166"/>
                  <a:pt x="108" y="167"/>
                  <a:pt x="108" y="170"/>
                </a:cubicBezTo>
                <a:cubicBezTo>
                  <a:pt x="108" y="172"/>
                  <a:pt x="107" y="173"/>
                  <a:pt x="105" y="173"/>
                </a:cubicBezTo>
                <a:cubicBezTo>
                  <a:pt x="105" y="173"/>
                  <a:pt x="105" y="173"/>
                  <a:pt x="54" y="173"/>
                </a:cubicBezTo>
                <a:cubicBezTo>
                  <a:pt x="46" y="173"/>
                  <a:pt x="40" y="180"/>
                  <a:pt x="40" y="187"/>
                </a:cubicBezTo>
                <a:cubicBezTo>
                  <a:pt x="40" y="195"/>
                  <a:pt x="46" y="202"/>
                  <a:pt x="54" y="202"/>
                </a:cubicBezTo>
                <a:cubicBezTo>
                  <a:pt x="54" y="202"/>
                  <a:pt x="54" y="202"/>
                  <a:pt x="98" y="202"/>
                </a:cubicBezTo>
                <a:cubicBezTo>
                  <a:pt x="100" y="202"/>
                  <a:pt x="101" y="203"/>
                  <a:pt x="101" y="205"/>
                </a:cubicBezTo>
                <a:cubicBezTo>
                  <a:pt x="101" y="207"/>
                  <a:pt x="100" y="209"/>
                  <a:pt x="98" y="209"/>
                </a:cubicBezTo>
                <a:cubicBezTo>
                  <a:pt x="98" y="209"/>
                  <a:pt x="98" y="209"/>
                  <a:pt x="38" y="209"/>
                </a:cubicBezTo>
                <a:cubicBezTo>
                  <a:pt x="30" y="209"/>
                  <a:pt x="24" y="215"/>
                  <a:pt x="24" y="223"/>
                </a:cubicBezTo>
                <a:cubicBezTo>
                  <a:pt x="24" y="231"/>
                  <a:pt x="30" y="237"/>
                  <a:pt x="38" y="237"/>
                </a:cubicBezTo>
                <a:cubicBezTo>
                  <a:pt x="38" y="237"/>
                  <a:pt x="38" y="237"/>
                  <a:pt x="73" y="237"/>
                </a:cubicBezTo>
                <a:cubicBezTo>
                  <a:pt x="75" y="237"/>
                  <a:pt x="76" y="239"/>
                  <a:pt x="76" y="241"/>
                </a:cubicBezTo>
                <a:cubicBezTo>
                  <a:pt x="76" y="243"/>
                  <a:pt x="75" y="244"/>
                  <a:pt x="73" y="244"/>
                </a:cubicBezTo>
                <a:cubicBezTo>
                  <a:pt x="73" y="244"/>
                  <a:pt x="73" y="244"/>
                  <a:pt x="35" y="244"/>
                </a:cubicBezTo>
                <a:cubicBezTo>
                  <a:pt x="23" y="244"/>
                  <a:pt x="13" y="252"/>
                  <a:pt x="10" y="264"/>
                </a:cubicBezTo>
                <a:cubicBezTo>
                  <a:pt x="10" y="265"/>
                  <a:pt x="10" y="265"/>
                  <a:pt x="10" y="265"/>
                </a:cubicBezTo>
                <a:cubicBezTo>
                  <a:pt x="10" y="265"/>
                  <a:pt x="10" y="265"/>
                  <a:pt x="9" y="268"/>
                </a:cubicBezTo>
                <a:cubicBezTo>
                  <a:pt x="3" y="294"/>
                  <a:pt x="0" y="321"/>
                  <a:pt x="0" y="348"/>
                </a:cubicBezTo>
                <a:cubicBezTo>
                  <a:pt x="0" y="362"/>
                  <a:pt x="1" y="377"/>
                  <a:pt x="3" y="392"/>
                </a:cubicBezTo>
                <a:cubicBezTo>
                  <a:pt x="3" y="392"/>
                  <a:pt x="3" y="392"/>
                  <a:pt x="3" y="393"/>
                </a:cubicBezTo>
                <a:cubicBezTo>
                  <a:pt x="5" y="407"/>
                  <a:pt x="18" y="418"/>
                  <a:pt x="32" y="418"/>
                </a:cubicBezTo>
                <a:cubicBezTo>
                  <a:pt x="32" y="418"/>
                  <a:pt x="32" y="418"/>
                  <a:pt x="130" y="418"/>
                </a:cubicBezTo>
                <a:cubicBezTo>
                  <a:pt x="132" y="418"/>
                  <a:pt x="133" y="419"/>
                  <a:pt x="133" y="422"/>
                </a:cubicBezTo>
                <a:cubicBezTo>
                  <a:pt x="133" y="423"/>
                  <a:pt x="132" y="425"/>
                  <a:pt x="130" y="425"/>
                </a:cubicBezTo>
                <a:cubicBezTo>
                  <a:pt x="130" y="425"/>
                  <a:pt x="130" y="425"/>
                  <a:pt x="27" y="425"/>
                </a:cubicBezTo>
                <a:cubicBezTo>
                  <a:pt x="19" y="425"/>
                  <a:pt x="13" y="431"/>
                  <a:pt x="13" y="439"/>
                </a:cubicBezTo>
                <a:cubicBezTo>
                  <a:pt x="13" y="447"/>
                  <a:pt x="19" y="453"/>
                  <a:pt x="27" y="453"/>
                </a:cubicBezTo>
                <a:cubicBezTo>
                  <a:pt x="27" y="453"/>
                  <a:pt x="27" y="453"/>
                  <a:pt x="174" y="453"/>
                </a:cubicBezTo>
                <a:cubicBezTo>
                  <a:pt x="176" y="453"/>
                  <a:pt x="178" y="455"/>
                  <a:pt x="178" y="457"/>
                </a:cubicBezTo>
                <a:cubicBezTo>
                  <a:pt x="178" y="459"/>
                  <a:pt x="176" y="461"/>
                  <a:pt x="174" y="461"/>
                </a:cubicBezTo>
                <a:cubicBezTo>
                  <a:pt x="174" y="461"/>
                  <a:pt x="174" y="461"/>
                  <a:pt x="39" y="461"/>
                </a:cubicBezTo>
                <a:cubicBezTo>
                  <a:pt x="31" y="461"/>
                  <a:pt x="25" y="467"/>
                  <a:pt x="25" y="475"/>
                </a:cubicBezTo>
                <a:cubicBezTo>
                  <a:pt x="25" y="483"/>
                  <a:pt x="31" y="489"/>
                  <a:pt x="39" y="489"/>
                </a:cubicBezTo>
                <a:cubicBezTo>
                  <a:pt x="39" y="489"/>
                  <a:pt x="39" y="489"/>
                  <a:pt x="167" y="489"/>
                </a:cubicBezTo>
                <a:cubicBezTo>
                  <a:pt x="169" y="489"/>
                  <a:pt x="171" y="491"/>
                  <a:pt x="171" y="493"/>
                </a:cubicBezTo>
                <a:cubicBezTo>
                  <a:pt x="171" y="494"/>
                  <a:pt x="169" y="496"/>
                  <a:pt x="167" y="496"/>
                </a:cubicBezTo>
                <a:cubicBezTo>
                  <a:pt x="167" y="496"/>
                  <a:pt x="167" y="496"/>
                  <a:pt x="56" y="496"/>
                </a:cubicBezTo>
                <a:cubicBezTo>
                  <a:pt x="48" y="496"/>
                  <a:pt x="42" y="502"/>
                  <a:pt x="42" y="510"/>
                </a:cubicBezTo>
                <a:cubicBezTo>
                  <a:pt x="42" y="518"/>
                  <a:pt x="48" y="524"/>
                  <a:pt x="56" y="524"/>
                </a:cubicBezTo>
                <a:cubicBezTo>
                  <a:pt x="56" y="524"/>
                  <a:pt x="56" y="524"/>
                  <a:pt x="142" y="524"/>
                </a:cubicBezTo>
                <a:cubicBezTo>
                  <a:pt x="144" y="524"/>
                  <a:pt x="146" y="526"/>
                  <a:pt x="146" y="528"/>
                </a:cubicBezTo>
                <a:cubicBezTo>
                  <a:pt x="146" y="530"/>
                  <a:pt x="144" y="532"/>
                  <a:pt x="142" y="532"/>
                </a:cubicBezTo>
                <a:cubicBezTo>
                  <a:pt x="142" y="532"/>
                  <a:pt x="142" y="532"/>
                  <a:pt x="79" y="532"/>
                </a:cubicBezTo>
                <a:cubicBezTo>
                  <a:pt x="71" y="532"/>
                  <a:pt x="64" y="538"/>
                  <a:pt x="64" y="546"/>
                </a:cubicBezTo>
                <a:cubicBezTo>
                  <a:pt x="64" y="554"/>
                  <a:pt x="71" y="560"/>
                  <a:pt x="79" y="560"/>
                </a:cubicBezTo>
                <a:cubicBezTo>
                  <a:pt x="79" y="560"/>
                  <a:pt x="79" y="560"/>
                  <a:pt x="109" y="560"/>
                </a:cubicBezTo>
                <a:cubicBezTo>
                  <a:pt x="111" y="560"/>
                  <a:pt x="113" y="562"/>
                  <a:pt x="113" y="563"/>
                </a:cubicBezTo>
                <a:cubicBezTo>
                  <a:pt x="113" y="565"/>
                  <a:pt x="111" y="567"/>
                  <a:pt x="109" y="567"/>
                </a:cubicBezTo>
                <a:cubicBezTo>
                  <a:pt x="101" y="567"/>
                  <a:pt x="95" y="573"/>
                  <a:pt x="95" y="581"/>
                </a:cubicBezTo>
                <a:cubicBezTo>
                  <a:pt x="95" y="585"/>
                  <a:pt x="96" y="589"/>
                  <a:pt x="98" y="591"/>
                </a:cubicBezTo>
                <a:cubicBezTo>
                  <a:pt x="98" y="591"/>
                  <a:pt x="98" y="591"/>
                  <a:pt x="99" y="592"/>
                </a:cubicBezTo>
                <a:cubicBezTo>
                  <a:pt x="164" y="658"/>
                  <a:pt x="251" y="695"/>
                  <a:pt x="343" y="695"/>
                </a:cubicBezTo>
                <a:cubicBezTo>
                  <a:pt x="396" y="695"/>
                  <a:pt x="447" y="683"/>
                  <a:pt x="494" y="660"/>
                </a:cubicBezTo>
                <a:cubicBezTo>
                  <a:pt x="494" y="660"/>
                  <a:pt x="494" y="660"/>
                  <a:pt x="496" y="659"/>
                </a:cubicBezTo>
                <a:cubicBezTo>
                  <a:pt x="496" y="659"/>
                  <a:pt x="496" y="659"/>
                  <a:pt x="497" y="658"/>
                </a:cubicBezTo>
                <a:cubicBezTo>
                  <a:pt x="511" y="652"/>
                  <a:pt x="519" y="638"/>
                  <a:pt x="519" y="623"/>
                </a:cubicBezTo>
                <a:cubicBezTo>
                  <a:pt x="519" y="600"/>
                  <a:pt x="501" y="581"/>
                  <a:pt x="479" y="581"/>
                </a:cubicBezTo>
                <a:cubicBezTo>
                  <a:pt x="479" y="581"/>
                  <a:pt x="479" y="581"/>
                  <a:pt x="429" y="581"/>
                </a:cubicBezTo>
                <a:cubicBezTo>
                  <a:pt x="422" y="581"/>
                  <a:pt x="417" y="576"/>
                  <a:pt x="417" y="569"/>
                </a:cubicBezTo>
                <a:cubicBezTo>
                  <a:pt x="417" y="563"/>
                  <a:pt x="422" y="557"/>
                  <a:pt x="429" y="557"/>
                </a:cubicBezTo>
                <a:cubicBezTo>
                  <a:pt x="429" y="557"/>
                  <a:pt x="429" y="557"/>
                  <a:pt x="429" y="557"/>
                </a:cubicBezTo>
                <a:cubicBezTo>
                  <a:pt x="430" y="557"/>
                  <a:pt x="430" y="557"/>
                  <a:pt x="430" y="557"/>
                </a:cubicBezTo>
                <a:cubicBezTo>
                  <a:pt x="438" y="557"/>
                  <a:pt x="445" y="550"/>
                  <a:pt x="445" y="543"/>
                </a:cubicBezTo>
                <a:cubicBezTo>
                  <a:pt x="445" y="535"/>
                  <a:pt x="438" y="528"/>
                  <a:pt x="430" y="528"/>
                </a:cubicBezTo>
                <a:cubicBezTo>
                  <a:pt x="430" y="528"/>
                  <a:pt x="430" y="528"/>
                  <a:pt x="408" y="528"/>
                </a:cubicBezTo>
                <a:cubicBezTo>
                  <a:pt x="406" y="528"/>
                  <a:pt x="404" y="527"/>
                  <a:pt x="404" y="525"/>
                </a:cubicBezTo>
                <a:cubicBezTo>
                  <a:pt x="404" y="523"/>
                  <a:pt x="406" y="521"/>
                  <a:pt x="408" y="521"/>
                </a:cubicBezTo>
                <a:cubicBezTo>
                  <a:pt x="408" y="521"/>
                  <a:pt x="408" y="521"/>
                  <a:pt x="454" y="521"/>
                </a:cubicBezTo>
                <a:cubicBezTo>
                  <a:pt x="462" y="521"/>
                  <a:pt x="468" y="515"/>
                  <a:pt x="468" y="507"/>
                </a:cubicBezTo>
                <a:cubicBezTo>
                  <a:pt x="468" y="499"/>
                  <a:pt x="462" y="493"/>
                  <a:pt x="454" y="493"/>
                </a:cubicBezTo>
                <a:cubicBezTo>
                  <a:pt x="454" y="493"/>
                  <a:pt x="454" y="493"/>
                  <a:pt x="394" y="493"/>
                </a:cubicBezTo>
                <a:cubicBezTo>
                  <a:pt x="393" y="493"/>
                  <a:pt x="391" y="491"/>
                  <a:pt x="391" y="489"/>
                </a:cubicBezTo>
                <a:cubicBezTo>
                  <a:pt x="391" y="487"/>
                  <a:pt x="393" y="486"/>
                  <a:pt x="394" y="486"/>
                </a:cubicBezTo>
                <a:cubicBezTo>
                  <a:pt x="394" y="486"/>
                  <a:pt x="394" y="486"/>
                  <a:pt x="476" y="486"/>
                </a:cubicBezTo>
                <a:cubicBezTo>
                  <a:pt x="484" y="486"/>
                  <a:pt x="490" y="479"/>
                  <a:pt x="490" y="472"/>
                </a:cubicBezTo>
                <a:cubicBezTo>
                  <a:pt x="490" y="464"/>
                  <a:pt x="484" y="457"/>
                  <a:pt x="476" y="457"/>
                </a:cubicBezTo>
                <a:cubicBezTo>
                  <a:pt x="476" y="457"/>
                  <a:pt x="476" y="457"/>
                  <a:pt x="391" y="457"/>
                </a:cubicBezTo>
                <a:cubicBezTo>
                  <a:pt x="389" y="457"/>
                  <a:pt x="388" y="456"/>
                  <a:pt x="388" y="454"/>
                </a:cubicBezTo>
                <a:cubicBezTo>
                  <a:pt x="388" y="452"/>
                  <a:pt x="389" y="450"/>
                  <a:pt x="391" y="450"/>
                </a:cubicBezTo>
                <a:cubicBezTo>
                  <a:pt x="391" y="450"/>
                  <a:pt x="391" y="450"/>
                  <a:pt x="473" y="450"/>
                </a:cubicBezTo>
                <a:cubicBezTo>
                  <a:pt x="481" y="450"/>
                  <a:pt x="487" y="444"/>
                  <a:pt x="487" y="436"/>
                </a:cubicBezTo>
                <a:cubicBezTo>
                  <a:pt x="487" y="428"/>
                  <a:pt x="481" y="422"/>
                  <a:pt x="473" y="422"/>
                </a:cubicBezTo>
                <a:cubicBezTo>
                  <a:pt x="473" y="422"/>
                  <a:pt x="473" y="422"/>
                  <a:pt x="386" y="422"/>
                </a:cubicBezTo>
                <a:cubicBezTo>
                  <a:pt x="384" y="422"/>
                  <a:pt x="382" y="420"/>
                  <a:pt x="382" y="418"/>
                </a:cubicBezTo>
                <a:cubicBezTo>
                  <a:pt x="382" y="416"/>
                  <a:pt x="384" y="415"/>
                  <a:pt x="386" y="415"/>
                </a:cubicBezTo>
                <a:cubicBezTo>
                  <a:pt x="386" y="415"/>
                  <a:pt x="386" y="415"/>
                  <a:pt x="506" y="415"/>
                </a:cubicBezTo>
                <a:cubicBezTo>
                  <a:pt x="514" y="415"/>
                  <a:pt x="520" y="408"/>
                  <a:pt x="520" y="401"/>
                </a:cubicBezTo>
                <a:cubicBezTo>
                  <a:pt x="520" y="393"/>
                  <a:pt x="514" y="386"/>
                  <a:pt x="506" y="386"/>
                </a:cubicBezTo>
                <a:cubicBezTo>
                  <a:pt x="506" y="386"/>
                  <a:pt x="506" y="386"/>
                  <a:pt x="317" y="386"/>
                </a:cubicBezTo>
                <a:cubicBezTo>
                  <a:pt x="315" y="386"/>
                  <a:pt x="313" y="385"/>
                  <a:pt x="313" y="382"/>
                </a:cubicBezTo>
                <a:cubicBezTo>
                  <a:pt x="313" y="381"/>
                  <a:pt x="315" y="379"/>
                  <a:pt x="317" y="379"/>
                </a:cubicBezTo>
                <a:cubicBezTo>
                  <a:pt x="317" y="379"/>
                  <a:pt x="317" y="379"/>
                  <a:pt x="472" y="379"/>
                </a:cubicBezTo>
                <a:cubicBezTo>
                  <a:pt x="479" y="379"/>
                  <a:pt x="486" y="373"/>
                  <a:pt x="486" y="365"/>
                </a:cubicBezTo>
                <a:cubicBezTo>
                  <a:pt x="486" y="357"/>
                  <a:pt x="479" y="350"/>
                  <a:pt x="472" y="350"/>
                </a:cubicBezTo>
                <a:cubicBezTo>
                  <a:pt x="472" y="350"/>
                  <a:pt x="472" y="350"/>
                  <a:pt x="300" y="350"/>
                </a:cubicBezTo>
                <a:cubicBezTo>
                  <a:pt x="298" y="350"/>
                  <a:pt x="296" y="349"/>
                  <a:pt x="296" y="347"/>
                </a:cubicBezTo>
                <a:cubicBezTo>
                  <a:pt x="296" y="345"/>
                  <a:pt x="298" y="344"/>
                  <a:pt x="300" y="344"/>
                </a:cubicBezTo>
                <a:cubicBezTo>
                  <a:pt x="300" y="344"/>
                  <a:pt x="300" y="344"/>
                  <a:pt x="450" y="344"/>
                </a:cubicBezTo>
                <a:cubicBezTo>
                  <a:pt x="457" y="344"/>
                  <a:pt x="464" y="337"/>
                  <a:pt x="464" y="329"/>
                </a:cubicBezTo>
                <a:cubicBezTo>
                  <a:pt x="464" y="321"/>
                  <a:pt x="457" y="315"/>
                  <a:pt x="450" y="315"/>
                </a:cubicBezTo>
                <a:cubicBezTo>
                  <a:pt x="450" y="315"/>
                  <a:pt x="450" y="315"/>
                  <a:pt x="325" y="315"/>
                </a:cubicBezTo>
                <a:cubicBezTo>
                  <a:pt x="323" y="315"/>
                  <a:pt x="322" y="313"/>
                  <a:pt x="322" y="311"/>
                </a:cubicBezTo>
                <a:cubicBezTo>
                  <a:pt x="322" y="310"/>
                  <a:pt x="323" y="308"/>
                  <a:pt x="325" y="308"/>
                </a:cubicBezTo>
                <a:cubicBezTo>
                  <a:pt x="325" y="308"/>
                  <a:pt x="325" y="308"/>
                  <a:pt x="342" y="308"/>
                </a:cubicBezTo>
                <a:cubicBezTo>
                  <a:pt x="342" y="308"/>
                  <a:pt x="342" y="308"/>
                  <a:pt x="342" y="308"/>
                </a:cubicBezTo>
                <a:cubicBezTo>
                  <a:pt x="342" y="308"/>
                  <a:pt x="342" y="308"/>
                  <a:pt x="669" y="308"/>
                </a:cubicBezTo>
                <a:cubicBezTo>
                  <a:pt x="671" y="308"/>
                  <a:pt x="672" y="310"/>
                  <a:pt x="672" y="312"/>
                </a:cubicBezTo>
                <a:cubicBezTo>
                  <a:pt x="672" y="314"/>
                  <a:pt x="671" y="316"/>
                  <a:pt x="669" y="316"/>
                </a:cubicBezTo>
                <a:cubicBezTo>
                  <a:pt x="669" y="316"/>
                  <a:pt x="669" y="316"/>
                  <a:pt x="489" y="316"/>
                </a:cubicBezTo>
                <a:cubicBezTo>
                  <a:pt x="481" y="316"/>
                  <a:pt x="475" y="322"/>
                  <a:pt x="475" y="330"/>
                </a:cubicBezTo>
                <a:cubicBezTo>
                  <a:pt x="475" y="336"/>
                  <a:pt x="479" y="344"/>
                  <a:pt x="489" y="344"/>
                </a:cubicBezTo>
                <a:cubicBezTo>
                  <a:pt x="489" y="344"/>
                  <a:pt x="489" y="344"/>
                  <a:pt x="672" y="344"/>
                </a:cubicBezTo>
                <a:cubicBezTo>
                  <a:pt x="674" y="344"/>
                  <a:pt x="676" y="346"/>
                  <a:pt x="676" y="348"/>
                </a:cubicBezTo>
                <a:cubicBezTo>
                  <a:pt x="676" y="350"/>
                  <a:pt x="674" y="351"/>
                  <a:pt x="672" y="351"/>
                </a:cubicBezTo>
                <a:cubicBezTo>
                  <a:pt x="672" y="351"/>
                  <a:pt x="672" y="351"/>
                  <a:pt x="568" y="351"/>
                </a:cubicBezTo>
                <a:cubicBezTo>
                  <a:pt x="560" y="351"/>
                  <a:pt x="554" y="358"/>
                  <a:pt x="554" y="366"/>
                </a:cubicBezTo>
                <a:cubicBezTo>
                  <a:pt x="554" y="371"/>
                  <a:pt x="558" y="380"/>
                  <a:pt x="568" y="380"/>
                </a:cubicBezTo>
                <a:cubicBezTo>
                  <a:pt x="568" y="380"/>
                  <a:pt x="568" y="380"/>
                  <a:pt x="668" y="380"/>
                </a:cubicBezTo>
                <a:cubicBezTo>
                  <a:pt x="670" y="380"/>
                  <a:pt x="672" y="382"/>
                  <a:pt x="672" y="384"/>
                </a:cubicBezTo>
                <a:cubicBezTo>
                  <a:pt x="672" y="384"/>
                  <a:pt x="672" y="384"/>
                  <a:pt x="672" y="384"/>
                </a:cubicBezTo>
                <a:cubicBezTo>
                  <a:pt x="662" y="475"/>
                  <a:pt x="616" y="559"/>
                  <a:pt x="544" y="614"/>
                </a:cubicBezTo>
                <a:cubicBezTo>
                  <a:pt x="544" y="614"/>
                  <a:pt x="542" y="616"/>
                  <a:pt x="541" y="616"/>
                </a:cubicBezTo>
                <a:cubicBezTo>
                  <a:pt x="524" y="632"/>
                  <a:pt x="514" y="654"/>
                  <a:pt x="514" y="679"/>
                </a:cubicBezTo>
                <a:cubicBezTo>
                  <a:pt x="514" y="708"/>
                  <a:pt x="529" y="734"/>
                  <a:pt x="553" y="749"/>
                </a:cubicBezTo>
                <a:cubicBezTo>
                  <a:pt x="548" y="759"/>
                  <a:pt x="548" y="759"/>
                  <a:pt x="548" y="759"/>
                </a:cubicBezTo>
                <a:cubicBezTo>
                  <a:pt x="581" y="776"/>
                  <a:pt x="581" y="776"/>
                  <a:pt x="581" y="776"/>
                </a:cubicBezTo>
                <a:cubicBezTo>
                  <a:pt x="597" y="743"/>
                  <a:pt x="597" y="743"/>
                  <a:pt x="597" y="743"/>
                </a:cubicBezTo>
                <a:cubicBezTo>
                  <a:pt x="564" y="726"/>
                  <a:pt x="564" y="726"/>
                  <a:pt x="564" y="726"/>
                </a:cubicBezTo>
                <a:cubicBezTo>
                  <a:pt x="558" y="739"/>
                  <a:pt x="558" y="739"/>
                  <a:pt x="558" y="739"/>
                </a:cubicBezTo>
                <a:cubicBezTo>
                  <a:pt x="538" y="726"/>
                  <a:pt x="525" y="703"/>
                  <a:pt x="525" y="679"/>
                </a:cubicBezTo>
                <a:cubicBezTo>
                  <a:pt x="525" y="658"/>
                  <a:pt x="533" y="638"/>
                  <a:pt x="548" y="625"/>
                </a:cubicBezTo>
                <a:cubicBezTo>
                  <a:pt x="549" y="624"/>
                  <a:pt x="550" y="623"/>
                  <a:pt x="550" y="623"/>
                </a:cubicBezTo>
                <a:cubicBezTo>
                  <a:pt x="624" y="565"/>
                  <a:pt x="673" y="479"/>
                  <a:pt x="683" y="385"/>
                </a:cubicBezTo>
                <a:cubicBezTo>
                  <a:pt x="683" y="385"/>
                  <a:pt x="683" y="385"/>
                  <a:pt x="683" y="385"/>
                </a:cubicBezTo>
                <a:cubicBezTo>
                  <a:pt x="683" y="384"/>
                  <a:pt x="683" y="384"/>
                  <a:pt x="683" y="383"/>
                </a:cubicBezTo>
                <a:cubicBezTo>
                  <a:pt x="683" y="375"/>
                  <a:pt x="676" y="369"/>
                  <a:pt x="668" y="369"/>
                </a:cubicBezTo>
                <a:cubicBezTo>
                  <a:pt x="668" y="369"/>
                  <a:pt x="668" y="369"/>
                  <a:pt x="568" y="369"/>
                </a:cubicBezTo>
                <a:cubicBezTo>
                  <a:pt x="567" y="369"/>
                  <a:pt x="565" y="369"/>
                  <a:pt x="564" y="366"/>
                </a:cubicBezTo>
                <a:cubicBezTo>
                  <a:pt x="564" y="364"/>
                  <a:pt x="566" y="362"/>
                  <a:pt x="568" y="362"/>
                </a:cubicBezTo>
                <a:cubicBezTo>
                  <a:pt x="568" y="362"/>
                  <a:pt x="568" y="362"/>
                  <a:pt x="672" y="362"/>
                </a:cubicBezTo>
                <a:cubicBezTo>
                  <a:pt x="680" y="362"/>
                  <a:pt x="686" y="356"/>
                  <a:pt x="686" y="348"/>
                </a:cubicBezTo>
                <a:cubicBezTo>
                  <a:pt x="686" y="340"/>
                  <a:pt x="680" y="333"/>
                  <a:pt x="672" y="333"/>
                </a:cubicBezTo>
                <a:cubicBezTo>
                  <a:pt x="672" y="333"/>
                  <a:pt x="672" y="333"/>
                  <a:pt x="489" y="333"/>
                </a:cubicBezTo>
                <a:cubicBezTo>
                  <a:pt x="489" y="333"/>
                  <a:pt x="486" y="333"/>
                  <a:pt x="486" y="330"/>
                </a:cubicBezTo>
                <a:cubicBezTo>
                  <a:pt x="486" y="328"/>
                  <a:pt x="487" y="326"/>
                  <a:pt x="489" y="326"/>
                </a:cubicBezTo>
                <a:cubicBezTo>
                  <a:pt x="489" y="326"/>
                  <a:pt x="489" y="326"/>
                  <a:pt x="669" y="326"/>
                </a:cubicBezTo>
                <a:cubicBezTo>
                  <a:pt x="677" y="326"/>
                  <a:pt x="683" y="320"/>
                  <a:pt x="683" y="312"/>
                </a:cubicBezTo>
                <a:cubicBezTo>
                  <a:pt x="683" y="304"/>
                  <a:pt x="677" y="297"/>
                  <a:pt x="669" y="297"/>
                </a:cubicBezTo>
                <a:cubicBezTo>
                  <a:pt x="669" y="297"/>
                  <a:pt x="669" y="297"/>
                  <a:pt x="348" y="297"/>
                </a:cubicBezTo>
                <a:cubicBezTo>
                  <a:pt x="346" y="297"/>
                  <a:pt x="344" y="297"/>
                  <a:pt x="342" y="297"/>
                </a:cubicBezTo>
                <a:cubicBezTo>
                  <a:pt x="339" y="297"/>
                  <a:pt x="333" y="297"/>
                  <a:pt x="325" y="297"/>
                </a:cubicBezTo>
                <a:cubicBezTo>
                  <a:pt x="318" y="297"/>
                  <a:pt x="311" y="304"/>
                  <a:pt x="311" y="311"/>
                </a:cubicBezTo>
                <a:cubicBezTo>
                  <a:pt x="311" y="319"/>
                  <a:pt x="318" y="326"/>
                  <a:pt x="325" y="326"/>
                </a:cubicBezTo>
                <a:cubicBezTo>
                  <a:pt x="325" y="326"/>
                  <a:pt x="325" y="326"/>
                  <a:pt x="450" y="326"/>
                </a:cubicBezTo>
                <a:cubicBezTo>
                  <a:pt x="452" y="326"/>
                  <a:pt x="453" y="327"/>
                  <a:pt x="453" y="329"/>
                </a:cubicBezTo>
                <a:cubicBezTo>
                  <a:pt x="453" y="331"/>
                  <a:pt x="452" y="333"/>
                  <a:pt x="450" y="333"/>
                </a:cubicBezTo>
                <a:cubicBezTo>
                  <a:pt x="450" y="333"/>
                  <a:pt x="450" y="333"/>
                  <a:pt x="300" y="333"/>
                </a:cubicBezTo>
                <a:cubicBezTo>
                  <a:pt x="292" y="333"/>
                  <a:pt x="286" y="339"/>
                  <a:pt x="286" y="347"/>
                </a:cubicBezTo>
                <a:cubicBezTo>
                  <a:pt x="286" y="355"/>
                  <a:pt x="292" y="361"/>
                  <a:pt x="300" y="361"/>
                </a:cubicBezTo>
                <a:cubicBezTo>
                  <a:pt x="300" y="361"/>
                  <a:pt x="300" y="361"/>
                  <a:pt x="472" y="361"/>
                </a:cubicBezTo>
                <a:cubicBezTo>
                  <a:pt x="474" y="361"/>
                  <a:pt x="475" y="363"/>
                  <a:pt x="475" y="365"/>
                </a:cubicBezTo>
                <a:cubicBezTo>
                  <a:pt x="475" y="367"/>
                  <a:pt x="474" y="369"/>
                  <a:pt x="472" y="369"/>
                </a:cubicBezTo>
                <a:cubicBezTo>
                  <a:pt x="472" y="369"/>
                  <a:pt x="472" y="369"/>
                  <a:pt x="317" y="369"/>
                </a:cubicBezTo>
                <a:cubicBezTo>
                  <a:pt x="309" y="369"/>
                  <a:pt x="303" y="375"/>
                  <a:pt x="303" y="382"/>
                </a:cubicBezTo>
                <a:cubicBezTo>
                  <a:pt x="303" y="390"/>
                  <a:pt x="309" y="397"/>
                  <a:pt x="317" y="397"/>
                </a:cubicBezTo>
                <a:cubicBezTo>
                  <a:pt x="317" y="397"/>
                  <a:pt x="317" y="397"/>
                  <a:pt x="506" y="397"/>
                </a:cubicBezTo>
                <a:cubicBezTo>
                  <a:pt x="508" y="397"/>
                  <a:pt x="510" y="398"/>
                  <a:pt x="510" y="401"/>
                </a:cubicBezTo>
                <a:cubicBezTo>
                  <a:pt x="510" y="402"/>
                  <a:pt x="508" y="404"/>
                  <a:pt x="506" y="404"/>
                </a:cubicBezTo>
                <a:cubicBezTo>
                  <a:pt x="506" y="404"/>
                  <a:pt x="506" y="404"/>
                  <a:pt x="386" y="404"/>
                </a:cubicBezTo>
                <a:cubicBezTo>
                  <a:pt x="378" y="404"/>
                  <a:pt x="372" y="410"/>
                  <a:pt x="372" y="418"/>
                </a:cubicBezTo>
                <a:cubicBezTo>
                  <a:pt x="372" y="426"/>
                  <a:pt x="378" y="433"/>
                  <a:pt x="386" y="433"/>
                </a:cubicBezTo>
                <a:cubicBezTo>
                  <a:pt x="386" y="433"/>
                  <a:pt x="386" y="433"/>
                  <a:pt x="473" y="433"/>
                </a:cubicBezTo>
                <a:cubicBezTo>
                  <a:pt x="475" y="433"/>
                  <a:pt x="477" y="434"/>
                  <a:pt x="477" y="436"/>
                </a:cubicBezTo>
                <a:cubicBezTo>
                  <a:pt x="477" y="438"/>
                  <a:pt x="475" y="440"/>
                  <a:pt x="473" y="440"/>
                </a:cubicBezTo>
                <a:cubicBezTo>
                  <a:pt x="473" y="440"/>
                  <a:pt x="473" y="440"/>
                  <a:pt x="391" y="440"/>
                </a:cubicBezTo>
                <a:cubicBezTo>
                  <a:pt x="384" y="440"/>
                  <a:pt x="377" y="446"/>
                  <a:pt x="377" y="454"/>
                </a:cubicBezTo>
                <a:cubicBezTo>
                  <a:pt x="377" y="462"/>
                  <a:pt x="384" y="468"/>
                  <a:pt x="391" y="468"/>
                </a:cubicBezTo>
                <a:cubicBezTo>
                  <a:pt x="391" y="468"/>
                  <a:pt x="391" y="468"/>
                  <a:pt x="476" y="468"/>
                </a:cubicBezTo>
                <a:cubicBezTo>
                  <a:pt x="478" y="468"/>
                  <a:pt x="479" y="470"/>
                  <a:pt x="479" y="472"/>
                </a:cubicBezTo>
                <a:cubicBezTo>
                  <a:pt x="479" y="473"/>
                  <a:pt x="478" y="475"/>
                  <a:pt x="476" y="475"/>
                </a:cubicBezTo>
                <a:cubicBezTo>
                  <a:pt x="476" y="475"/>
                  <a:pt x="476" y="475"/>
                  <a:pt x="394" y="475"/>
                </a:cubicBezTo>
                <a:cubicBezTo>
                  <a:pt x="387" y="475"/>
                  <a:pt x="381" y="481"/>
                  <a:pt x="381" y="489"/>
                </a:cubicBezTo>
                <a:cubicBezTo>
                  <a:pt x="381" y="497"/>
                  <a:pt x="387" y="504"/>
                  <a:pt x="394" y="504"/>
                </a:cubicBezTo>
                <a:cubicBezTo>
                  <a:pt x="394" y="504"/>
                  <a:pt x="394" y="504"/>
                  <a:pt x="454" y="504"/>
                </a:cubicBezTo>
                <a:cubicBezTo>
                  <a:pt x="456" y="504"/>
                  <a:pt x="457" y="505"/>
                  <a:pt x="457" y="507"/>
                </a:cubicBezTo>
                <a:cubicBezTo>
                  <a:pt x="457" y="509"/>
                  <a:pt x="456" y="511"/>
                  <a:pt x="454" y="511"/>
                </a:cubicBezTo>
                <a:cubicBezTo>
                  <a:pt x="454" y="511"/>
                  <a:pt x="454" y="511"/>
                  <a:pt x="408" y="511"/>
                </a:cubicBezTo>
                <a:cubicBezTo>
                  <a:pt x="400" y="511"/>
                  <a:pt x="393" y="517"/>
                  <a:pt x="393" y="525"/>
                </a:cubicBezTo>
                <a:cubicBezTo>
                  <a:pt x="393" y="533"/>
                  <a:pt x="400" y="539"/>
                  <a:pt x="408" y="539"/>
                </a:cubicBezTo>
                <a:cubicBezTo>
                  <a:pt x="408" y="539"/>
                  <a:pt x="408" y="539"/>
                  <a:pt x="430" y="539"/>
                </a:cubicBezTo>
                <a:cubicBezTo>
                  <a:pt x="433" y="539"/>
                  <a:pt x="434" y="541"/>
                  <a:pt x="434" y="543"/>
                </a:cubicBezTo>
                <a:cubicBezTo>
                  <a:pt x="434" y="544"/>
                  <a:pt x="433" y="546"/>
                  <a:pt x="430" y="546"/>
                </a:cubicBezTo>
                <a:cubicBezTo>
                  <a:pt x="430" y="546"/>
                  <a:pt x="429" y="546"/>
                  <a:pt x="429" y="546"/>
                </a:cubicBezTo>
                <a:cubicBezTo>
                  <a:pt x="429" y="546"/>
                  <a:pt x="429" y="546"/>
                  <a:pt x="429" y="546"/>
                </a:cubicBezTo>
                <a:cubicBezTo>
                  <a:pt x="416" y="546"/>
                  <a:pt x="406" y="557"/>
                  <a:pt x="406" y="569"/>
                </a:cubicBezTo>
                <a:cubicBezTo>
                  <a:pt x="406" y="582"/>
                  <a:pt x="416" y="592"/>
                  <a:pt x="429" y="592"/>
                </a:cubicBezTo>
                <a:cubicBezTo>
                  <a:pt x="429" y="592"/>
                  <a:pt x="429" y="592"/>
                  <a:pt x="479" y="592"/>
                </a:cubicBezTo>
                <a:cubicBezTo>
                  <a:pt x="495" y="592"/>
                  <a:pt x="508" y="606"/>
                  <a:pt x="508" y="623"/>
                </a:cubicBezTo>
                <a:cubicBezTo>
                  <a:pt x="508" y="634"/>
                  <a:pt x="502" y="644"/>
                  <a:pt x="492" y="649"/>
                </a:cubicBezTo>
                <a:cubicBezTo>
                  <a:pt x="492" y="649"/>
                  <a:pt x="492" y="649"/>
                  <a:pt x="489" y="650"/>
                </a:cubicBezTo>
                <a:cubicBezTo>
                  <a:pt x="443" y="673"/>
                  <a:pt x="394" y="685"/>
                  <a:pt x="343" y="685"/>
                </a:cubicBezTo>
                <a:cubicBezTo>
                  <a:pt x="254" y="685"/>
                  <a:pt x="170" y="649"/>
                  <a:pt x="107" y="584"/>
                </a:cubicBezTo>
                <a:cubicBezTo>
                  <a:pt x="107" y="584"/>
                  <a:pt x="107" y="584"/>
                  <a:pt x="106" y="584"/>
                </a:cubicBezTo>
                <a:cubicBezTo>
                  <a:pt x="105" y="583"/>
                  <a:pt x="105" y="582"/>
                  <a:pt x="105" y="581"/>
                </a:cubicBezTo>
                <a:cubicBezTo>
                  <a:pt x="105" y="579"/>
                  <a:pt x="107" y="578"/>
                  <a:pt x="109" y="578"/>
                </a:cubicBezTo>
                <a:cubicBezTo>
                  <a:pt x="117" y="578"/>
                  <a:pt x="123" y="571"/>
                  <a:pt x="123" y="563"/>
                </a:cubicBezTo>
                <a:cubicBezTo>
                  <a:pt x="123" y="556"/>
                  <a:pt x="117" y="549"/>
                  <a:pt x="109" y="549"/>
                </a:cubicBezTo>
                <a:cubicBezTo>
                  <a:pt x="109" y="549"/>
                  <a:pt x="109" y="549"/>
                  <a:pt x="79" y="549"/>
                </a:cubicBezTo>
                <a:cubicBezTo>
                  <a:pt x="76" y="549"/>
                  <a:pt x="75" y="548"/>
                  <a:pt x="75" y="546"/>
                </a:cubicBezTo>
                <a:cubicBezTo>
                  <a:pt x="75" y="544"/>
                  <a:pt x="76" y="542"/>
                  <a:pt x="79" y="542"/>
                </a:cubicBezTo>
                <a:cubicBezTo>
                  <a:pt x="79" y="542"/>
                  <a:pt x="79" y="542"/>
                  <a:pt x="142" y="542"/>
                </a:cubicBezTo>
                <a:cubicBezTo>
                  <a:pt x="150" y="542"/>
                  <a:pt x="156" y="536"/>
                  <a:pt x="156" y="528"/>
                </a:cubicBezTo>
                <a:cubicBezTo>
                  <a:pt x="156" y="520"/>
                  <a:pt x="150" y="514"/>
                  <a:pt x="142" y="514"/>
                </a:cubicBezTo>
                <a:cubicBezTo>
                  <a:pt x="142" y="514"/>
                  <a:pt x="142" y="514"/>
                  <a:pt x="56" y="514"/>
                </a:cubicBezTo>
                <a:cubicBezTo>
                  <a:pt x="54" y="514"/>
                  <a:pt x="53" y="512"/>
                  <a:pt x="53" y="510"/>
                </a:cubicBezTo>
                <a:cubicBezTo>
                  <a:pt x="53" y="508"/>
                  <a:pt x="54" y="507"/>
                  <a:pt x="56" y="507"/>
                </a:cubicBezTo>
                <a:cubicBezTo>
                  <a:pt x="56" y="507"/>
                  <a:pt x="56" y="507"/>
                  <a:pt x="167" y="507"/>
                </a:cubicBezTo>
                <a:cubicBezTo>
                  <a:pt x="175" y="507"/>
                  <a:pt x="181" y="500"/>
                  <a:pt x="181" y="493"/>
                </a:cubicBezTo>
                <a:cubicBezTo>
                  <a:pt x="181" y="485"/>
                  <a:pt x="175" y="478"/>
                  <a:pt x="167" y="478"/>
                </a:cubicBezTo>
                <a:cubicBezTo>
                  <a:pt x="167" y="478"/>
                  <a:pt x="167" y="478"/>
                  <a:pt x="39" y="478"/>
                </a:cubicBezTo>
                <a:cubicBezTo>
                  <a:pt x="37" y="478"/>
                  <a:pt x="35" y="477"/>
                  <a:pt x="35" y="475"/>
                </a:cubicBezTo>
                <a:cubicBezTo>
                  <a:pt x="35" y="473"/>
                  <a:pt x="37" y="471"/>
                  <a:pt x="39" y="471"/>
                </a:cubicBezTo>
                <a:cubicBezTo>
                  <a:pt x="39" y="471"/>
                  <a:pt x="39" y="471"/>
                  <a:pt x="174" y="471"/>
                </a:cubicBezTo>
                <a:cubicBezTo>
                  <a:pt x="182" y="471"/>
                  <a:pt x="188" y="465"/>
                  <a:pt x="188" y="457"/>
                </a:cubicBezTo>
                <a:cubicBezTo>
                  <a:pt x="188" y="449"/>
                  <a:pt x="182" y="443"/>
                  <a:pt x="174" y="443"/>
                </a:cubicBezTo>
                <a:cubicBezTo>
                  <a:pt x="174" y="443"/>
                  <a:pt x="174" y="443"/>
                  <a:pt x="27" y="443"/>
                </a:cubicBezTo>
                <a:cubicBezTo>
                  <a:pt x="25" y="443"/>
                  <a:pt x="23" y="441"/>
                  <a:pt x="23" y="439"/>
                </a:cubicBezTo>
                <a:cubicBezTo>
                  <a:pt x="23" y="437"/>
                  <a:pt x="25" y="436"/>
                  <a:pt x="27" y="436"/>
                </a:cubicBezTo>
                <a:cubicBezTo>
                  <a:pt x="27" y="436"/>
                  <a:pt x="27" y="436"/>
                  <a:pt x="130" y="436"/>
                </a:cubicBezTo>
                <a:cubicBezTo>
                  <a:pt x="137" y="436"/>
                  <a:pt x="144" y="429"/>
                  <a:pt x="144" y="422"/>
                </a:cubicBezTo>
                <a:cubicBezTo>
                  <a:pt x="144" y="414"/>
                  <a:pt x="137" y="407"/>
                  <a:pt x="130" y="407"/>
                </a:cubicBezTo>
                <a:cubicBezTo>
                  <a:pt x="130" y="407"/>
                  <a:pt x="130" y="407"/>
                  <a:pt x="32" y="407"/>
                </a:cubicBezTo>
                <a:cubicBezTo>
                  <a:pt x="23" y="407"/>
                  <a:pt x="15" y="400"/>
                  <a:pt x="14" y="391"/>
                </a:cubicBezTo>
                <a:cubicBezTo>
                  <a:pt x="14" y="391"/>
                  <a:pt x="14" y="391"/>
                  <a:pt x="13" y="390"/>
                </a:cubicBezTo>
                <a:cubicBezTo>
                  <a:pt x="12" y="376"/>
                  <a:pt x="11" y="362"/>
                  <a:pt x="11" y="348"/>
                </a:cubicBezTo>
                <a:cubicBezTo>
                  <a:pt x="11" y="321"/>
                  <a:pt x="14" y="296"/>
                  <a:pt x="20" y="271"/>
                </a:cubicBezTo>
                <a:cubicBezTo>
                  <a:pt x="20" y="271"/>
                  <a:pt x="20" y="271"/>
                  <a:pt x="20" y="267"/>
                </a:cubicBezTo>
                <a:cubicBezTo>
                  <a:pt x="22" y="260"/>
                  <a:pt x="28" y="255"/>
                  <a:pt x="35" y="255"/>
                </a:cubicBezTo>
                <a:cubicBezTo>
                  <a:pt x="35" y="255"/>
                  <a:pt x="35" y="255"/>
                  <a:pt x="73" y="255"/>
                </a:cubicBezTo>
                <a:cubicBezTo>
                  <a:pt x="81" y="255"/>
                  <a:pt x="87" y="249"/>
                  <a:pt x="87" y="241"/>
                </a:cubicBezTo>
                <a:cubicBezTo>
                  <a:pt x="87" y="233"/>
                  <a:pt x="81" y="226"/>
                  <a:pt x="73" y="226"/>
                </a:cubicBezTo>
                <a:cubicBezTo>
                  <a:pt x="73" y="226"/>
                  <a:pt x="73" y="226"/>
                  <a:pt x="38" y="226"/>
                </a:cubicBezTo>
                <a:cubicBezTo>
                  <a:pt x="36" y="226"/>
                  <a:pt x="35" y="225"/>
                  <a:pt x="35" y="223"/>
                </a:cubicBezTo>
                <a:cubicBezTo>
                  <a:pt x="35" y="221"/>
                  <a:pt x="36" y="220"/>
                  <a:pt x="38" y="220"/>
                </a:cubicBezTo>
                <a:cubicBezTo>
                  <a:pt x="38" y="220"/>
                  <a:pt x="38" y="220"/>
                  <a:pt x="98" y="220"/>
                </a:cubicBezTo>
                <a:cubicBezTo>
                  <a:pt x="105" y="220"/>
                  <a:pt x="112" y="213"/>
                  <a:pt x="112" y="205"/>
                </a:cubicBezTo>
                <a:cubicBezTo>
                  <a:pt x="112" y="197"/>
                  <a:pt x="105" y="191"/>
                  <a:pt x="98" y="191"/>
                </a:cubicBezTo>
                <a:cubicBezTo>
                  <a:pt x="98" y="191"/>
                  <a:pt x="98" y="191"/>
                  <a:pt x="54" y="191"/>
                </a:cubicBezTo>
                <a:cubicBezTo>
                  <a:pt x="52" y="191"/>
                  <a:pt x="51" y="189"/>
                  <a:pt x="51" y="187"/>
                </a:cubicBezTo>
                <a:cubicBezTo>
                  <a:pt x="51" y="186"/>
                  <a:pt x="52" y="184"/>
                  <a:pt x="54" y="184"/>
                </a:cubicBezTo>
                <a:cubicBezTo>
                  <a:pt x="54" y="184"/>
                  <a:pt x="54" y="184"/>
                  <a:pt x="105" y="184"/>
                </a:cubicBezTo>
                <a:cubicBezTo>
                  <a:pt x="113" y="184"/>
                  <a:pt x="119" y="178"/>
                  <a:pt x="119" y="170"/>
                </a:cubicBezTo>
                <a:cubicBezTo>
                  <a:pt x="119" y="162"/>
                  <a:pt x="113" y="155"/>
                  <a:pt x="105" y="155"/>
                </a:cubicBezTo>
                <a:cubicBezTo>
                  <a:pt x="105" y="155"/>
                  <a:pt x="105" y="155"/>
                  <a:pt x="76" y="155"/>
                </a:cubicBezTo>
                <a:cubicBezTo>
                  <a:pt x="74" y="155"/>
                  <a:pt x="72" y="154"/>
                  <a:pt x="72" y="152"/>
                </a:cubicBezTo>
                <a:cubicBezTo>
                  <a:pt x="72" y="150"/>
                  <a:pt x="74" y="148"/>
                  <a:pt x="76" y="148"/>
                </a:cubicBezTo>
                <a:cubicBezTo>
                  <a:pt x="76" y="148"/>
                  <a:pt x="76" y="148"/>
                  <a:pt x="130" y="148"/>
                </a:cubicBezTo>
                <a:cubicBezTo>
                  <a:pt x="138" y="148"/>
                  <a:pt x="145" y="142"/>
                  <a:pt x="145" y="134"/>
                </a:cubicBezTo>
                <a:cubicBezTo>
                  <a:pt x="145" y="126"/>
                  <a:pt x="138" y="119"/>
                  <a:pt x="130" y="119"/>
                </a:cubicBezTo>
                <a:cubicBezTo>
                  <a:pt x="130" y="119"/>
                  <a:pt x="130" y="119"/>
                  <a:pt x="125" y="119"/>
                </a:cubicBezTo>
                <a:cubicBezTo>
                  <a:pt x="119" y="119"/>
                  <a:pt x="114" y="114"/>
                  <a:pt x="114" y="108"/>
                </a:cubicBezTo>
                <a:cubicBezTo>
                  <a:pt x="114" y="105"/>
                  <a:pt x="115" y="102"/>
                  <a:pt x="117" y="100"/>
                </a:cubicBezTo>
                <a:cubicBezTo>
                  <a:pt x="117" y="100"/>
                  <a:pt x="117" y="100"/>
                  <a:pt x="118" y="99"/>
                </a:cubicBezTo>
                <a:cubicBezTo>
                  <a:pt x="180" y="42"/>
                  <a:pt x="260" y="10"/>
                  <a:pt x="343" y="10"/>
                </a:cubicBezTo>
                <a:cubicBezTo>
                  <a:pt x="418" y="10"/>
                  <a:pt x="489" y="35"/>
                  <a:pt x="548" y="82"/>
                </a:cubicBezTo>
                <a:cubicBezTo>
                  <a:pt x="549" y="82"/>
                  <a:pt x="553" y="85"/>
                  <a:pt x="553" y="85"/>
                </a:cubicBezTo>
                <a:cubicBezTo>
                  <a:pt x="569" y="98"/>
                  <a:pt x="581" y="112"/>
                  <a:pt x="581" y="112"/>
                </a:cubicBezTo>
                <a:cubicBezTo>
                  <a:pt x="581" y="112"/>
                  <a:pt x="581" y="112"/>
                  <a:pt x="581" y="112"/>
                </a:cubicBezTo>
                <a:cubicBezTo>
                  <a:pt x="582" y="113"/>
                  <a:pt x="582" y="114"/>
                  <a:pt x="582" y="115"/>
                </a:cubicBezTo>
                <a:cubicBezTo>
                  <a:pt x="582" y="118"/>
                  <a:pt x="580" y="120"/>
                  <a:pt x="578" y="120"/>
                </a:cubicBezTo>
                <a:cubicBezTo>
                  <a:pt x="578" y="120"/>
                  <a:pt x="578" y="120"/>
                  <a:pt x="412" y="120"/>
                </a:cubicBezTo>
                <a:cubicBezTo>
                  <a:pt x="405" y="120"/>
                  <a:pt x="398" y="126"/>
                  <a:pt x="398" y="134"/>
                </a:cubicBezTo>
                <a:cubicBezTo>
                  <a:pt x="398" y="142"/>
                  <a:pt x="405" y="148"/>
                  <a:pt x="412" y="148"/>
                </a:cubicBezTo>
                <a:cubicBezTo>
                  <a:pt x="412" y="148"/>
                  <a:pt x="412" y="148"/>
                  <a:pt x="483" y="148"/>
                </a:cubicBezTo>
                <a:cubicBezTo>
                  <a:pt x="483" y="148"/>
                  <a:pt x="483" y="148"/>
                  <a:pt x="526" y="148"/>
                </a:cubicBezTo>
                <a:cubicBezTo>
                  <a:pt x="526" y="148"/>
                  <a:pt x="526" y="148"/>
                  <a:pt x="613" y="148"/>
                </a:cubicBezTo>
                <a:cubicBezTo>
                  <a:pt x="616" y="148"/>
                  <a:pt x="617" y="150"/>
                  <a:pt x="617" y="152"/>
                </a:cubicBezTo>
                <a:cubicBezTo>
                  <a:pt x="617" y="154"/>
                  <a:pt x="616" y="156"/>
                  <a:pt x="613" y="156"/>
                </a:cubicBezTo>
                <a:cubicBezTo>
                  <a:pt x="613" y="156"/>
                  <a:pt x="613" y="156"/>
                  <a:pt x="452" y="156"/>
                </a:cubicBezTo>
                <a:cubicBezTo>
                  <a:pt x="452" y="156"/>
                  <a:pt x="452" y="156"/>
                  <a:pt x="305" y="155"/>
                </a:cubicBezTo>
                <a:cubicBezTo>
                  <a:pt x="297" y="155"/>
                  <a:pt x="291" y="162"/>
                  <a:pt x="291" y="170"/>
                </a:cubicBezTo>
                <a:cubicBezTo>
                  <a:pt x="291" y="178"/>
                  <a:pt x="297" y="184"/>
                  <a:pt x="305" y="184"/>
                </a:cubicBezTo>
                <a:cubicBezTo>
                  <a:pt x="305" y="184"/>
                  <a:pt x="305" y="184"/>
                  <a:pt x="633" y="184"/>
                </a:cubicBezTo>
                <a:cubicBezTo>
                  <a:pt x="634" y="184"/>
                  <a:pt x="636" y="186"/>
                  <a:pt x="636" y="188"/>
                </a:cubicBezTo>
                <a:cubicBezTo>
                  <a:pt x="636" y="190"/>
                  <a:pt x="634" y="191"/>
                  <a:pt x="633" y="191"/>
                </a:cubicBezTo>
                <a:cubicBezTo>
                  <a:pt x="633" y="191"/>
                  <a:pt x="633" y="191"/>
                  <a:pt x="306" y="191"/>
                </a:cubicBezTo>
                <a:cubicBezTo>
                  <a:pt x="298" y="191"/>
                  <a:pt x="292" y="197"/>
                  <a:pt x="292" y="205"/>
                </a:cubicBezTo>
                <a:cubicBezTo>
                  <a:pt x="292" y="213"/>
                  <a:pt x="298" y="219"/>
                  <a:pt x="306" y="219"/>
                </a:cubicBezTo>
                <a:cubicBezTo>
                  <a:pt x="306" y="219"/>
                  <a:pt x="306" y="219"/>
                  <a:pt x="647" y="220"/>
                </a:cubicBezTo>
                <a:cubicBezTo>
                  <a:pt x="649" y="220"/>
                  <a:pt x="650" y="221"/>
                  <a:pt x="650" y="223"/>
                </a:cubicBezTo>
                <a:cubicBezTo>
                  <a:pt x="650" y="225"/>
                  <a:pt x="649" y="227"/>
                  <a:pt x="647" y="227"/>
                </a:cubicBezTo>
                <a:cubicBezTo>
                  <a:pt x="647" y="227"/>
                  <a:pt x="647" y="227"/>
                  <a:pt x="353" y="226"/>
                </a:cubicBezTo>
                <a:cubicBezTo>
                  <a:pt x="345" y="226"/>
                  <a:pt x="339" y="233"/>
                  <a:pt x="339" y="241"/>
                </a:cubicBezTo>
                <a:cubicBezTo>
                  <a:pt x="339" y="249"/>
                  <a:pt x="345" y="255"/>
                  <a:pt x="353" y="255"/>
                </a:cubicBezTo>
                <a:cubicBezTo>
                  <a:pt x="353" y="255"/>
                  <a:pt x="353" y="255"/>
                  <a:pt x="657" y="255"/>
                </a:cubicBezTo>
                <a:cubicBezTo>
                  <a:pt x="659" y="255"/>
                  <a:pt x="660" y="257"/>
                  <a:pt x="660" y="259"/>
                </a:cubicBezTo>
                <a:cubicBezTo>
                  <a:pt x="660" y="261"/>
                  <a:pt x="659" y="263"/>
                  <a:pt x="657" y="263"/>
                </a:cubicBezTo>
                <a:cubicBezTo>
                  <a:pt x="657" y="263"/>
                  <a:pt x="657" y="263"/>
                  <a:pt x="326" y="262"/>
                </a:cubicBezTo>
                <a:cubicBezTo>
                  <a:pt x="318" y="262"/>
                  <a:pt x="312" y="268"/>
                  <a:pt x="312" y="276"/>
                </a:cubicBezTo>
                <a:cubicBezTo>
                  <a:pt x="312" y="284"/>
                  <a:pt x="318" y="290"/>
                  <a:pt x="326" y="290"/>
                </a:cubicBezTo>
                <a:cubicBezTo>
                  <a:pt x="326" y="290"/>
                  <a:pt x="326" y="290"/>
                  <a:pt x="691" y="290"/>
                </a:cubicBezTo>
                <a:cubicBezTo>
                  <a:pt x="728" y="290"/>
                  <a:pt x="758" y="260"/>
                  <a:pt x="758" y="223"/>
                </a:cubicBezTo>
                <a:cubicBezTo>
                  <a:pt x="758" y="219"/>
                  <a:pt x="758" y="216"/>
                  <a:pt x="757" y="212"/>
                </a:cubicBezTo>
                <a:cubicBezTo>
                  <a:pt x="763" y="209"/>
                  <a:pt x="767" y="202"/>
                  <a:pt x="767" y="195"/>
                </a:cubicBezTo>
                <a:close/>
                <a:moveTo>
                  <a:pt x="583" y="747"/>
                </a:moveTo>
                <a:cubicBezTo>
                  <a:pt x="576" y="762"/>
                  <a:pt x="576" y="762"/>
                  <a:pt x="576" y="762"/>
                </a:cubicBezTo>
                <a:cubicBezTo>
                  <a:pt x="562" y="754"/>
                  <a:pt x="562" y="754"/>
                  <a:pt x="562" y="754"/>
                </a:cubicBezTo>
                <a:cubicBezTo>
                  <a:pt x="569" y="741"/>
                  <a:pt x="569" y="741"/>
                  <a:pt x="569" y="741"/>
                </a:cubicBezTo>
                <a:lnTo>
                  <a:pt x="583" y="747"/>
                </a:lnTo>
                <a:close/>
                <a:moveTo>
                  <a:pt x="739" y="195"/>
                </a:moveTo>
                <a:cubicBezTo>
                  <a:pt x="739" y="190"/>
                  <a:pt x="743" y="186"/>
                  <a:pt x="748" y="186"/>
                </a:cubicBezTo>
                <a:cubicBezTo>
                  <a:pt x="753" y="186"/>
                  <a:pt x="757" y="190"/>
                  <a:pt x="757" y="195"/>
                </a:cubicBezTo>
                <a:cubicBezTo>
                  <a:pt x="757" y="200"/>
                  <a:pt x="753" y="204"/>
                  <a:pt x="748" y="204"/>
                </a:cubicBezTo>
                <a:cubicBezTo>
                  <a:pt x="743" y="204"/>
                  <a:pt x="739" y="200"/>
                  <a:pt x="739" y="195"/>
                </a:cubicBezTo>
                <a:close/>
              </a:path>
            </a:pathLst>
          </a:custGeom>
          <a:solidFill>
            <a:srgbClr val="44C8F5">
              <a:alpha val="5000"/>
            </a:srgbClr>
          </a:solidFill>
          <a:ln>
            <a:noFill/>
          </a:ln>
        </p:spPr>
        <p:txBody>
          <a:bodyPr vert="horz" wrap="square" lIns="93260" tIns="46630" rIns="93260" bIns="46630" numCol="1" anchor="t" anchorCtr="0" compatLnSpc="1">
            <a:prstTxWarp prst="textNoShape">
              <a:avLst/>
            </a:prstTxWarp>
          </a:bodyPr>
          <a:lstStyle/>
          <a:p>
            <a:endParaRPr lang="en-US" sz="1836" dirty="0"/>
          </a:p>
        </p:txBody>
      </p:sp>
      <p:sp>
        <p:nvSpPr>
          <p:cNvPr id="15" name="Title 14"/>
          <p:cNvSpPr>
            <a:spLocks noGrp="1"/>
          </p:cNvSpPr>
          <p:nvPr>
            <p:ph type="title"/>
          </p:nvPr>
        </p:nvSpPr>
        <p:spPr>
          <a:xfrm>
            <a:off x="747893" y="344555"/>
            <a:ext cx="10018831" cy="2021289"/>
          </a:xfrm>
        </p:spPr>
        <p:txBody>
          <a:bodyPr/>
          <a:lstStyle/>
          <a:p>
            <a:r>
              <a:rPr lang="en-US" dirty="0"/>
              <a:t>Azure can help safeguard your data and applications</a:t>
            </a:r>
          </a:p>
        </p:txBody>
      </p:sp>
      <p:sp>
        <p:nvSpPr>
          <p:cNvPr id="16" name="Content Placeholder 15"/>
          <p:cNvSpPr>
            <a:spLocks noGrp="1"/>
          </p:cNvSpPr>
          <p:nvPr>
            <p:ph idx="10"/>
          </p:nvPr>
        </p:nvSpPr>
        <p:spPr>
          <a:xfrm>
            <a:off x="698810" y="2365845"/>
            <a:ext cx="5813934" cy="4309632"/>
          </a:xfrm>
        </p:spPr>
        <p:txBody>
          <a:bodyPr>
            <a:normAutofit/>
          </a:bodyPr>
          <a:lstStyle/>
          <a:p>
            <a:pPr marL="64764">
              <a:spcAft>
                <a:spcPts val="1224"/>
              </a:spcAft>
            </a:pPr>
            <a:r>
              <a:rPr lang="en-US" sz="2448" dirty="0"/>
              <a:t>Azure-based disaster recovery solution </a:t>
            </a:r>
            <a:r>
              <a:rPr lang="en-US" sz="2448" b="1" dirty="0"/>
              <a:t>minimizes disruption impacts</a:t>
            </a:r>
          </a:p>
          <a:p>
            <a:pPr marL="64764">
              <a:spcAft>
                <a:spcPts val="1224"/>
              </a:spcAft>
            </a:pPr>
            <a:r>
              <a:rPr lang="en-US" sz="2448" dirty="0"/>
              <a:t>Recovery </a:t>
            </a:r>
            <a:r>
              <a:rPr lang="en-US" sz="2448" b="1" dirty="0"/>
              <a:t>within minutes</a:t>
            </a:r>
            <a:r>
              <a:rPr lang="en-US" sz="2448" dirty="0"/>
              <a:t>, with</a:t>
            </a:r>
            <a:br>
              <a:rPr lang="en-US" sz="2448" dirty="0"/>
            </a:br>
            <a:r>
              <a:rPr lang="en-US" sz="2448" b="1" dirty="0"/>
              <a:t>near-zero</a:t>
            </a:r>
            <a:r>
              <a:rPr lang="en-US" sz="2448" dirty="0"/>
              <a:t> data loss</a:t>
            </a:r>
          </a:p>
          <a:p>
            <a:pPr marL="64764">
              <a:spcAft>
                <a:spcPts val="1224"/>
              </a:spcAft>
            </a:pPr>
            <a:r>
              <a:rPr lang="en-US" sz="2448" dirty="0"/>
              <a:t>We handle disaster recovery complexity, so you can focus on other priorities</a:t>
            </a:r>
          </a:p>
          <a:p>
            <a:pPr marL="64764">
              <a:spcAft>
                <a:spcPts val="1224"/>
              </a:spcAft>
            </a:pPr>
            <a:r>
              <a:rPr lang="en-US" sz="2448" dirty="0"/>
              <a:t>Solution supports heterogeneous/ hybrid hosted IT environments</a:t>
            </a:r>
          </a:p>
        </p:txBody>
      </p:sp>
      <p:pic>
        <p:nvPicPr>
          <p:cNvPr id="6" name="Picture 5"/>
          <p:cNvPicPr>
            <a:picLocks noChangeAspect="1"/>
          </p:cNvPicPr>
          <p:nvPr/>
        </p:nvPicPr>
        <p:blipFill>
          <a:blip r:embed="rId3"/>
          <a:stretch>
            <a:fillRect/>
          </a:stretch>
        </p:blipFill>
        <p:spPr>
          <a:xfrm>
            <a:off x="9973885" y="3135145"/>
            <a:ext cx="1949190" cy="803483"/>
          </a:xfrm>
          <a:prstGeom prst="rect">
            <a:avLst/>
          </a:prstGeom>
        </p:spPr>
      </p:pic>
      <p:pic>
        <p:nvPicPr>
          <p:cNvPr id="7" name="Picture 6"/>
          <p:cNvPicPr>
            <a:picLocks noChangeAspect="1"/>
          </p:cNvPicPr>
          <p:nvPr/>
        </p:nvPicPr>
        <p:blipFill>
          <a:blip r:embed="rId4"/>
          <a:stretch>
            <a:fillRect/>
          </a:stretch>
        </p:blipFill>
        <p:spPr>
          <a:xfrm>
            <a:off x="7561045" y="3896545"/>
            <a:ext cx="1038577" cy="587616"/>
          </a:xfrm>
          <a:prstGeom prst="rect">
            <a:avLst/>
          </a:prstGeom>
        </p:spPr>
      </p:pic>
      <p:pic>
        <p:nvPicPr>
          <p:cNvPr id="8" name="Picture 7"/>
          <p:cNvPicPr>
            <a:picLocks noChangeAspect="1"/>
          </p:cNvPicPr>
          <p:nvPr/>
        </p:nvPicPr>
        <p:blipFill>
          <a:blip r:embed="rId5"/>
          <a:stretch>
            <a:fillRect/>
          </a:stretch>
        </p:blipFill>
        <p:spPr>
          <a:xfrm>
            <a:off x="9117729" y="4869252"/>
            <a:ext cx="929391" cy="504854"/>
          </a:xfrm>
          <a:prstGeom prst="rect">
            <a:avLst/>
          </a:prstGeom>
        </p:spPr>
      </p:pic>
      <p:grpSp>
        <p:nvGrpSpPr>
          <p:cNvPr id="3" name="Group 4"/>
          <p:cNvGrpSpPr>
            <a:grpSpLocks noChangeAspect="1"/>
          </p:cNvGrpSpPr>
          <p:nvPr/>
        </p:nvGrpSpPr>
        <p:grpSpPr bwMode="auto">
          <a:xfrm>
            <a:off x="6351989" y="4520660"/>
            <a:ext cx="6083605" cy="2486559"/>
            <a:chOff x="-1906" y="-677"/>
            <a:chExt cx="7834" cy="3202"/>
          </a:xfrm>
        </p:grpSpPr>
        <p:sp>
          <p:nvSpPr>
            <p:cNvPr id="4" name="AutoShape 3"/>
            <p:cNvSpPr>
              <a:spLocks noChangeAspect="1" noChangeArrowheads="1" noTextEdit="1"/>
            </p:cNvSpPr>
            <p:nvPr/>
          </p:nvSpPr>
          <p:spPr bwMode="auto">
            <a:xfrm>
              <a:off x="-1906" y="-677"/>
              <a:ext cx="7834" cy="3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grpSp>
          <p:nvGrpSpPr>
            <p:cNvPr id="5" name="Group 205"/>
            <p:cNvGrpSpPr>
              <a:grpSpLocks/>
            </p:cNvGrpSpPr>
            <p:nvPr/>
          </p:nvGrpSpPr>
          <p:grpSpPr bwMode="auto">
            <a:xfrm>
              <a:off x="-1903" y="-410"/>
              <a:ext cx="7648" cy="2932"/>
              <a:chOff x="-1903" y="-410"/>
              <a:chExt cx="7648" cy="2932"/>
            </a:xfrm>
          </p:grpSpPr>
          <p:sp>
            <p:nvSpPr>
              <p:cNvPr id="40" name="Rectangle 9"/>
              <p:cNvSpPr>
                <a:spLocks noChangeArrowheads="1"/>
              </p:cNvSpPr>
              <p:nvPr/>
            </p:nvSpPr>
            <p:spPr bwMode="auto">
              <a:xfrm>
                <a:off x="972" y="1051"/>
                <a:ext cx="737" cy="1471"/>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41" name="Rectangle 10"/>
              <p:cNvSpPr>
                <a:spLocks noChangeArrowheads="1"/>
              </p:cNvSpPr>
              <p:nvPr/>
            </p:nvSpPr>
            <p:spPr bwMode="auto">
              <a:xfrm>
                <a:off x="1551" y="1155"/>
                <a:ext cx="59"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42" name="Rectangle 11"/>
              <p:cNvSpPr>
                <a:spLocks noChangeArrowheads="1"/>
              </p:cNvSpPr>
              <p:nvPr/>
            </p:nvSpPr>
            <p:spPr bwMode="auto">
              <a:xfrm>
                <a:off x="1390" y="1155"/>
                <a:ext cx="60"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43" name="Rectangle 12"/>
              <p:cNvSpPr>
                <a:spLocks noChangeArrowheads="1"/>
              </p:cNvSpPr>
              <p:nvPr/>
            </p:nvSpPr>
            <p:spPr bwMode="auto">
              <a:xfrm>
                <a:off x="1230" y="1155"/>
                <a:ext cx="61"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44" name="Rectangle 13"/>
              <p:cNvSpPr>
                <a:spLocks noChangeArrowheads="1"/>
              </p:cNvSpPr>
              <p:nvPr/>
            </p:nvSpPr>
            <p:spPr bwMode="auto">
              <a:xfrm>
                <a:off x="1071" y="1155"/>
                <a:ext cx="60"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45" name="Rectangle 14"/>
              <p:cNvSpPr>
                <a:spLocks noChangeArrowheads="1"/>
              </p:cNvSpPr>
              <p:nvPr/>
            </p:nvSpPr>
            <p:spPr bwMode="auto">
              <a:xfrm>
                <a:off x="1551" y="1316"/>
                <a:ext cx="59"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46" name="Rectangle 15"/>
              <p:cNvSpPr>
                <a:spLocks noChangeArrowheads="1"/>
              </p:cNvSpPr>
              <p:nvPr/>
            </p:nvSpPr>
            <p:spPr bwMode="auto">
              <a:xfrm>
                <a:off x="1390" y="1316"/>
                <a:ext cx="60"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47" name="Rectangle 16"/>
              <p:cNvSpPr>
                <a:spLocks noChangeArrowheads="1"/>
              </p:cNvSpPr>
              <p:nvPr/>
            </p:nvSpPr>
            <p:spPr bwMode="auto">
              <a:xfrm>
                <a:off x="1230" y="1316"/>
                <a:ext cx="61"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48" name="Rectangle 17"/>
              <p:cNvSpPr>
                <a:spLocks noChangeArrowheads="1"/>
              </p:cNvSpPr>
              <p:nvPr/>
            </p:nvSpPr>
            <p:spPr bwMode="auto">
              <a:xfrm>
                <a:off x="1071" y="1316"/>
                <a:ext cx="60"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49" name="Rectangle 18"/>
              <p:cNvSpPr>
                <a:spLocks noChangeArrowheads="1"/>
              </p:cNvSpPr>
              <p:nvPr/>
            </p:nvSpPr>
            <p:spPr bwMode="auto">
              <a:xfrm>
                <a:off x="1551" y="1477"/>
                <a:ext cx="59"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0" name="Rectangle 19"/>
              <p:cNvSpPr>
                <a:spLocks noChangeArrowheads="1"/>
              </p:cNvSpPr>
              <p:nvPr/>
            </p:nvSpPr>
            <p:spPr bwMode="auto">
              <a:xfrm>
                <a:off x="1390" y="1477"/>
                <a:ext cx="60"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1" name="Rectangle 20"/>
              <p:cNvSpPr>
                <a:spLocks noChangeArrowheads="1"/>
              </p:cNvSpPr>
              <p:nvPr/>
            </p:nvSpPr>
            <p:spPr bwMode="auto">
              <a:xfrm>
                <a:off x="1230" y="1477"/>
                <a:ext cx="61"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2" name="Rectangle 21"/>
              <p:cNvSpPr>
                <a:spLocks noChangeArrowheads="1"/>
              </p:cNvSpPr>
              <p:nvPr/>
            </p:nvSpPr>
            <p:spPr bwMode="auto">
              <a:xfrm>
                <a:off x="1071" y="1477"/>
                <a:ext cx="60"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3" name="Rectangle 22"/>
              <p:cNvSpPr>
                <a:spLocks noChangeArrowheads="1"/>
              </p:cNvSpPr>
              <p:nvPr/>
            </p:nvSpPr>
            <p:spPr bwMode="auto">
              <a:xfrm>
                <a:off x="1551" y="1638"/>
                <a:ext cx="59"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4" name="Rectangle 23"/>
              <p:cNvSpPr>
                <a:spLocks noChangeArrowheads="1"/>
              </p:cNvSpPr>
              <p:nvPr/>
            </p:nvSpPr>
            <p:spPr bwMode="auto">
              <a:xfrm>
                <a:off x="1390" y="1638"/>
                <a:ext cx="60"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5" name="Rectangle 24"/>
              <p:cNvSpPr>
                <a:spLocks noChangeArrowheads="1"/>
              </p:cNvSpPr>
              <p:nvPr/>
            </p:nvSpPr>
            <p:spPr bwMode="auto">
              <a:xfrm>
                <a:off x="1230" y="1638"/>
                <a:ext cx="61"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6" name="Rectangle 25"/>
              <p:cNvSpPr>
                <a:spLocks noChangeArrowheads="1"/>
              </p:cNvSpPr>
              <p:nvPr/>
            </p:nvSpPr>
            <p:spPr bwMode="auto">
              <a:xfrm>
                <a:off x="1071" y="1638"/>
                <a:ext cx="60"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7" name="Rectangle 26"/>
              <p:cNvSpPr>
                <a:spLocks noChangeArrowheads="1"/>
              </p:cNvSpPr>
              <p:nvPr/>
            </p:nvSpPr>
            <p:spPr bwMode="auto">
              <a:xfrm>
                <a:off x="1551" y="1799"/>
                <a:ext cx="59" cy="107"/>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8" name="Rectangle 27"/>
              <p:cNvSpPr>
                <a:spLocks noChangeArrowheads="1"/>
              </p:cNvSpPr>
              <p:nvPr/>
            </p:nvSpPr>
            <p:spPr bwMode="auto">
              <a:xfrm>
                <a:off x="1390" y="1799"/>
                <a:ext cx="60" cy="107"/>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59" name="Rectangle 28"/>
              <p:cNvSpPr>
                <a:spLocks noChangeArrowheads="1"/>
              </p:cNvSpPr>
              <p:nvPr/>
            </p:nvSpPr>
            <p:spPr bwMode="auto">
              <a:xfrm>
                <a:off x="1230" y="1799"/>
                <a:ext cx="61" cy="107"/>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0" name="Rectangle 29"/>
              <p:cNvSpPr>
                <a:spLocks noChangeArrowheads="1"/>
              </p:cNvSpPr>
              <p:nvPr/>
            </p:nvSpPr>
            <p:spPr bwMode="auto">
              <a:xfrm>
                <a:off x="1071" y="1799"/>
                <a:ext cx="60" cy="107"/>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1" name="Rectangle 30"/>
              <p:cNvSpPr>
                <a:spLocks noChangeArrowheads="1"/>
              </p:cNvSpPr>
              <p:nvPr/>
            </p:nvSpPr>
            <p:spPr bwMode="auto">
              <a:xfrm>
                <a:off x="1551" y="1958"/>
                <a:ext cx="59"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2" name="Rectangle 31"/>
              <p:cNvSpPr>
                <a:spLocks noChangeArrowheads="1"/>
              </p:cNvSpPr>
              <p:nvPr/>
            </p:nvSpPr>
            <p:spPr bwMode="auto">
              <a:xfrm>
                <a:off x="1390" y="1958"/>
                <a:ext cx="60"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3" name="Rectangle 32"/>
              <p:cNvSpPr>
                <a:spLocks noChangeArrowheads="1"/>
              </p:cNvSpPr>
              <p:nvPr/>
            </p:nvSpPr>
            <p:spPr bwMode="auto">
              <a:xfrm>
                <a:off x="1230" y="1958"/>
                <a:ext cx="61"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4" name="Rectangle 33"/>
              <p:cNvSpPr>
                <a:spLocks noChangeArrowheads="1"/>
              </p:cNvSpPr>
              <p:nvPr/>
            </p:nvSpPr>
            <p:spPr bwMode="auto">
              <a:xfrm>
                <a:off x="1071" y="1958"/>
                <a:ext cx="60"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5" name="Rectangle 34"/>
              <p:cNvSpPr>
                <a:spLocks noChangeArrowheads="1"/>
              </p:cNvSpPr>
              <p:nvPr/>
            </p:nvSpPr>
            <p:spPr bwMode="auto">
              <a:xfrm>
                <a:off x="1551" y="2119"/>
                <a:ext cx="59"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6" name="Rectangle 35"/>
              <p:cNvSpPr>
                <a:spLocks noChangeArrowheads="1"/>
              </p:cNvSpPr>
              <p:nvPr/>
            </p:nvSpPr>
            <p:spPr bwMode="auto">
              <a:xfrm>
                <a:off x="1390" y="2119"/>
                <a:ext cx="60"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7" name="Rectangle 36"/>
              <p:cNvSpPr>
                <a:spLocks noChangeArrowheads="1"/>
              </p:cNvSpPr>
              <p:nvPr/>
            </p:nvSpPr>
            <p:spPr bwMode="auto">
              <a:xfrm>
                <a:off x="1230" y="2119"/>
                <a:ext cx="61"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8" name="Rectangle 37"/>
              <p:cNvSpPr>
                <a:spLocks noChangeArrowheads="1"/>
              </p:cNvSpPr>
              <p:nvPr/>
            </p:nvSpPr>
            <p:spPr bwMode="auto">
              <a:xfrm>
                <a:off x="1071" y="2119"/>
                <a:ext cx="60"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69" name="Rectangle 38"/>
              <p:cNvSpPr>
                <a:spLocks noChangeArrowheads="1"/>
              </p:cNvSpPr>
              <p:nvPr/>
            </p:nvSpPr>
            <p:spPr bwMode="auto">
              <a:xfrm>
                <a:off x="1551" y="2280"/>
                <a:ext cx="59"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0" name="Rectangle 39"/>
              <p:cNvSpPr>
                <a:spLocks noChangeArrowheads="1"/>
              </p:cNvSpPr>
              <p:nvPr/>
            </p:nvSpPr>
            <p:spPr bwMode="auto">
              <a:xfrm>
                <a:off x="1390" y="2280"/>
                <a:ext cx="60"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1" name="Rectangle 40"/>
              <p:cNvSpPr>
                <a:spLocks noChangeArrowheads="1"/>
              </p:cNvSpPr>
              <p:nvPr/>
            </p:nvSpPr>
            <p:spPr bwMode="auto">
              <a:xfrm>
                <a:off x="1230" y="2280"/>
                <a:ext cx="61"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2" name="Rectangle 41"/>
              <p:cNvSpPr>
                <a:spLocks noChangeArrowheads="1"/>
              </p:cNvSpPr>
              <p:nvPr/>
            </p:nvSpPr>
            <p:spPr bwMode="auto">
              <a:xfrm>
                <a:off x="1071" y="2280"/>
                <a:ext cx="60"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3" name="Rectangle 42"/>
              <p:cNvSpPr>
                <a:spLocks noChangeArrowheads="1"/>
              </p:cNvSpPr>
              <p:nvPr/>
            </p:nvSpPr>
            <p:spPr bwMode="auto">
              <a:xfrm>
                <a:off x="-603" y="1772"/>
                <a:ext cx="431" cy="750"/>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4" name="Rectangle 43"/>
              <p:cNvSpPr>
                <a:spLocks noChangeArrowheads="1"/>
              </p:cNvSpPr>
              <p:nvPr/>
            </p:nvSpPr>
            <p:spPr bwMode="auto">
              <a:xfrm>
                <a:off x="668" y="1371"/>
                <a:ext cx="428" cy="1151"/>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5" name="Rectangle 44"/>
              <p:cNvSpPr>
                <a:spLocks noChangeArrowheads="1"/>
              </p:cNvSpPr>
              <p:nvPr/>
            </p:nvSpPr>
            <p:spPr bwMode="auto">
              <a:xfrm>
                <a:off x="-360" y="1376"/>
                <a:ext cx="722" cy="577"/>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6" name="Freeform 45"/>
              <p:cNvSpPr>
                <a:spLocks/>
              </p:cNvSpPr>
              <p:nvPr/>
            </p:nvSpPr>
            <p:spPr bwMode="auto">
              <a:xfrm>
                <a:off x="55" y="321"/>
                <a:ext cx="613" cy="2201"/>
              </a:xfrm>
              <a:custGeom>
                <a:avLst/>
                <a:gdLst>
                  <a:gd name="T0" fmla="*/ 0 w 613"/>
                  <a:gd name="T1" fmla="*/ 0 h 2201"/>
                  <a:gd name="T2" fmla="*/ 613 w 613"/>
                  <a:gd name="T3" fmla="*/ 0 h 2201"/>
                  <a:gd name="T4" fmla="*/ 613 w 613"/>
                  <a:gd name="T5" fmla="*/ 2201 h 2201"/>
                  <a:gd name="T6" fmla="*/ 0 w 613"/>
                  <a:gd name="T7" fmla="*/ 2201 h 2201"/>
                  <a:gd name="T8" fmla="*/ 0 w 613"/>
                  <a:gd name="T9" fmla="*/ 1434 h 2201"/>
                  <a:gd name="T10" fmla="*/ 0 w 613"/>
                  <a:gd name="T11" fmla="*/ 0 h 2201"/>
                </a:gdLst>
                <a:ahLst/>
                <a:cxnLst>
                  <a:cxn ang="0">
                    <a:pos x="T0" y="T1"/>
                  </a:cxn>
                  <a:cxn ang="0">
                    <a:pos x="T2" y="T3"/>
                  </a:cxn>
                  <a:cxn ang="0">
                    <a:pos x="T4" y="T5"/>
                  </a:cxn>
                  <a:cxn ang="0">
                    <a:pos x="T6" y="T7"/>
                  </a:cxn>
                  <a:cxn ang="0">
                    <a:pos x="T8" y="T9"/>
                  </a:cxn>
                  <a:cxn ang="0">
                    <a:pos x="T10" y="T11"/>
                  </a:cxn>
                </a:cxnLst>
                <a:rect l="0" t="0" r="r" b="b"/>
                <a:pathLst>
                  <a:path w="613" h="2201">
                    <a:moveTo>
                      <a:pt x="0" y="0"/>
                    </a:moveTo>
                    <a:lnTo>
                      <a:pt x="613" y="0"/>
                    </a:lnTo>
                    <a:lnTo>
                      <a:pt x="613" y="2201"/>
                    </a:lnTo>
                    <a:lnTo>
                      <a:pt x="0" y="2201"/>
                    </a:lnTo>
                    <a:lnTo>
                      <a:pt x="0" y="1434"/>
                    </a:lnTo>
                    <a:lnTo>
                      <a:pt x="0" y="0"/>
                    </a:lnTo>
                    <a:close/>
                  </a:path>
                </a:pathLst>
              </a:custGeom>
              <a:solidFill>
                <a:srgbClr val="4BC1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7" name="Freeform 46"/>
              <p:cNvSpPr>
                <a:spLocks/>
              </p:cNvSpPr>
              <p:nvPr/>
            </p:nvSpPr>
            <p:spPr bwMode="auto">
              <a:xfrm>
                <a:off x="-360" y="1383"/>
                <a:ext cx="415" cy="1139"/>
              </a:xfrm>
              <a:custGeom>
                <a:avLst/>
                <a:gdLst>
                  <a:gd name="T0" fmla="*/ 0 w 415"/>
                  <a:gd name="T1" fmla="*/ 570 h 1139"/>
                  <a:gd name="T2" fmla="*/ 0 w 415"/>
                  <a:gd name="T3" fmla="*/ 1139 h 1139"/>
                  <a:gd name="T4" fmla="*/ 415 w 415"/>
                  <a:gd name="T5" fmla="*/ 1139 h 1139"/>
                  <a:gd name="T6" fmla="*/ 415 w 415"/>
                  <a:gd name="T7" fmla="*/ 0 h 1139"/>
                  <a:gd name="T8" fmla="*/ 0 w 415"/>
                  <a:gd name="T9" fmla="*/ 570 h 1139"/>
                </a:gdLst>
                <a:ahLst/>
                <a:cxnLst>
                  <a:cxn ang="0">
                    <a:pos x="T0" y="T1"/>
                  </a:cxn>
                  <a:cxn ang="0">
                    <a:pos x="T2" y="T3"/>
                  </a:cxn>
                  <a:cxn ang="0">
                    <a:pos x="T4" y="T5"/>
                  </a:cxn>
                  <a:cxn ang="0">
                    <a:pos x="T6" y="T7"/>
                  </a:cxn>
                  <a:cxn ang="0">
                    <a:pos x="T8" y="T9"/>
                  </a:cxn>
                </a:cxnLst>
                <a:rect l="0" t="0" r="r" b="b"/>
                <a:pathLst>
                  <a:path w="415" h="1139">
                    <a:moveTo>
                      <a:pt x="0" y="570"/>
                    </a:moveTo>
                    <a:lnTo>
                      <a:pt x="0" y="1139"/>
                    </a:lnTo>
                    <a:lnTo>
                      <a:pt x="415" y="1139"/>
                    </a:lnTo>
                    <a:lnTo>
                      <a:pt x="415" y="0"/>
                    </a:lnTo>
                    <a:lnTo>
                      <a:pt x="0" y="570"/>
                    </a:lnTo>
                    <a:close/>
                  </a:path>
                </a:pathLst>
              </a:custGeom>
              <a:solidFill>
                <a:srgbClr val="0082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8" name="Rectangle 47"/>
              <p:cNvSpPr>
                <a:spLocks noChangeArrowheads="1"/>
              </p:cNvSpPr>
              <p:nvPr/>
            </p:nvSpPr>
            <p:spPr bwMode="auto">
              <a:xfrm>
                <a:off x="132" y="442"/>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79" name="Rectangle 48"/>
              <p:cNvSpPr>
                <a:spLocks noChangeArrowheads="1"/>
              </p:cNvSpPr>
              <p:nvPr/>
            </p:nvSpPr>
            <p:spPr bwMode="auto">
              <a:xfrm>
                <a:off x="265" y="442"/>
                <a:ext cx="60"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0" name="Rectangle 49"/>
              <p:cNvSpPr>
                <a:spLocks noChangeArrowheads="1"/>
              </p:cNvSpPr>
              <p:nvPr/>
            </p:nvSpPr>
            <p:spPr bwMode="auto">
              <a:xfrm>
                <a:off x="396" y="442"/>
                <a:ext cx="62"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1" name="Rectangle 50"/>
              <p:cNvSpPr>
                <a:spLocks noChangeArrowheads="1"/>
              </p:cNvSpPr>
              <p:nvPr/>
            </p:nvSpPr>
            <p:spPr bwMode="auto">
              <a:xfrm>
                <a:off x="530" y="442"/>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2" name="Rectangle 51"/>
              <p:cNvSpPr>
                <a:spLocks noChangeArrowheads="1"/>
              </p:cNvSpPr>
              <p:nvPr/>
            </p:nvSpPr>
            <p:spPr bwMode="auto">
              <a:xfrm>
                <a:off x="132" y="616"/>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3" name="Rectangle 52"/>
              <p:cNvSpPr>
                <a:spLocks noChangeArrowheads="1"/>
              </p:cNvSpPr>
              <p:nvPr/>
            </p:nvSpPr>
            <p:spPr bwMode="auto">
              <a:xfrm>
                <a:off x="265" y="616"/>
                <a:ext cx="60"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4" name="Rectangle 53"/>
              <p:cNvSpPr>
                <a:spLocks noChangeArrowheads="1"/>
              </p:cNvSpPr>
              <p:nvPr/>
            </p:nvSpPr>
            <p:spPr bwMode="auto">
              <a:xfrm>
                <a:off x="396" y="616"/>
                <a:ext cx="62"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5" name="Rectangle 54"/>
              <p:cNvSpPr>
                <a:spLocks noChangeArrowheads="1"/>
              </p:cNvSpPr>
              <p:nvPr/>
            </p:nvSpPr>
            <p:spPr bwMode="auto">
              <a:xfrm>
                <a:off x="530" y="616"/>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6" name="Rectangle 55"/>
              <p:cNvSpPr>
                <a:spLocks noChangeArrowheads="1"/>
              </p:cNvSpPr>
              <p:nvPr/>
            </p:nvSpPr>
            <p:spPr bwMode="auto">
              <a:xfrm>
                <a:off x="132" y="789"/>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7" name="Rectangle 56"/>
              <p:cNvSpPr>
                <a:spLocks noChangeArrowheads="1"/>
              </p:cNvSpPr>
              <p:nvPr/>
            </p:nvSpPr>
            <p:spPr bwMode="auto">
              <a:xfrm>
                <a:off x="265" y="789"/>
                <a:ext cx="60"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8" name="Rectangle 57"/>
              <p:cNvSpPr>
                <a:spLocks noChangeArrowheads="1"/>
              </p:cNvSpPr>
              <p:nvPr/>
            </p:nvSpPr>
            <p:spPr bwMode="auto">
              <a:xfrm>
                <a:off x="396" y="789"/>
                <a:ext cx="62"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89" name="Rectangle 58"/>
              <p:cNvSpPr>
                <a:spLocks noChangeArrowheads="1"/>
              </p:cNvSpPr>
              <p:nvPr/>
            </p:nvSpPr>
            <p:spPr bwMode="auto">
              <a:xfrm>
                <a:off x="530" y="789"/>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0" name="Rectangle 59"/>
              <p:cNvSpPr>
                <a:spLocks noChangeArrowheads="1"/>
              </p:cNvSpPr>
              <p:nvPr/>
            </p:nvSpPr>
            <p:spPr bwMode="auto">
              <a:xfrm>
                <a:off x="132" y="962"/>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1" name="Rectangle 60"/>
              <p:cNvSpPr>
                <a:spLocks noChangeArrowheads="1"/>
              </p:cNvSpPr>
              <p:nvPr/>
            </p:nvSpPr>
            <p:spPr bwMode="auto">
              <a:xfrm>
                <a:off x="265" y="962"/>
                <a:ext cx="60"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2" name="Rectangle 61"/>
              <p:cNvSpPr>
                <a:spLocks noChangeArrowheads="1"/>
              </p:cNvSpPr>
              <p:nvPr/>
            </p:nvSpPr>
            <p:spPr bwMode="auto">
              <a:xfrm>
                <a:off x="396" y="962"/>
                <a:ext cx="62"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3" name="Rectangle 62"/>
              <p:cNvSpPr>
                <a:spLocks noChangeArrowheads="1"/>
              </p:cNvSpPr>
              <p:nvPr/>
            </p:nvSpPr>
            <p:spPr bwMode="auto">
              <a:xfrm>
                <a:off x="530" y="962"/>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4" name="Rectangle 63"/>
              <p:cNvSpPr>
                <a:spLocks noChangeArrowheads="1"/>
              </p:cNvSpPr>
              <p:nvPr/>
            </p:nvSpPr>
            <p:spPr bwMode="auto">
              <a:xfrm>
                <a:off x="132" y="1136"/>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5" name="Rectangle 64"/>
              <p:cNvSpPr>
                <a:spLocks noChangeArrowheads="1"/>
              </p:cNvSpPr>
              <p:nvPr/>
            </p:nvSpPr>
            <p:spPr bwMode="auto">
              <a:xfrm>
                <a:off x="265" y="1136"/>
                <a:ext cx="60"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6" name="Rectangle 65"/>
              <p:cNvSpPr>
                <a:spLocks noChangeArrowheads="1"/>
              </p:cNvSpPr>
              <p:nvPr/>
            </p:nvSpPr>
            <p:spPr bwMode="auto">
              <a:xfrm>
                <a:off x="396" y="1136"/>
                <a:ext cx="62"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7" name="Rectangle 66"/>
              <p:cNvSpPr>
                <a:spLocks noChangeArrowheads="1"/>
              </p:cNvSpPr>
              <p:nvPr/>
            </p:nvSpPr>
            <p:spPr bwMode="auto">
              <a:xfrm>
                <a:off x="530" y="1136"/>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8" name="Rectangle 67"/>
              <p:cNvSpPr>
                <a:spLocks noChangeArrowheads="1"/>
              </p:cNvSpPr>
              <p:nvPr/>
            </p:nvSpPr>
            <p:spPr bwMode="auto">
              <a:xfrm>
                <a:off x="132" y="1307"/>
                <a:ext cx="59"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99" name="Rectangle 68"/>
              <p:cNvSpPr>
                <a:spLocks noChangeArrowheads="1"/>
              </p:cNvSpPr>
              <p:nvPr/>
            </p:nvSpPr>
            <p:spPr bwMode="auto">
              <a:xfrm>
                <a:off x="265" y="1307"/>
                <a:ext cx="60"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0" name="Rectangle 69"/>
              <p:cNvSpPr>
                <a:spLocks noChangeArrowheads="1"/>
              </p:cNvSpPr>
              <p:nvPr/>
            </p:nvSpPr>
            <p:spPr bwMode="auto">
              <a:xfrm>
                <a:off x="396" y="1307"/>
                <a:ext cx="62"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1" name="Rectangle 70"/>
              <p:cNvSpPr>
                <a:spLocks noChangeArrowheads="1"/>
              </p:cNvSpPr>
              <p:nvPr/>
            </p:nvSpPr>
            <p:spPr bwMode="auto">
              <a:xfrm>
                <a:off x="530" y="1307"/>
                <a:ext cx="59"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2" name="Rectangle 71"/>
              <p:cNvSpPr>
                <a:spLocks noChangeArrowheads="1"/>
              </p:cNvSpPr>
              <p:nvPr/>
            </p:nvSpPr>
            <p:spPr bwMode="auto">
              <a:xfrm>
                <a:off x="132" y="1480"/>
                <a:ext cx="59"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3" name="Rectangle 72"/>
              <p:cNvSpPr>
                <a:spLocks noChangeArrowheads="1"/>
              </p:cNvSpPr>
              <p:nvPr/>
            </p:nvSpPr>
            <p:spPr bwMode="auto">
              <a:xfrm>
                <a:off x="265" y="1480"/>
                <a:ext cx="60"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4" name="Rectangle 73"/>
              <p:cNvSpPr>
                <a:spLocks noChangeArrowheads="1"/>
              </p:cNvSpPr>
              <p:nvPr/>
            </p:nvSpPr>
            <p:spPr bwMode="auto">
              <a:xfrm>
                <a:off x="396" y="1480"/>
                <a:ext cx="62"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5" name="Rectangle 74"/>
              <p:cNvSpPr>
                <a:spLocks noChangeArrowheads="1"/>
              </p:cNvSpPr>
              <p:nvPr/>
            </p:nvSpPr>
            <p:spPr bwMode="auto">
              <a:xfrm>
                <a:off x="530" y="1480"/>
                <a:ext cx="59"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6" name="Rectangle 75"/>
              <p:cNvSpPr>
                <a:spLocks noChangeArrowheads="1"/>
              </p:cNvSpPr>
              <p:nvPr/>
            </p:nvSpPr>
            <p:spPr bwMode="auto">
              <a:xfrm>
                <a:off x="132" y="1817"/>
                <a:ext cx="59"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7" name="Rectangle 76"/>
              <p:cNvSpPr>
                <a:spLocks noChangeArrowheads="1"/>
              </p:cNvSpPr>
              <p:nvPr/>
            </p:nvSpPr>
            <p:spPr bwMode="auto">
              <a:xfrm>
                <a:off x="265" y="1817"/>
                <a:ext cx="60"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8" name="Rectangle 77"/>
              <p:cNvSpPr>
                <a:spLocks noChangeArrowheads="1"/>
              </p:cNvSpPr>
              <p:nvPr/>
            </p:nvSpPr>
            <p:spPr bwMode="auto">
              <a:xfrm>
                <a:off x="396" y="1817"/>
                <a:ext cx="62"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09" name="Rectangle 78"/>
              <p:cNvSpPr>
                <a:spLocks noChangeArrowheads="1"/>
              </p:cNvSpPr>
              <p:nvPr/>
            </p:nvSpPr>
            <p:spPr bwMode="auto">
              <a:xfrm>
                <a:off x="530" y="1817"/>
                <a:ext cx="59"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0" name="Rectangle 79"/>
              <p:cNvSpPr>
                <a:spLocks noChangeArrowheads="1"/>
              </p:cNvSpPr>
              <p:nvPr/>
            </p:nvSpPr>
            <p:spPr bwMode="auto">
              <a:xfrm>
                <a:off x="132" y="1641"/>
                <a:ext cx="59"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1" name="Rectangle 80"/>
              <p:cNvSpPr>
                <a:spLocks noChangeArrowheads="1"/>
              </p:cNvSpPr>
              <p:nvPr/>
            </p:nvSpPr>
            <p:spPr bwMode="auto">
              <a:xfrm>
                <a:off x="265" y="1641"/>
                <a:ext cx="60"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2" name="Rectangle 81"/>
              <p:cNvSpPr>
                <a:spLocks noChangeArrowheads="1"/>
              </p:cNvSpPr>
              <p:nvPr/>
            </p:nvSpPr>
            <p:spPr bwMode="auto">
              <a:xfrm>
                <a:off x="396" y="1641"/>
                <a:ext cx="62"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3" name="Rectangle 82"/>
              <p:cNvSpPr>
                <a:spLocks noChangeArrowheads="1"/>
              </p:cNvSpPr>
              <p:nvPr/>
            </p:nvSpPr>
            <p:spPr bwMode="auto">
              <a:xfrm>
                <a:off x="530" y="1641"/>
                <a:ext cx="59"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4" name="Rectangle 83"/>
              <p:cNvSpPr>
                <a:spLocks noChangeArrowheads="1"/>
              </p:cNvSpPr>
              <p:nvPr/>
            </p:nvSpPr>
            <p:spPr bwMode="auto">
              <a:xfrm>
                <a:off x="132" y="1995"/>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5" name="Rectangle 84"/>
              <p:cNvSpPr>
                <a:spLocks noChangeArrowheads="1"/>
              </p:cNvSpPr>
              <p:nvPr/>
            </p:nvSpPr>
            <p:spPr bwMode="auto">
              <a:xfrm>
                <a:off x="265" y="1995"/>
                <a:ext cx="60"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6" name="Rectangle 85"/>
              <p:cNvSpPr>
                <a:spLocks noChangeArrowheads="1"/>
              </p:cNvSpPr>
              <p:nvPr/>
            </p:nvSpPr>
            <p:spPr bwMode="auto">
              <a:xfrm>
                <a:off x="396" y="1995"/>
                <a:ext cx="62"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7" name="Rectangle 86"/>
              <p:cNvSpPr>
                <a:spLocks noChangeArrowheads="1"/>
              </p:cNvSpPr>
              <p:nvPr/>
            </p:nvSpPr>
            <p:spPr bwMode="auto">
              <a:xfrm>
                <a:off x="530" y="1995"/>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8" name="Rectangle 87"/>
              <p:cNvSpPr>
                <a:spLocks noChangeArrowheads="1"/>
              </p:cNvSpPr>
              <p:nvPr/>
            </p:nvSpPr>
            <p:spPr bwMode="auto">
              <a:xfrm>
                <a:off x="132" y="2171"/>
                <a:ext cx="59"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19" name="Rectangle 88"/>
              <p:cNvSpPr>
                <a:spLocks noChangeArrowheads="1"/>
              </p:cNvSpPr>
              <p:nvPr/>
            </p:nvSpPr>
            <p:spPr bwMode="auto">
              <a:xfrm>
                <a:off x="265" y="2171"/>
                <a:ext cx="60"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0" name="Rectangle 89"/>
              <p:cNvSpPr>
                <a:spLocks noChangeArrowheads="1"/>
              </p:cNvSpPr>
              <p:nvPr/>
            </p:nvSpPr>
            <p:spPr bwMode="auto">
              <a:xfrm>
                <a:off x="396" y="2171"/>
                <a:ext cx="62" cy="114"/>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1" name="Rectangle 90"/>
              <p:cNvSpPr>
                <a:spLocks noChangeArrowheads="1"/>
              </p:cNvSpPr>
              <p:nvPr/>
            </p:nvSpPr>
            <p:spPr bwMode="auto">
              <a:xfrm>
                <a:off x="530" y="2171"/>
                <a:ext cx="59" cy="114"/>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2" name="Rectangle 91"/>
              <p:cNvSpPr>
                <a:spLocks noChangeArrowheads="1"/>
              </p:cNvSpPr>
              <p:nvPr/>
            </p:nvSpPr>
            <p:spPr bwMode="auto">
              <a:xfrm>
                <a:off x="132" y="2347"/>
                <a:ext cx="59" cy="116"/>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3" name="Rectangle 92"/>
              <p:cNvSpPr>
                <a:spLocks noChangeArrowheads="1"/>
              </p:cNvSpPr>
              <p:nvPr/>
            </p:nvSpPr>
            <p:spPr bwMode="auto">
              <a:xfrm>
                <a:off x="265" y="2347"/>
                <a:ext cx="60" cy="116"/>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4" name="Rectangle 93"/>
              <p:cNvSpPr>
                <a:spLocks noChangeArrowheads="1"/>
              </p:cNvSpPr>
              <p:nvPr/>
            </p:nvSpPr>
            <p:spPr bwMode="auto">
              <a:xfrm>
                <a:off x="396" y="2347"/>
                <a:ext cx="62" cy="116"/>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5" name="Rectangle 94"/>
              <p:cNvSpPr>
                <a:spLocks noChangeArrowheads="1"/>
              </p:cNvSpPr>
              <p:nvPr/>
            </p:nvSpPr>
            <p:spPr bwMode="auto">
              <a:xfrm>
                <a:off x="530" y="2347"/>
                <a:ext cx="59" cy="116"/>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6" name="Rectangle 95"/>
              <p:cNvSpPr>
                <a:spLocks noChangeArrowheads="1"/>
              </p:cNvSpPr>
              <p:nvPr/>
            </p:nvSpPr>
            <p:spPr bwMode="auto">
              <a:xfrm>
                <a:off x="-318" y="1480"/>
                <a:ext cx="61"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7" name="Rectangle 96"/>
              <p:cNvSpPr>
                <a:spLocks noChangeArrowheads="1"/>
              </p:cNvSpPr>
              <p:nvPr/>
            </p:nvSpPr>
            <p:spPr bwMode="auto">
              <a:xfrm>
                <a:off x="-185" y="1480"/>
                <a:ext cx="59"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8" name="Rectangle 97"/>
              <p:cNvSpPr>
                <a:spLocks noChangeArrowheads="1"/>
              </p:cNvSpPr>
              <p:nvPr/>
            </p:nvSpPr>
            <p:spPr bwMode="auto">
              <a:xfrm>
                <a:off x="-54" y="1480"/>
                <a:ext cx="62" cy="116"/>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9" name="Rectangle 98"/>
              <p:cNvSpPr>
                <a:spLocks noChangeArrowheads="1"/>
              </p:cNvSpPr>
              <p:nvPr/>
            </p:nvSpPr>
            <p:spPr bwMode="auto">
              <a:xfrm>
                <a:off x="-318" y="1653"/>
                <a:ext cx="61" cy="117"/>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0" name="Rectangle 99"/>
              <p:cNvSpPr>
                <a:spLocks noChangeArrowheads="1"/>
              </p:cNvSpPr>
              <p:nvPr/>
            </p:nvSpPr>
            <p:spPr bwMode="auto">
              <a:xfrm>
                <a:off x="-185" y="1653"/>
                <a:ext cx="59" cy="117"/>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1" name="Rectangle 100"/>
              <p:cNvSpPr>
                <a:spLocks noChangeArrowheads="1"/>
              </p:cNvSpPr>
              <p:nvPr/>
            </p:nvSpPr>
            <p:spPr bwMode="auto">
              <a:xfrm>
                <a:off x="-54" y="1653"/>
                <a:ext cx="62" cy="117"/>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2" name="Rectangle 101"/>
              <p:cNvSpPr>
                <a:spLocks noChangeArrowheads="1"/>
              </p:cNvSpPr>
              <p:nvPr/>
            </p:nvSpPr>
            <p:spPr bwMode="auto">
              <a:xfrm>
                <a:off x="-318" y="1814"/>
                <a:ext cx="61" cy="117"/>
              </a:xfrm>
              <a:prstGeom prst="rect">
                <a:avLst/>
              </a:prstGeom>
              <a:solidFill>
                <a:srgbClr val="00827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3" name="Rectangle 102"/>
              <p:cNvSpPr>
                <a:spLocks noChangeArrowheads="1"/>
              </p:cNvSpPr>
              <p:nvPr/>
            </p:nvSpPr>
            <p:spPr bwMode="auto">
              <a:xfrm>
                <a:off x="-185" y="1814"/>
                <a:ext cx="59" cy="117"/>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4" name="Rectangle 103"/>
              <p:cNvSpPr>
                <a:spLocks noChangeArrowheads="1"/>
              </p:cNvSpPr>
              <p:nvPr/>
            </p:nvSpPr>
            <p:spPr bwMode="auto">
              <a:xfrm>
                <a:off x="-54" y="1814"/>
                <a:ext cx="62" cy="117"/>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5" name="Rectangle 104"/>
              <p:cNvSpPr>
                <a:spLocks noChangeArrowheads="1"/>
              </p:cNvSpPr>
              <p:nvPr/>
            </p:nvSpPr>
            <p:spPr bwMode="auto">
              <a:xfrm>
                <a:off x="-318" y="1975"/>
                <a:ext cx="61"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6" name="Rectangle 105"/>
              <p:cNvSpPr>
                <a:spLocks noChangeArrowheads="1"/>
              </p:cNvSpPr>
              <p:nvPr/>
            </p:nvSpPr>
            <p:spPr bwMode="auto">
              <a:xfrm>
                <a:off x="-185" y="1975"/>
                <a:ext cx="59"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7" name="Rectangle 106"/>
              <p:cNvSpPr>
                <a:spLocks noChangeArrowheads="1"/>
              </p:cNvSpPr>
              <p:nvPr/>
            </p:nvSpPr>
            <p:spPr bwMode="auto">
              <a:xfrm>
                <a:off x="-54" y="1975"/>
                <a:ext cx="62"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8" name="Rectangle 107"/>
              <p:cNvSpPr>
                <a:spLocks noChangeArrowheads="1"/>
              </p:cNvSpPr>
              <p:nvPr/>
            </p:nvSpPr>
            <p:spPr bwMode="auto">
              <a:xfrm>
                <a:off x="-318" y="2136"/>
                <a:ext cx="61"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9" name="Rectangle 108"/>
              <p:cNvSpPr>
                <a:spLocks noChangeArrowheads="1"/>
              </p:cNvSpPr>
              <p:nvPr/>
            </p:nvSpPr>
            <p:spPr bwMode="auto">
              <a:xfrm>
                <a:off x="-185" y="2136"/>
                <a:ext cx="59"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0" name="Rectangle 109"/>
              <p:cNvSpPr>
                <a:spLocks noChangeArrowheads="1"/>
              </p:cNvSpPr>
              <p:nvPr/>
            </p:nvSpPr>
            <p:spPr bwMode="auto">
              <a:xfrm>
                <a:off x="-54" y="2136"/>
                <a:ext cx="62"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1" name="Rectangle 110"/>
              <p:cNvSpPr>
                <a:spLocks noChangeArrowheads="1"/>
              </p:cNvSpPr>
              <p:nvPr/>
            </p:nvSpPr>
            <p:spPr bwMode="auto">
              <a:xfrm>
                <a:off x="-318" y="2297"/>
                <a:ext cx="61"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2" name="Rectangle 111"/>
              <p:cNvSpPr>
                <a:spLocks noChangeArrowheads="1"/>
              </p:cNvSpPr>
              <p:nvPr/>
            </p:nvSpPr>
            <p:spPr bwMode="auto">
              <a:xfrm>
                <a:off x="-185" y="2297"/>
                <a:ext cx="59"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3" name="Rectangle 112"/>
              <p:cNvSpPr>
                <a:spLocks noChangeArrowheads="1"/>
              </p:cNvSpPr>
              <p:nvPr/>
            </p:nvSpPr>
            <p:spPr bwMode="auto">
              <a:xfrm>
                <a:off x="-54" y="2297"/>
                <a:ext cx="62"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4" name="Rectangle 113"/>
              <p:cNvSpPr>
                <a:spLocks noChangeArrowheads="1"/>
              </p:cNvSpPr>
              <p:nvPr/>
            </p:nvSpPr>
            <p:spPr bwMode="auto">
              <a:xfrm>
                <a:off x="396" y="207"/>
                <a:ext cx="193" cy="114"/>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5" name="Rectangle 114"/>
              <p:cNvSpPr>
                <a:spLocks noChangeArrowheads="1"/>
              </p:cNvSpPr>
              <p:nvPr/>
            </p:nvSpPr>
            <p:spPr bwMode="auto">
              <a:xfrm>
                <a:off x="191" y="135"/>
                <a:ext cx="40" cy="186"/>
              </a:xfrm>
              <a:prstGeom prst="rect">
                <a:avLst/>
              </a:prstGeom>
              <a:solidFill>
                <a:srgbClr val="4BC1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7" name="Rectangle 116"/>
              <p:cNvSpPr>
                <a:spLocks noChangeArrowheads="1"/>
              </p:cNvSpPr>
              <p:nvPr/>
            </p:nvSpPr>
            <p:spPr bwMode="auto">
              <a:xfrm>
                <a:off x="-1903" y="1428"/>
                <a:ext cx="242" cy="1094"/>
              </a:xfrm>
              <a:prstGeom prst="rect">
                <a:avLst/>
              </a:prstGeom>
              <a:solidFill>
                <a:srgbClr val="A7DA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8" name="Rectangle 117"/>
              <p:cNvSpPr>
                <a:spLocks noChangeArrowheads="1"/>
              </p:cNvSpPr>
              <p:nvPr/>
            </p:nvSpPr>
            <p:spPr bwMode="auto">
              <a:xfrm>
                <a:off x="-1785" y="804"/>
                <a:ext cx="477" cy="1718"/>
              </a:xfrm>
              <a:prstGeom prst="rect">
                <a:avLst/>
              </a:prstGeom>
              <a:solidFill>
                <a:srgbClr val="A7DA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9" name="Freeform 118"/>
              <p:cNvSpPr>
                <a:spLocks/>
              </p:cNvSpPr>
              <p:nvPr/>
            </p:nvSpPr>
            <p:spPr bwMode="auto">
              <a:xfrm>
                <a:off x="-1669" y="630"/>
                <a:ext cx="245" cy="174"/>
              </a:xfrm>
              <a:custGeom>
                <a:avLst/>
                <a:gdLst>
                  <a:gd name="T0" fmla="*/ 181 w 245"/>
                  <a:gd name="T1" fmla="*/ 0 h 174"/>
                  <a:gd name="T2" fmla="*/ 65 w 245"/>
                  <a:gd name="T3" fmla="*/ 0 h 174"/>
                  <a:gd name="T4" fmla="*/ 0 w 245"/>
                  <a:gd name="T5" fmla="*/ 174 h 174"/>
                  <a:gd name="T6" fmla="*/ 245 w 245"/>
                  <a:gd name="T7" fmla="*/ 174 h 174"/>
                  <a:gd name="T8" fmla="*/ 181 w 245"/>
                  <a:gd name="T9" fmla="*/ 0 h 174"/>
                </a:gdLst>
                <a:ahLst/>
                <a:cxnLst>
                  <a:cxn ang="0">
                    <a:pos x="T0" y="T1"/>
                  </a:cxn>
                  <a:cxn ang="0">
                    <a:pos x="T2" y="T3"/>
                  </a:cxn>
                  <a:cxn ang="0">
                    <a:pos x="T4" y="T5"/>
                  </a:cxn>
                  <a:cxn ang="0">
                    <a:pos x="T6" y="T7"/>
                  </a:cxn>
                  <a:cxn ang="0">
                    <a:pos x="T8" y="T9"/>
                  </a:cxn>
                </a:cxnLst>
                <a:rect l="0" t="0" r="r" b="b"/>
                <a:pathLst>
                  <a:path w="245" h="174">
                    <a:moveTo>
                      <a:pt x="181" y="0"/>
                    </a:moveTo>
                    <a:lnTo>
                      <a:pt x="65" y="0"/>
                    </a:lnTo>
                    <a:lnTo>
                      <a:pt x="0" y="174"/>
                    </a:lnTo>
                    <a:lnTo>
                      <a:pt x="245" y="174"/>
                    </a:lnTo>
                    <a:lnTo>
                      <a:pt x="181" y="0"/>
                    </a:lnTo>
                    <a:close/>
                  </a:path>
                </a:pathLst>
              </a:custGeom>
              <a:solidFill>
                <a:srgbClr val="A7DA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0" name="Rectangle 119"/>
              <p:cNvSpPr>
                <a:spLocks noChangeArrowheads="1"/>
              </p:cNvSpPr>
              <p:nvPr/>
            </p:nvSpPr>
            <p:spPr bwMode="auto">
              <a:xfrm>
                <a:off x="-1567" y="108"/>
                <a:ext cx="42" cy="599"/>
              </a:xfrm>
              <a:prstGeom prst="rect">
                <a:avLst/>
              </a:prstGeom>
              <a:solidFill>
                <a:srgbClr val="A7DA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1" name="Rectangle 120"/>
              <p:cNvSpPr>
                <a:spLocks noChangeArrowheads="1"/>
              </p:cNvSpPr>
              <p:nvPr/>
            </p:nvSpPr>
            <p:spPr bwMode="auto">
              <a:xfrm>
                <a:off x="-1723" y="861"/>
                <a:ext cx="49" cy="111"/>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2" name="Rectangle 121"/>
              <p:cNvSpPr>
                <a:spLocks noChangeArrowheads="1"/>
              </p:cNvSpPr>
              <p:nvPr/>
            </p:nvSpPr>
            <p:spPr bwMode="auto">
              <a:xfrm>
                <a:off x="-1622" y="861"/>
                <a:ext cx="50" cy="111"/>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3" name="Rectangle 122"/>
              <p:cNvSpPr>
                <a:spLocks noChangeArrowheads="1"/>
              </p:cNvSpPr>
              <p:nvPr/>
            </p:nvSpPr>
            <p:spPr bwMode="auto">
              <a:xfrm>
                <a:off x="-1520" y="861"/>
                <a:ext cx="49" cy="111"/>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4" name="Rectangle 123"/>
              <p:cNvSpPr>
                <a:spLocks noChangeArrowheads="1"/>
              </p:cNvSpPr>
              <p:nvPr/>
            </p:nvSpPr>
            <p:spPr bwMode="auto">
              <a:xfrm>
                <a:off x="-1419" y="861"/>
                <a:ext cx="50" cy="111"/>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5" name="Rectangle 124"/>
              <p:cNvSpPr>
                <a:spLocks noChangeArrowheads="1"/>
              </p:cNvSpPr>
              <p:nvPr/>
            </p:nvSpPr>
            <p:spPr bwMode="auto">
              <a:xfrm>
                <a:off x="-1723" y="1022"/>
                <a:ext cx="49" cy="111"/>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6" name="Rectangle 125"/>
              <p:cNvSpPr>
                <a:spLocks noChangeArrowheads="1"/>
              </p:cNvSpPr>
              <p:nvPr/>
            </p:nvSpPr>
            <p:spPr bwMode="auto">
              <a:xfrm>
                <a:off x="-1622" y="1022"/>
                <a:ext cx="50" cy="111"/>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7" name="Rectangle 126"/>
              <p:cNvSpPr>
                <a:spLocks noChangeArrowheads="1"/>
              </p:cNvSpPr>
              <p:nvPr/>
            </p:nvSpPr>
            <p:spPr bwMode="auto">
              <a:xfrm>
                <a:off x="-1520" y="1022"/>
                <a:ext cx="49" cy="111"/>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8" name="Rectangle 127"/>
              <p:cNvSpPr>
                <a:spLocks noChangeArrowheads="1"/>
              </p:cNvSpPr>
              <p:nvPr/>
            </p:nvSpPr>
            <p:spPr bwMode="auto">
              <a:xfrm>
                <a:off x="-1419" y="1022"/>
                <a:ext cx="50" cy="111"/>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59" name="Rectangle 128"/>
              <p:cNvSpPr>
                <a:spLocks noChangeArrowheads="1"/>
              </p:cNvSpPr>
              <p:nvPr/>
            </p:nvSpPr>
            <p:spPr bwMode="auto">
              <a:xfrm>
                <a:off x="-1723" y="1183"/>
                <a:ext cx="49" cy="111"/>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0" name="Rectangle 129"/>
              <p:cNvSpPr>
                <a:spLocks noChangeArrowheads="1"/>
              </p:cNvSpPr>
              <p:nvPr/>
            </p:nvSpPr>
            <p:spPr bwMode="auto">
              <a:xfrm>
                <a:off x="-1622" y="1183"/>
                <a:ext cx="50" cy="111"/>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1" name="Rectangle 130"/>
              <p:cNvSpPr>
                <a:spLocks noChangeArrowheads="1"/>
              </p:cNvSpPr>
              <p:nvPr/>
            </p:nvSpPr>
            <p:spPr bwMode="auto">
              <a:xfrm>
                <a:off x="-1520" y="1183"/>
                <a:ext cx="49" cy="111"/>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2" name="Rectangle 131"/>
              <p:cNvSpPr>
                <a:spLocks noChangeArrowheads="1"/>
              </p:cNvSpPr>
              <p:nvPr/>
            </p:nvSpPr>
            <p:spPr bwMode="auto">
              <a:xfrm>
                <a:off x="-1419" y="1183"/>
                <a:ext cx="50" cy="111"/>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3" name="Rectangle 132"/>
              <p:cNvSpPr>
                <a:spLocks noChangeArrowheads="1"/>
              </p:cNvSpPr>
              <p:nvPr/>
            </p:nvSpPr>
            <p:spPr bwMode="auto">
              <a:xfrm>
                <a:off x="-1723" y="1344"/>
                <a:ext cx="49"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4" name="Rectangle 133"/>
              <p:cNvSpPr>
                <a:spLocks noChangeArrowheads="1"/>
              </p:cNvSpPr>
              <p:nvPr/>
            </p:nvSpPr>
            <p:spPr bwMode="auto">
              <a:xfrm>
                <a:off x="-1622" y="1344"/>
                <a:ext cx="50" cy="109"/>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5" name="Rectangle 134"/>
              <p:cNvSpPr>
                <a:spLocks noChangeArrowheads="1"/>
              </p:cNvSpPr>
              <p:nvPr/>
            </p:nvSpPr>
            <p:spPr bwMode="auto">
              <a:xfrm>
                <a:off x="-1520" y="1344"/>
                <a:ext cx="49" cy="109"/>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6" name="Rectangle 135"/>
              <p:cNvSpPr>
                <a:spLocks noChangeArrowheads="1"/>
              </p:cNvSpPr>
              <p:nvPr/>
            </p:nvSpPr>
            <p:spPr bwMode="auto">
              <a:xfrm>
                <a:off x="-1419" y="1344"/>
                <a:ext cx="50" cy="109"/>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7" name="Rectangle 136"/>
              <p:cNvSpPr>
                <a:spLocks noChangeArrowheads="1"/>
              </p:cNvSpPr>
              <p:nvPr/>
            </p:nvSpPr>
            <p:spPr bwMode="auto">
              <a:xfrm>
                <a:off x="-1723" y="1502"/>
                <a:ext cx="49" cy="112"/>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8" name="Rectangle 137"/>
              <p:cNvSpPr>
                <a:spLocks noChangeArrowheads="1"/>
              </p:cNvSpPr>
              <p:nvPr/>
            </p:nvSpPr>
            <p:spPr bwMode="auto">
              <a:xfrm>
                <a:off x="-1622" y="1502"/>
                <a:ext cx="50" cy="112"/>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69" name="Rectangle 138"/>
              <p:cNvSpPr>
                <a:spLocks noChangeArrowheads="1"/>
              </p:cNvSpPr>
              <p:nvPr/>
            </p:nvSpPr>
            <p:spPr bwMode="auto">
              <a:xfrm>
                <a:off x="-1520" y="1502"/>
                <a:ext cx="49" cy="112"/>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0" name="Rectangle 139"/>
              <p:cNvSpPr>
                <a:spLocks noChangeArrowheads="1"/>
              </p:cNvSpPr>
              <p:nvPr/>
            </p:nvSpPr>
            <p:spPr bwMode="auto">
              <a:xfrm>
                <a:off x="-1419" y="1502"/>
                <a:ext cx="50" cy="112"/>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1" name="Rectangle 140"/>
              <p:cNvSpPr>
                <a:spLocks noChangeArrowheads="1"/>
              </p:cNvSpPr>
              <p:nvPr/>
            </p:nvSpPr>
            <p:spPr bwMode="auto">
              <a:xfrm>
                <a:off x="-1723" y="1663"/>
                <a:ext cx="49" cy="112"/>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2" name="Rectangle 141"/>
              <p:cNvSpPr>
                <a:spLocks noChangeArrowheads="1"/>
              </p:cNvSpPr>
              <p:nvPr/>
            </p:nvSpPr>
            <p:spPr bwMode="auto">
              <a:xfrm>
                <a:off x="-1622" y="1663"/>
                <a:ext cx="50" cy="112"/>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3" name="Rectangle 142"/>
              <p:cNvSpPr>
                <a:spLocks noChangeArrowheads="1"/>
              </p:cNvSpPr>
              <p:nvPr/>
            </p:nvSpPr>
            <p:spPr bwMode="auto">
              <a:xfrm>
                <a:off x="-1520" y="1663"/>
                <a:ext cx="49" cy="112"/>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4" name="Rectangle 143"/>
              <p:cNvSpPr>
                <a:spLocks noChangeArrowheads="1"/>
              </p:cNvSpPr>
              <p:nvPr/>
            </p:nvSpPr>
            <p:spPr bwMode="auto">
              <a:xfrm>
                <a:off x="-1419" y="1663"/>
                <a:ext cx="50" cy="112"/>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5" name="Rectangle 144"/>
              <p:cNvSpPr>
                <a:spLocks noChangeArrowheads="1"/>
              </p:cNvSpPr>
              <p:nvPr/>
            </p:nvSpPr>
            <p:spPr bwMode="auto">
              <a:xfrm>
                <a:off x="-1723" y="1824"/>
                <a:ext cx="49" cy="112"/>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6" name="Rectangle 145"/>
              <p:cNvSpPr>
                <a:spLocks noChangeArrowheads="1"/>
              </p:cNvSpPr>
              <p:nvPr/>
            </p:nvSpPr>
            <p:spPr bwMode="auto">
              <a:xfrm>
                <a:off x="-1622" y="1824"/>
                <a:ext cx="50" cy="112"/>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7" name="Rectangle 146"/>
              <p:cNvSpPr>
                <a:spLocks noChangeArrowheads="1"/>
              </p:cNvSpPr>
              <p:nvPr/>
            </p:nvSpPr>
            <p:spPr bwMode="auto">
              <a:xfrm>
                <a:off x="-1520" y="1824"/>
                <a:ext cx="49" cy="112"/>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8" name="Rectangle 147"/>
              <p:cNvSpPr>
                <a:spLocks noChangeArrowheads="1"/>
              </p:cNvSpPr>
              <p:nvPr/>
            </p:nvSpPr>
            <p:spPr bwMode="auto">
              <a:xfrm>
                <a:off x="-1419" y="1824"/>
                <a:ext cx="50" cy="112"/>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9" name="Rectangle 148"/>
              <p:cNvSpPr>
                <a:spLocks noChangeArrowheads="1"/>
              </p:cNvSpPr>
              <p:nvPr/>
            </p:nvSpPr>
            <p:spPr bwMode="auto">
              <a:xfrm>
                <a:off x="-1723" y="1985"/>
                <a:ext cx="49" cy="111"/>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0" name="Rectangle 149"/>
              <p:cNvSpPr>
                <a:spLocks noChangeArrowheads="1"/>
              </p:cNvSpPr>
              <p:nvPr/>
            </p:nvSpPr>
            <p:spPr bwMode="auto">
              <a:xfrm>
                <a:off x="-1622" y="1985"/>
                <a:ext cx="50" cy="111"/>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1" name="Rectangle 150"/>
              <p:cNvSpPr>
                <a:spLocks noChangeArrowheads="1"/>
              </p:cNvSpPr>
              <p:nvPr/>
            </p:nvSpPr>
            <p:spPr bwMode="auto">
              <a:xfrm>
                <a:off x="-1520" y="1985"/>
                <a:ext cx="49" cy="111"/>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2" name="Rectangle 151"/>
              <p:cNvSpPr>
                <a:spLocks noChangeArrowheads="1"/>
              </p:cNvSpPr>
              <p:nvPr/>
            </p:nvSpPr>
            <p:spPr bwMode="auto">
              <a:xfrm>
                <a:off x="-1419" y="1985"/>
                <a:ext cx="50" cy="111"/>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3" name="Rectangle 152"/>
              <p:cNvSpPr>
                <a:spLocks noChangeArrowheads="1"/>
              </p:cNvSpPr>
              <p:nvPr/>
            </p:nvSpPr>
            <p:spPr bwMode="auto">
              <a:xfrm>
                <a:off x="-1723" y="2146"/>
                <a:ext cx="49"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4" name="Rectangle 153"/>
              <p:cNvSpPr>
                <a:spLocks noChangeArrowheads="1"/>
              </p:cNvSpPr>
              <p:nvPr/>
            </p:nvSpPr>
            <p:spPr bwMode="auto">
              <a:xfrm>
                <a:off x="-1622" y="2146"/>
                <a:ext cx="50"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5" name="Rectangle 154"/>
              <p:cNvSpPr>
                <a:spLocks noChangeArrowheads="1"/>
              </p:cNvSpPr>
              <p:nvPr/>
            </p:nvSpPr>
            <p:spPr bwMode="auto">
              <a:xfrm>
                <a:off x="-1520" y="2146"/>
                <a:ext cx="49"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6" name="Rectangle 155"/>
              <p:cNvSpPr>
                <a:spLocks noChangeArrowheads="1"/>
              </p:cNvSpPr>
              <p:nvPr/>
            </p:nvSpPr>
            <p:spPr bwMode="auto">
              <a:xfrm>
                <a:off x="-1419" y="2146"/>
                <a:ext cx="50" cy="109"/>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7" name="Rectangle 156"/>
              <p:cNvSpPr>
                <a:spLocks noChangeArrowheads="1"/>
              </p:cNvSpPr>
              <p:nvPr/>
            </p:nvSpPr>
            <p:spPr bwMode="auto">
              <a:xfrm>
                <a:off x="-1723" y="2305"/>
                <a:ext cx="49" cy="111"/>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8" name="Rectangle 157"/>
              <p:cNvSpPr>
                <a:spLocks noChangeArrowheads="1"/>
              </p:cNvSpPr>
              <p:nvPr/>
            </p:nvSpPr>
            <p:spPr bwMode="auto">
              <a:xfrm>
                <a:off x="-1622" y="2305"/>
                <a:ext cx="50" cy="111"/>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9" name="Rectangle 158"/>
              <p:cNvSpPr>
                <a:spLocks noChangeArrowheads="1"/>
              </p:cNvSpPr>
              <p:nvPr/>
            </p:nvSpPr>
            <p:spPr bwMode="auto">
              <a:xfrm>
                <a:off x="-1520" y="2305"/>
                <a:ext cx="49" cy="111"/>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90" name="Rectangle 159"/>
              <p:cNvSpPr>
                <a:spLocks noChangeArrowheads="1"/>
              </p:cNvSpPr>
              <p:nvPr/>
            </p:nvSpPr>
            <p:spPr bwMode="auto">
              <a:xfrm>
                <a:off x="-1419" y="2305"/>
                <a:ext cx="50" cy="111"/>
              </a:xfrm>
              <a:prstGeom prst="rect">
                <a:avLst/>
              </a:prstGeom>
              <a:solidFill>
                <a:srgbClr val="E842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96" name="Rectangle 165"/>
              <p:cNvSpPr>
                <a:spLocks noChangeArrowheads="1"/>
              </p:cNvSpPr>
              <p:nvPr/>
            </p:nvSpPr>
            <p:spPr bwMode="auto">
              <a:xfrm>
                <a:off x="668" y="1428"/>
                <a:ext cx="428" cy="92"/>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97" name="Rectangle 166"/>
              <p:cNvSpPr>
                <a:spLocks noChangeArrowheads="1"/>
              </p:cNvSpPr>
              <p:nvPr/>
            </p:nvSpPr>
            <p:spPr bwMode="auto">
              <a:xfrm>
                <a:off x="668" y="1589"/>
                <a:ext cx="428" cy="91"/>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98" name="Rectangle 167"/>
              <p:cNvSpPr>
                <a:spLocks noChangeArrowheads="1"/>
              </p:cNvSpPr>
              <p:nvPr/>
            </p:nvSpPr>
            <p:spPr bwMode="auto">
              <a:xfrm>
                <a:off x="668" y="1750"/>
                <a:ext cx="428" cy="91"/>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99" name="Rectangle 168"/>
              <p:cNvSpPr>
                <a:spLocks noChangeArrowheads="1"/>
              </p:cNvSpPr>
              <p:nvPr/>
            </p:nvSpPr>
            <p:spPr bwMode="auto">
              <a:xfrm>
                <a:off x="668" y="1911"/>
                <a:ext cx="428" cy="8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00" name="Rectangle 169"/>
              <p:cNvSpPr>
                <a:spLocks noChangeArrowheads="1"/>
              </p:cNvSpPr>
              <p:nvPr/>
            </p:nvSpPr>
            <p:spPr bwMode="auto">
              <a:xfrm>
                <a:off x="668" y="2072"/>
                <a:ext cx="428" cy="8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01" name="Rectangle 170"/>
              <p:cNvSpPr>
                <a:spLocks noChangeArrowheads="1"/>
              </p:cNvSpPr>
              <p:nvPr/>
            </p:nvSpPr>
            <p:spPr bwMode="auto">
              <a:xfrm>
                <a:off x="668" y="2233"/>
                <a:ext cx="428" cy="89"/>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02" name="Rectangle 171"/>
              <p:cNvSpPr>
                <a:spLocks noChangeArrowheads="1"/>
              </p:cNvSpPr>
              <p:nvPr/>
            </p:nvSpPr>
            <p:spPr bwMode="auto">
              <a:xfrm>
                <a:off x="668" y="2391"/>
                <a:ext cx="428" cy="92"/>
              </a:xfrm>
              <a:prstGeom prst="rect">
                <a:avLst/>
              </a:prstGeom>
              <a:solidFill>
                <a:srgbClr val="00188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03" name="Line 172"/>
              <p:cNvSpPr>
                <a:spLocks noChangeShapeType="1"/>
              </p:cNvSpPr>
              <p:nvPr/>
            </p:nvSpPr>
            <p:spPr bwMode="auto">
              <a:xfrm>
                <a:off x="5495" y="-410"/>
                <a:ext cx="0" cy="667"/>
              </a:xfrm>
              <a:prstGeom prst="line">
                <a:avLst/>
              </a:prstGeom>
              <a:noFill/>
              <a:ln w="31750" cap="flat">
                <a:solidFill>
                  <a:srgbClr val="2172B9"/>
                </a:solidFill>
                <a:prstDash val="solid"/>
                <a:miter lim="800000"/>
                <a:headEnd/>
                <a:tailEnd/>
              </a:ln>
              <a:extLst>
                <a:ext uri="{909E8E84-426E-40DD-AFC4-6F175D3DCCD1}">
                  <a14:hiddenFill xmlns:a14="http://schemas.microsoft.com/office/drawing/2010/main">
                    <a:noFill/>
                  </a14:hiddenFill>
                </a:ext>
              </a:extLst>
            </p:spPr>
            <p:txBody>
              <a:bodyPr vert="horz" wrap="square" lIns="93260" tIns="46630" rIns="93260" bIns="46630" numCol="1" anchor="t" anchorCtr="0" compatLnSpc="1">
                <a:prstTxWarp prst="textNoShape">
                  <a:avLst/>
                </a:prstTxWarp>
              </a:bodyPr>
              <a:lstStyle/>
              <a:p>
                <a:endParaRPr lang="en-US" sz="1836"/>
              </a:p>
            </p:txBody>
          </p:sp>
          <p:sp>
            <p:nvSpPr>
              <p:cNvPr id="204" name="Line 173"/>
              <p:cNvSpPr>
                <a:spLocks noChangeShapeType="1"/>
              </p:cNvSpPr>
              <p:nvPr/>
            </p:nvSpPr>
            <p:spPr bwMode="auto">
              <a:xfrm>
                <a:off x="5290" y="-410"/>
                <a:ext cx="0" cy="667"/>
              </a:xfrm>
              <a:prstGeom prst="line">
                <a:avLst/>
              </a:prstGeom>
              <a:noFill/>
              <a:ln w="31750" cap="flat">
                <a:solidFill>
                  <a:srgbClr val="17244E"/>
                </a:solidFill>
                <a:prstDash val="solid"/>
                <a:miter lim="800000"/>
                <a:headEnd/>
                <a:tailEnd/>
              </a:ln>
              <a:extLst>
                <a:ext uri="{909E8E84-426E-40DD-AFC4-6F175D3DCCD1}">
                  <a14:hiddenFill xmlns:a14="http://schemas.microsoft.com/office/drawing/2010/main">
                    <a:noFill/>
                  </a14:hiddenFill>
                </a:ext>
              </a:extLst>
            </p:spPr>
            <p:txBody>
              <a:bodyPr vert="horz" wrap="square" lIns="93260" tIns="46630" rIns="93260" bIns="46630" numCol="1" anchor="t" anchorCtr="0" compatLnSpc="1">
                <a:prstTxWarp prst="textNoShape">
                  <a:avLst/>
                </a:prstTxWarp>
              </a:bodyPr>
              <a:lstStyle/>
              <a:p>
                <a:endParaRPr lang="en-US" sz="1836"/>
              </a:p>
            </p:txBody>
          </p:sp>
          <p:sp>
            <p:nvSpPr>
              <p:cNvPr id="205" name="Rectangle 174"/>
              <p:cNvSpPr>
                <a:spLocks noChangeArrowheads="1"/>
              </p:cNvSpPr>
              <p:nvPr/>
            </p:nvSpPr>
            <p:spPr bwMode="auto">
              <a:xfrm>
                <a:off x="5040" y="-70"/>
                <a:ext cx="705" cy="2583"/>
              </a:xfrm>
              <a:prstGeom prst="rect">
                <a:avLst/>
              </a:prstGeom>
              <a:solidFill>
                <a:srgbClr val="17244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06" name="Rectangle 175"/>
              <p:cNvSpPr>
                <a:spLocks noChangeArrowheads="1"/>
              </p:cNvSpPr>
              <p:nvPr/>
            </p:nvSpPr>
            <p:spPr bwMode="auto">
              <a:xfrm>
                <a:off x="5040" y="-70"/>
                <a:ext cx="173" cy="2583"/>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07" name="Rectangle 176"/>
              <p:cNvSpPr>
                <a:spLocks noChangeArrowheads="1"/>
              </p:cNvSpPr>
              <p:nvPr/>
            </p:nvSpPr>
            <p:spPr bwMode="auto">
              <a:xfrm>
                <a:off x="4110" y="715"/>
                <a:ext cx="708" cy="1798"/>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08" name="Rectangle 177"/>
              <p:cNvSpPr>
                <a:spLocks noChangeArrowheads="1"/>
              </p:cNvSpPr>
              <p:nvPr/>
            </p:nvSpPr>
            <p:spPr bwMode="auto">
              <a:xfrm>
                <a:off x="4200" y="195"/>
                <a:ext cx="529" cy="520"/>
              </a:xfrm>
              <a:prstGeom prst="rect">
                <a:avLst/>
              </a:prstGeom>
              <a:solidFill>
                <a:srgbClr val="1EBB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09" name="Freeform 178"/>
              <p:cNvSpPr>
                <a:spLocks/>
              </p:cNvSpPr>
              <p:nvPr/>
            </p:nvSpPr>
            <p:spPr bwMode="auto">
              <a:xfrm>
                <a:off x="4328" y="-152"/>
                <a:ext cx="270" cy="347"/>
              </a:xfrm>
              <a:custGeom>
                <a:avLst/>
                <a:gdLst>
                  <a:gd name="T0" fmla="*/ 186 w 270"/>
                  <a:gd name="T1" fmla="*/ 0 h 347"/>
                  <a:gd name="T2" fmla="*/ 84 w 270"/>
                  <a:gd name="T3" fmla="*/ 0 h 347"/>
                  <a:gd name="T4" fmla="*/ 0 w 270"/>
                  <a:gd name="T5" fmla="*/ 347 h 347"/>
                  <a:gd name="T6" fmla="*/ 270 w 270"/>
                  <a:gd name="T7" fmla="*/ 347 h 347"/>
                  <a:gd name="T8" fmla="*/ 186 w 270"/>
                  <a:gd name="T9" fmla="*/ 0 h 347"/>
                </a:gdLst>
                <a:ahLst/>
                <a:cxnLst>
                  <a:cxn ang="0">
                    <a:pos x="T0" y="T1"/>
                  </a:cxn>
                  <a:cxn ang="0">
                    <a:pos x="T2" y="T3"/>
                  </a:cxn>
                  <a:cxn ang="0">
                    <a:pos x="T4" y="T5"/>
                  </a:cxn>
                  <a:cxn ang="0">
                    <a:pos x="T6" y="T7"/>
                  </a:cxn>
                  <a:cxn ang="0">
                    <a:pos x="T8" y="T9"/>
                  </a:cxn>
                </a:cxnLst>
                <a:rect l="0" t="0" r="r" b="b"/>
                <a:pathLst>
                  <a:path w="270" h="347">
                    <a:moveTo>
                      <a:pt x="186" y="0"/>
                    </a:moveTo>
                    <a:lnTo>
                      <a:pt x="84" y="0"/>
                    </a:lnTo>
                    <a:lnTo>
                      <a:pt x="0" y="347"/>
                    </a:lnTo>
                    <a:lnTo>
                      <a:pt x="270" y="347"/>
                    </a:lnTo>
                    <a:lnTo>
                      <a:pt x="186" y="0"/>
                    </a:lnTo>
                    <a:close/>
                  </a:path>
                </a:pathLst>
              </a:custGeom>
              <a:solidFill>
                <a:srgbClr val="1EBB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0" name="Rectangle 179"/>
              <p:cNvSpPr>
                <a:spLocks noChangeArrowheads="1"/>
              </p:cNvSpPr>
              <p:nvPr/>
            </p:nvSpPr>
            <p:spPr bwMode="auto">
              <a:xfrm>
                <a:off x="4209" y="834"/>
                <a:ext cx="75" cy="1679"/>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1" name="Rectangle 180"/>
              <p:cNvSpPr>
                <a:spLocks noChangeArrowheads="1"/>
              </p:cNvSpPr>
              <p:nvPr/>
            </p:nvSpPr>
            <p:spPr bwMode="auto">
              <a:xfrm>
                <a:off x="4355" y="834"/>
                <a:ext cx="72" cy="1679"/>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2" name="Rectangle 181"/>
              <p:cNvSpPr>
                <a:spLocks noChangeArrowheads="1"/>
              </p:cNvSpPr>
              <p:nvPr/>
            </p:nvSpPr>
            <p:spPr bwMode="auto">
              <a:xfrm>
                <a:off x="4499" y="834"/>
                <a:ext cx="74" cy="1679"/>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3" name="Rectangle 182"/>
              <p:cNvSpPr>
                <a:spLocks noChangeArrowheads="1"/>
              </p:cNvSpPr>
              <p:nvPr/>
            </p:nvSpPr>
            <p:spPr bwMode="auto">
              <a:xfrm>
                <a:off x="4642" y="834"/>
                <a:ext cx="74" cy="1679"/>
              </a:xfrm>
              <a:prstGeom prst="rect">
                <a:avLst/>
              </a:prstGeom>
              <a:solidFill>
                <a:srgbClr val="2172B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4" name="Rectangle 183"/>
              <p:cNvSpPr>
                <a:spLocks noChangeArrowheads="1"/>
              </p:cNvSpPr>
              <p:nvPr/>
            </p:nvSpPr>
            <p:spPr bwMode="auto">
              <a:xfrm>
                <a:off x="4200" y="195"/>
                <a:ext cx="529" cy="54"/>
              </a:xfrm>
              <a:prstGeom prst="rect">
                <a:avLst/>
              </a:prstGeom>
              <a:solidFill>
                <a:srgbClr val="90D7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5" name="Rectangle 184"/>
              <p:cNvSpPr>
                <a:spLocks noChangeArrowheads="1"/>
              </p:cNvSpPr>
              <p:nvPr/>
            </p:nvSpPr>
            <p:spPr bwMode="auto">
              <a:xfrm>
                <a:off x="4110" y="660"/>
                <a:ext cx="708" cy="55"/>
              </a:xfrm>
              <a:prstGeom prst="rect">
                <a:avLst/>
              </a:prstGeom>
              <a:solidFill>
                <a:srgbClr val="90D7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6" name="Rectangle 185"/>
              <p:cNvSpPr>
                <a:spLocks noChangeArrowheads="1"/>
              </p:cNvSpPr>
              <p:nvPr/>
            </p:nvSpPr>
            <p:spPr bwMode="auto">
              <a:xfrm>
                <a:off x="2634" y="1824"/>
                <a:ext cx="863" cy="689"/>
              </a:xfrm>
              <a:prstGeom prst="rect">
                <a:avLst/>
              </a:prstGeom>
              <a:solidFill>
                <a:srgbClr val="1570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7" name="Freeform 186"/>
              <p:cNvSpPr>
                <a:spLocks/>
              </p:cNvSpPr>
              <p:nvPr/>
            </p:nvSpPr>
            <p:spPr bwMode="auto">
              <a:xfrm>
                <a:off x="3131" y="566"/>
                <a:ext cx="732" cy="1947"/>
              </a:xfrm>
              <a:custGeom>
                <a:avLst/>
                <a:gdLst>
                  <a:gd name="T0" fmla="*/ 0 w 732"/>
                  <a:gd name="T1" fmla="*/ 0 h 1947"/>
                  <a:gd name="T2" fmla="*/ 732 w 732"/>
                  <a:gd name="T3" fmla="*/ 0 h 1947"/>
                  <a:gd name="T4" fmla="*/ 732 w 732"/>
                  <a:gd name="T5" fmla="*/ 1947 h 1947"/>
                  <a:gd name="T6" fmla="*/ 0 w 732"/>
                  <a:gd name="T7" fmla="*/ 1947 h 1947"/>
                  <a:gd name="T8" fmla="*/ 0 w 732"/>
                  <a:gd name="T9" fmla="*/ 1268 h 1947"/>
                  <a:gd name="T10" fmla="*/ 0 w 732"/>
                  <a:gd name="T11" fmla="*/ 0 h 1947"/>
                </a:gdLst>
                <a:ahLst/>
                <a:cxnLst>
                  <a:cxn ang="0">
                    <a:pos x="T0" y="T1"/>
                  </a:cxn>
                  <a:cxn ang="0">
                    <a:pos x="T2" y="T3"/>
                  </a:cxn>
                  <a:cxn ang="0">
                    <a:pos x="T4" y="T5"/>
                  </a:cxn>
                  <a:cxn ang="0">
                    <a:pos x="T6" y="T7"/>
                  </a:cxn>
                  <a:cxn ang="0">
                    <a:pos x="T8" y="T9"/>
                  </a:cxn>
                  <a:cxn ang="0">
                    <a:pos x="T10" y="T11"/>
                  </a:cxn>
                </a:cxnLst>
                <a:rect l="0" t="0" r="r" b="b"/>
                <a:pathLst>
                  <a:path w="732" h="1947">
                    <a:moveTo>
                      <a:pt x="0" y="0"/>
                    </a:moveTo>
                    <a:lnTo>
                      <a:pt x="732" y="0"/>
                    </a:lnTo>
                    <a:lnTo>
                      <a:pt x="732" y="1947"/>
                    </a:lnTo>
                    <a:lnTo>
                      <a:pt x="0" y="1947"/>
                    </a:lnTo>
                    <a:lnTo>
                      <a:pt x="0" y="1268"/>
                    </a:lnTo>
                    <a:lnTo>
                      <a:pt x="0" y="0"/>
                    </a:lnTo>
                    <a:close/>
                  </a:path>
                </a:pathLst>
              </a:custGeom>
              <a:solidFill>
                <a:srgbClr val="1570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8" name="Freeform 187"/>
              <p:cNvSpPr>
                <a:spLocks/>
              </p:cNvSpPr>
              <p:nvPr/>
            </p:nvSpPr>
            <p:spPr bwMode="auto">
              <a:xfrm>
                <a:off x="2634" y="1834"/>
                <a:ext cx="497" cy="679"/>
              </a:xfrm>
              <a:custGeom>
                <a:avLst/>
                <a:gdLst>
                  <a:gd name="T0" fmla="*/ 0 w 497"/>
                  <a:gd name="T1" fmla="*/ 679 h 679"/>
                  <a:gd name="T2" fmla="*/ 497 w 497"/>
                  <a:gd name="T3" fmla="*/ 679 h 679"/>
                  <a:gd name="T4" fmla="*/ 497 w 497"/>
                  <a:gd name="T5" fmla="*/ 0 h 679"/>
                  <a:gd name="T6" fmla="*/ 0 w 497"/>
                  <a:gd name="T7" fmla="*/ 679 h 679"/>
                </a:gdLst>
                <a:ahLst/>
                <a:cxnLst>
                  <a:cxn ang="0">
                    <a:pos x="T0" y="T1"/>
                  </a:cxn>
                  <a:cxn ang="0">
                    <a:pos x="T2" y="T3"/>
                  </a:cxn>
                  <a:cxn ang="0">
                    <a:pos x="T4" y="T5"/>
                  </a:cxn>
                  <a:cxn ang="0">
                    <a:pos x="T6" y="T7"/>
                  </a:cxn>
                </a:cxnLst>
                <a:rect l="0" t="0" r="r" b="b"/>
                <a:pathLst>
                  <a:path w="497" h="679">
                    <a:moveTo>
                      <a:pt x="0" y="679"/>
                    </a:moveTo>
                    <a:lnTo>
                      <a:pt x="497" y="679"/>
                    </a:lnTo>
                    <a:lnTo>
                      <a:pt x="497" y="0"/>
                    </a:lnTo>
                    <a:lnTo>
                      <a:pt x="0" y="679"/>
                    </a:lnTo>
                    <a:close/>
                  </a:path>
                </a:pathLst>
              </a:custGeom>
              <a:solidFill>
                <a:srgbClr val="2A328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9" name="Rectangle 188"/>
              <p:cNvSpPr>
                <a:spLocks noChangeArrowheads="1"/>
              </p:cNvSpPr>
              <p:nvPr/>
            </p:nvSpPr>
            <p:spPr bwMode="auto">
              <a:xfrm>
                <a:off x="3223" y="710"/>
                <a:ext cx="71" cy="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0" name="Rectangle 189"/>
              <p:cNvSpPr>
                <a:spLocks noChangeArrowheads="1"/>
              </p:cNvSpPr>
              <p:nvPr/>
            </p:nvSpPr>
            <p:spPr bwMode="auto">
              <a:xfrm>
                <a:off x="3381" y="710"/>
                <a:ext cx="72" cy="138"/>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1" name="Rectangle 190"/>
              <p:cNvSpPr>
                <a:spLocks noChangeArrowheads="1"/>
              </p:cNvSpPr>
              <p:nvPr/>
            </p:nvSpPr>
            <p:spPr bwMode="auto">
              <a:xfrm>
                <a:off x="3539" y="710"/>
                <a:ext cx="72" cy="138"/>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2" name="Rectangle 191"/>
              <p:cNvSpPr>
                <a:spLocks noChangeArrowheads="1"/>
              </p:cNvSpPr>
              <p:nvPr/>
            </p:nvSpPr>
            <p:spPr bwMode="auto">
              <a:xfrm>
                <a:off x="3698" y="710"/>
                <a:ext cx="71" cy="1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3" name="Rectangle 192"/>
              <p:cNvSpPr>
                <a:spLocks noChangeArrowheads="1"/>
              </p:cNvSpPr>
              <p:nvPr/>
            </p:nvSpPr>
            <p:spPr bwMode="auto">
              <a:xfrm>
                <a:off x="3223" y="918"/>
                <a:ext cx="71"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4" name="Rectangle 193"/>
              <p:cNvSpPr>
                <a:spLocks noChangeArrowheads="1"/>
              </p:cNvSpPr>
              <p:nvPr/>
            </p:nvSpPr>
            <p:spPr bwMode="auto">
              <a:xfrm>
                <a:off x="3381" y="918"/>
                <a:ext cx="7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5" name="Rectangle 194"/>
              <p:cNvSpPr>
                <a:spLocks noChangeArrowheads="1"/>
              </p:cNvSpPr>
              <p:nvPr/>
            </p:nvSpPr>
            <p:spPr bwMode="auto">
              <a:xfrm>
                <a:off x="3539" y="918"/>
                <a:ext cx="72" cy="136"/>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6" name="Rectangle 195"/>
              <p:cNvSpPr>
                <a:spLocks noChangeArrowheads="1"/>
              </p:cNvSpPr>
              <p:nvPr/>
            </p:nvSpPr>
            <p:spPr bwMode="auto">
              <a:xfrm>
                <a:off x="3698" y="918"/>
                <a:ext cx="71"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7" name="Rectangle 196"/>
              <p:cNvSpPr>
                <a:spLocks noChangeArrowheads="1"/>
              </p:cNvSpPr>
              <p:nvPr/>
            </p:nvSpPr>
            <p:spPr bwMode="auto">
              <a:xfrm>
                <a:off x="3223" y="1123"/>
                <a:ext cx="71" cy="136"/>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8" name="Rectangle 197"/>
              <p:cNvSpPr>
                <a:spLocks noChangeArrowheads="1"/>
              </p:cNvSpPr>
              <p:nvPr/>
            </p:nvSpPr>
            <p:spPr bwMode="auto">
              <a:xfrm>
                <a:off x="3381" y="1123"/>
                <a:ext cx="7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9" name="Rectangle 198"/>
              <p:cNvSpPr>
                <a:spLocks noChangeArrowheads="1"/>
              </p:cNvSpPr>
              <p:nvPr/>
            </p:nvSpPr>
            <p:spPr bwMode="auto">
              <a:xfrm>
                <a:off x="3539" y="1123"/>
                <a:ext cx="7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30" name="Rectangle 199"/>
              <p:cNvSpPr>
                <a:spLocks noChangeArrowheads="1"/>
              </p:cNvSpPr>
              <p:nvPr/>
            </p:nvSpPr>
            <p:spPr bwMode="auto">
              <a:xfrm>
                <a:off x="3698" y="1123"/>
                <a:ext cx="71"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31" name="Rectangle 200"/>
              <p:cNvSpPr>
                <a:spLocks noChangeArrowheads="1"/>
              </p:cNvSpPr>
              <p:nvPr/>
            </p:nvSpPr>
            <p:spPr bwMode="auto">
              <a:xfrm>
                <a:off x="3223" y="1331"/>
                <a:ext cx="71" cy="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32" name="Rectangle 201"/>
              <p:cNvSpPr>
                <a:spLocks noChangeArrowheads="1"/>
              </p:cNvSpPr>
              <p:nvPr/>
            </p:nvSpPr>
            <p:spPr bwMode="auto">
              <a:xfrm>
                <a:off x="3381" y="1331"/>
                <a:ext cx="72" cy="137"/>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33" name="Rectangle 202"/>
              <p:cNvSpPr>
                <a:spLocks noChangeArrowheads="1"/>
              </p:cNvSpPr>
              <p:nvPr/>
            </p:nvSpPr>
            <p:spPr bwMode="auto">
              <a:xfrm>
                <a:off x="3539" y="1331"/>
                <a:ext cx="72" cy="137"/>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34" name="Rectangle 203"/>
              <p:cNvSpPr>
                <a:spLocks noChangeArrowheads="1"/>
              </p:cNvSpPr>
              <p:nvPr/>
            </p:nvSpPr>
            <p:spPr bwMode="auto">
              <a:xfrm>
                <a:off x="3698" y="1331"/>
                <a:ext cx="71" cy="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35" name="Rectangle 204"/>
              <p:cNvSpPr>
                <a:spLocks noChangeArrowheads="1"/>
              </p:cNvSpPr>
              <p:nvPr/>
            </p:nvSpPr>
            <p:spPr bwMode="auto">
              <a:xfrm>
                <a:off x="3223" y="1537"/>
                <a:ext cx="71"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grpSp>
        <p:sp>
          <p:nvSpPr>
            <p:cNvPr id="11" name="Rectangle 206"/>
            <p:cNvSpPr>
              <a:spLocks noChangeArrowheads="1"/>
            </p:cNvSpPr>
            <p:nvPr/>
          </p:nvSpPr>
          <p:spPr bwMode="auto">
            <a:xfrm>
              <a:off x="3381" y="1537"/>
              <a:ext cx="7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2" name="Rectangle 207"/>
            <p:cNvSpPr>
              <a:spLocks noChangeArrowheads="1"/>
            </p:cNvSpPr>
            <p:nvPr/>
          </p:nvSpPr>
          <p:spPr bwMode="auto">
            <a:xfrm>
              <a:off x="3539" y="1537"/>
              <a:ext cx="72" cy="136"/>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3" name="Rectangle 208"/>
            <p:cNvSpPr>
              <a:spLocks noChangeArrowheads="1"/>
            </p:cNvSpPr>
            <p:nvPr/>
          </p:nvSpPr>
          <p:spPr bwMode="auto">
            <a:xfrm>
              <a:off x="3698" y="1537"/>
              <a:ext cx="71" cy="136"/>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4" name="Rectangle 209"/>
            <p:cNvSpPr>
              <a:spLocks noChangeArrowheads="1"/>
            </p:cNvSpPr>
            <p:nvPr/>
          </p:nvSpPr>
          <p:spPr bwMode="auto">
            <a:xfrm>
              <a:off x="3223" y="1742"/>
              <a:ext cx="71" cy="139"/>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7" name="Rectangle 210"/>
            <p:cNvSpPr>
              <a:spLocks noChangeArrowheads="1"/>
            </p:cNvSpPr>
            <p:nvPr/>
          </p:nvSpPr>
          <p:spPr bwMode="auto">
            <a:xfrm>
              <a:off x="3381" y="1742"/>
              <a:ext cx="72" cy="139"/>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8" name="Rectangle 211"/>
            <p:cNvSpPr>
              <a:spLocks noChangeArrowheads="1"/>
            </p:cNvSpPr>
            <p:nvPr/>
          </p:nvSpPr>
          <p:spPr bwMode="auto">
            <a:xfrm>
              <a:off x="3539" y="1742"/>
              <a:ext cx="72" cy="13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19" name="Rectangle 212"/>
            <p:cNvSpPr>
              <a:spLocks noChangeArrowheads="1"/>
            </p:cNvSpPr>
            <p:nvPr/>
          </p:nvSpPr>
          <p:spPr bwMode="auto">
            <a:xfrm>
              <a:off x="3698" y="1742"/>
              <a:ext cx="71" cy="13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0" name="Rectangle 213"/>
            <p:cNvSpPr>
              <a:spLocks noChangeArrowheads="1"/>
            </p:cNvSpPr>
            <p:nvPr/>
          </p:nvSpPr>
          <p:spPr bwMode="auto">
            <a:xfrm>
              <a:off x="3223" y="1950"/>
              <a:ext cx="71" cy="137"/>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1" name="Rectangle 214"/>
            <p:cNvSpPr>
              <a:spLocks noChangeArrowheads="1"/>
            </p:cNvSpPr>
            <p:nvPr/>
          </p:nvSpPr>
          <p:spPr bwMode="auto">
            <a:xfrm>
              <a:off x="3381" y="1950"/>
              <a:ext cx="72" cy="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2" name="Rectangle 215"/>
            <p:cNvSpPr>
              <a:spLocks noChangeArrowheads="1"/>
            </p:cNvSpPr>
            <p:nvPr/>
          </p:nvSpPr>
          <p:spPr bwMode="auto">
            <a:xfrm>
              <a:off x="3539" y="1950"/>
              <a:ext cx="72" cy="137"/>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3" name="Rectangle 216"/>
            <p:cNvSpPr>
              <a:spLocks noChangeArrowheads="1"/>
            </p:cNvSpPr>
            <p:nvPr/>
          </p:nvSpPr>
          <p:spPr bwMode="auto">
            <a:xfrm>
              <a:off x="3698" y="1950"/>
              <a:ext cx="71" cy="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4" name="Rectangle 217"/>
            <p:cNvSpPr>
              <a:spLocks noChangeArrowheads="1"/>
            </p:cNvSpPr>
            <p:nvPr/>
          </p:nvSpPr>
          <p:spPr bwMode="auto">
            <a:xfrm>
              <a:off x="2686" y="1950"/>
              <a:ext cx="72" cy="137"/>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5" name="Rectangle 218"/>
            <p:cNvSpPr>
              <a:spLocks noChangeArrowheads="1"/>
            </p:cNvSpPr>
            <p:nvPr/>
          </p:nvSpPr>
          <p:spPr bwMode="auto">
            <a:xfrm>
              <a:off x="2844" y="1950"/>
              <a:ext cx="72" cy="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6" name="Rectangle 219"/>
            <p:cNvSpPr>
              <a:spLocks noChangeArrowheads="1"/>
            </p:cNvSpPr>
            <p:nvPr/>
          </p:nvSpPr>
          <p:spPr bwMode="auto">
            <a:xfrm>
              <a:off x="3003" y="1950"/>
              <a:ext cx="71" cy="1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7" name="Rectangle 220"/>
            <p:cNvSpPr>
              <a:spLocks noChangeArrowheads="1"/>
            </p:cNvSpPr>
            <p:nvPr/>
          </p:nvSpPr>
          <p:spPr bwMode="auto">
            <a:xfrm>
              <a:off x="2686" y="2156"/>
              <a:ext cx="7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8" name="Rectangle 221"/>
            <p:cNvSpPr>
              <a:spLocks noChangeArrowheads="1"/>
            </p:cNvSpPr>
            <p:nvPr/>
          </p:nvSpPr>
          <p:spPr bwMode="auto">
            <a:xfrm>
              <a:off x="2844" y="2156"/>
              <a:ext cx="72" cy="136"/>
            </a:xfrm>
            <a:prstGeom prst="rect">
              <a:avLst/>
            </a:prstGeom>
            <a:solidFill>
              <a:srgbClr val="DA40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29" name="Rectangle 222"/>
            <p:cNvSpPr>
              <a:spLocks noChangeArrowheads="1"/>
            </p:cNvSpPr>
            <p:nvPr/>
          </p:nvSpPr>
          <p:spPr bwMode="auto">
            <a:xfrm>
              <a:off x="3003" y="2156"/>
              <a:ext cx="71"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30" name="Rectangle 223"/>
            <p:cNvSpPr>
              <a:spLocks noChangeArrowheads="1"/>
            </p:cNvSpPr>
            <p:nvPr/>
          </p:nvSpPr>
          <p:spPr bwMode="auto">
            <a:xfrm>
              <a:off x="3223" y="2156"/>
              <a:ext cx="71"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31" name="Rectangle 224"/>
            <p:cNvSpPr>
              <a:spLocks noChangeArrowheads="1"/>
            </p:cNvSpPr>
            <p:nvPr/>
          </p:nvSpPr>
          <p:spPr bwMode="auto">
            <a:xfrm>
              <a:off x="3381" y="2156"/>
              <a:ext cx="72" cy="136"/>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32" name="Rectangle 225"/>
            <p:cNvSpPr>
              <a:spLocks noChangeArrowheads="1"/>
            </p:cNvSpPr>
            <p:nvPr/>
          </p:nvSpPr>
          <p:spPr bwMode="auto">
            <a:xfrm>
              <a:off x="3539" y="2156"/>
              <a:ext cx="72"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33" name="Rectangle 226"/>
            <p:cNvSpPr>
              <a:spLocks noChangeArrowheads="1"/>
            </p:cNvSpPr>
            <p:nvPr/>
          </p:nvSpPr>
          <p:spPr bwMode="auto">
            <a:xfrm>
              <a:off x="3698" y="2156"/>
              <a:ext cx="71" cy="136"/>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34" name="Rectangle 227"/>
            <p:cNvSpPr>
              <a:spLocks noChangeArrowheads="1"/>
            </p:cNvSpPr>
            <p:nvPr/>
          </p:nvSpPr>
          <p:spPr bwMode="auto">
            <a:xfrm>
              <a:off x="3539" y="432"/>
              <a:ext cx="230" cy="134"/>
            </a:xfrm>
            <a:prstGeom prst="rect">
              <a:avLst/>
            </a:prstGeom>
            <a:solidFill>
              <a:srgbClr val="1570A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sp>
          <p:nvSpPr>
            <p:cNvPr id="35" name="Rectangle 228"/>
            <p:cNvSpPr>
              <a:spLocks noChangeArrowheads="1"/>
            </p:cNvSpPr>
            <p:nvPr/>
          </p:nvSpPr>
          <p:spPr bwMode="auto">
            <a:xfrm>
              <a:off x="3294" y="346"/>
              <a:ext cx="47" cy="220"/>
            </a:xfrm>
            <a:prstGeom prst="rect">
              <a:avLst/>
            </a:prstGeom>
            <a:solidFill>
              <a:srgbClr val="2A328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3260" tIns="46630" rIns="93260" bIns="46630" numCol="1" anchor="t" anchorCtr="0" compatLnSpc="1">
              <a:prstTxWarp prst="textNoShape">
                <a:avLst/>
              </a:prstTxWarp>
            </a:bodyPr>
            <a:lstStyle/>
            <a:p>
              <a:endParaRPr lang="en-US" sz="1836"/>
            </a:p>
          </p:txBody>
        </p:sp>
      </p:grpSp>
      <p:pic>
        <p:nvPicPr>
          <p:cNvPr id="236" name="Picture 235"/>
          <p:cNvPicPr>
            <a:picLocks noChangeAspect="1"/>
          </p:cNvPicPr>
          <p:nvPr/>
        </p:nvPicPr>
        <p:blipFill>
          <a:blip r:embed="rId4"/>
          <a:stretch>
            <a:fillRect/>
          </a:stretch>
        </p:blipFill>
        <p:spPr>
          <a:xfrm>
            <a:off x="11325883" y="937327"/>
            <a:ext cx="788086" cy="445890"/>
          </a:xfrm>
          <a:prstGeom prst="rect">
            <a:avLst/>
          </a:prstGeom>
        </p:spPr>
      </p:pic>
      <p:pic>
        <p:nvPicPr>
          <p:cNvPr id="238" name="Picture 237"/>
          <p:cNvPicPr>
            <a:picLocks noChangeAspect="1"/>
          </p:cNvPicPr>
          <p:nvPr/>
        </p:nvPicPr>
        <p:blipFill>
          <a:blip r:embed="rId6"/>
          <a:stretch>
            <a:fillRect/>
          </a:stretch>
        </p:blipFill>
        <p:spPr>
          <a:xfrm>
            <a:off x="6933768" y="6560695"/>
            <a:ext cx="349563" cy="455759"/>
          </a:xfrm>
          <a:prstGeom prst="rect">
            <a:avLst/>
          </a:prstGeom>
        </p:spPr>
      </p:pic>
    </p:spTree>
    <p:extLst>
      <p:ext uri="{BB962C8B-B14F-4D97-AF65-F5344CB8AC3E}">
        <p14:creationId xmlns:p14="http://schemas.microsoft.com/office/powerpoint/2010/main" val="139207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ktangel 20"/>
          <p:cNvSpPr>
            <a:spLocks noChangeArrowheads="1"/>
          </p:cNvSpPr>
          <p:nvPr/>
        </p:nvSpPr>
        <p:spPr bwMode="auto">
          <a:xfrm>
            <a:off x="3263812" y="1386157"/>
            <a:ext cx="5880582" cy="896015"/>
          </a:xfrm>
          <a:prstGeom prst="rect">
            <a:avLst/>
          </a:prstGeom>
          <a:noFill/>
          <a:ln w="9525">
            <a:noFill/>
            <a:miter lim="800000"/>
            <a:headEnd/>
            <a:tailEnd/>
          </a:ln>
        </p:spPr>
        <p:txBody>
          <a:bodyPr wrap="square">
            <a:spAutoFit/>
          </a:bodyPr>
          <a:lstStyle/>
          <a:p>
            <a:pPr defTabSz="1199235">
              <a:spcBef>
                <a:spcPct val="20000"/>
              </a:spcBef>
            </a:pPr>
            <a:r>
              <a:rPr lang="en-US" sz="1632" b="1" noProof="1">
                <a:solidFill>
                  <a:srgbClr val="00ADEF"/>
                </a:solidFill>
                <a:latin typeface="Calibri" panose="020F0502020204030204" pitchFamily="34" charset="0"/>
                <a:cs typeface="Arial" charset="0"/>
              </a:rPr>
              <a:t>Ensuring business continuity</a:t>
            </a:r>
          </a:p>
          <a:p>
            <a:pPr defTabSz="1199235">
              <a:spcBef>
                <a:spcPct val="20000"/>
              </a:spcBef>
            </a:pPr>
            <a:r>
              <a:rPr lang="en-US" sz="1632" noProof="1">
                <a:solidFill>
                  <a:srgbClr val="080808"/>
                </a:solidFill>
                <a:latin typeface="Calibri" panose="020F0502020204030204" pitchFamily="34" charset="0"/>
                <a:cs typeface="Arial" charset="0"/>
              </a:rPr>
              <a:t>Our hosted, Azure-based solution minimizes impacts of disruptions and gets you back in business in minutes, with near-zero data loss. </a:t>
            </a:r>
          </a:p>
        </p:txBody>
      </p:sp>
      <p:sp>
        <p:nvSpPr>
          <p:cNvPr id="25" name="Rektangel 23"/>
          <p:cNvSpPr>
            <a:spLocks noChangeArrowheads="1"/>
          </p:cNvSpPr>
          <p:nvPr/>
        </p:nvSpPr>
        <p:spPr bwMode="auto">
          <a:xfrm>
            <a:off x="998038" y="2809283"/>
            <a:ext cx="3022141" cy="1426169"/>
          </a:xfrm>
          <a:prstGeom prst="rect">
            <a:avLst/>
          </a:prstGeom>
          <a:noFill/>
          <a:ln w="9525">
            <a:noFill/>
            <a:miter lim="800000"/>
            <a:headEnd/>
            <a:tailEnd/>
          </a:ln>
        </p:spPr>
        <p:txBody>
          <a:bodyPr wrap="square">
            <a:spAutoFit/>
          </a:bodyPr>
          <a:lstStyle/>
          <a:p>
            <a:pPr defTabSz="1199235">
              <a:spcBef>
                <a:spcPct val="20000"/>
              </a:spcBef>
            </a:pPr>
            <a:r>
              <a:rPr lang="en-US" sz="1632" b="1" noProof="1">
                <a:solidFill>
                  <a:srgbClr val="00ADEF"/>
                </a:solidFill>
                <a:latin typeface="Calibri" panose="020F0502020204030204" pitchFamily="34" charset="0"/>
                <a:cs typeface="Arial" charset="0"/>
              </a:rPr>
              <a:t>Managing complexity</a:t>
            </a:r>
          </a:p>
          <a:p>
            <a:pPr defTabSz="1199235">
              <a:spcBef>
                <a:spcPct val="20000"/>
              </a:spcBef>
            </a:pPr>
            <a:r>
              <a:rPr lang="en-US" sz="1632" noProof="1">
                <a:solidFill>
                  <a:srgbClr val="080808"/>
                </a:solidFill>
                <a:latin typeface="Calibri" panose="020F0502020204030204" pitchFamily="34" charset="0"/>
                <a:cs typeface="Arial" charset="0"/>
              </a:rPr>
              <a:t>Let our experts handle disaster recovery complexity, so your employees can focus on high-impact activities.</a:t>
            </a:r>
          </a:p>
        </p:txBody>
      </p:sp>
      <p:sp>
        <p:nvSpPr>
          <p:cNvPr id="29" name="Rektangel 38"/>
          <p:cNvSpPr>
            <a:spLocks noChangeArrowheads="1"/>
          </p:cNvSpPr>
          <p:nvPr/>
        </p:nvSpPr>
        <p:spPr bwMode="auto">
          <a:xfrm>
            <a:off x="8413741" y="2809283"/>
            <a:ext cx="3143312" cy="1649491"/>
          </a:xfrm>
          <a:prstGeom prst="rect">
            <a:avLst/>
          </a:prstGeom>
          <a:noFill/>
          <a:ln w="9525">
            <a:noFill/>
            <a:miter lim="800000"/>
            <a:headEnd/>
            <a:tailEnd/>
          </a:ln>
        </p:spPr>
        <p:txBody>
          <a:bodyPr wrap="square">
            <a:spAutoFit/>
          </a:bodyPr>
          <a:lstStyle/>
          <a:p>
            <a:pPr algn="r" defTabSz="1199235">
              <a:spcBef>
                <a:spcPct val="20000"/>
              </a:spcBef>
            </a:pPr>
            <a:r>
              <a:rPr lang="en-US" sz="1632" b="1" noProof="1">
                <a:solidFill>
                  <a:srgbClr val="00ADEF"/>
                </a:solidFill>
                <a:latin typeface="Calibri" panose="020F0502020204030204" pitchFamily="34" charset="0"/>
                <a:cs typeface="Arial" charset="0"/>
              </a:rPr>
              <a:t>Reliable solution</a:t>
            </a:r>
          </a:p>
          <a:p>
            <a:pPr algn="r" defTabSz="1199235">
              <a:spcBef>
                <a:spcPct val="20000"/>
              </a:spcBef>
            </a:pPr>
            <a:r>
              <a:rPr lang="en-US" sz="1632" noProof="1">
                <a:solidFill>
                  <a:srgbClr val="080808"/>
                </a:solidFill>
                <a:latin typeface="Calibri" panose="020F0502020204030204" pitchFamily="34" charset="0"/>
                <a:cs typeface="Arial" charset="0"/>
              </a:rPr>
              <a:t>Our solution is based on rigorously tested Azure Site Recovery. ASR is used by organizations worldwide to protect their business-critical data and apps.</a:t>
            </a:r>
          </a:p>
        </p:txBody>
      </p:sp>
      <p:sp>
        <p:nvSpPr>
          <p:cNvPr id="40" name="Rektangel 38"/>
          <p:cNvSpPr>
            <a:spLocks noChangeArrowheads="1"/>
          </p:cNvSpPr>
          <p:nvPr/>
        </p:nvSpPr>
        <p:spPr bwMode="auto">
          <a:xfrm>
            <a:off x="7983845" y="5057209"/>
            <a:ext cx="3130560" cy="1426169"/>
          </a:xfrm>
          <a:prstGeom prst="rect">
            <a:avLst/>
          </a:prstGeom>
          <a:noFill/>
          <a:ln w="9525">
            <a:noFill/>
            <a:miter lim="800000"/>
            <a:headEnd/>
            <a:tailEnd/>
          </a:ln>
        </p:spPr>
        <p:txBody>
          <a:bodyPr wrap="square">
            <a:spAutoFit/>
          </a:bodyPr>
          <a:lstStyle/>
          <a:p>
            <a:pPr defTabSz="1199235">
              <a:spcBef>
                <a:spcPct val="20000"/>
              </a:spcBef>
            </a:pPr>
            <a:r>
              <a:rPr lang="en-US" sz="1632" b="1" noProof="1">
                <a:solidFill>
                  <a:srgbClr val="00ADEF"/>
                </a:solidFill>
                <a:latin typeface="Calibri" panose="020F0502020204030204" pitchFamily="34" charset="0"/>
                <a:cs typeface="Arial" charset="0"/>
              </a:rPr>
              <a:t>Staying in compliance</a:t>
            </a:r>
          </a:p>
          <a:p>
            <a:pPr defTabSz="1199235">
              <a:spcBef>
                <a:spcPct val="20000"/>
              </a:spcBef>
            </a:pPr>
            <a:r>
              <a:rPr lang="en-US" sz="1632" noProof="1">
                <a:solidFill>
                  <a:srgbClr val="080808"/>
                </a:solidFill>
                <a:latin typeface="Calibri" panose="020F0502020204030204" pitchFamily="34" charset="0"/>
                <a:cs typeface="Arial" charset="0"/>
              </a:rPr>
              <a:t>Test without affecting production workloads, and be confident you’re meeting compliance objectives.</a:t>
            </a:r>
          </a:p>
        </p:txBody>
      </p:sp>
      <p:sp>
        <p:nvSpPr>
          <p:cNvPr id="48" name="Rektangel 35"/>
          <p:cNvSpPr>
            <a:spLocks noChangeArrowheads="1"/>
          </p:cNvSpPr>
          <p:nvPr/>
        </p:nvSpPr>
        <p:spPr bwMode="auto">
          <a:xfrm>
            <a:off x="1788957" y="5057209"/>
            <a:ext cx="2386655" cy="1426169"/>
          </a:xfrm>
          <a:prstGeom prst="rect">
            <a:avLst/>
          </a:prstGeom>
          <a:noFill/>
          <a:ln w="9525">
            <a:noFill/>
            <a:miter lim="800000"/>
            <a:headEnd/>
            <a:tailEnd/>
          </a:ln>
        </p:spPr>
        <p:txBody>
          <a:bodyPr wrap="square">
            <a:spAutoFit/>
          </a:bodyPr>
          <a:lstStyle/>
          <a:p>
            <a:pPr defTabSz="1199235">
              <a:spcBef>
                <a:spcPct val="20000"/>
              </a:spcBef>
            </a:pPr>
            <a:r>
              <a:rPr lang="en-US" sz="1632" b="1" noProof="1">
                <a:solidFill>
                  <a:srgbClr val="00ADEF"/>
                </a:solidFill>
                <a:latin typeface="Calibri" panose="020F0502020204030204" pitchFamily="34" charset="0"/>
                <a:cs typeface="Arial" charset="0"/>
              </a:rPr>
              <a:t>Managing large datasets</a:t>
            </a:r>
          </a:p>
          <a:p>
            <a:pPr defTabSz="1199235">
              <a:spcBef>
                <a:spcPct val="20000"/>
              </a:spcBef>
            </a:pPr>
            <a:r>
              <a:rPr lang="en-US" sz="1632" noProof="1">
                <a:solidFill>
                  <a:srgbClr val="080808"/>
                </a:solidFill>
                <a:latin typeface="Calibri" panose="020F0502020204030204" pitchFamily="34" charset="0"/>
                <a:cs typeface="Arial" charset="0"/>
              </a:rPr>
              <a:t>Our solution is built from the ground up to safeguard high-volume data.</a:t>
            </a:r>
          </a:p>
        </p:txBody>
      </p:sp>
      <p:pic>
        <p:nvPicPr>
          <p:cNvPr id="2" name="Picture 1"/>
          <p:cNvPicPr>
            <a:picLocks noChangeAspect="1"/>
          </p:cNvPicPr>
          <p:nvPr/>
        </p:nvPicPr>
        <p:blipFill>
          <a:blip r:embed="rId2"/>
          <a:stretch>
            <a:fillRect/>
          </a:stretch>
        </p:blipFill>
        <p:spPr>
          <a:xfrm>
            <a:off x="5227799" y="2366052"/>
            <a:ext cx="1627911" cy="1627911"/>
          </a:xfrm>
          <a:prstGeom prst="rect">
            <a:avLst/>
          </a:prstGeom>
        </p:spPr>
      </p:pic>
      <p:pic>
        <p:nvPicPr>
          <p:cNvPr id="4" name="Picture 3"/>
          <p:cNvPicPr>
            <a:picLocks noChangeAspect="1"/>
          </p:cNvPicPr>
          <p:nvPr/>
        </p:nvPicPr>
        <p:blipFill>
          <a:blip r:embed="rId3"/>
          <a:stretch>
            <a:fillRect/>
          </a:stretch>
        </p:blipFill>
        <p:spPr>
          <a:xfrm>
            <a:off x="4326387" y="5074259"/>
            <a:ext cx="1627911" cy="1627911"/>
          </a:xfrm>
          <a:prstGeom prst="rect">
            <a:avLst/>
          </a:prstGeom>
        </p:spPr>
      </p:pic>
      <p:grpSp>
        <p:nvGrpSpPr>
          <p:cNvPr id="8" name="Group 7"/>
          <p:cNvGrpSpPr/>
          <p:nvPr/>
        </p:nvGrpSpPr>
        <p:grpSpPr>
          <a:xfrm>
            <a:off x="3790106" y="3376153"/>
            <a:ext cx="4503297" cy="1627911"/>
            <a:chOff x="4144820" y="2483721"/>
            <a:chExt cx="4135204" cy="1494848"/>
          </a:xfrm>
        </p:grpSpPr>
        <p:pic>
          <p:nvPicPr>
            <p:cNvPr id="3" name="Picture 2"/>
            <p:cNvPicPr>
              <a:picLocks noChangeAspect="1"/>
            </p:cNvPicPr>
            <p:nvPr/>
          </p:nvPicPr>
          <p:blipFill>
            <a:blip r:embed="rId4"/>
            <a:stretch>
              <a:fillRect/>
            </a:stretch>
          </p:blipFill>
          <p:spPr>
            <a:xfrm>
              <a:off x="4144820" y="2483721"/>
              <a:ext cx="1494848" cy="1481381"/>
            </a:xfrm>
            <a:prstGeom prst="rect">
              <a:avLst/>
            </a:prstGeom>
          </p:spPr>
        </p:pic>
        <p:pic>
          <p:nvPicPr>
            <p:cNvPr id="6" name="Picture 5"/>
            <p:cNvPicPr>
              <a:picLocks noChangeAspect="1"/>
            </p:cNvPicPr>
            <p:nvPr/>
          </p:nvPicPr>
          <p:blipFill>
            <a:blip r:embed="rId5"/>
            <a:stretch>
              <a:fillRect/>
            </a:stretch>
          </p:blipFill>
          <p:spPr>
            <a:xfrm>
              <a:off x="6798643" y="2483721"/>
              <a:ext cx="1481381" cy="1494848"/>
            </a:xfrm>
            <a:prstGeom prst="rect">
              <a:avLst/>
            </a:prstGeom>
          </p:spPr>
        </p:pic>
      </p:grpSp>
      <p:sp>
        <p:nvSpPr>
          <p:cNvPr id="34" name="Title 14"/>
          <p:cNvSpPr txBox="1">
            <a:spLocks/>
          </p:cNvSpPr>
          <p:nvPr/>
        </p:nvSpPr>
        <p:spPr>
          <a:xfrm>
            <a:off x="305302" y="283634"/>
            <a:ext cx="11704135" cy="919991"/>
          </a:xfrm>
          <a:prstGeom prst="rect">
            <a:avLst/>
          </a:prstGeom>
        </p:spPr>
        <p:txBody>
          <a:bodyPr vert="horz" lIns="93260" tIns="46630" rIns="93260" bIns="46630" rtlCol="0" anchor="ctr">
            <a:noAutofit/>
          </a:bodyPr>
          <a:lstStyle>
            <a:lvl1pPr algn="l" defTabSz="914400" rtl="0" eaLnBrk="1" latinLnBrk="0" hangingPunct="1">
              <a:lnSpc>
                <a:spcPct val="90000"/>
              </a:lnSpc>
              <a:spcBef>
                <a:spcPct val="0"/>
              </a:spcBef>
              <a:buNone/>
              <a:defRPr sz="5000" kern="1200">
                <a:solidFill>
                  <a:srgbClr val="00ADEF"/>
                </a:solidFill>
                <a:latin typeface="Segoe UI Light" panose="020B0502040204020203" pitchFamily="34" charset="0"/>
                <a:ea typeface="+mj-ea"/>
                <a:cs typeface="Segoe UI Light" panose="020B0502040204020203" pitchFamily="34" charset="0"/>
              </a:defRPr>
            </a:lvl1pPr>
          </a:lstStyle>
          <a:p>
            <a:r>
              <a:rPr lang="en-US" sz="3672" dirty="0"/>
              <a:t>How Azure</a:t>
            </a:r>
            <a:r>
              <a:rPr lang="en-US" sz="3672" dirty="0">
                <a:solidFill>
                  <a:srgbClr val="FF0000"/>
                </a:solidFill>
              </a:rPr>
              <a:t> </a:t>
            </a:r>
            <a:r>
              <a:rPr lang="en-US" sz="3672" dirty="0"/>
              <a:t>solution addresses Disaster Recovery challenges</a:t>
            </a:r>
          </a:p>
        </p:txBody>
      </p:sp>
      <p:pic>
        <p:nvPicPr>
          <p:cNvPr id="9" name="Picture 8"/>
          <p:cNvPicPr>
            <a:picLocks noChangeAspect="1"/>
          </p:cNvPicPr>
          <p:nvPr/>
        </p:nvPicPr>
        <p:blipFill>
          <a:blip r:embed="rId6"/>
          <a:stretch>
            <a:fillRect/>
          </a:stretch>
        </p:blipFill>
        <p:spPr>
          <a:xfrm>
            <a:off x="6205159" y="5142252"/>
            <a:ext cx="1551961" cy="1551961"/>
          </a:xfrm>
          <a:prstGeom prst="rect">
            <a:avLst/>
          </a:prstGeom>
        </p:spPr>
      </p:pic>
    </p:spTree>
    <p:extLst>
      <p:ext uri="{BB962C8B-B14F-4D97-AF65-F5344CB8AC3E}">
        <p14:creationId xmlns:p14="http://schemas.microsoft.com/office/powerpoint/2010/main" val="727550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0238" y="0"/>
            <a:ext cx="10724938" cy="1351952"/>
          </a:xfrm>
        </p:spPr>
        <p:txBody>
          <a:bodyPr/>
          <a:lstStyle/>
          <a:p>
            <a:r>
              <a:rPr lang="en-US" dirty="0"/>
              <a:t>Migrate Applications to Azure</a:t>
            </a:r>
          </a:p>
        </p:txBody>
      </p:sp>
      <p:sp>
        <p:nvSpPr>
          <p:cNvPr id="7" name="Text Placeholder 3"/>
          <p:cNvSpPr txBox="1">
            <a:spLocks/>
          </p:cNvSpPr>
          <p:nvPr/>
        </p:nvSpPr>
        <p:spPr>
          <a:xfrm>
            <a:off x="4294539" y="1668722"/>
            <a:ext cx="7868821" cy="5717678"/>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4000" kern="1200" spc="0" baseline="0" dirty="0" smtClean="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2400" kern="1200" spc="0" baseline="0" dirty="0" smtClean="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2400" dirty="0">
              <a:solidFill>
                <a:schemeClr val="tx1"/>
              </a:solidFill>
              <a:latin typeface="Segoe UI Semilight" panose="020B0402040204020203" pitchFamily="34" charset="0"/>
              <a:cs typeface="Segoe UI Semilight" panose="020B0402040204020203" pitchFamily="34" charset="0"/>
            </a:endParaRPr>
          </a:p>
        </p:txBody>
      </p:sp>
      <p:sp>
        <p:nvSpPr>
          <p:cNvPr id="2" name="Rectangle 1"/>
          <p:cNvSpPr/>
          <p:nvPr/>
        </p:nvSpPr>
        <p:spPr>
          <a:xfrm>
            <a:off x="580238" y="1028534"/>
            <a:ext cx="2764772" cy="470856"/>
          </a:xfrm>
          <a:prstGeom prst="rect">
            <a:avLst/>
          </a:prstGeom>
        </p:spPr>
        <p:txBody>
          <a:bodyPr wrap="none">
            <a:spAutoFit/>
          </a:bodyPr>
          <a:lstStyle/>
          <a:p>
            <a:r>
              <a:rPr lang="en-US" sz="2400" i="1" dirty="0">
                <a:solidFill>
                  <a:srgbClr val="00B050"/>
                </a:solidFill>
                <a:latin typeface="Segoe UI" panose="020B0502040204020203" pitchFamily="34" charset="0"/>
              </a:rPr>
              <a:t>Key Considerations</a:t>
            </a:r>
            <a:endParaRPr lang="en-US" sz="2400" dirty="0"/>
          </a:p>
        </p:txBody>
      </p:sp>
      <p:sp>
        <p:nvSpPr>
          <p:cNvPr id="48" name="Text Placeholder 3"/>
          <p:cNvSpPr txBox="1">
            <a:spLocks/>
          </p:cNvSpPr>
          <p:nvPr/>
        </p:nvSpPr>
        <p:spPr>
          <a:xfrm>
            <a:off x="4294539" y="1490133"/>
            <a:ext cx="7868821" cy="5717678"/>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4000" kern="1200" spc="0" baseline="0" dirty="0" smtClean="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2400" kern="1200" spc="0" baseline="0" dirty="0" smtClean="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00000"/>
              </a:lnSpc>
              <a:spcAft>
                <a:spcPts val="600"/>
              </a:spcAft>
              <a:buNone/>
            </a:pPr>
            <a:r>
              <a:rPr lang="en-US" sz="3999" dirty="0">
                <a:solidFill>
                  <a:schemeClr val="tx1"/>
                </a:solidFill>
              </a:rPr>
              <a:t>Plan the Azure infrastructure </a:t>
            </a:r>
          </a:p>
          <a:p>
            <a:pPr marL="0" indent="0">
              <a:lnSpc>
                <a:spcPct val="100000"/>
              </a:lnSpc>
              <a:spcAft>
                <a:spcPts val="600"/>
              </a:spcAft>
              <a:buNone/>
            </a:pPr>
            <a:r>
              <a:rPr lang="en-US" sz="3999" dirty="0">
                <a:solidFill>
                  <a:schemeClr val="tx1"/>
                </a:solidFill>
              </a:rPr>
              <a:t>Replicate data to Azure</a:t>
            </a:r>
          </a:p>
          <a:p>
            <a:pPr marL="0" indent="0">
              <a:lnSpc>
                <a:spcPct val="100000"/>
              </a:lnSpc>
              <a:spcAft>
                <a:spcPts val="600"/>
              </a:spcAft>
              <a:buNone/>
            </a:pPr>
            <a:r>
              <a:rPr lang="en-US" sz="3999" dirty="0">
                <a:solidFill>
                  <a:schemeClr val="tx1"/>
                </a:solidFill>
              </a:rPr>
              <a:t>Test applications in Azure before migration</a:t>
            </a:r>
          </a:p>
          <a:p>
            <a:pPr marL="0" indent="0">
              <a:lnSpc>
                <a:spcPct val="100000"/>
              </a:lnSpc>
              <a:spcAft>
                <a:spcPts val="600"/>
              </a:spcAft>
              <a:buNone/>
            </a:pPr>
            <a:r>
              <a:rPr lang="en-US" sz="3999" dirty="0">
                <a:solidFill>
                  <a:schemeClr val="tx1"/>
                </a:solidFill>
              </a:rPr>
              <a:t>Reduce downtime of production workload during migration</a:t>
            </a:r>
          </a:p>
          <a:p>
            <a:pPr marL="0" indent="0">
              <a:spcAft>
                <a:spcPts val="600"/>
              </a:spcAft>
              <a:buNone/>
            </a:pPr>
            <a:endParaRPr lang="en-US" sz="3999" dirty="0">
              <a:solidFill>
                <a:schemeClr val="tx1"/>
              </a:solidFill>
            </a:endParaRPr>
          </a:p>
        </p:txBody>
      </p:sp>
      <p:graphicFrame>
        <p:nvGraphicFramePr>
          <p:cNvPr id="49" name="Diagram 48"/>
          <p:cNvGraphicFramePr/>
          <p:nvPr/>
        </p:nvGraphicFramePr>
        <p:xfrm>
          <a:off x="-161607" y="1337328"/>
          <a:ext cx="4194109" cy="5526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8010474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Migrations offering from CSP Partners </a:t>
            </a:r>
          </a:p>
        </p:txBody>
      </p:sp>
      <p:grpSp>
        <p:nvGrpSpPr>
          <p:cNvPr id="4" name="Group 3"/>
          <p:cNvGrpSpPr/>
          <p:nvPr/>
        </p:nvGrpSpPr>
        <p:grpSpPr>
          <a:xfrm>
            <a:off x="50837" y="2201303"/>
            <a:ext cx="12337168" cy="2591920"/>
            <a:chOff x="133418" y="2174360"/>
            <a:chExt cx="11887200" cy="2389701"/>
          </a:xfrm>
        </p:grpSpPr>
        <p:sp>
          <p:nvSpPr>
            <p:cNvPr id="5" name="Arrow: Pentagon 9"/>
            <p:cNvSpPr/>
            <p:nvPr/>
          </p:nvSpPr>
          <p:spPr>
            <a:xfrm>
              <a:off x="362018" y="2354262"/>
              <a:ext cx="3303998" cy="467475"/>
            </a:xfrm>
            <a:prstGeom prst="homePlate">
              <a:avLst/>
            </a:prstGeom>
            <a:solidFill>
              <a:srgbClr val="00B050"/>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36" dirty="0">
                  <a:latin typeface="Segoe UI Semibold" panose="020B0702040204020203" pitchFamily="34" charset="0"/>
                  <a:cs typeface="Segoe UI Semibold" panose="020B0702040204020203" pitchFamily="34" charset="0"/>
                </a:rPr>
                <a:t>Assessment</a:t>
              </a:r>
            </a:p>
          </p:txBody>
        </p:sp>
        <p:sp>
          <p:nvSpPr>
            <p:cNvPr id="6" name="Arrow: Pentagon 10"/>
            <p:cNvSpPr/>
            <p:nvPr/>
          </p:nvSpPr>
          <p:spPr>
            <a:xfrm>
              <a:off x="8515418" y="2354262"/>
              <a:ext cx="3303998" cy="467475"/>
            </a:xfrm>
            <a:prstGeom prst="homePlate">
              <a:avLst/>
            </a:prstGeom>
            <a:solidFill>
              <a:srgbClr val="00B050"/>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47" tIns="46623" rIns="93247" bIns="46623" numCol="1" spcCol="0" rtlCol="0" fromWordArt="0" anchor="ctr" anchorCtr="0" forceAA="0" compatLnSpc="1">
              <a:prstTxWarp prst="textNoShape">
                <a:avLst/>
              </a:prstTxWarp>
              <a:noAutofit/>
            </a:bodyPr>
            <a:lstStyle/>
            <a:p>
              <a:pPr algn="ctr"/>
              <a:r>
                <a:rPr lang="en-US" sz="1836" dirty="0">
                  <a:latin typeface="Segoe UI Semibold" panose="020B0702040204020203" pitchFamily="34" charset="0"/>
                  <a:cs typeface="Segoe UI Semibold" panose="020B0702040204020203" pitchFamily="34" charset="0"/>
                </a:rPr>
                <a:t>Manage</a:t>
              </a:r>
            </a:p>
          </p:txBody>
        </p:sp>
        <p:sp>
          <p:nvSpPr>
            <p:cNvPr id="7" name="Arrow: Pentagon 11"/>
            <p:cNvSpPr/>
            <p:nvPr/>
          </p:nvSpPr>
          <p:spPr>
            <a:xfrm>
              <a:off x="4494327" y="2354262"/>
              <a:ext cx="3303998" cy="467475"/>
            </a:xfrm>
            <a:prstGeom prst="homePlate">
              <a:avLst/>
            </a:prstGeom>
            <a:solidFill>
              <a:srgbClr val="00B050"/>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47" tIns="46623" rIns="93247" bIns="46623" numCol="1" spcCol="0" rtlCol="0" fromWordArt="0" anchor="ctr" anchorCtr="0" forceAA="0" compatLnSpc="1">
              <a:prstTxWarp prst="textNoShape">
                <a:avLst/>
              </a:prstTxWarp>
              <a:noAutofit/>
            </a:bodyPr>
            <a:lstStyle/>
            <a:p>
              <a:pPr algn="ctr"/>
              <a:r>
                <a:rPr lang="en-US" sz="1836" dirty="0">
                  <a:latin typeface="Segoe UI Semibold" panose="020B0702040204020203" pitchFamily="34" charset="0"/>
                  <a:cs typeface="Segoe UI Semibold" panose="020B0702040204020203" pitchFamily="34" charset="0"/>
                </a:rPr>
                <a:t>Migrate</a:t>
              </a:r>
            </a:p>
          </p:txBody>
        </p:sp>
        <p:sp>
          <p:nvSpPr>
            <p:cNvPr id="8" name="Rectangle 7"/>
            <p:cNvSpPr/>
            <p:nvPr/>
          </p:nvSpPr>
          <p:spPr>
            <a:xfrm>
              <a:off x="133418" y="2174360"/>
              <a:ext cx="11887200" cy="2389701"/>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3247" tIns="93247" rIns="93247" bIns="93247" numCol="1" spcCol="0" rtlCol="0" fromWordArt="0" anchor="b" anchorCtr="0" forceAA="0" compatLnSpc="1">
              <a:prstTxWarp prst="textNoShape">
                <a:avLst/>
              </a:prstTxWarp>
              <a:noAutofit/>
            </a:bodyPr>
            <a:lstStyle/>
            <a:p>
              <a:pPr algn="r"/>
              <a:endParaRPr lang="en-US" sz="1224" dirty="0" err="1"/>
            </a:p>
          </p:txBody>
        </p:sp>
        <p:sp>
          <p:nvSpPr>
            <p:cNvPr id="9" name="TextBox 8"/>
            <p:cNvSpPr txBox="1"/>
            <p:nvPr/>
          </p:nvSpPr>
          <p:spPr>
            <a:xfrm>
              <a:off x="209618" y="2939983"/>
              <a:ext cx="3886199" cy="706711"/>
            </a:xfrm>
            <a:prstGeom prst="rect">
              <a:avLst/>
            </a:prstGeom>
            <a:noFill/>
          </p:spPr>
          <p:txBody>
            <a:bodyPr wrap="square" rtlCol="0">
              <a:spAutoFit/>
            </a:bodyPr>
            <a:lstStyle/>
            <a:p>
              <a:r>
                <a:rPr lang="en-US" sz="1428" b="1" dirty="0">
                  <a:latin typeface="Segoe UI Light" panose="020B0502040204020203" pitchFamily="34" charset="0"/>
                  <a:cs typeface="Segoe UI Light" panose="020B0502040204020203" pitchFamily="34" charset="0"/>
                </a:rPr>
                <a:t>Portfolio Assessment, TCO Analysis,  Security Requirements. Application Dependency Mapping</a:t>
              </a:r>
            </a:p>
            <a:p>
              <a:r>
                <a:rPr lang="en-US" sz="1428" b="1" dirty="0">
                  <a:latin typeface="Segoe UI Light" panose="020B0502040204020203" pitchFamily="34" charset="0"/>
                  <a:cs typeface="Segoe UI Light" panose="020B0502040204020203" pitchFamily="34" charset="0"/>
                </a:rPr>
                <a:t>	</a:t>
              </a:r>
            </a:p>
          </p:txBody>
        </p:sp>
        <p:sp>
          <p:nvSpPr>
            <p:cNvPr id="10" name="TextBox 9"/>
            <p:cNvSpPr txBox="1"/>
            <p:nvPr/>
          </p:nvSpPr>
          <p:spPr>
            <a:xfrm>
              <a:off x="4475666" y="2888811"/>
              <a:ext cx="3200400" cy="706711"/>
            </a:xfrm>
            <a:prstGeom prst="rect">
              <a:avLst/>
            </a:prstGeom>
            <a:noFill/>
          </p:spPr>
          <p:txBody>
            <a:bodyPr wrap="square" rtlCol="0">
              <a:spAutoFit/>
            </a:bodyPr>
            <a:lstStyle>
              <a:defPPr>
                <a:defRPr lang="en-US"/>
              </a:defPPr>
              <a:lvl1pPr>
                <a:defRPr sz="1200">
                  <a:latin typeface="Segoe UI Light" panose="020B0502040204020203" pitchFamily="34" charset="0"/>
                  <a:cs typeface="Segoe UI Light" panose="020B0502040204020203" pitchFamily="34" charset="0"/>
                </a:defRPr>
              </a:lvl1pPr>
            </a:lstStyle>
            <a:p>
              <a:r>
                <a:rPr lang="en-US" sz="1428" b="1" dirty="0"/>
                <a:t>Create Azure environment. Replicate via ASR, POC, Integrate applications and networks, User Acceptance</a:t>
              </a:r>
            </a:p>
          </p:txBody>
        </p:sp>
        <p:sp>
          <p:nvSpPr>
            <p:cNvPr id="11" name="TextBox 10"/>
            <p:cNvSpPr txBox="1"/>
            <p:nvPr/>
          </p:nvSpPr>
          <p:spPr>
            <a:xfrm>
              <a:off x="8561522" y="2907893"/>
              <a:ext cx="3108855" cy="293453"/>
            </a:xfrm>
            <a:prstGeom prst="rect">
              <a:avLst/>
            </a:prstGeom>
            <a:noFill/>
          </p:spPr>
          <p:txBody>
            <a:bodyPr wrap="square" rtlCol="0">
              <a:spAutoFit/>
            </a:bodyPr>
            <a:lstStyle>
              <a:defPPr>
                <a:defRPr lang="en-US"/>
              </a:defPPr>
              <a:lvl1pPr>
                <a:defRPr sz="1200">
                  <a:latin typeface="Segoe UI Light" panose="020B0502040204020203" pitchFamily="34" charset="0"/>
                  <a:cs typeface="Segoe UI Light" panose="020B0502040204020203" pitchFamily="34" charset="0"/>
                </a:defRPr>
              </a:lvl1pPr>
            </a:lstStyle>
            <a:p>
              <a:r>
                <a:rPr lang="en-US" sz="1428" b="1" dirty="0"/>
                <a:t>Billing, Support, Monitoring… </a:t>
              </a:r>
            </a:p>
          </p:txBody>
        </p:sp>
        <p:pic>
          <p:nvPicPr>
            <p:cNvPr id="13" name="Picture 12"/>
            <p:cNvPicPr>
              <a:picLocks noChangeAspect="1"/>
            </p:cNvPicPr>
            <p:nvPr/>
          </p:nvPicPr>
          <p:blipFill>
            <a:blip r:embed="rId3"/>
            <a:stretch>
              <a:fillRect/>
            </a:stretch>
          </p:blipFill>
          <p:spPr>
            <a:xfrm>
              <a:off x="4933705" y="3713222"/>
              <a:ext cx="1962723" cy="665116"/>
            </a:xfrm>
            <a:prstGeom prst="rect">
              <a:avLst/>
            </a:prstGeom>
            <a:ln w="38100"/>
          </p:spPr>
          <p:style>
            <a:lnRef idx="2">
              <a:schemeClr val="accent1"/>
            </a:lnRef>
            <a:fillRef idx="1">
              <a:schemeClr val="lt1"/>
            </a:fillRef>
            <a:effectRef idx="0">
              <a:schemeClr val="accent1"/>
            </a:effectRef>
            <a:fontRef idx="minor">
              <a:schemeClr val="dk1"/>
            </a:fontRef>
          </p:style>
        </p:pic>
        <p:grpSp>
          <p:nvGrpSpPr>
            <p:cNvPr id="14" name="Group 13"/>
            <p:cNvGrpSpPr/>
            <p:nvPr/>
          </p:nvGrpSpPr>
          <p:grpSpPr>
            <a:xfrm>
              <a:off x="8609206" y="3578873"/>
              <a:ext cx="533684" cy="521449"/>
              <a:chOff x="8272364" y="3442648"/>
              <a:chExt cx="523268" cy="511271"/>
            </a:xfrm>
            <a:solidFill>
              <a:srgbClr val="005AA1"/>
            </a:solidFill>
          </p:grpSpPr>
          <p:cxnSp>
            <p:nvCxnSpPr>
              <p:cNvPr id="16" name="Straight Connector 15"/>
              <p:cNvCxnSpPr/>
              <p:nvPr/>
            </p:nvCxnSpPr>
            <p:spPr>
              <a:xfrm flipH="1">
                <a:off x="8323448" y="3632176"/>
                <a:ext cx="148001" cy="189069"/>
              </a:xfrm>
              <a:prstGeom prst="line">
                <a:avLst/>
              </a:prstGeom>
              <a:grpFill/>
              <a:ln w="12700" cap="rnd">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8586252" y="3632176"/>
                <a:ext cx="148000" cy="181968"/>
              </a:xfrm>
              <a:prstGeom prst="line">
                <a:avLst/>
              </a:prstGeom>
              <a:grpFill/>
              <a:ln w="127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8" name="Oval 30"/>
              <p:cNvSpPr/>
              <p:nvPr/>
            </p:nvSpPr>
            <p:spPr>
              <a:xfrm>
                <a:off x="8335003" y="3442648"/>
                <a:ext cx="399251" cy="207948"/>
              </a:xfrm>
              <a:custGeom>
                <a:avLst/>
                <a:gdLst/>
                <a:ahLst/>
                <a:cxnLst/>
                <a:rect l="l" t="t" r="r" b="b"/>
                <a:pathLst>
                  <a:path w="3379573" h="1760243">
                    <a:moveTo>
                      <a:pt x="2499452" y="0"/>
                    </a:moveTo>
                    <a:cubicBezTo>
                      <a:pt x="2985529" y="0"/>
                      <a:pt x="3379573" y="394044"/>
                      <a:pt x="3379573" y="880121"/>
                    </a:cubicBezTo>
                    <a:cubicBezTo>
                      <a:pt x="3379573" y="1366198"/>
                      <a:pt x="2985529" y="1760242"/>
                      <a:pt x="2499452" y="1760242"/>
                    </a:cubicBezTo>
                    <a:lnTo>
                      <a:pt x="2480403" y="1759280"/>
                    </a:lnTo>
                    <a:cubicBezTo>
                      <a:pt x="2478852" y="1760202"/>
                      <a:pt x="2477250" y="1760242"/>
                      <a:pt x="2475638" y="1760242"/>
                    </a:cubicBezTo>
                    <a:lnTo>
                      <a:pt x="1374549" y="1760242"/>
                    </a:lnTo>
                    <a:cubicBezTo>
                      <a:pt x="1374542" y="1760243"/>
                      <a:pt x="1374536" y="1760243"/>
                      <a:pt x="1374529" y="1760243"/>
                    </a:cubicBezTo>
                    <a:lnTo>
                      <a:pt x="1374517" y="1760242"/>
                    </a:lnTo>
                    <a:lnTo>
                      <a:pt x="539369" y="1760242"/>
                    </a:lnTo>
                    <a:lnTo>
                      <a:pt x="483001" y="1760242"/>
                    </a:lnTo>
                    <a:cubicBezTo>
                      <a:pt x="468421" y="1760242"/>
                      <a:pt x="454607" y="1756967"/>
                      <a:pt x="442551" y="1750482"/>
                    </a:cubicBezTo>
                    <a:cubicBezTo>
                      <a:pt x="190773" y="1705849"/>
                      <a:pt x="0" y="1485639"/>
                      <a:pt x="0" y="1220873"/>
                    </a:cubicBezTo>
                    <a:cubicBezTo>
                      <a:pt x="0" y="922988"/>
                      <a:pt x="241484" y="681504"/>
                      <a:pt x="539369" y="681504"/>
                    </a:cubicBezTo>
                    <a:cubicBezTo>
                      <a:pt x="597273" y="681504"/>
                      <a:pt x="653047" y="690629"/>
                      <a:pt x="704531" y="709989"/>
                    </a:cubicBezTo>
                    <a:cubicBezTo>
                      <a:pt x="820202" y="455744"/>
                      <a:pt x="1076841" y="279995"/>
                      <a:pt x="1374529" y="279995"/>
                    </a:cubicBezTo>
                    <a:cubicBezTo>
                      <a:pt x="1518807" y="279995"/>
                      <a:pt x="1653443" y="321278"/>
                      <a:pt x="1766200" y="394380"/>
                    </a:cubicBezTo>
                    <a:cubicBezTo>
                      <a:pt x="1923267" y="156545"/>
                      <a:pt x="2193078" y="0"/>
                      <a:pt x="2499452" y="0"/>
                    </a:cubicBezTo>
                    <a:close/>
                  </a:path>
                </a:pathLst>
              </a:custGeom>
              <a:grpFill/>
              <a:ln w="3175" cap="flat" cmpd="sng" algn="ctr">
                <a:noFill/>
                <a:prstDash val="solid"/>
                <a:round/>
                <a:headEnd type="none" w="med" len="med"/>
                <a:tailEnd type="none" w="med" len="med"/>
              </a:ln>
              <a:effectLst/>
            </p:spPr>
            <p:txBody>
              <a:bodyPr vert="horz" wrap="square" lIns="93221" tIns="46610" rIns="93221" bIns="46610" numCol="1" rtlCol="0" anchor="ctr" anchorCtr="0" compatLnSpc="1">
                <a:prstTxWarp prst="textNoShape">
                  <a:avLst/>
                </a:prstTxWarp>
                <a:noAutofit/>
              </a:bodyPr>
              <a:lstStyle>
                <a:defPPr>
                  <a:defRPr lang="en-US"/>
                </a:defPPr>
                <a:lvl1pPr marL="0" algn="l" defTabSz="932688" rtl="0" eaLnBrk="1" latinLnBrk="0" hangingPunct="1">
                  <a:defRPr sz="1836" kern="1200">
                    <a:solidFill>
                      <a:schemeClr val="tx1"/>
                    </a:solidFill>
                    <a:latin typeface="+mn-lt"/>
                    <a:ea typeface="+mn-ea"/>
                    <a:cs typeface="+mn-cs"/>
                  </a:defRPr>
                </a:lvl1pPr>
                <a:lvl2pPr marL="466344" algn="l" defTabSz="932688" rtl="0" eaLnBrk="1" latinLnBrk="0" hangingPunct="1">
                  <a:defRPr sz="1836" kern="1200">
                    <a:solidFill>
                      <a:schemeClr val="tx1"/>
                    </a:solidFill>
                    <a:latin typeface="+mn-lt"/>
                    <a:ea typeface="+mn-ea"/>
                    <a:cs typeface="+mn-cs"/>
                  </a:defRPr>
                </a:lvl2pPr>
                <a:lvl3pPr marL="932688" algn="l" defTabSz="932688" rtl="0" eaLnBrk="1" latinLnBrk="0" hangingPunct="1">
                  <a:defRPr sz="1836" kern="1200">
                    <a:solidFill>
                      <a:schemeClr val="tx1"/>
                    </a:solidFill>
                    <a:latin typeface="+mn-lt"/>
                    <a:ea typeface="+mn-ea"/>
                    <a:cs typeface="+mn-cs"/>
                  </a:defRPr>
                </a:lvl3pPr>
                <a:lvl4pPr marL="1399032" algn="l" defTabSz="932688" rtl="0" eaLnBrk="1" latinLnBrk="0" hangingPunct="1">
                  <a:defRPr sz="1836" kern="1200">
                    <a:solidFill>
                      <a:schemeClr val="tx1"/>
                    </a:solidFill>
                    <a:latin typeface="+mn-lt"/>
                    <a:ea typeface="+mn-ea"/>
                    <a:cs typeface="+mn-cs"/>
                  </a:defRPr>
                </a:lvl4pPr>
                <a:lvl5pPr marL="1865376" algn="l" defTabSz="932688" rtl="0" eaLnBrk="1" latinLnBrk="0" hangingPunct="1">
                  <a:defRPr sz="1836" kern="1200">
                    <a:solidFill>
                      <a:schemeClr val="tx1"/>
                    </a:solidFill>
                    <a:latin typeface="+mn-lt"/>
                    <a:ea typeface="+mn-ea"/>
                    <a:cs typeface="+mn-cs"/>
                  </a:defRPr>
                </a:lvl5pPr>
                <a:lvl6pPr marL="2331720" algn="l" defTabSz="932688" rtl="0" eaLnBrk="1" latinLnBrk="0" hangingPunct="1">
                  <a:defRPr sz="1836" kern="1200">
                    <a:solidFill>
                      <a:schemeClr val="tx1"/>
                    </a:solidFill>
                    <a:latin typeface="+mn-lt"/>
                    <a:ea typeface="+mn-ea"/>
                    <a:cs typeface="+mn-cs"/>
                  </a:defRPr>
                </a:lvl6pPr>
                <a:lvl7pPr marL="2798064" algn="l" defTabSz="932688" rtl="0" eaLnBrk="1" latinLnBrk="0" hangingPunct="1">
                  <a:defRPr sz="1836" kern="1200">
                    <a:solidFill>
                      <a:schemeClr val="tx1"/>
                    </a:solidFill>
                    <a:latin typeface="+mn-lt"/>
                    <a:ea typeface="+mn-ea"/>
                    <a:cs typeface="+mn-cs"/>
                  </a:defRPr>
                </a:lvl7pPr>
                <a:lvl8pPr marL="3264408" algn="l" defTabSz="932688" rtl="0" eaLnBrk="1" latinLnBrk="0" hangingPunct="1">
                  <a:defRPr sz="1836" kern="1200">
                    <a:solidFill>
                      <a:schemeClr val="tx1"/>
                    </a:solidFill>
                    <a:latin typeface="+mn-lt"/>
                    <a:ea typeface="+mn-ea"/>
                    <a:cs typeface="+mn-cs"/>
                  </a:defRPr>
                </a:lvl8pPr>
                <a:lvl9pPr marL="3730752" algn="l" defTabSz="932688" rtl="0" eaLnBrk="1" latinLnBrk="0" hangingPunct="1">
                  <a:defRPr sz="1836" kern="1200">
                    <a:solidFill>
                      <a:schemeClr val="tx1"/>
                    </a:solidFill>
                    <a:latin typeface="+mn-lt"/>
                    <a:ea typeface="+mn-ea"/>
                    <a:cs typeface="+mn-cs"/>
                  </a:defRPr>
                </a:lvl9pPr>
              </a:lstStyle>
              <a:p>
                <a:pPr algn="ctr" defTabSz="951065" fontAlgn="base">
                  <a:buClr>
                    <a:srgbClr val="FFFF99"/>
                  </a:buClr>
                  <a:buSzPct val="90000"/>
                  <a:defRPr/>
                </a:pPr>
                <a:endParaRPr lang="en-US" sz="1630" b="1" dirty="0">
                  <a:ln>
                    <a:solidFill>
                      <a:prstClr val="white">
                        <a:alpha val="0"/>
                      </a:prstClr>
                    </a:solidFill>
                  </a:ln>
                  <a:solidFill>
                    <a:srgbClr val="595959"/>
                  </a:solidFill>
                  <a:effectLst>
                    <a:outerShdw blurRad="38100" dist="38100" dir="2700000" algn="tl">
                      <a:srgbClr val="000000">
                        <a:alpha val="43137"/>
                      </a:srgbClr>
                    </a:outerShdw>
                  </a:effectLst>
                </a:endParaRPr>
              </a:p>
            </p:txBody>
          </p:sp>
          <p:grpSp>
            <p:nvGrpSpPr>
              <p:cNvPr id="19" name="Group 18"/>
              <p:cNvGrpSpPr>
                <a:grpSpLocks noChangeAspect="1"/>
              </p:cNvGrpSpPr>
              <p:nvPr/>
            </p:nvGrpSpPr>
            <p:grpSpPr>
              <a:xfrm>
                <a:off x="8272364" y="3821246"/>
                <a:ext cx="102167" cy="132673"/>
                <a:chOff x="377825" y="1184276"/>
                <a:chExt cx="1020763" cy="1325563"/>
              </a:xfrm>
              <a:grpFill/>
            </p:grpSpPr>
            <p:sp>
              <p:nvSpPr>
                <p:cNvPr id="38" name="Oval 37"/>
                <p:cNvSpPr>
                  <a:spLocks noChangeArrowheads="1"/>
                </p:cNvSpPr>
                <p:nvPr/>
              </p:nvSpPr>
              <p:spPr bwMode="auto">
                <a:xfrm>
                  <a:off x="395288" y="1184276"/>
                  <a:ext cx="985838" cy="1873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1" tIns="46610" rIns="93221" bIns="46610" numCol="1" anchor="t" anchorCtr="0" compatLnSpc="1">
                  <a:prstTxWarp prst="textNoShape">
                    <a:avLst/>
                  </a:prstTxWarp>
                </a:bodyPr>
                <a:lstStyle>
                  <a:defPPr>
                    <a:defRPr lang="en-US"/>
                  </a:defPPr>
                  <a:lvl1pPr marL="0" algn="l" defTabSz="932688" rtl="0" eaLnBrk="1" latinLnBrk="0" hangingPunct="1">
                    <a:defRPr sz="1836" kern="1200">
                      <a:solidFill>
                        <a:schemeClr val="tx1"/>
                      </a:solidFill>
                      <a:latin typeface="+mn-lt"/>
                      <a:ea typeface="+mn-ea"/>
                      <a:cs typeface="+mn-cs"/>
                    </a:defRPr>
                  </a:lvl1pPr>
                  <a:lvl2pPr marL="466344" algn="l" defTabSz="932688" rtl="0" eaLnBrk="1" latinLnBrk="0" hangingPunct="1">
                    <a:defRPr sz="1836" kern="1200">
                      <a:solidFill>
                        <a:schemeClr val="tx1"/>
                      </a:solidFill>
                      <a:latin typeface="+mn-lt"/>
                      <a:ea typeface="+mn-ea"/>
                      <a:cs typeface="+mn-cs"/>
                    </a:defRPr>
                  </a:lvl2pPr>
                  <a:lvl3pPr marL="932688" algn="l" defTabSz="932688" rtl="0" eaLnBrk="1" latinLnBrk="0" hangingPunct="1">
                    <a:defRPr sz="1836" kern="1200">
                      <a:solidFill>
                        <a:schemeClr val="tx1"/>
                      </a:solidFill>
                      <a:latin typeface="+mn-lt"/>
                      <a:ea typeface="+mn-ea"/>
                      <a:cs typeface="+mn-cs"/>
                    </a:defRPr>
                  </a:lvl3pPr>
                  <a:lvl4pPr marL="1399032" algn="l" defTabSz="932688" rtl="0" eaLnBrk="1" latinLnBrk="0" hangingPunct="1">
                    <a:defRPr sz="1836" kern="1200">
                      <a:solidFill>
                        <a:schemeClr val="tx1"/>
                      </a:solidFill>
                      <a:latin typeface="+mn-lt"/>
                      <a:ea typeface="+mn-ea"/>
                      <a:cs typeface="+mn-cs"/>
                    </a:defRPr>
                  </a:lvl4pPr>
                  <a:lvl5pPr marL="1865376" algn="l" defTabSz="932688" rtl="0" eaLnBrk="1" latinLnBrk="0" hangingPunct="1">
                    <a:defRPr sz="1836" kern="1200">
                      <a:solidFill>
                        <a:schemeClr val="tx1"/>
                      </a:solidFill>
                      <a:latin typeface="+mn-lt"/>
                      <a:ea typeface="+mn-ea"/>
                      <a:cs typeface="+mn-cs"/>
                    </a:defRPr>
                  </a:lvl5pPr>
                  <a:lvl6pPr marL="2331720" algn="l" defTabSz="932688" rtl="0" eaLnBrk="1" latinLnBrk="0" hangingPunct="1">
                    <a:defRPr sz="1836" kern="1200">
                      <a:solidFill>
                        <a:schemeClr val="tx1"/>
                      </a:solidFill>
                      <a:latin typeface="+mn-lt"/>
                      <a:ea typeface="+mn-ea"/>
                      <a:cs typeface="+mn-cs"/>
                    </a:defRPr>
                  </a:lvl6pPr>
                  <a:lvl7pPr marL="2798064" algn="l" defTabSz="932688" rtl="0" eaLnBrk="1" latinLnBrk="0" hangingPunct="1">
                    <a:defRPr sz="1836" kern="1200">
                      <a:solidFill>
                        <a:schemeClr val="tx1"/>
                      </a:solidFill>
                      <a:latin typeface="+mn-lt"/>
                      <a:ea typeface="+mn-ea"/>
                      <a:cs typeface="+mn-cs"/>
                    </a:defRPr>
                  </a:lvl7pPr>
                  <a:lvl8pPr marL="3264408" algn="l" defTabSz="932688" rtl="0" eaLnBrk="1" latinLnBrk="0" hangingPunct="1">
                    <a:defRPr sz="1836" kern="1200">
                      <a:solidFill>
                        <a:schemeClr val="tx1"/>
                      </a:solidFill>
                      <a:latin typeface="+mn-lt"/>
                      <a:ea typeface="+mn-ea"/>
                      <a:cs typeface="+mn-cs"/>
                    </a:defRPr>
                  </a:lvl8pPr>
                  <a:lvl9pPr marL="3730752" algn="l" defTabSz="932688" rtl="0" eaLnBrk="1" latinLnBrk="0" hangingPunct="1">
                    <a:defRPr sz="1836" kern="1200">
                      <a:solidFill>
                        <a:schemeClr val="tx1"/>
                      </a:solidFill>
                      <a:latin typeface="+mn-lt"/>
                      <a:ea typeface="+mn-ea"/>
                      <a:cs typeface="+mn-cs"/>
                    </a:defRPr>
                  </a:lvl9pPr>
                </a:lstStyle>
                <a:p>
                  <a:pPr defTabSz="951065">
                    <a:defRPr/>
                  </a:pPr>
                  <a:endParaRPr lang="en-US" sz="1873" dirty="0">
                    <a:solidFill>
                      <a:srgbClr val="595959"/>
                    </a:solidFill>
                  </a:endParaRPr>
                </a:p>
              </p:txBody>
            </p:sp>
            <p:sp>
              <p:nvSpPr>
                <p:cNvPr id="39" name="Freeform 157"/>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21" tIns="46610" rIns="93221" bIns="46610" numCol="1" anchor="t" anchorCtr="0" compatLnSpc="1">
                  <a:prstTxWarp prst="textNoShape">
                    <a:avLst/>
                  </a:prstTxWarp>
                </a:bodyPr>
                <a:lstStyle>
                  <a:defPPr>
                    <a:defRPr lang="en-US"/>
                  </a:defPPr>
                  <a:lvl1pPr marL="0" algn="l" defTabSz="932688" rtl="0" eaLnBrk="1" latinLnBrk="0" hangingPunct="1">
                    <a:defRPr sz="1836" kern="1200">
                      <a:solidFill>
                        <a:schemeClr val="tx1"/>
                      </a:solidFill>
                      <a:latin typeface="+mn-lt"/>
                      <a:ea typeface="+mn-ea"/>
                      <a:cs typeface="+mn-cs"/>
                    </a:defRPr>
                  </a:lvl1pPr>
                  <a:lvl2pPr marL="466344" algn="l" defTabSz="932688" rtl="0" eaLnBrk="1" latinLnBrk="0" hangingPunct="1">
                    <a:defRPr sz="1836" kern="1200">
                      <a:solidFill>
                        <a:schemeClr val="tx1"/>
                      </a:solidFill>
                      <a:latin typeface="+mn-lt"/>
                      <a:ea typeface="+mn-ea"/>
                      <a:cs typeface="+mn-cs"/>
                    </a:defRPr>
                  </a:lvl2pPr>
                  <a:lvl3pPr marL="932688" algn="l" defTabSz="932688" rtl="0" eaLnBrk="1" latinLnBrk="0" hangingPunct="1">
                    <a:defRPr sz="1836" kern="1200">
                      <a:solidFill>
                        <a:schemeClr val="tx1"/>
                      </a:solidFill>
                      <a:latin typeface="+mn-lt"/>
                      <a:ea typeface="+mn-ea"/>
                      <a:cs typeface="+mn-cs"/>
                    </a:defRPr>
                  </a:lvl3pPr>
                  <a:lvl4pPr marL="1399032" algn="l" defTabSz="932688" rtl="0" eaLnBrk="1" latinLnBrk="0" hangingPunct="1">
                    <a:defRPr sz="1836" kern="1200">
                      <a:solidFill>
                        <a:schemeClr val="tx1"/>
                      </a:solidFill>
                      <a:latin typeface="+mn-lt"/>
                      <a:ea typeface="+mn-ea"/>
                      <a:cs typeface="+mn-cs"/>
                    </a:defRPr>
                  </a:lvl4pPr>
                  <a:lvl5pPr marL="1865376" algn="l" defTabSz="932688" rtl="0" eaLnBrk="1" latinLnBrk="0" hangingPunct="1">
                    <a:defRPr sz="1836" kern="1200">
                      <a:solidFill>
                        <a:schemeClr val="tx1"/>
                      </a:solidFill>
                      <a:latin typeface="+mn-lt"/>
                      <a:ea typeface="+mn-ea"/>
                      <a:cs typeface="+mn-cs"/>
                    </a:defRPr>
                  </a:lvl5pPr>
                  <a:lvl6pPr marL="2331720" algn="l" defTabSz="932688" rtl="0" eaLnBrk="1" latinLnBrk="0" hangingPunct="1">
                    <a:defRPr sz="1836" kern="1200">
                      <a:solidFill>
                        <a:schemeClr val="tx1"/>
                      </a:solidFill>
                      <a:latin typeface="+mn-lt"/>
                      <a:ea typeface="+mn-ea"/>
                      <a:cs typeface="+mn-cs"/>
                    </a:defRPr>
                  </a:lvl6pPr>
                  <a:lvl7pPr marL="2798064" algn="l" defTabSz="932688" rtl="0" eaLnBrk="1" latinLnBrk="0" hangingPunct="1">
                    <a:defRPr sz="1836" kern="1200">
                      <a:solidFill>
                        <a:schemeClr val="tx1"/>
                      </a:solidFill>
                      <a:latin typeface="+mn-lt"/>
                      <a:ea typeface="+mn-ea"/>
                      <a:cs typeface="+mn-cs"/>
                    </a:defRPr>
                  </a:lvl7pPr>
                  <a:lvl8pPr marL="3264408" algn="l" defTabSz="932688" rtl="0" eaLnBrk="1" latinLnBrk="0" hangingPunct="1">
                    <a:defRPr sz="1836" kern="1200">
                      <a:solidFill>
                        <a:schemeClr val="tx1"/>
                      </a:solidFill>
                      <a:latin typeface="+mn-lt"/>
                      <a:ea typeface="+mn-ea"/>
                      <a:cs typeface="+mn-cs"/>
                    </a:defRPr>
                  </a:lvl8pPr>
                  <a:lvl9pPr marL="3730752" algn="l" defTabSz="932688" rtl="0" eaLnBrk="1" latinLnBrk="0" hangingPunct="1">
                    <a:defRPr sz="1836" kern="1200">
                      <a:solidFill>
                        <a:schemeClr val="tx1"/>
                      </a:solidFill>
                      <a:latin typeface="+mn-lt"/>
                      <a:ea typeface="+mn-ea"/>
                      <a:cs typeface="+mn-cs"/>
                    </a:defRPr>
                  </a:lvl9pPr>
                </a:lstStyle>
                <a:p>
                  <a:pPr defTabSz="951065">
                    <a:defRPr/>
                  </a:pPr>
                  <a:endParaRPr lang="en-US" sz="1873" dirty="0">
                    <a:solidFill>
                      <a:srgbClr val="595959"/>
                    </a:solidFill>
                  </a:endParaRPr>
                </a:p>
              </p:txBody>
            </p:sp>
          </p:grpSp>
          <p:grpSp>
            <p:nvGrpSpPr>
              <p:cNvPr id="20" name="Group 19"/>
              <p:cNvGrpSpPr/>
              <p:nvPr/>
            </p:nvGrpSpPr>
            <p:grpSpPr>
              <a:xfrm>
                <a:off x="8694721" y="3821242"/>
                <a:ext cx="100911" cy="132672"/>
                <a:chOff x="2341535" y="5154027"/>
                <a:chExt cx="966546" cy="1270776"/>
              </a:xfrm>
              <a:grpFill/>
            </p:grpSpPr>
            <p:sp>
              <p:nvSpPr>
                <p:cNvPr id="35" name="Rectangle 52"/>
                <p:cNvSpPr/>
                <p:nvPr/>
              </p:nvSpPr>
              <p:spPr bwMode="auto">
                <a:xfrm>
                  <a:off x="2341535" y="5154027"/>
                  <a:ext cx="757248" cy="1056270"/>
                </a:xfrm>
                <a:custGeom>
                  <a:avLst/>
                  <a:gdLst/>
                  <a:ahLst/>
                  <a:cxnLst/>
                  <a:rect l="l" t="t" r="r" b="b"/>
                  <a:pathLst>
                    <a:path w="757247" h="1056273">
                      <a:moveTo>
                        <a:pt x="480708" y="839209"/>
                      </a:moveTo>
                      <a:lnTo>
                        <a:pt x="480708" y="866641"/>
                      </a:lnTo>
                      <a:lnTo>
                        <a:pt x="663588" y="866641"/>
                      </a:lnTo>
                      <a:lnTo>
                        <a:pt x="663588" y="839209"/>
                      </a:lnTo>
                      <a:close/>
                      <a:moveTo>
                        <a:pt x="114948" y="644272"/>
                      </a:moveTo>
                      <a:lnTo>
                        <a:pt x="114948" y="671704"/>
                      </a:lnTo>
                      <a:lnTo>
                        <a:pt x="663588" y="671704"/>
                      </a:lnTo>
                      <a:lnTo>
                        <a:pt x="663588" y="644272"/>
                      </a:lnTo>
                      <a:close/>
                      <a:moveTo>
                        <a:pt x="114948" y="520816"/>
                      </a:moveTo>
                      <a:lnTo>
                        <a:pt x="114948" y="548248"/>
                      </a:lnTo>
                      <a:lnTo>
                        <a:pt x="663588" y="548248"/>
                      </a:lnTo>
                      <a:lnTo>
                        <a:pt x="663588" y="520816"/>
                      </a:lnTo>
                      <a:close/>
                      <a:moveTo>
                        <a:pt x="114948" y="397359"/>
                      </a:moveTo>
                      <a:lnTo>
                        <a:pt x="114948" y="424791"/>
                      </a:lnTo>
                      <a:lnTo>
                        <a:pt x="663588" y="424791"/>
                      </a:lnTo>
                      <a:lnTo>
                        <a:pt x="663588" y="397359"/>
                      </a:lnTo>
                      <a:close/>
                      <a:moveTo>
                        <a:pt x="114948" y="273902"/>
                      </a:moveTo>
                      <a:lnTo>
                        <a:pt x="114948" y="301334"/>
                      </a:lnTo>
                      <a:lnTo>
                        <a:pt x="663588" y="301334"/>
                      </a:lnTo>
                      <a:lnTo>
                        <a:pt x="663588" y="273902"/>
                      </a:lnTo>
                      <a:close/>
                      <a:moveTo>
                        <a:pt x="351644" y="150445"/>
                      </a:moveTo>
                      <a:lnTo>
                        <a:pt x="351644" y="177877"/>
                      </a:lnTo>
                      <a:lnTo>
                        <a:pt x="663588" y="177877"/>
                      </a:lnTo>
                      <a:lnTo>
                        <a:pt x="663588" y="150445"/>
                      </a:lnTo>
                      <a:close/>
                      <a:moveTo>
                        <a:pt x="156378" y="20793"/>
                      </a:moveTo>
                      <a:lnTo>
                        <a:pt x="156378" y="37058"/>
                      </a:lnTo>
                      <a:lnTo>
                        <a:pt x="719457" y="37058"/>
                      </a:lnTo>
                      <a:lnTo>
                        <a:pt x="719457" y="1021460"/>
                      </a:lnTo>
                      <a:lnTo>
                        <a:pt x="29859" y="1021460"/>
                      </a:lnTo>
                      <a:lnTo>
                        <a:pt x="29859" y="164161"/>
                      </a:lnTo>
                      <a:lnTo>
                        <a:pt x="13504" y="164161"/>
                      </a:lnTo>
                      <a:lnTo>
                        <a:pt x="13504" y="1037725"/>
                      </a:lnTo>
                      <a:lnTo>
                        <a:pt x="735811" y="1037725"/>
                      </a:lnTo>
                      <a:lnTo>
                        <a:pt x="735811" y="20793"/>
                      </a:lnTo>
                      <a:close/>
                      <a:moveTo>
                        <a:pt x="139452" y="15980"/>
                      </a:moveTo>
                      <a:lnTo>
                        <a:pt x="15031" y="142782"/>
                      </a:lnTo>
                      <a:lnTo>
                        <a:pt x="118964" y="120320"/>
                      </a:lnTo>
                      <a:close/>
                      <a:moveTo>
                        <a:pt x="126937" y="0"/>
                      </a:moveTo>
                      <a:lnTo>
                        <a:pt x="757247" y="0"/>
                      </a:lnTo>
                      <a:lnTo>
                        <a:pt x="757247" y="1056273"/>
                      </a:lnTo>
                      <a:lnTo>
                        <a:pt x="0" y="1056273"/>
                      </a:lnTo>
                      <a:lnTo>
                        <a:pt x="0" y="133924"/>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3216" tIns="46608" rIns="93216" bIns="46608" numCol="1" rtlCol="0" anchor="ctr" anchorCtr="0" compatLnSpc="1">
                  <a:prstTxWarp prst="textNoShape">
                    <a:avLst/>
                  </a:prstTxWarp>
                </a:bodyP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31753" fontAlgn="base">
                    <a:spcBef>
                      <a:spcPct val="0"/>
                    </a:spcBef>
                    <a:spcAft>
                      <a:spcPct val="0"/>
                    </a:spcAft>
                    <a:defRPr/>
                  </a:pPr>
                  <a:endParaRPr lang="en-US" sz="2244" dirty="0">
                    <a:solidFill>
                      <a:srgbClr val="595959"/>
                    </a:solidFill>
                  </a:endParaRPr>
                </a:p>
              </p:txBody>
            </p:sp>
            <p:sp>
              <p:nvSpPr>
                <p:cNvPr id="36" name="Rectangle 59"/>
                <p:cNvSpPr/>
                <p:nvPr/>
              </p:nvSpPr>
              <p:spPr bwMode="auto">
                <a:xfrm>
                  <a:off x="2422320" y="5206322"/>
                  <a:ext cx="781255" cy="1110531"/>
                </a:xfrm>
                <a:custGeom>
                  <a:avLst/>
                  <a:gdLst/>
                  <a:ahLst/>
                  <a:cxnLst/>
                  <a:rect l="l" t="t" r="r" b="b"/>
                  <a:pathLst>
                    <a:path w="781255" h="1110531">
                      <a:moveTo>
                        <a:pt x="711405" y="0"/>
                      </a:moveTo>
                      <a:lnTo>
                        <a:pt x="781255" y="0"/>
                      </a:lnTo>
                      <a:lnTo>
                        <a:pt x="781255" y="1037117"/>
                      </a:lnTo>
                      <a:lnTo>
                        <a:pt x="781255" y="1063586"/>
                      </a:lnTo>
                      <a:lnTo>
                        <a:pt x="781255" y="1110531"/>
                      </a:lnTo>
                      <a:lnTo>
                        <a:pt x="0" y="1110531"/>
                      </a:lnTo>
                      <a:lnTo>
                        <a:pt x="0" y="1037117"/>
                      </a:lnTo>
                      <a:lnTo>
                        <a:pt x="711405" y="1037117"/>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3216" tIns="46608" rIns="93216" bIns="46608" numCol="1" rtlCol="0" anchor="ctr" anchorCtr="0" compatLnSpc="1">
                  <a:prstTxWarp prst="textNoShape">
                    <a:avLst/>
                  </a:prstTxWarp>
                </a:bodyP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31753" fontAlgn="base">
                    <a:spcBef>
                      <a:spcPct val="0"/>
                    </a:spcBef>
                    <a:spcAft>
                      <a:spcPct val="0"/>
                    </a:spcAft>
                    <a:defRPr/>
                  </a:pPr>
                  <a:endParaRPr lang="en-US" sz="2244" dirty="0">
                    <a:solidFill>
                      <a:srgbClr val="595959"/>
                    </a:solidFill>
                  </a:endParaRPr>
                </a:p>
              </p:txBody>
            </p:sp>
            <p:sp>
              <p:nvSpPr>
                <p:cNvPr id="37" name="Rectangle 59"/>
                <p:cNvSpPr/>
                <p:nvPr/>
              </p:nvSpPr>
              <p:spPr bwMode="auto">
                <a:xfrm>
                  <a:off x="2526826" y="5314272"/>
                  <a:ext cx="781255" cy="1110531"/>
                </a:xfrm>
                <a:custGeom>
                  <a:avLst/>
                  <a:gdLst/>
                  <a:ahLst/>
                  <a:cxnLst/>
                  <a:rect l="l" t="t" r="r" b="b"/>
                  <a:pathLst>
                    <a:path w="781255" h="1110531">
                      <a:moveTo>
                        <a:pt x="711405" y="0"/>
                      </a:moveTo>
                      <a:lnTo>
                        <a:pt x="781255" y="0"/>
                      </a:lnTo>
                      <a:lnTo>
                        <a:pt x="781255" y="1037117"/>
                      </a:lnTo>
                      <a:lnTo>
                        <a:pt x="781255" y="1063586"/>
                      </a:lnTo>
                      <a:lnTo>
                        <a:pt x="781255" y="1110531"/>
                      </a:lnTo>
                      <a:lnTo>
                        <a:pt x="0" y="1110531"/>
                      </a:lnTo>
                      <a:lnTo>
                        <a:pt x="0" y="1037117"/>
                      </a:lnTo>
                      <a:lnTo>
                        <a:pt x="711405" y="1037117"/>
                      </a:ln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3216" tIns="46608" rIns="93216" bIns="46608" numCol="1" rtlCol="0" anchor="ctr" anchorCtr="0" compatLnSpc="1">
                  <a:prstTxWarp prst="textNoShape">
                    <a:avLst/>
                  </a:prstTxWarp>
                </a:bodyP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31753" fontAlgn="base">
                    <a:spcBef>
                      <a:spcPct val="0"/>
                    </a:spcBef>
                    <a:spcAft>
                      <a:spcPct val="0"/>
                    </a:spcAft>
                    <a:defRPr/>
                  </a:pPr>
                  <a:endParaRPr lang="en-US" sz="2244" dirty="0">
                    <a:solidFill>
                      <a:srgbClr val="595959"/>
                    </a:solidFill>
                  </a:endParaRPr>
                </a:p>
              </p:txBody>
            </p:sp>
          </p:grpSp>
          <p:cxnSp>
            <p:nvCxnSpPr>
              <p:cNvPr id="21" name="Straight Connector 20"/>
              <p:cNvCxnSpPr/>
              <p:nvPr/>
            </p:nvCxnSpPr>
            <p:spPr>
              <a:xfrm>
                <a:off x="8534626" y="3620865"/>
                <a:ext cx="0" cy="198739"/>
              </a:xfrm>
              <a:prstGeom prst="line">
                <a:avLst/>
              </a:prstGeom>
              <a:grpFill/>
              <a:ln w="12700" cap="rnd">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8468956" y="3817749"/>
                <a:ext cx="139169" cy="136170"/>
                <a:chOff x="7481887" y="2256964"/>
                <a:chExt cx="1295401" cy="1267484"/>
              </a:xfrm>
              <a:grpFill/>
            </p:grpSpPr>
            <p:grpSp>
              <p:nvGrpSpPr>
                <p:cNvPr id="23" name="Group 22"/>
                <p:cNvGrpSpPr/>
                <p:nvPr/>
              </p:nvGrpSpPr>
              <p:grpSpPr>
                <a:xfrm>
                  <a:off x="7481887" y="3138685"/>
                  <a:ext cx="1295401" cy="385763"/>
                  <a:chOff x="7481887" y="3138685"/>
                  <a:chExt cx="1295401" cy="385763"/>
                </a:xfrm>
                <a:grpFill/>
              </p:grpSpPr>
              <p:sp>
                <p:nvSpPr>
                  <p:cNvPr id="32" name="Rectangle 31"/>
                  <p:cNvSpPr/>
                  <p:nvPr/>
                </p:nvSpPr>
                <p:spPr>
                  <a:xfrm>
                    <a:off x="8391525" y="3138685"/>
                    <a:ext cx="385763" cy="3857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51065">
                      <a:defRPr/>
                    </a:pPr>
                    <a:endParaRPr lang="en-US" sz="1873" dirty="0">
                      <a:solidFill>
                        <a:srgbClr val="595959"/>
                      </a:solidFill>
                    </a:endParaRPr>
                  </a:p>
                </p:txBody>
              </p:sp>
              <p:sp>
                <p:nvSpPr>
                  <p:cNvPr id="33" name="Rectangle 32"/>
                  <p:cNvSpPr/>
                  <p:nvPr/>
                </p:nvSpPr>
                <p:spPr>
                  <a:xfrm>
                    <a:off x="7936706" y="3138685"/>
                    <a:ext cx="385763" cy="3857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51065">
                      <a:defRPr/>
                    </a:pPr>
                    <a:endParaRPr lang="en-US" sz="1873" dirty="0">
                      <a:solidFill>
                        <a:srgbClr val="595959"/>
                      </a:solidFill>
                    </a:endParaRPr>
                  </a:p>
                </p:txBody>
              </p:sp>
              <p:sp>
                <p:nvSpPr>
                  <p:cNvPr id="34" name="Rectangle 33"/>
                  <p:cNvSpPr/>
                  <p:nvPr/>
                </p:nvSpPr>
                <p:spPr>
                  <a:xfrm>
                    <a:off x="7481887" y="3138685"/>
                    <a:ext cx="385763" cy="3857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51065">
                      <a:defRPr/>
                    </a:pPr>
                    <a:endParaRPr lang="en-US" sz="1873" dirty="0">
                      <a:solidFill>
                        <a:srgbClr val="595959"/>
                      </a:solidFill>
                    </a:endParaRPr>
                  </a:p>
                </p:txBody>
              </p:sp>
            </p:grpSp>
            <p:grpSp>
              <p:nvGrpSpPr>
                <p:cNvPr id="24" name="Group 23"/>
                <p:cNvGrpSpPr/>
                <p:nvPr/>
              </p:nvGrpSpPr>
              <p:grpSpPr>
                <a:xfrm>
                  <a:off x="7481896" y="2697825"/>
                  <a:ext cx="1295392" cy="385763"/>
                  <a:chOff x="7481896" y="2697394"/>
                  <a:chExt cx="1295392" cy="385763"/>
                </a:xfrm>
                <a:grpFill/>
              </p:grpSpPr>
              <p:sp>
                <p:nvSpPr>
                  <p:cNvPr id="29" name="Rectangle 28"/>
                  <p:cNvSpPr/>
                  <p:nvPr/>
                </p:nvSpPr>
                <p:spPr>
                  <a:xfrm>
                    <a:off x="8391525" y="2697394"/>
                    <a:ext cx="385763" cy="3857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51065">
                      <a:defRPr/>
                    </a:pPr>
                    <a:endParaRPr lang="en-US" sz="1873" dirty="0">
                      <a:solidFill>
                        <a:srgbClr val="595959"/>
                      </a:solidFill>
                    </a:endParaRPr>
                  </a:p>
                </p:txBody>
              </p:sp>
              <p:sp>
                <p:nvSpPr>
                  <p:cNvPr id="30" name="Rectangle 29"/>
                  <p:cNvSpPr/>
                  <p:nvPr/>
                </p:nvSpPr>
                <p:spPr>
                  <a:xfrm>
                    <a:off x="7936706" y="2697394"/>
                    <a:ext cx="385763" cy="3857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51065">
                      <a:defRPr/>
                    </a:pPr>
                    <a:endParaRPr lang="en-US" sz="1873" dirty="0">
                      <a:solidFill>
                        <a:srgbClr val="595959"/>
                      </a:solidFill>
                    </a:endParaRPr>
                  </a:p>
                </p:txBody>
              </p:sp>
              <p:sp>
                <p:nvSpPr>
                  <p:cNvPr id="31" name="Rectangle 30"/>
                  <p:cNvSpPr/>
                  <p:nvPr/>
                </p:nvSpPr>
                <p:spPr>
                  <a:xfrm>
                    <a:off x="7481896" y="2697394"/>
                    <a:ext cx="385764" cy="3857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51065">
                      <a:defRPr/>
                    </a:pPr>
                    <a:endParaRPr lang="en-US" sz="1873" dirty="0">
                      <a:solidFill>
                        <a:srgbClr val="595959"/>
                      </a:solidFill>
                    </a:endParaRPr>
                  </a:p>
                </p:txBody>
              </p:sp>
            </p:grpSp>
            <p:grpSp>
              <p:nvGrpSpPr>
                <p:cNvPr id="25" name="Group 24"/>
                <p:cNvGrpSpPr/>
                <p:nvPr/>
              </p:nvGrpSpPr>
              <p:grpSpPr>
                <a:xfrm>
                  <a:off x="7481887" y="2256964"/>
                  <a:ext cx="1295401" cy="385763"/>
                  <a:chOff x="7481887" y="2256964"/>
                  <a:chExt cx="1295401" cy="385763"/>
                </a:xfrm>
                <a:grpFill/>
              </p:grpSpPr>
              <p:sp>
                <p:nvSpPr>
                  <p:cNvPr id="26" name="Rectangle 25"/>
                  <p:cNvSpPr/>
                  <p:nvPr/>
                </p:nvSpPr>
                <p:spPr>
                  <a:xfrm>
                    <a:off x="8391525" y="2256964"/>
                    <a:ext cx="385763" cy="3857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51065">
                      <a:defRPr/>
                    </a:pPr>
                    <a:endParaRPr lang="en-US" sz="1873" dirty="0">
                      <a:solidFill>
                        <a:srgbClr val="595959"/>
                      </a:solidFill>
                    </a:endParaRPr>
                  </a:p>
                </p:txBody>
              </p:sp>
              <p:sp>
                <p:nvSpPr>
                  <p:cNvPr id="27" name="Rectangle 26"/>
                  <p:cNvSpPr/>
                  <p:nvPr/>
                </p:nvSpPr>
                <p:spPr>
                  <a:xfrm>
                    <a:off x="7936706" y="2256964"/>
                    <a:ext cx="385763" cy="3857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51065">
                      <a:defRPr/>
                    </a:pPr>
                    <a:endParaRPr lang="en-US" sz="1873" dirty="0">
                      <a:solidFill>
                        <a:srgbClr val="595959"/>
                      </a:solidFill>
                    </a:endParaRPr>
                  </a:p>
                </p:txBody>
              </p:sp>
              <p:sp>
                <p:nvSpPr>
                  <p:cNvPr id="28" name="Rectangle 27"/>
                  <p:cNvSpPr/>
                  <p:nvPr/>
                </p:nvSpPr>
                <p:spPr>
                  <a:xfrm>
                    <a:off x="7481887" y="2256964"/>
                    <a:ext cx="385763" cy="3857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32688" rtl="0" eaLnBrk="1" latinLnBrk="0" hangingPunct="1">
                      <a:defRPr sz="1836" kern="1200">
                        <a:solidFill>
                          <a:schemeClr val="lt1"/>
                        </a:solidFill>
                        <a:latin typeface="+mn-lt"/>
                        <a:ea typeface="+mn-ea"/>
                        <a:cs typeface="+mn-cs"/>
                      </a:defRPr>
                    </a:lvl1pPr>
                    <a:lvl2pPr marL="466344" algn="l" defTabSz="932688" rtl="0" eaLnBrk="1" latinLnBrk="0" hangingPunct="1">
                      <a:defRPr sz="1836" kern="1200">
                        <a:solidFill>
                          <a:schemeClr val="lt1"/>
                        </a:solidFill>
                        <a:latin typeface="+mn-lt"/>
                        <a:ea typeface="+mn-ea"/>
                        <a:cs typeface="+mn-cs"/>
                      </a:defRPr>
                    </a:lvl2pPr>
                    <a:lvl3pPr marL="932688" algn="l" defTabSz="932688" rtl="0" eaLnBrk="1" latinLnBrk="0" hangingPunct="1">
                      <a:defRPr sz="1836" kern="1200">
                        <a:solidFill>
                          <a:schemeClr val="lt1"/>
                        </a:solidFill>
                        <a:latin typeface="+mn-lt"/>
                        <a:ea typeface="+mn-ea"/>
                        <a:cs typeface="+mn-cs"/>
                      </a:defRPr>
                    </a:lvl3pPr>
                    <a:lvl4pPr marL="1399032" algn="l" defTabSz="932688" rtl="0" eaLnBrk="1" latinLnBrk="0" hangingPunct="1">
                      <a:defRPr sz="1836" kern="1200">
                        <a:solidFill>
                          <a:schemeClr val="lt1"/>
                        </a:solidFill>
                        <a:latin typeface="+mn-lt"/>
                        <a:ea typeface="+mn-ea"/>
                        <a:cs typeface="+mn-cs"/>
                      </a:defRPr>
                    </a:lvl4pPr>
                    <a:lvl5pPr marL="1865376" algn="l" defTabSz="932688" rtl="0" eaLnBrk="1" latinLnBrk="0" hangingPunct="1">
                      <a:defRPr sz="1836" kern="1200">
                        <a:solidFill>
                          <a:schemeClr val="lt1"/>
                        </a:solidFill>
                        <a:latin typeface="+mn-lt"/>
                        <a:ea typeface="+mn-ea"/>
                        <a:cs typeface="+mn-cs"/>
                      </a:defRPr>
                    </a:lvl5pPr>
                    <a:lvl6pPr marL="2331720" algn="l" defTabSz="932688" rtl="0" eaLnBrk="1" latinLnBrk="0" hangingPunct="1">
                      <a:defRPr sz="1836" kern="1200">
                        <a:solidFill>
                          <a:schemeClr val="lt1"/>
                        </a:solidFill>
                        <a:latin typeface="+mn-lt"/>
                        <a:ea typeface="+mn-ea"/>
                        <a:cs typeface="+mn-cs"/>
                      </a:defRPr>
                    </a:lvl6pPr>
                    <a:lvl7pPr marL="2798064" algn="l" defTabSz="932688" rtl="0" eaLnBrk="1" latinLnBrk="0" hangingPunct="1">
                      <a:defRPr sz="1836" kern="1200">
                        <a:solidFill>
                          <a:schemeClr val="lt1"/>
                        </a:solidFill>
                        <a:latin typeface="+mn-lt"/>
                        <a:ea typeface="+mn-ea"/>
                        <a:cs typeface="+mn-cs"/>
                      </a:defRPr>
                    </a:lvl7pPr>
                    <a:lvl8pPr marL="3264408" algn="l" defTabSz="932688" rtl="0" eaLnBrk="1" latinLnBrk="0" hangingPunct="1">
                      <a:defRPr sz="1836" kern="1200">
                        <a:solidFill>
                          <a:schemeClr val="lt1"/>
                        </a:solidFill>
                        <a:latin typeface="+mn-lt"/>
                        <a:ea typeface="+mn-ea"/>
                        <a:cs typeface="+mn-cs"/>
                      </a:defRPr>
                    </a:lvl8pPr>
                    <a:lvl9pPr marL="3730752" algn="l" defTabSz="932688" rtl="0" eaLnBrk="1" latinLnBrk="0" hangingPunct="1">
                      <a:defRPr sz="1836" kern="1200">
                        <a:solidFill>
                          <a:schemeClr val="lt1"/>
                        </a:solidFill>
                        <a:latin typeface="+mn-lt"/>
                        <a:ea typeface="+mn-ea"/>
                        <a:cs typeface="+mn-cs"/>
                      </a:defRPr>
                    </a:lvl9pPr>
                  </a:lstStyle>
                  <a:p>
                    <a:pPr algn="ctr" defTabSz="951065">
                      <a:defRPr/>
                    </a:pPr>
                    <a:endParaRPr lang="en-US" sz="1873" dirty="0">
                      <a:solidFill>
                        <a:srgbClr val="595959"/>
                      </a:solidFill>
                    </a:endParaRPr>
                  </a:p>
                </p:txBody>
              </p:sp>
            </p:grpSp>
          </p:grpSp>
        </p:grpSp>
      </p:grpSp>
      <p:pic>
        <p:nvPicPr>
          <p:cNvPr id="40" name="Picture 40" descr="Image result for Cloudamize logo"/>
          <p:cNvPicPr>
            <a:picLocks noChangeAspect="1" noChangeArrowheads="1"/>
          </p:cNvPicPr>
          <p:nvPr/>
        </p:nvPicPr>
        <p:blipFill>
          <a:blip r:embed="rId4" cstate="hqprint">
            <a:extLst>
              <a:ext uri="{28A0092B-C50C-407E-A947-70E740481C1C}">
                <a14:useLocalDpi xmlns:a14="http://schemas.microsoft.com/office/drawing/2010/main"/>
              </a:ext>
            </a:extLst>
          </a:blip>
          <a:stretch>
            <a:fillRect/>
          </a:stretch>
        </p:blipFill>
        <p:spPr bwMode="auto">
          <a:xfrm>
            <a:off x="288090" y="3692222"/>
            <a:ext cx="1493794" cy="185719"/>
          </a:xfrm>
          <a:prstGeom prst="rect">
            <a:avLst/>
          </a:prstGeom>
          <a:extLst>
            <a:ext uri="{909E8E84-426E-40DD-AFC4-6F175D3DCCD1}">
              <a14:hiddenFill xmlns:a14="http://schemas.microsoft.com/office/drawing/2010/main">
                <a:solidFill>
                  <a:srgbClr val="FFFFFF"/>
                </a:solidFill>
              </a14:hiddenFill>
            </a:ext>
          </a:extLst>
        </p:spPr>
      </p:pic>
      <p:pic>
        <p:nvPicPr>
          <p:cNvPr id="41" name="Рисунок 4"/>
          <p:cNvPicPr>
            <a:picLocks noChangeAspect="1"/>
          </p:cNvPicPr>
          <p:nvPr/>
        </p:nvPicPr>
        <p:blipFill>
          <a:blip r:embed="rId5"/>
          <a:stretch>
            <a:fillRect/>
          </a:stretch>
        </p:blipFill>
        <p:spPr>
          <a:xfrm>
            <a:off x="1204762" y="4089797"/>
            <a:ext cx="1285861" cy="433131"/>
          </a:xfrm>
          <a:prstGeom prst="rect">
            <a:avLst/>
          </a:prstGeom>
        </p:spPr>
      </p:pic>
      <p:pic>
        <p:nvPicPr>
          <p:cNvPr id="42" name="Рисунок 3"/>
          <p:cNvPicPr>
            <a:picLocks noChangeAspect="1"/>
          </p:cNvPicPr>
          <p:nvPr/>
        </p:nvPicPr>
        <p:blipFill>
          <a:blip r:embed="rId6"/>
          <a:stretch>
            <a:fillRect/>
          </a:stretch>
        </p:blipFill>
        <p:spPr>
          <a:xfrm>
            <a:off x="2046923" y="3625481"/>
            <a:ext cx="1481495" cy="329221"/>
          </a:xfrm>
          <a:prstGeom prst="rect">
            <a:avLst/>
          </a:prstGeom>
        </p:spPr>
      </p:pic>
    </p:spTree>
    <p:extLst>
      <p:ext uri="{BB962C8B-B14F-4D97-AF65-F5344CB8AC3E}">
        <p14:creationId xmlns:p14="http://schemas.microsoft.com/office/powerpoint/2010/main" val="24264689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777875" y="2204600"/>
            <a:ext cx="11658600" cy="1754326"/>
          </a:xfrm>
          <a:prstGeom prst="rect">
            <a:avLst/>
          </a:prstGeom>
        </p:spPr>
        <p:txBody>
          <a:bodyPr wrap="square">
            <a:spAutoFit/>
          </a:bodyPr>
          <a:lstStyle/>
          <a:p>
            <a:r>
              <a:rPr lang="en-US" sz="5400" dirty="0"/>
              <a:t>   </a:t>
            </a:r>
            <a:r>
              <a:rPr lang="en-US" sz="5400" dirty="0">
                <a:solidFill>
                  <a:srgbClr val="535353"/>
                </a:solidFill>
              </a:rPr>
              <a:t>Azure Site Recovery  Architecture</a:t>
            </a:r>
            <a:endParaRPr lang="en-US" sz="5400" dirty="0"/>
          </a:p>
          <a:p>
            <a:endParaRPr lang="en-US" sz="5400" dirty="0"/>
          </a:p>
        </p:txBody>
      </p:sp>
      <p:pic>
        <p:nvPicPr>
          <p:cNvPr id="4" name="x__x0000_i1032">
            <a:extLst>
              <a:ext uri="{FF2B5EF4-FFF2-40B4-BE49-F238E27FC236}">
                <a16:creationId xmlns:a16="http://schemas.microsoft.com/office/drawing/2014/main" id="{7B5AE23D-BA4A-4B8A-B108-7F7EB4622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4357595"/>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 Planning</a:t>
            </a:r>
          </a:p>
        </p:txBody>
      </p:sp>
      <p:sp>
        <p:nvSpPr>
          <p:cNvPr id="3" name="Rectangle 2"/>
          <p:cNvSpPr/>
          <p:nvPr/>
        </p:nvSpPr>
        <p:spPr>
          <a:xfrm>
            <a:off x="427859" y="1378009"/>
            <a:ext cx="10133163" cy="4369538"/>
          </a:xfrm>
          <a:prstGeom prst="rect">
            <a:avLst/>
          </a:prstGeom>
        </p:spPr>
        <p:txBody>
          <a:bodyPr wrap="square">
            <a:spAutoFit/>
          </a:bodyPr>
          <a:lstStyle/>
          <a:p>
            <a:pPr marL="342834" indent="-342834">
              <a:lnSpc>
                <a:spcPct val="105000"/>
              </a:lnSpc>
              <a:buFont typeface="Arial" panose="020B0604020202020204" pitchFamily="34" charset="0"/>
              <a:buChar char="•"/>
            </a:pPr>
            <a:r>
              <a:rPr lang="en-IN" sz="2400" dirty="0">
                <a:latin typeface="+mj-lt"/>
              </a:rPr>
              <a:t>Estimate</a:t>
            </a:r>
            <a:r>
              <a:rPr lang="en-IN" sz="2400" b="1" dirty="0">
                <a:latin typeface="+mj-lt"/>
              </a:rPr>
              <a:t> </a:t>
            </a:r>
            <a:r>
              <a:rPr lang="en-IN" sz="2400" dirty="0">
                <a:latin typeface="+mj-lt"/>
              </a:rPr>
              <a:t>network bandwidth </a:t>
            </a:r>
            <a:r>
              <a:rPr lang="en-IN" sz="2400" dirty="0">
                <a:latin typeface="+mj-lt"/>
                <a:ea typeface="Calibri" panose="020F0502020204030204" pitchFamily="34" charset="0"/>
                <a:cs typeface="Mangal"/>
              </a:rPr>
              <a:t>required for initial and delta replication</a:t>
            </a:r>
            <a:endParaRPr lang="en-US" sz="2400" dirty="0">
              <a:latin typeface="+mj-lt"/>
              <a:ea typeface="Calibri" panose="020F0502020204030204" pitchFamily="34" charset="0"/>
              <a:cs typeface="Mangal"/>
            </a:endParaRPr>
          </a:p>
          <a:p>
            <a:pPr marL="342834" indent="-342834">
              <a:lnSpc>
                <a:spcPct val="105000"/>
              </a:lnSpc>
              <a:buFont typeface="Arial" panose="020B0604020202020204" pitchFamily="34" charset="0"/>
              <a:buChar char="•"/>
            </a:pPr>
            <a:r>
              <a:rPr lang="en-IN" sz="2400" dirty="0">
                <a:latin typeface="+mj-lt"/>
              </a:rPr>
              <a:t>Identify</a:t>
            </a:r>
            <a:r>
              <a:rPr lang="en-IN" sz="2400" dirty="0">
                <a:latin typeface="+mj-lt"/>
                <a:ea typeface="Calibri" panose="020F0502020204030204" pitchFamily="34" charset="0"/>
                <a:cs typeface="Mangal"/>
              </a:rPr>
              <a:t> </a:t>
            </a:r>
            <a:r>
              <a:rPr lang="en-IN" sz="2400" dirty="0">
                <a:latin typeface="+mj-lt"/>
                <a:cs typeface="Mangal"/>
              </a:rPr>
              <a:t>Azure</a:t>
            </a:r>
            <a:r>
              <a:rPr lang="en-IN" sz="2400" dirty="0">
                <a:latin typeface="+mj-lt"/>
                <a:ea typeface="Calibri" panose="020F0502020204030204" pitchFamily="34" charset="0"/>
                <a:cs typeface="Mangal"/>
              </a:rPr>
              <a:t> </a:t>
            </a:r>
            <a:r>
              <a:rPr lang="en-IN" sz="2400" dirty="0">
                <a:latin typeface="+mj-lt"/>
                <a:cs typeface="Mangal"/>
              </a:rPr>
              <a:t>storage</a:t>
            </a:r>
            <a:r>
              <a:rPr lang="en-IN" sz="2400" b="1" dirty="0">
                <a:solidFill>
                  <a:schemeClr val="accent1"/>
                </a:solidFill>
                <a:latin typeface="+mj-lt"/>
              </a:rPr>
              <a:t> </a:t>
            </a:r>
            <a:r>
              <a:rPr lang="en-IN" sz="2400" dirty="0">
                <a:latin typeface="+mj-lt"/>
                <a:cs typeface="Mangal"/>
              </a:rPr>
              <a:t>type</a:t>
            </a:r>
            <a:r>
              <a:rPr lang="en-IN" sz="2400" b="1" dirty="0">
                <a:solidFill>
                  <a:schemeClr val="accent1"/>
                </a:solidFill>
                <a:latin typeface="+mj-lt"/>
              </a:rPr>
              <a:t> </a:t>
            </a:r>
            <a:r>
              <a:rPr lang="en-IN" sz="2400" dirty="0">
                <a:latin typeface="+mj-lt"/>
                <a:ea typeface="Calibri" panose="020F0502020204030204" pitchFamily="34" charset="0"/>
                <a:cs typeface="Mangal"/>
              </a:rPr>
              <a:t>(standard or premium) required for virtual machines </a:t>
            </a:r>
            <a:endParaRPr lang="en-US" sz="2400" dirty="0">
              <a:latin typeface="+mj-lt"/>
              <a:ea typeface="Calibri" panose="020F0502020204030204" pitchFamily="34" charset="0"/>
              <a:cs typeface="Mangal"/>
            </a:endParaRPr>
          </a:p>
          <a:p>
            <a:pPr marL="342834" indent="-342834">
              <a:lnSpc>
                <a:spcPct val="105000"/>
              </a:lnSpc>
              <a:buFont typeface="Arial" panose="020B0604020202020204" pitchFamily="34" charset="0"/>
              <a:buChar char="•"/>
            </a:pPr>
            <a:r>
              <a:rPr lang="en-IN" sz="2400" dirty="0">
                <a:latin typeface="+mj-lt"/>
              </a:rPr>
              <a:t>Estimate</a:t>
            </a:r>
            <a:r>
              <a:rPr lang="en-IN" sz="2400" dirty="0">
                <a:latin typeface="+mj-lt"/>
                <a:ea typeface="Calibri" panose="020F0502020204030204" pitchFamily="34" charset="0"/>
                <a:cs typeface="Mangal"/>
              </a:rPr>
              <a:t> the total </a:t>
            </a:r>
            <a:r>
              <a:rPr lang="en-IN" sz="2400" dirty="0">
                <a:latin typeface="+mj-lt"/>
                <a:cs typeface="Mangal"/>
              </a:rPr>
              <a:t>number</a:t>
            </a:r>
            <a:r>
              <a:rPr lang="en-IN" sz="2400" b="1" dirty="0">
                <a:solidFill>
                  <a:schemeClr val="accent1"/>
                </a:solidFill>
                <a:latin typeface="+mj-lt"/>
              </a:rPr>
              <a:t> </a:t>
            </a:r>
            <a:r>
              <a:rPr lang="en-IN" sz="2400" dirty="0">
                <a:latin typeface="+mj-lt"/>
                <a:cs typeface="Mangal"/>
              </a:rPr>
              <a:t>of</a:t>
            </a:r>
            <a:r>
              <a:rPr lang="en-IN" sz="2400" b="1" dirty="0">
                <a:solidFill>
                  <a:schemeClr val="accent1"/>
                </a:solidFill>
                <a:latin typeface="+mj-lt"/>
              </a:rPr>
              <a:t> </a:t>
            </a:r>
            <a:r>
              <a:rPr lang="en-IN" sz="2400" dirty="0">
                <a:latin typeface="+mj-lt"/>
                <a:ea typeface="Calibri" panose="020F0502020204030204" pitchFamily="34" charset="0"/>
                <a:cs typeface="Mangal"/>
              </a:rPr>
              <a:t>standard and premium </a:t>
            </a:r>
            <a:r>
              <a:rPr lang="en-IN" sz="2400" dirty="0">
                <a:latin typeface="+mj-lt"/>
                <a:cs typeface="Mangal"/>
              </a:rPr>
              <a:t>storage</a:t>
            </a:r>
            <a:r>
              <a:rPr lang="en-IN" sz="2400" b="1" dirty="0">
                <a:solidFill>
                  <a:schemeClr val="accent1"/>
                </a:solidFill>
                <a:latin typeface="+mj-lt"/>
              </a:rPr>
              <a:t> </a:t>
            </a:r>
            <a:r>
              <a:rPr lang="en-IN" sz="2400" dirty="0">
                <a:latin typeface="+mj-lt"/>
                <a:cs typeface="Mangal"/>
              </a:rPr>
              <a:t>accounts</a:t>
            </a:r>
            <a:r>
              <a:rPr lang="en-IN" sz="2400" b="1" dirty="0">
                <a:solidFill>
                  <a:schemeClr val="accent1"/>
                </a:solidFill>
                <a:latin typeface="+mj-lt"/>
              </a:rPr>
              <a:t> </a:t>
            </a:r>
            <a:r>
              <a:rPr lang="en-IN" sz="2400" dirty="0">
                <a:latin typeface="+mj-lt"/>
                <a:ea typeface="Calibri" panose="020F0502020204030204" pitchFamily="34" charset="0"/>
                <a:cs typeface="Mangal"/>
              </a:rPr>
              <a:t>that need to be provisioned</a:t>
            </a:r>
            <a:endParaRPr lang="en-US" sz="2400" dirty="0">
              <a:latin typeface="+mj-lt"/>
              <a:ea typeface="Calibri" panose="020F0502020204030204" pitchFamily="34" charset="0"/>
              <a:cs typeface="Mangal"/>
            </a:endParaRPr>
          </a:p>
          <a:p>
            <a:pPr marL="342834" indent="-342834">
              <a:lnSpc>
                <a:spcPct val="105000"/>
              </a:lnSpc>
              <a:buFont typeface="Arial" panose="020B0604020202020204" pitchFamily="34" charset="0"/>
              <a:buChar char="•"/>
            </a:pPr>
            <a:r>
              <a:rPr lang="en-IN" sz="2400" dirty="0">
                <a:latin typeface="+mj-lt"/>
              </a:rPr>
              <a:t>Estimate</a:t>
            </a:r>
            <a:r>
              <a:rPr lang="en-IN" sz="2400" dirty="0">
                <a:latin typeface="+mj-lt"/>
                <a:ea typeface="Calibri" panose="020F0502020204030204" pitchFamily="34" charset="0"/>
                <a:cs typeface="Mangal"/>
              </a:rPr>
              <a:t> the total </a:t>
            </a:r>
            <a:r>
              <a:rPr lang="en-IN" sz="2400" dirty="0">
                <a:latin typeface="+mj-lt"/>
                <a:cs typeface="Mangal"/>
              </a:rPr>
              <a:t>number</a:t>
            </a:r>
            <a:r>
              <a:rPr lang="en-IN" sz="2400" b="1" dirty="0">
                <a:solidFill>
                  <a:schemeClr val="accent1"/>
                </a:solidFill>
                <a:latin typeface="+mj-lt"/>
              </a:rPr>
              <a:t> </a:t>
            </a:r>
            <a:r>
              <a:rPr lang="en-IN" sz="2400" dirty="0">
                <a:latin typeface="+mj-lt"/>
                <a:cs typeface="Mangal"/>
              </a:rPr>
              <a:t>of Configuration and Process Servers </a:t>
            </a:r>
            <a:r>
              <a:rPr lang="en-IN" sz="2400" dirty="0">
                <a:latin typeface="+mj-lt"/>
                <a:ea typeface="Calibri" panose="020F0502020204030204" pitchFamily="34" charset="0"/>
                <a:cs typeface="Mangal"/>
              </a:rPr>
              <a:t>that need to be deployed while protecting VMware workloads </a:t>
            </a:r>
            <a:endParaRPr lang="en-US" sz="2400" dirty="0">
              <a:latin typeface="+mj-lt"/>
              <a:ea typeface="Calibri" panose="020F0502020204030204" pitchFamily="34" charset="0"/>
              <a:cs typeface="Mangal"/>
            </a:endParaRPr>
          </a:p>
          <a:p>
            <a:pPr marL="342834" indent="-342834">
              <a:buFont typeface="Arial" panose="020B0604020202020204" pitchFamily="34" charset="0"/>
              <a:buChar char="•"/>
            </a:pPr>
            <a:r>
              <a:rPr lang="en-IN" sz="2400" dirty="0">
                <a:latin typeface="+mj-lt"/>
                <a:ea typeface="Calibri" panose="020F0502020204030204" pitchFamily="34" charset="0"/>
                <a:cs typeface="Mangal"/>
              </a:rPr>
              <a:t>Virtual machine </a:t>
            </a:r>
            <a:r>
              <a:rPr lang="en-IN" sz="2400" dirty="0">
                <a:latin typeface="+mj-lt"/>
                <a:cs typeface="Mangal"/>
              </a:rPr>
              <a:t>eligibility assessment </a:t>
            </a:r>
            <a:r>
              <a:rPr lang="en-IN" sz="2400" dirty="0">
                <a:latin typeface="+mj-lt"/>
                <a:ea typeface="Calibri" panose="020F0502020204030204" pitchFamily="34" charset="0"/>
                <a:cs typeface="Mangal"/>
              </a:rPr>
              <a:t>based on number of disks, size of the disks and IOPS</a:t>
            </a:r>
          </a:p>
          <a:p>
            <a:pPr marL="342834" indent="-342834">
              <a:buFont typeface="Arial" panose="020B0604020202020204" pitchFamily="34" charset="0"/>
              <a:buChar char="•"/>
            </a:pPr>
            <a:r>
              <a:rPr lang="en-IN" sz="2400" dirty="0">
                <a:latin typeface="+mj-lt"/>
              </a:rPr>
              <a:t>Profile </a:t>
            </a:r>
            <a:r>
              <a:rPr lang="en-IN" sz="2400" dirty="0">
                <a:latin typeface="+mj-lt"/>
                <a:cs typeface="Mangal"/>
              </a:rPr>
              <a:t>the actual churn </a:t>
            </a:r>
            <a:r>
              <a:rPr lang="en-IN" sz="2400" dirty="0">
                <a:latin typeface="+mj-lt"/>
              </a:rPr>
              <a:t>on the source virtual machine</a:t>
            </a:r>
            <a:r>
              <a:rPr lang="en-IN" sz="2400" b="1" dirty="0">
                <a:latin typeface="+mj-lt"/>
              </a:rPr>
              <a:t> </a:t>
            </a:r>
            <a:r>
              <a:rPr lang="en-IN" sz="2400" b="1" dirty="0">
                <a:solidFill>
                  <a:schemeClr val="accent1"/>
                </a:solidFill>
                <a:latin typeface="+mj-lt"/>
              </a:rPr>
              <a:t>without any impact </a:t>
            </a:r>
            <a:r>
              <a:rPr lang="en-IN" sz="2400" dirty="0">
                <a:latin typeface="+mj-lt"/>
              </a:rPr>
              <a:t>to the production workload</a:t>
            </a:r>
            <a:endParaRPr lang="en-US" sz="2400" dirty="0">
              <a:latin typeface="+mj-lt"/>
            </a:endParaRPr>
          </a:p>
        </p:txBody>
      </p:sp>
      <p:sp>
        <p:nvSpPr>
          <p:cNvPr id="5" name="Slide Number Placeholder 4">
            <a:extLst>
              <a:ext uri="{FF2B5EF4-FFF2-40B4-BE49-F238E27FC236}">
                <a16:creationId xmlns:a16="http://schemas.microsoft.com/office/drawing/2014/main" id="{D5DDAE09-69EF-4AB5-92D1-628ECE4A07E3}"/>
              </a:ext>
            </a:extLst>
          </p:cNvPr>
          <p:cNvSpPr>
            <a:spLocks noGrp="1"/>
          </p:cNvSpPr>
          <p:nvPr>
            <p:ph type="sldNum" sz="quarter" idx="12"/>
          </p:nvPr>
        </p:nvSpPr>
        <p:spPr/>
        <p:txBody>
          <a:bodyPr/>
          <a:lstStyle/>
          <a:p>
            <a:fld id="{522E449F-ACE2-4651-A469-C563CF075F5E}" type="slidenum">
              <a:rPr lang="en-US" smtClean="0"/>
              <a:t>40</a:t>
            </a:fld>
            <a:endParaRPr lang="en-US"/>
          </a:p>
        </p:txBody>
      </p:sp>
      <p:sp>
        <p:nvSpPr>
          <p:cNvPr id="6" name="Date Placeholder 5">
            <a:extLst>
              <a:ext uri="{FF2B5EF4-FFF2-40B4-BE49-F238E27FC236}">
                <a16:creationId xmlns:a16="http://schemas.microsoft.com/office/drawing/2014/main" id="{A2A1A7CB-482D-4A84-8ED5-9C6C471654C1}"/>
              </a:ext>
            </a:extLst>
          </p:cNvPr>
          <p:cNvSpPr>
            <a:spLocks noGrp="1"/>
          </p:cNvSpPr>
          <p:nvPr>
            <p:ph type="dt" sz="half" idx="10"/>
          </p:nvPr>
        </p:nvSpPr>
        <p:spPr/>
        <p:txBody>
          <a:bodyPr/>
          <a:lstStyle/>
          <a:p>
            <a:endParaRPr lang="en-US" dirty="0"/>
          </a:p>
        </p:txBody>
      </p:sp>
      <p:sp>
        <p:nvSpPr>
          <p:cNvPr id="7" name="Footer Placeholder 6">
            <a:extLst>
              <a:ext uri="{FF2B5EF4-FFF2-40B4-BE49-F238E27FC236}">
                <a16:creationId xmlns:a16="http://schemas.microsoft.com/office/drawing/2014/main" id="{A650C645-72EC-4330-9AEE-F79F66A7060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373623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Picture 92"/>
          <p:cNvPicPr>
            <a:picLocks noChangeAspect="1"/>
          </p:cNvPicPr>
          <p:nvPr/>
        </p:nvPicPr>
        <p:blipFill>
          <a:blip r:embed="rId2"/>
          <a:stretch>
            <a:fillRect/>
          </a:stretch>
        </p:blipFill>
        <p:spPr>
          <a:xfrm>
            <a:off x="8041424" y="2004415"/>
            <a:ext cx="3848391" cy="2523693"/>
          </a:xfrm>
          <a:prstGeom prst="rect">
            <a:avLst/>
          </a:prstGeom>
        </p:spPr>
      </p:pic>
      <p:pic>
        <p:nvPicPr>
          <p:cNvPr id="6" name="Picture 98" descr="Cloud"/>
          <p:cNvPicPr>
            <a:picLocks noChangeAspect="1" noChangeArrowheads="1"/>
          </p:cNvPicPr>
          <p:nvPr/>
        </p:nvPicPr>
        <p:blipFill>
          <a:blip r:embed="rId3"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282540" y="1769316"/>
            <a:ext cx="4783733" cy="2097175"/>
          </a:xfrm>
          <a:prstGeom prst="rect">
            <a:avLst/>
          </a:prstGeom>
          <a:noFill/>
          <a:ln w="9525">
            <a:solidFill>
              <a:schemeClr val="tx1"/>
            </a:solidFill>
            <a:miter lim="800000"/>
            <a:headEnd/>
            <a:tailEnd/>
          </a:ln>
          <a:effectLst>
            <a:glow>
              <a:schemeClr val="accent1">
                <a:alpha val="0"/>
              </a:schemeClr>
            </a:glow>
          </a:effectLst>
        </p:spPr>
      </p:pic>
      <p:grpSp>
        <p:nvGrpSpPr>
          <p:cNvPr id="41" name="Group 40"/>
          <p:cNvGrpSpPr/>
          <p:nvPr/>
        </p:nvGrpSpPr>
        <p:grpSpPr>
          <a:xfrm>
            <a:off x="1265764" y="2219411"/>
            <a:ext cx="1542714" cy="1139963"/>
            <a:chOff x="1615161" y="2990536"/>
            <a:chExt cx="1095658" cy="699671"/>
          </a:xfrm>
        </p:grpSpPr>
        <p:pic>
          <p:nvPicPr>
            <p:cNvPr id="42" name="Picture 41"/>
            <p:cNvPicPr>
              <a:picLocks noChangeAspect="1"/>
            </p:cNvPicPr>
            <p:nvPr/>
          </p:nvPicPr>
          <p:blipFill>
            <a:blip r:embed="rId4"/>
            <a:stretch>
              <a:fillRect/>
            </a:stretch>
          </p:blipFill>
          <p:spPr>
            <a:xfrm>
              <a:off x="1615161" y="2990536"/>
              <a:ext cx="535632" cy="167053"/>
            </a:xfrm>
            <a:prstGeom prst="rect">
              <a:avLst/>
            </a:prstGeom>
          </p:spPr>
        </p:pic>
        <p:pic>
          <p:nvPicPr>
            <p:cNvPr id="43" name="Picture 42"/>
            <p:cNvPicPr>
              <a:picLocks noChangeAspect="1"/>
            </p:cNvPicPr>
            <p:nvPr/>
          </p:nvPicPr>
          <p:blipFill>
            <a:blip r:embed="rId4"/>
            <a:stretch>
              <a:fillRect/>
            </a:stretch>
          </p:blipFill>
          <p:spPr>
            <a:xfrm>
              <a:off x="1615161" y="3523154"/>
              <a:ext cx="535632" cy="167053"/>
            </a:xfrm>
            <a:prstGeom prst="rect">
              <a:avLst/>
            </a:prstGeom>
          </p:spPr>
        </p:pic>
        <p:pic>
          <p:nvPicPr>
            <p:cNvPr id="46" name="Picture 45"/>
            <p:cNvPicPr>
              <a:picLocks noChangeAspect="1"/>
            </p:cNvPicPr>
            <p:nvPr/>
          </p:nvPicPr>
          <p:blipFill>
            <a:blip r:embed="rId4"/>
            <a:stretch>
              <a:fillRect/>
            </a:stretch>
          </p:blipFill>
          <p:spPr>
            <a:xfrm>
              <a:off x="1615161" y="3346494"/>
              <a:ext cx="535632" cy="167053"/>
            </a:xfrm>
            <a:prstGeom prst="rect">
              <a:avLst/>
            </a:prstGeom>
          </p:spPr>
        </p:pic>
        <p:pic>
          <p:nvPicPr>
            <p:cNvPr id="48" name="Picture 47"/>
            <p:cNvPicPr>
              <a:picLocks noChangeAspect="1"/>
            </p:cNvPicPr>
            <p:nvPr/>
          </p:nvPicPr>
          <p:blipFill>
            <a:blip r:embed="rId4"/>
            <a:stretch>
              <a:fillRect/>
            </a:stretch>
          </p:blipFill>
          <p:spPr>
            <a:xfrm>
              <a:off x="1615161" y="3169835"/>
              <a:ext cx="535632" cy="167053"/>
            </a:xfrm>
            <a:prstGeom prst="rect">
              <a:avLst/>
            </a:prstGeom>
          </p:spPr>
        </p:pic>
        <p:pic>
          <p:nvPicPr>
            <p:cNvPr id="49" name="Picture 48"/>
            <p:cNvPicPr>
              <a:picLocks noChangeAspect="1"/>
            </p:cNvPicPr>
            <p:nvPr/>
          </p:nvPicPr>
          <p:blipFill>
            <a:blip r:embed="rId4"/>
            <a:stretch>
              <a:fillRect/>
            </a:stretch>
          </p:blipFill>
          <p:spPr>
            <a:xfrm>
              <a:off x="2175187" y="3523154"/>
              <a:ext cx="535632" cy="167053"/>
            </a:xfrm>
            <a:prstGeom prst="rect">
              <a:avLst/>
            </a:prstGeom>
          </p:spPr>
        </p:pic>
        <p:pic>
          <p:nvPicPr>
            <p:cNvPr id="50" name="Picture 49"/>
            <p:cNvPicPr>
              <a:picLocks noChangeAspect="1"/>
            </p:cNvPicPr>
            <p:nvPr/>
          </p:nvPicPr>
          <p:blipFill>
            <a:blip r:embed="rId4"/>
            <a:stretch>
              <a:fillRect/>
            </a:stretch>
          </p:blipFill>
          <p:spPr>
            <a:xfrm>
              <a:off x="2175187" y="3346494"/>
              <a:ext cx="535632" cy="167053"/>
            </a:xfrm>
            <a:prstGeom prst="rect">
              <a:avLst/>
            </a:prstGeom>
          </p:spPr>
        </p:pic>
        <p:pic>
          <p:nvPicPr>
            <p:cNvPr id="55" name="Picture 54"/>
            <p:cNvPicPr>
              <a:picLocks noChangeAspect="1"/>
            </p:cNvPicPr>
            <p:nvPr/>
          </p:nvPicPr>
          <p:blipFill>
            <a:blip r:embed="rId4"/>
            <a:stretch>
              <a:fillRect/>
            </a:stretch>
          </p:blipFill>
          <p:spPr>
            <a:xfrm>
              <a:off x="2175187" y="3169835"/>
              <a:ext cx="535632" cy="167053"/>
            </a:xfrm>
            <a:prstGeom prst="rect">
              <a:avLst/>
            </a:prstGeom>
          </p:spPr>
        </p:pic>
      </p:grpSp>
      <p:grpSp>
        <p:nvGrpSpPr>
          <p:cNvPr id="38" name="Group 37"/>
          <p:cNvGrpSpPr/>
          <p:nvPr/>
        </p:nvGrpSpPr>
        <p:grpSpPr>
          <a:xfrm>
            <a:off x="1265939" y="2202046"/>
            <a:ext cx="1511262" cy="1175669"/>
            <a:chOff x="9354961" y="2521836"/>
            <a:chExt cx="1099486" cy="703461"/>
          </a:xfrm>
        </p:grpSpPr>
        <p:pic>
          <p:nvPicPr>
            <p:cNvPr id="39" name="Picture 38"/>
            <p:cNvPicPr>
              <a:picLocks noChangeAspect="1"/>
            </p:cNvPicPr>
            <p:nvPr/>
          </p:nvPicPr>
          <p:blipFill>
            <a:blip r:embed="rId5"/>
            <a:stretch>
              <a:fillRect/>
            </a:stretch>
          </p:blipFill>
          <p:spPr>
            <a:xfrm>
              <a:off x="9354961" y="2521836"/>
              <a:ext cx="530221" cy="703461"/>
            </a:xfrm>
            <a:prstGeom prst="rect">
              <a:avLst/>
            </a:prstGeom>
          </p:spPr>
        </p:pic>
        <p:pic>
          <p:nvPicPr>
            <p:cNvPr id="40" name="Picture 39"/>
            <p:cNvPicPr>
              <a:picLocks noChangeAspect="1"/>
            </p:cNvPicPr>
            <p:nvPr/>
          </p:nvPicPr>
          <p:blipFill>
            <a:blip r:embed="rId6"/>
            <a:stretch>
              <a:fillRect/>
            </a:stretch>
          </p:blipFill>
          <p:spPr>
            <a:xfrm>
              <a:off x="9924226" y="2702950"/>
              <a:ext cx="530221" cy="522347"/>
            </a:xfrm>
            <a:prstGeom prst="rect">
              <a:avLst/>
            </a:prstGeom>
          </p:spPr>
        </p:pic>
      </p:grpSp>
      <p:sp>
        <p:nvSpPr>
          <p:cNvPr id="2" name="Title 1"/>
          <p:cNvSpPr>
            <a:spLocks noGrp="1"/>
          </p:cNvSpPr>
          <p:nvPr>
            <p:ph type="title"/>
          </p:nvPr>
        </p:nvSpPr>
        <p:spPr/>
        <p:txBody>
          <a:bodyPr>
            <a:normAutofit fontScale="90000"/>
          </a:bodyPr>
          <a:lstStyle/>
          <a:p>
            <a:r>
              <a:rPr lang="en-US" dirty="0"/>
              <a:t>Migrate VMware and Physical Servers to Azure</a:t>
            </a:r>
            <a:br>
              <a:rPr lang="en-US" dirty="0"/>
            </a:br>
            <a:endParaRPr lang="en-US" i="1" dirty="0">
              <a:solidFill>
                <a:schemeClr val="accent1"/>
              </a:solidFill>
            </a:endParaRPr>
          </a:p>
        </p:txBody>
      </p:sp>
      <p:sp>
        <p:nvSpPr>
          <p:cNvPr id="27" name="TextBox 26"/>
          <p:cNvSpPr txBox="1"/>
          <p:nvPr/>
        </p:nvSpPr>
        <p:spPr>
          <a:xfrm>
            <a:off x="452714" y="4411532"/>
            <a:ext cx="3724315" cy="565027"/>
          </a:xfrm>
          <a:prstGeom prst="rect">
            <a:avLst/>
          </a:prstGeom>
          <a:noFill/>
        </p:spPr>
        <p:txBody>
          <a:bodyPr wrap="square" lIns="0" tIns="0" rIns="0" bIns="0" rtlCol="0">
            <a:spAutoFit/>
          </a:bodyPr>
          <a:lstStyle/>
          <a:p>
            <a:pPr algn="ctr" defTabSz="932223">
              <a:lnSpc>
                <a:spcPct val="90000"/>
              </a:lnSpc>
            </a:pPr>
            <a:r>
              <a:rPr lang="en-US" sz="2000" b="1" spc="-52" dirty="0"/>
              <a:t>Source: VMware VMs</a:t>
            </a:r>
            <a:br>
              <a:rPr lang="en-US" sz="2000" b="1" spc="-52" dirty="0"/>
            </a:br>
            <a:r>
              <a:rPr lang="en-US" sz="2000" b="1" spc="-52" dirty="0"/>
              <a:t>&amp; Physical Servers</a:t>
            </a:r>
            <a:endParaRPr lang="en-US" sz="2000" b="1" spc="-52" baseline="-25000" dirty="0"/>
          </a:p>
        </p:txBody>
      </p:sp>
      <p:grpSp>
        <p:nvGrpSpPr>
          <p:cNvPr id="44" name="Group 43"/>
          <p:cNvGrpSpPr/>
          <p:nvPr/>
        </p:nvGrpSpPr>
        <p:grpSpPr>
          <a:xfrm>
            <a:off x="5401298" y="3858490"/>
            <a:ext cx="1795588" cy="866999"/>
            <a:chOff x="5615202" y="4039836"/>
            <a:chExt cx="1694349" cy="867122"/>
          </a:xfrm>
        </p:grpSpPr>
        <p:sp>
          <p:nvSpPr>
            <p:cNvPr id="45" name="TextBox 44"/>
            <p:cNvSpPr txBox="1"/>
            <p:nvPr/>
          </p:nvSpPr>
          <p:spPr>
            <a:xfrm>
              <a:off x="6042923" y="4341851"/>
              <a:ext cx="838900" cy="565107"/>
            </a:xfrm>
            <a:prstGeom prst="rect">
              <a:avLst/>
            </a:prstGeom>
            <a:noFill/>
          </p:spPr>
          <p:txBody>
            <a:bodyPr wrap="square" lIns="0" tIns="0" rIns="0" bIns="0" rtlCol="0">
              <a:spAutoFit/>
            </a:bodyPr>
            <a:lstStyle/>
            <a:p>
              <a:pPr algn="ctr" defTabSz="932223">
                <a:lnSpc>
                  <a:spcPct val="90000"/>
                </a:lnSpc>
                <a:defRPr/>
              </a:pPr>
              <a:r>
                <a:rPr lang="en-US" sz="2000" kern="0" spc="-52" dirty="0"/>
                <a:t>Data Channel</a:t>
              </a:r>
              <a:endParaRPr lang="en-US" sz="2000" kern="0" spc="-52" baseline="-25000" dirty="0"/>
            </a:p>
          </p:txBody>
        </p:sp>
        <p:sp>
          <p:nvSpPr>
            <p:cNvPr id="47" name="Left-Right Arrow 46"/>
            <p:cNvSpPr/>
            <p:nvPr/>
          </p:nvSpPr>
          <p:spPr bwMode="auto">
            <a:xfrm>
              <a:off x="5615202" y="4039836"/>
              <a:ext cx="1694349" cy="219426"/>
            </a:xfrm>
            <a:prstGeom prst="leftRightArrow">
              <a:avLst/>
            </a:prstGeom>
            <a:solidFill>
              <a:schemeClr val="tx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0" rIns="0" bIns="46630" numCol="1" rtlCol="0" anchor="ctr" anchorCtr="0" compatLnSpc="1">
              <a:prstTxWarp prst="textNoShape">
                <a:avLst/>
              </a:prstTxWarp>
            </a:bodyPr>
            <a:lstStyle/>
            <a:p>
              <a:pPr algn="ctr" defTabSz="932293" fontAlgn="base">
                <a:spcBef>
                  <a:spcPct val="0"/>
                </a:spcBef>
                <a:spcAft>
                  <a:spcPct val="0"/>
                </a:spcAft>
              </a:pPr>
              <a:endParaRPr lang="en-US" sz="2000" dirty="0">
                <a:gradFill>
                  <a:gsLst>
                    <a:gs pos="0">
                      <a:srgbClr val="FFFFFF"/>
                    </a:gs>
                    <a:gs pos="100000">
                      <a:srgbClr val="FFFFFF"/>
                    </a:gs>
                  </a:gsLst>
                  <a:lin ang="5400000" scaled="0"/>
                </a:gradFill>
              </a:endParaRPr>
            </a:p>
          </p:txBody>
        </p:sp>
      </p:grpSp>
      <p:sp>
        <p:nvSpPr>
          <p:cNvPr id="54" name="TextBox 53"/>
          <p:cNvSpPr txBox="1"/>
          <p:nvPr/>
        </p:nvSpPr>
        <p:spPr>
          <a:xfrm>
            <a:off x="9664639" y="2229529"/>
            <a:ext cx="980306" cy="140930"/>
          </a:xfrm>
          <a:prstGeom prst="rect">
            <a:avLst/>
          </a:prstGeom>
          <a:noFill/>
        </p:spPr>
        <p:txBody>
          <a:bodyPr wrap="square" lIns="0" tIns="0" rIns="0" bIns="0" rtlCol="0">
            <a:spAutoFit/>
          </a:bodyPr>
          <a:lstStyle/>
          <a:p>
            <a:pPr algn="ctr" defTabSz="932223">
              <a:lnSpc>
                <a:spcPct val="90000"/>
              </a:lnSpc>
            </a:pPr>
            <a:endParaRPr lang="en-US" sz="1496" b="1" spc="-52" baseline="-25000" dirty="0"/>
          </a:p>
        </p:txBody>
      </p:sp>
      <p:grpSp>
        <p:nvGrpSpPr>
          <p:cNvPr id="89" name="Group 88"/>
          <p:cNvGrpSpPr/>
          <p:nvPr/>
        </p:nvGrpSpPr>
        <p:grpSpPr>
          <a:xfrm>
            <a:off x="5508612" y="2686341"/>
            <a:ext cx="1580953" cy="1095128"/>
            <a:chOff x="4413198" y="2108497"/>
            <a:chExt cx="1581178" cy="1095283"/>
          </a:xfrm>
        </p:grpSpPr>
        <p:pic>
          <p:nvPicPr>
            <p:cNvPr id="90" name="Picture 89"/>
            <p:cNvPicPr>
              <a:picLocks noChangeAspect="1"/>
            </p:cNvPicPr>
            <p:nvPr/>
          </p:nvPicPr>
          <p:blipFill>
            <a:blip r:embed="rId7"/>
            <a:stretch>
              <a:fillRect/>
            </a:stretch>
          </p:blipFill>
          <p:spPr>
            <a:xfrm>
              <a:off x="4413198" y="2108497"/>
              <a:ext cx="1581178" cy="1050845"/>
            </a:xfrm>
            <a:prstGeom prst="rect">
              <a:avLst/>
            </a:prstGeom>
          </p:spPr>
        </p:pic>
        <p:sp>
          <p:nvSpPr>
            <p:cNvPr id="91" name="TextBox 90"/>
            <p:cNvSpPr txBox="1"/>
            <p:nvPr/>
          </p:nvSpPr>
          <p:spPr>
            <a:xfrm>
              <a:off x="4488287" y="2631569"/>
              <a:ext cx="1431001" cy="572211"/>
            </a:xfrm>
            <a:prstGeom prst="rect">
              <a:avLst/>
            </a:prstGeom>
            <a:noFill/>
          </p:spPr>
          <p:txBody>
            <a:bodyPr wrap="square" lIns="179260" tIns="143408" rIns="179260" bIns="143408" rtlCol="0">
              <a:spAutoFit/>
            </a:bodyPr>
            <a:lstStyle/>
            <a:p>
              <a:pPr algn="ctr" defTabSz="914191">
                <a:lnSpc>
                  <a:spcPct val="90000"/>
                </a:lnSpc>
                <a:spcBef>
                  <a:spcPct val="0"/>
                </a:spcBef>
                <a:defRPr/>
              </a:pPr>
              <a:r>
                <a:rPr lang="en-US" sz="1000" b="1" dirty="0">
                  <a:solidFill>
                    <a:srgbClr val="000000"/>
                  </a:solidFill>
                  <a:ea typeface="Segoe UI" panose="020B0502040204020203" pitchFamily="34" charset="0"/>
                  <a:cs typeface="Segoe UI" panose="020B0502040204020203" pitchFamily="34" charset="0"/>
                </a:rPr>
                <a:t>OMS Site Recovery</a:t>
              </a:r>
            </a:p>
          </p:txBody>
        </p:sp>
        <p:pic>
          <p:nvPicPr>
            <p:cNvPr id="92" name="Picture 91"/>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4937975" y="2219240"/>
              <a:ext cx="535697" cy="533109"/>
            </a:xfrm>
            <a:prstGeom prst="rect">
              <a:avLst/>
            </a:prstGeom>
          </p:spPr>
        </p:pic>
      </p:grpSp>
      <p:sp>
        <p:nvSpPr>
          <p:cNvPr id="52" name="TextBox 179"/>
          <p:cNvSpPr txBox="1"/>
          <p:nvPr/>
        </p:nvSpPr>
        <p:spPr>
          <a:xfrm>
            <a:off x="8314565" y="3535606"/>
            <a:ext cx="3302107" cy="747147"/>
          </a:xfrm>
          <a:prstGeom prst="rect">
            <a:avLst/>
          </a:prstGeom>
          <a:noFill/>
          <a:ln>
            <a:noFill/>
          </a:ln>
        </p:spPr>
        <p:txBody>
          <a:bodyPr wrap="none" lIns="182750" tIns="146201" rIns="182750" bIns="146201" rtlCol="0">
            <a:spAutoFit/>
          </a:bodyPr>
          <a:lstStyle/>
          <a:p>
            <a:pPr algn="ctr" defTabSz="931298">
              <a:lnSpc>
                <a:spcPct val="90000"/>
              </a:lnSpc>
              <a:spcAft>
                <a:spcPts val="600"/>
              </a:spcAft>
            </a:pPr>
            <a:r>
              <a:rPr lang="en-US" sz="3199" kern="0" dirty="0">
                <a:solidFill>
                  <a:srgbClr val="FFFFFF"/>
                </a:solidFill>
              </a:rPr>
              <a:t>Microsoft Azure</a:t>
            </a:r>
          </a:p>
        </p:txBody>
      </p:sp>
      <p:grpSp>
        <p:nvGrpSpPr>
          <p:cNvPr id="3" name="Group 2"/>
          <p:cNvGrpSpPr/>
          <p:nvPr/>
        </p:nvGrpSpPr>
        <p:grpSpPr>
          <a:xfrm>
            <a:off x="514058" y="1967649"/>
            <a:ext cx="6187127" cy="4698413"/>
            <a:chOff x="513249" y="1967432"/>
            <a:chExt cx="6188004" cy="4699079"/>
          </a:xfrm>
        </p:grpSpPr>
        <p:sp>
          <p:nvSpPr>
            <p:cNvPr id="16" name="TextBox 15"/>
            <p:cNvSpPr txBox="1"/>
            <p:nvPr/>
          </p:nvSpPr>
          <p:spPr>
            <a:xfrm>
              <a:off x="3327575" y="2683053"/>
              <a:ext cx="813975" cy="498524"/>
            </a:xfrm>
            <a:prstGeom prst="rect">
              <a:avLst/>
            </a:prstGeom>
            <a:noFill/>
          </p:spPr>
          <p:txBody>
            <a:bodyPr wrap="square" lIns="0" tIns="0" rIns="0" bIns="0" rtlCol="0">
              <a:spAutoFit/>
            </a:bodyPr>
            <a:lstStyle/>
            <a:p>
              <a:pPr defTabSz="932223">
                <a:lnSpc>
                  <a:spcPct val="90000"/>
                </a:lnSpc>
              </a:pPr>
              <a:r>
                <a:rPr lang="en-US" sz="1764" i="1" dirty="0">
                  <a:solidFill>
                    <a:srgbClr val="0072C6"/>
                  </a:solidFill>
                </a:rPr>
                <a:t>Process</a:t>
              </a:r>
              <a:br>
                <a:rPr lang="en-US" sz="1764" i="1" dirty="0">
                  <a:solidFill>
                    <a:srgbClr val="0072C6"/>
                  </a:solidFill>
                </a:rPr>
              </a:br>
              <a:r>
                <a:rPr lang="en-US" sz="1764" i="1" dirty="0">
                  <a:solidFill>
                    <a:srgbClr val="0072C6"/>
                  </a:solidFill>
                </a:rPr>
                <a:t>Server</a:t>
              </a:r>
            </a:p>
          </p:txBody>
        </p:sp>
        <p:sp>
          <p:nvSpPr>
            <p:cNvPr id="70" name="TextBox 69"/>
            <p:cNvSpPr txBox="1"/>
            <p:nvPr/>
          </p:nvSpPr>
          <p:spPr>
            <a:xfrm>
              <a:off x="3325424" y="2059684"/>
              <a:ext cx="813975" cy="498524"/>
            </a:xfrm>
            <a:prstGeom prst="rect">
              <a:avLst/>
            </a:prstGeom>
            <a:noFill/>
          </p:spPr>
          <p:txBody>
            <a:bodyPr wrap="square" lIns="0" tIns="0" rIns="0" bIns="0" rtlCol="0">
              <a:spAutoFit/>
            </a:bodyPr>
            <a:lstStyle/>
            <a:p>
              <a:pPr defTabSz="932223">
                <a:lnSpc>
                  <a:spcPct val="90000"/>
                </a:lnSpc>
              </a:pPr>
              <a:r>
                <a:rPr lang="en-US" sz="1764" i="1" dirty="0">
                  <a:solidFill>
                    <a:srgbClr val="0072C6"/>
                  </a:solidFill>
                </a:rPr>
                <a:t>Config</a:t>
              </a:r>
              <a:br>
                <a:rPr lang="en-US" sz="1764" i="1" dirty="0">
                  <a:solidFill>
                    <a:srgbClr val="0072C6"/>
                  </a:solidFill>
                </a:rPr>
              </a:br>
              <a:r>
                <a:rPr lang="en-US" sz="1764" i="1" dirty="0">
                  <a:solidFill>
                    <a:srgbClr val="0072C6"/>
                  </a:solidFill>
                </a:rPr>
                <a:t>Server</a:t>
              </a:r>
            </a:p>
          </p:txBody>
        </p:sp>
        <p:pic>
          <p:nvPicPr>
            <p:cNvPr id="94" name="Picture 93"/>
            <p:cNvPicPr>
              <a:picLocks noChangeAspect="1"/>
            </p:cNvPicPr>
            <p:nvPr/>
          </p:nvPicPr>
          <p:blipFill>
            <a:blip r:embed="rId9"/>
            <a:stretch>
              <a:fillRect/>
            </a:stretch>
          </p:blipFill>
          <p:spPr>
            <a:xfrm>
              <a:off x="4043165" y="1967432"/>
              <a:ext cx="853349" cy="1261943"/>
            </a:xfrm>
            <a:prstGeom prst="rect">
              <a:avLst/>
            </a:prstGeom>
          </p:spPr>
        </p:pic>
        <p:grpSp>
          <p:nvGrpSpPr>
            <p:cNvPr id="53" name="Group 52"/>
            <p:cNvGrpSpPr/>
            <p:nvPr/>
          </p:nvGrpSpPr>
          <p:grpSpPr>
            <a:xfrm>
              <a:off x="513249" y="5740932"/>
              <a:ext cx="6188004" cy="925579"/>
              <a:chOff x="1531056" y="5638009"/>
              <a:chExt cx="6188004" cy="925579"/>
            </a:xfrm>
          </p:grpSpPr>
          <p:sp>
            <p:nvSpPr>
              <p:cNvPr id="95" name="TextBox 94"/>
              <p:cNvSpPr txBox="1"/>
              <p:nvPr/>
            </p:nvSpPr>
            <p:spPr>
              <a:xfrm>
                <a:off x="1897490" y="5653161"/>
                <a:ext cx="2412195" cy="910427"/>
              </a:xfrm>
              <a:prstGeom prst="rect">
                <a:avLst/>
              </a:prstGeom>
              <a:noFill/>
            </p:spPr>
            <p:txBody>
              <a:bodyPr wrap="square" lIns="179260" tIns="143408" rIns="179260" bIns="143408" rtlCol="0">
                <a:spAutoFit/>
              </a:bodyPr>
              <a:lstStyle/>
              <a:p>
                <a:pPr defTabSz="914191">
                  <a:lnSpc>
                    <a:spcPct val="90000"/>
                  </a:lnSpc>
                  <a:spcBef>
                    <a:spcPts val="294"/>
                  </a:spcBef>
                </a:pPr>
                <a:r>
                  <a:rPr lang="en-US" sz="1764" b="1" dirty="0">
                    <a:solidFill>
                      <a:srgbClr val="0072C6"/>
                    </a:solidFill>
                    <a:latin typeface="Segoe UI Light"/>
                  </a:rPr>
                  <a:t>Process Server</a:t>
                </a:r>
              </a:p>
              <a:p>
                <a:pPr defTabSz="914191">
                  <a:lnSpc>
                    <a:spcPct val="90000"/>
                  </a:lnSpc>
                  <a:spcBef>
                    <a:spcPts val="294"/>
                  </a:spcBef>
                </a:pPr>
                <a:r>
                  <a:rPr lang="en-US" sz="1176" dirty="0">
                    <a:gradFill>
                      <a:gsLst>
                        <a:gs pos="2917">
                          <a:srgbClr val="505050"/>
                        </a:gs>
                        <a:gs pos="30000">
                          <a:srgbClr val="505050"/>
                        </a:gs>
                      </a:gsLst>
                      <a:lin ang="5400000" scaled="0"/>
                    </a:gradFill>
                  </a:rPr>
                  <a:t>Used for caching, compression, and encryption</a:t>
                </a:r>
              </a:p>
            </p:txBody>
          </p:sp>
          <p:sp>
            <p:nvSpPr>
              <p:cNvPr id="96" name="TextBox 95"/>
              <p:cNvSpPr txBox="1"/>
              <p:nvPr/>
            </p:nvSpPr>
            <p:spPr>
              <a:xfrm>
                <a:off x="5306865" y="5638009"/>
                <a:ext cx="2412195" cy="910426"/>
              </a:xfrm>
              <a:prstGeom prst="rect">
                <a:avLst/>
              </a:prstGeom>
              <a:noFill/>
            </p:spPr>
            <p:txBody>
              <a:bodyPr wrap="square" lIns="179260" tIns="143408" rIns="179260" bIns="143408" rtlCol="0">
                <a:spAutoFit/>
              </a:bodyPr>
              <a:lstStyle/>
              <a:p>
                <a:pPr defTabSz="914191">
                  <a:lnSpc>
                    <a:spcPct val="90000"/>
                  </a:lnSpc>
                  <a:spcBef>
                    <a:spcPts val="294"/>
                  </a:spcBef>
                </a:pPr>
                <a:r>
                  <a:rPr lang="en-US" sz="1764" b="1" dirty="0">
                    <a:solidFill>
                      <a:srgbClr val="0072C6"/>
                    </a:solidFill>
                    <a:latin typeface="Segoe UI Light"/>
                  </a:rPr>
                  <a:t>Configuration Server</a:t>
                </a:r>
              </a:p>
              <a:p>
                <a:pPr defTabSz="914191">
                  <a:lnSpc>
                    <a:spcPct val="90000"/>
                  </a:lnSpc>
                  <a:spcBef>
                    <a:spcPts val="294"/>
                  </a:spcBef>
                </a:pPr>
                <a:r>
                  <a:rPr lang="en-US" sz="1176" dirty="0">
                    <a:gradFill>
                      <a:gsLst>
                        <a:gs pos="2917">
                          <a:srgbClr val="505050"/>
                        </a:gs>
                        <a:gs pos="30000">
                          <a:srgbClr val="505050"/>
                        </a:gs>
                      </a:gsLst>
                      <a:lin ang="5400000" scaled="0"/>
                    </a:gradFill>
                  </a:rPr>
                  <a:t>Used for centralized management</a:t>
                </a:r>
              </a:p>
            </p:txBody>
          </p:sp>
          <p:pic>
            <p:nvPicPr>
              <p:cNvPr id="97" name="Picture 96"/>
              <p:cNvPicPr>
                <a:picLocks noChangeAspect="1"/>
              </p:cNvPicPr>
              <p:nvPr/>
            </p:nvPicPr>
            <p:blipFill>
              <a:blip r:embed="rId10"/>
              <a:stretch>
                <a:fillRect/>
              </a:stretch>
            </p:blipFill>
            <p:spPr>
              <a:xfrm>
                <a:off x="1531056" y="5778333"/>
                <a:ext cx="435738" cy="643065"/>
              </a:xfrm>
              <a:prstGeom prst="rect">
                <a:avLst/>
              </a:prstGeom>
            </p:spPr>
          </p:pic>
          <p:pic>
            <p:nvPicPr>
              <p:cNvPr id="98" name="Picture 97"/>
              <p:cNvPicPr>
                <a:picLocks noChangeAspect="1"/>
              </p:cNvPicPr>
              <p:nvPr/>
            </p:nvPicPr>
            <p:blipFill>
              <a:blip r:embed="rId11"/>
              <a:stretch>
                <a:fillRect/>
              </a:stretch>
            </p:blipFill>
            <p:spPr>
              <a:xfrm>
                <a:off x="4919512" y="5800187"/>
                <a:ext cx="435738" cy="643065"/>
              </a:xfrm>
              <a:prstGeom prst="rect">
                <a:avLst/>
              </a:prstGeom>
            </p:spPr>
          </p:pic>
        </p:grpSp>
      </p:grpSp>
      <p:grpSp>
        <p:nvGrpSpPr>
          <p:cNvPr id="34" name="Group 33"/>
          <p:cNvGrpSpPr/>
          <p:nvPr/>
        </p:nvGrpSpPr>
        <p:grpSpPr>
          <a:xfrm>
            <a:off x="9477023" y="5940379"/>
            <a:ext cx="2269367" cy="581441"/>
            <a:chOff x="9499030" y="5941207"/>
            <a:chExt cx="2269689" cy="581523"/>
          </a:xfrm>
        </p:grpSpPr>
        <p:sp>
          <p:nvSpPr>
            <p:cNvPr id="30" name="TextBox 29"/>
            <p:cNvSpPr txBox="1"/>
            <p:nvPr/>
          </p:nvSpPr>
          <p:spPr>
            <a:xfrm>
              <a:off x="9979195" y="5941207"/>
              <a:ext cx="1789524" cy="581523"/>
            </a:xfrm>
            <a:prstGeom prst="rect">
              <a:avLst/>
            </a:prstGeom>
            <a:noFill/>
          </p:spPr>
          <p:txBody>
            <a:bodyPr wrap="square" lIns="0" tIns="0" rIns="0" bIns="0" rtlCol="0">
              <a:spAutoFit/>
            </a:bodyPr>
            <a:lstStyle/>
            <a:p>
              <a:pPr defTabSz="932223">
                <a:lnSpc>
                  <a:spcPct val="90000"/>
                </a:lnSpc>
              </a:pPr>
              <a:r>
                <a:rPr lang="en-US" sz="1764" b="1" dirty="0">
                  <a:solidFill>
                    <a:srgbClr val="0072C6"/>
                  </a:solidFill>
                  <a:latin typeface="Segoe UI Light"/>
                </a:rPr>
                <a:t>Mobility Service </a:t>
              </a:r>
              <a:r>
                <a:rPr lang="en-US" sz="1360" b="1" spc="-52" dirty="0"/>
                <a:t> </a:t>
              </a:r>
              <a:r>
                <a:rPr lang="en-US" sz="1176" dirty="0">
                  <a:gradFill>
                    <a:gsLst>
                      <a:gs pos="2917">
                        <a:srgbClr val="505050"/>
                      </a:gs>
                      <a:gs pos="30000">
                        <a:srgbClr val="505050"/>
                      </a:gs>
                    </a:gsLst>
                    <a:lin ang="5400000" scaled="0"/>
                  </a:gradFill>
                </a:rPr>
                <a:t>Captures all data writes from memory</a:t>
              </a:r>
            </a:p>
          </p:txBody>
        </p:sp>
        <p:pic>
          <p:nvPicPr>
            <p:cNvPr id="86" name="Picture 85"/>
            <p:cNvPicPr>
              <a:picLocks noChangeAspect="1"/>
            </p:cNvPicPr>
            <p:nvPr/>
          </p:nvPicPr>
          <p:blipFill>
            <a:blip r:embed="rId12"/>
            <a:stretch>
              <a:fillRect/>
            </a:stretch>
          </p:blipFill>
          <p:spPr>
            <a:xfrm>
              <a:off x="9499030" y="5986485"/>
              <a:ext cx="425196" cy="421683"/>
            </a:xfrm>
            <a:prstGeom prst="rect">
              <a:avLst/>
            </a:prstGeom>
          </p:spPr>
        </p:pic>
      </p:grpSp>
      <p:grpSp>
        <p:nvGrpSpPr>
          <p:cNvPr id="10" name="Group 9"/>
          <p:cNvGrpSpPr/>
          <p:nvPr/>
        </p:nvGrpSpPr>
        <p:grpSpPr>
          <a:xfrm>
            <a:off x="732616" y="2202047"/>
            <a:ext cx="416478" cy="840227"/>
            <a:chOff x="731837" y="2481571"/>
            <a:chExt cx="416537" cy="840346"/>
          </a:xfrm>
        </p:grpSpPr>
        <p:pic>
          <p:nvPicPr>
            <p:cNvPr id="56" name="Picture 55"/>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735551" y="2910378"/>
              <a:ext cx="412823" cy="411539"/>
            </a:xfrm>
            <a:prstGeom prst="rect">
              <a:avLst/>
            </a:prstGeom>
          </p:spPr>
        </p:pic>
        <p:pic>
          <p:nvPicPr>
            <p:cNvPr id="57" name="Picture 56"/>
            <p:cNvPicPr>
              <a:picLocks noChangeAspect="1"/>
            </p:cNvPicPr>
            <p:nvPr/>
          </p:nvPicPr>
          <p:blipFill>
            <a:blip r:embed="rId14">
              <a:extLst>
                <a:ext uri="{28A0092B-C50C-407E-A947-70E740481C1C}">
                  <a14:useLocalDpi xmlns:a14="http://schemas.microsoft.com/office/drawing/2010/main"/>
                </a:ext>
              </a:extLst>
            </a:blip>
            <a:stretch>
              <a:fillRect/>
            </a:stretch>
          </p:blipFill>
          <p:spPr>
            <a:xfrm>
              <a:off x="731837" y="2481571"/>
              <a:ext cx="398674" cy="414346"/>
            </a:xfrm>
            <a:prstGeom prst="rect">
              <a:avLst/>
            </a:prstGeom>
          </p:spPr>
        </p:pic>
      </p:grpSp>
      <p:sp>
        <p:nvSpPr>
          <p:cNvPr id="4" name="Slide Number Placeholder 3">
            <a:extLst>
              <a:ext uri="{FF2B5EF4-FFF2-40B4-BE49-F238E27FC236}">
                <a16:creationId xmlns:a16="http://schemas.microsoft.com/office/drawing/2014/main" id="{3D82B1AE-BF2C-46D1-B228-1C15536AF1BE}"/>
              </a:ext>
            </a:extLst>
          </p:cNvPr>
          <p:cNvSpPr>
            <a:spLocks noGrp="1"/>
          </p:cNvSpPr>
          <p:nvPr>
            <p:ph type="sldNum" sz="quarter" idx="12"/>
          </p:nvPr>
        </p:nvSpPr>
        <p:spPr/>
        <p:txBody>
          <a:bodyPr/>
          <a:lstStyle/>
          <a:p>
            <a:fld id="{522E449F-ACE2-4651-A469-C563CF075F5E}" type="slidenum">
              <a:rPr lang="en-US" smtClean="0"/>
              <a:t>41</a:t>
            </a:fld>
            <a:endParaRPr lang="en-US"/>
          </a:p>
        </p:txBody>
      </p:sp>
      <p:sp>
        <p:nvSpPr>
          <p:cNvPr id="5" name="Date Placeholder 4">
            <a:extLst>
              <a:ext uri="{FF2B5EF4-FFF2-40B4-BE49-F238E27FC236}">
                <a16:creationId xmlns:a16="http://schemas.microsoft.com/office/drawing/2014/main" id="{9FBF30E4-8B01-4A43-A58A-03474C9F29FA}"/>
              </a:ext>
            </a:extLst>
          </p:cNvPr>
          <p:cNvSpPr>
            <a:spLocks noGrp="1"/>
          </p:cNvSpPr>
          <p:nvPr>
            <p:ph type="dt" sz="half" idx="10"/>
          </p:nvPr>
        </p:nvSpPr>
        <p:spPr/>
        <p:txBody>
          <a:bodyPr/>
          <a:lstStyle/>
          <a:p>
            <a:endParaRPr lang="en-US" dirty="0"/>
          </a:p>
        </p:txBody>
      </p:sp>
      <p:sp>
        <p:nvSpPr>
          <p:cNvPr id="7" name="Footer Placeholder 6">
            <a:extLst>
              <a:ext uri="{FF2B5EF4-FFF2-40B4-BE49-F238E27FC236}">
                <a16:creationId xmlns:a16="http://schemas.microsoft.com/office/drawing/2014/main" id="{C3AD9CA1-3329-4BFE-900D-9F0B4B8359DF}"/>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863997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38"/>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7" presetClass="path" presetSubtype="0" accel="50000" decel="50000" fill="hold" nodeType="clickEffect">
                                  <p:stCondLst>
                                    <p:cond delay="0"/>
                                  </p:stCondLst>
                                  <p:childTnLst>
                                    <p:animMotion origin="layout" path="M -3.29589E-6 -0.0009 L 0.16722 -0.13776 C 0.20233 -0.16931 0.25453 -0.18679 0.3093 -0.18679 C 0.37184 -0.18679 0.42175 -0.16931 0.45686 -0.13776 L 0.62421 -0.0009 " pathEditMode="relative" rAng="0" ptsTypes="AAAAA">
                                      <p:cBhvr>
                                        <p:cTn id="18" dur="2000" fill="hold"/>
                                        <p:tgtEl>
                                          <p:spTgt spid="41"/>
                                        </p:tgtEl>
                                        <p:attrNameLst>
                                          <p:attrName>ppt_x</p:attrName>
                                          <p:attrName>ppt_y</p:attrName>
                                        </p:attrNameLst>
                                      </p:cBhvr>
                                      <p:rCtr x="31210" y="-9305"/>
                                    </p:animMotion>
                                  </p:childTnLst>
                                </p:cTn>
                              </p:par>
                              <p:par>
                                <p:cTn id="19" presetID="37" presetClass="path" presetSubtype="0" accel="50000" decel="50000" fill="hold" nodeType="withEffect">
                                  <p:stCondLst>
                                    <p:cond delay="0"/>
                                  </p:stCondLst>
                                  <p:childTnLst>
                                    <p:animMotion origin="layout" path="M 1.96324E-6 -0.01657 L 0.16939 -0.14685 C 0.20487 -0.17635 0.25798 -0.19247 0.3135 -0.19247 C 0.37682 -0.19247 0.42749 -0.17635 0.46311 -0.14685 L 0.63275 -0.01657 " pathEditMode="relative" rAng="0" ptsTypes="AAAAA">
                                      <p:cBhvr>
                                        <p:cTn id="20" dur="2000" fill="hold"/>
                                        <p:tgtEl>
                                          <p:spTgt spid="10"/>
                                        </p:tgtEl>
                                        <p:attrNameLst>
                                          <p:attrName>ppt_x</p:attrName>
                                          <p:attrName>ppt_y</p:attrName>
                                        </p:attrNameLst>
                                      </p:cBhvr>
                                      <p:rCtr x="31631" y="-880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483" y="295730"/>
            <a:ext cx="12037891" cy="917444"/>
          </a:xfrm>
        </p:spPr>
        <p:txBody>
          <a:bodyPr>
            <a:normAutofit fontScale="90000"/>
          </a:bodyPr>
          <a:lstStyle/>
          <a:p>
            <a:r>
              <a:rPr lang="en-US" dirty="0">
                <a:solidFill>
                  <a:schemeClr val="tx1"/>
                </a:solidFill>
                <a:latin typeface="Calibri Light" panose="020F0302020204030204" pitchFamily="34" charset="0"/>
                <a:cs typeface="Calibri Light" panose="020F0302020204030204" pitchFamily="34" charset="0"/>
              </a:rPr>
              <a:t>Migrate Hyper-V to Azure</a:t>
            </a:r>
            <a:br>
              <a:rPr lang="en-US" dirty="0">
                <a:solidFill>
                  <a:schemeClr val="tx1"/>
                </a:solidFill>
                <a:latin typeface="Calibri Light" panose="020F0302020204030204" pitchFamily="34" charset="0"/>
                <a:cs typeface="Calibri Light" panose="020F0302020204030204" pitchFamily="34" charset="0"/>
              </a:rPr>
            </a:br>
            <a:endParaRPr lang="en-US" i="1" dirty="0">
              <a:solidFill>
                <a:schemeClr val="tx1"/>
              </a:solidFill>
              <a:latin typeface="Calibri Light" panose="020F0302020204030204" pitchFamily="34" charset="0"/>
              <a:cs typeface="Calibri Light" panose="020F0302020204030204" pitchFamily="34" charset="0"/>
            </a:endParaRPr>
          </a:p>
        </p:txBody>
      </p:sp>
      <p:pic>
        <p:nvPicPr>
          <p:cNvPr id="6" name="Picture 98" descr="Cloud"/>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43907" y="2202047"/>
            <a:ext cx="4783733" cy="2097175"/>
          </a:xfrm>
          <a:prstGeom prst="rect">
            <a:avLst/>
          </a:prstGeom>
          <a:noFill/>
          <a:ln w="9525">
            <a:noFill/>
            <a:miter lim="800000"/>
            <a:headEnd/>
            <a:tailEnd/>
          </a:ln>
          <a:effectLst>
            <a:glow>
              <a:schemeClr val="accent1">
                <a:alpha val="0"/>
              </a:schemeClr>
            </a:glow>
          </a:effectLst>
        </p:spPr>
      </p:pic>
      <p:sp>
        <p:nvSpPr>
          <p:cNvPr id="27" name="TextBox 26"/>
          <p:cNvSpPr txBox="1"/>
          <p:nvPr/>
        </p:nvSpPr>
        <p:spPr>
          <a:xfrm>
            <a:off x="452714" y="4411533"/>
            <a:ext cx="3724315" cy="470856"/>
          </a:xfrm>
          <a:prstGeom prst="rect">
            <a:avLst/>
          </a:prstGeom>
          <a:noFill/>
        </p:spPr>
        <p:txBody>
          <a:bodyPr wrap="square" lIns="0" tIns="0" rIns="0" bIns="0" rtlCol="0">
            <a:spAutoFit/>
          </a:bodyPr>
          <a:lstStyle/>
          <a:p>
            <a:pPr algn="ctr" defTabSz="932223">
              <a:lnSpc>
                <a:spcPct val="90000"/>
              </a:lnSpc>
            </a:pPr>
            <a:r>
              <a:rPr lang="en-US" sz="2000" b="1" spc="-52" dirty="0">
                <a:solidFill>
                  <a:srgbClr val="000000"/>
                </a:solidFill>
                <a:latin typeface="Calibri" panose="020F0502020204030204" pitchFamily="34" charset="0"/>
                <a:cs typeface="Calibri" panose="020F0502020204030204" pitchFamily="34" charset="0"/>
              </a:rPr>
              <a:t>Source: Hyper-V VMs</a:t>
            </a:r>
            <a:br>
              <a:rPr lang="en-US" sz="2000" b="1" spc="-52" dirty="0">
                <a:solidFill>
                  <a:srgbClr val="000000"/>
                </a:solidFill>
                <a:latin typeface="Calibri" panose="020F0502020204030204" pitchFamily="34" charset="0"/>
                <a:cs typeface="Calibri" panose="020F0502020204030204" pitchFamily="34" charset="0"/>
              </a:rPr>
            </a:br>
            <a:endParaRPr lang="en-US" sz="2000" b="1" spc="-52" baseline="-25000" dirty="0">
              <a:solidFill>
                <a:srgbClr val="000000"/>
              </a:solidFill>
              <a:latin typeface="Calibri" panose="020F0502020204030204" pitchFamily="34" charset="0"/>
              <a:cs typeface="Calibri" panose="020F0502020204030204" pitchFamily="34" charset="0"/>
            </a:endParaRPr>
          </a:p>
        </p:txBody>
      </p:sp>
      <p:grpSp>
        <p:nvGrpSpPr>
          <p:cNvPr id="44" name="Group 43"/>
          <p:cNvGrpSpPr/>
          <p:nvPr/>
        </p:nvGrpSpPr>
        <p:grpSpPr>
          <a:xfrm>
            <a:off x="5401298" y="3858490"/>
            <a:ext cx="1795588" cy="866999"/>
            <a:chOff x="5615202" y="4039836"/>
            <a:chExt cx="1694349" cy="867122"/>
          </a:xfrm>
        </p:grpSpPr>
        <p:sp>
          <p:nvSpPr>
            <p:cNvPr id="45" name="TextBox 44"/>
            <p:cNvSpPr txBox="1"/>
            <p:nvPr/>
          </p:nvSpPr>
          <p:spPr>
            <a:xfrm>
              <a:off x="6042923" y="4341851"/>
              <a:ext cx="838900" cy="565107"/>
            </a:xfrm>
            <a:prstGeom prst="rect">
              <a:avLst/>
            </a:prstGeom>
            <a:noFill/>
          </p:spPr>
          <p:txBody>
            <a:bodyPr wrap="square" lIns="0" tIns="0" rIns="0" bIns="0" rtlCol="0">
              <a:spAutoFit/>
            </a:bodyPr>
            <a:lstStyle/>
            <a:p>
              <a:pPr algn="ctr" defTabSz="932223">
                <a:lnSpc>
                  <a:spcPct val="90000"/>
                </a:lnSpc>
                <a:defRPr/>
              </a:pPr>
              <a:r>
                <a:rPr lang="en-US" sz="2000" kern="0" spc="-52" dirty="0">
                  <a:solidFill>
                    <a:srgbClr val="000000"/>
                  </a:solidFill>
                  <a:latin typeface="Calibri Light" panose="020F0302020204030204" pitchFamily="34" charset="0"/>
                  <a:cs typeface="Calibri Light" panose="020F0302020204030204" pitchFamily="34" charset="0"/>
                </a:rPr>
                <a:t>Data Channel</a:t>
              </a:r>
              <a:endParaRPr lang="en-US" sz="2000" kern="0" spc="-52" baseline="-25000" dirty="0">
                <a:solidFill>
                  <a:srgbClr val="000000"/>
                </a:solidFill>
                <a:latin typeface="Calibri Light" panose="020F0302020204030204" pitchFamily="34" charset="0"/>
                <a:cs typeface="Calibri Light" panose="020F0302020204030204" pitchFamily="34" charset="0"/>
              </a:endParaRPr>
            </a:p>
          </p:txBody>
        </p:sp>
        <p:sp>
          <p:nvSpPr>
            <p:cNvPr id="47" name="Left-Right Arrow 46"/>
            <p:cNvSpPr/>
            <p:nvPr/>
          </p:nvSpPr>
          <p:spPr bwMode="auto">
            <a:xfrm>
              <a:off x="5615202" y="4039836"/>
              <a:ext cx="1694349" cy="219426"/>
            </a:xfrm>
            <a:prstGeom prst="leftRightArrow">
              <a:avLst/>
            </a:prstGeom>
            <a:solidFill>
              <a:schemeClr val="tx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0" rIns="0" bIns="46630" numCol="1" rtlCol="0" anchor="ctr" anchorCtr="0" compatLnSpc="1">
              <a:prstTxWarp prst="textNoShape">
                <a:avLst/>
              </a:prstTxWarp>
            </a:bodyPr>
            <a:lstStyle/>
            <a:p>
              <a:pPr algn="ctr" defTabSz="932293" fontAlgn="base">
                <a:spcBef>
                  <a:spcPct val="0"/>
                </a:spcBef>
                <a:spcAft>
                  <a:spcPct val="0"/>
                </a:spcAft>
              </a:pPr>
              <a:endParaRPr lang="en-US" sz="2000" dirty="0">
                <a:gradFill>
                  <a:gsLst>
                    <a:gs pos="0">
                      <a:srgbClr val="FFFFFF"/>
                    </a:gs>
                    <a:gs pos="100000">
                      <a:srgbClr val="FFFFFF"/>
                    </a:gs>
                  </a:gsLst>
                  <a:lin ang="5400000" scaled="0"/>
                </a:gradFill>
                <a:latin typeface="Calibri Light" panose="020F0302020204030204" pitchFamily="34" charset="0"/>
                <a:cs typeface="Calibri Light" panose="020F0302020204030204" pitchFamily="34" charset="0"/>
              </a:endParaRPr>
            </a:p>
          </p:txBody>
        </p:sp>
      </p:grpSp>
      <p:sp>
        <p:nvSpPr>
          <p:cNvPr id="54" name="TextBox 53"/>
          <p:cNvSpPr txBox="1"/>
          <p:nvPr/>
        </p:nvSpPr>
        <p:spPr>
          <a:xfrm>
            <a:off x="9664639" y="2229529"/>
            <a:ext cx="980306" cy="140930"/>
          </a:xfrm>
          <a:prstGeom prst="rect">
            <a:avLst/>
          </a:prstGeom>
          <a:noFill/>
        </p:spPr>
        <p:txBody>
          <a:bodyPr wrap="square" lIns="0" tIns="0" rIns="0" bIns="0" rtlCol="0">
            <a:spAutoFit/>
          </a:bodyPr>
          <a:lstStyle/>
          <a:p>
            <a:pPr algn="ctr" defTabSz="932223">
              <a:lnSpc>
                <a:spcPct val="90000"/>
              </a:lnSpc>
            </a:pPr>
            <a:endParaRPr lang="en-US" sz="1496" b="1" spc="-52" baseline="-25000" dirty="0">
              <a:solidFill>
                <a:srgbClr val="000000"/>
              </a:solidFill>
              <a:latin typeface="Calibri Light" panose="020F0302020204030204" pitchFamily="34" charset="0"/>
              <a:cs typeface="Calibri Light" panose="020F0302020204030204" pitchFamily="34" charset="0"/>
            </a:endParaRPr>
          </a:p>
        </p:txBody>
      </p:sp>
      <p:grpSp>
        <p:nvGrpSpPr>
          <p:cNvPr id="34" name="Group 33"/>
          <p:cNvGrpSpPr/>
          <p:nvPr/>
        </p:nvGrpSpPr>
        <p:grpSpPr>
          <a:xfrm>
            <a:off x="1180188" y="5706743"/>
            <a:ext cx="2904751" cy="664560"/>
            <a:chOff x="9499030" y="5941207"/>
            <a:chExt cx="2905163" cy="664655"/>
          </a:xfrm>
        </p:grpSpPr>
        <p:sp>
          <p:nvSpPr>
            <p:cNvPr id="30" name="TextBox 29"/>
            <p:cNvSpPr txBox="1"/>
            <p:nvPr/>
          </p:nvSpPr>
          <p:spPr>
            <a:xfrm>
              <a:off x="9979194" y="5941207"/>
              <a:ext cx="2424999" cy="664655"/>
            </a:xfrm>
            <a:prstGeom prst="rect">
              <a:avLst/>
            </a:prstGeom>
            <a:noFill/>
          </p:spPr>
          <p:txBody>
            <a:bodyPr wrap="square" lIns="0" tIns="0" rIns="0" bIns="0" rtlCol="0">
              <a:spAutoFit/>
            </a:bodyPr>
            <a:lstStyle/>
            <a:p>
              <a:pPr defTabSz="932223">
                <a:lnSpc>
                  <a:spcPct val="90000"/>
                </a:lnSpc>
              </a:pPr>
              <a:r>
                <a:rPr lang="en-US" sz="1764" b="1" dirty="0">
                  <a:solidFill>
                    <a:srgbClr val="0072C6"/>
                  </a:solidFill>
                  <a:latin typeface="Calibri Light" panose="020F0302020204030204" pitchFamily="34" charset="0"/>
                  <a:cs typeface="Calibri Light" panose="020F0302020204030204" pitchFamily="34" charset="0"/>
                </a:rPr>
                <a:t>Microsoft Azure Recovery Services Agent </a:t>
              </a:r>
              <a:endParaRPr lang="en-US" sz="1360" b="1" spc="-52" dirty="0">
                <a:solidFill>
                  <a:srgbClr val="000000"/>
                </a:solidFill>
                <a:latin typeface="Calibri Light" panose="020F0302020204030204" pitchFamily="34" charset="0"/>
                <a:cs typeface="Calibri Light" panose="020F0302020204030204" pitchFamily="34" charset="0"/>
              </a:endParaRPr>
            </a:p>
            <a:p>
              <a:pPr defTabSz="932223">
                <a:lnSpc>
                  <a:spcPct val="90000"/>
                </a:lnSpc>
              </a:pPr>
              <a:r>
                <a:rPr lang="en-US" sz="1176" dirty="0">
                  <a:gradFill>
                    <a:gsLst>
                      <a:gs pos="2917">
                        <a:srgbClr val="505050"/>
                      </a:gs>
                      <a:gs pos="30000">
                        <a:srgbClr val="505050"/>
                      </a:gs>
                    </a:gsLst>
                    <a:lin ang="5400000" scaled="0"/>
                  </a:gradFill>
                  <a:latin typeface="Calibri Light" panose="020F0302020204030204" pitchFamily="34" charset="0"/>
                  <a:cs typeface="Calibri Light" panose="020F0302020204030204" pitchFamily="34" charset="0"/>
                </a:rPr>
                <a:t>Replicates data to Azure</a:t>
              </a:r>
            </a:p>
          </p:txBody>
        </p:sp>
        <p:pic>
          <p:nvPicPr>
            <p:cNvPr id="86" name="Picture 85"/>
            <p:cNvPicPr>
              <a:picLocks noChangeAspect="1"/>
            </p:cNvPicPr>
            <p:nvPr/>
          </p:nvPicPr>
          <p:blipFill>
            <a:blip r:embed="rId3"/>
            <a:stretch>
              <a:fillRect/>
            </a:stretch>
          </p:blipFill>
          <p:spPr>
            <a:xfrm>
              <a:off x="9499030" y="5986485"/>
              <a:ext cx="425196" cy="421683"/>
            </a:xfrm>
            <a:prstGeom prst="rect">
              <a:avLst/>
            </a:prstGeom>
          </p:spPr>
        </p:pic>
      </p:grpSp>
      <p:grpSp>
        <p:nvGrpSpPr>
          <p:cNvPr id="89" name="Group 88"/>
          <p:cNvGrpSpPr/>
          <p:nvPr/>
        </p:nvGrpSpPr>
        <p:grpSpPr>
          <a:xfrm>
            <a:off x="5508612" y="2686340"/>
            <a:ext cx="1580953" cy="1050695"/>
            <a:chOff x="4413198" y="2108497"/>
            <a:chExt cx="1581178" cy="1050845"/>
          </a:xfrm>
        </p:grpSpPr>
        <p:pic>
          <p:nvPicPr>
            <p:cNvPr id="90" name="Picture 89"/>
            <p:cNvPicPr>
              <a:picLocks noChangeAspect="1"/>
            </p:cNvPicPr>
            <p:nvPr/>
          </p:nvPicPr>
          <p:blipFill>
            <a:blip r:embed="rId4"/>
            <a:stretch>
              <a:fillRect/>
            </a:stretch>
          </p:blipFill>
          <p:spPr>
            <a:xfrm>
              <a:off x="4413198" y="2108497"/>
              <a:ext cx="1581178" cy="1050845"/>
            </a:xfrm>
            <a:prstGeom prst="rect">
              <a:avLst/>
            </a:prstGeom>
          </p:spPr>
        </p:pic>
        <p:sp>
          <p:nvSpPr>
            <p:cNvPr id="91" name="TextBox 90"/>
            <p:cNvSpPr txBox="1"/>
            <p:nvPr/>
          </p:nvSpPr>
          <p:spPr>
            <a:xfrm>
              <a:off x="4488287" y="2631569"/>
              <a:ext cx="1431001" cy="428123"/>
            </a:xfrm>
            <a:prstGeom prst="rect">
              <a:avLst/>
            </a:prstGeom>
            <a:noFill/>
          </p:spPr>
          <p:txBody>
            <a:bodyPr wrap="square" lIns="179260" tIns="143408" rIns="179260" bIns="143408" rtlCol="0">
              <a:spAutoFit/>
            </a:bodyPr>
            <a:lstStyle/>
            <a:p>
              <a:pPr algn="ctr" defTabSz="914191">
                <a:lnSpc>
                  <a:spcPct val="90000"/>
                </a:lnSpc>
                <a:spcBef>
                  <a:spcPct val="0"/>
                </a:spcBef>
                <a:defRPr/>
              </a:pPr>
              <a:r>
                <a:rPr lang="en-US" sz="1000" b="1" dirty="0">
                  <a:solidFill>
                    <a:srgbClr val="000000"/>
                  </a:solidFill>
                  <a:latin typeface="Calibri Light" panose="020F0302020204030204" pitchFamily="34" charset="0"/>
                  <a:ea typeface="Segoe UI" panose="020B0502040204020203" pitchFamily="34" charset="0"/>
                  <a:cs typeface="Calibri Light" panose="020F0302020204030204" pitchFamily="34" charset="0"/>
                </a:rPr>
                <a:t>OMS Site Recovery</a:t>
              </a:r>
            </a:p>
          </p:txBody>
        </p:sp>
        <p:pic>
          <p:nvPicPr>
            <p:cNvPr id="92" name="Picture 91"/>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4937975" y="2219240"/>
              <a:ext cx="535697" cy="533109"/>
            </a:xfrm>
            <a:prstGeom prst="rect">
              <a:avLst/>
            </a:prstGeom>
          </p:spPr>
        </p:pic>
      </p:grpSp>
      <p:pic>
        <p:nvPicPr>
          <p:cNvPr id="93" name="Picture 92"/>
          <p:cNvPicPr>
            <a:picLocks noChangeAspect="1"/>
          </p:cNvPicPr>
          <p:nvPr/>
        </p:nvPicPr>
        <p:blipFill>
          <a:blip r:embed="rId6"/>
          <a:stretch>
            <a:fillRect/>
          </a:stretch>
        </p:blipFill>
        <p:spPr>
          <a:xfrm>
            <a:off x="8041424" y="2004415"/>
            <a:ext cx="3848391" cy="2523693"/>
          </a:xfrm>
          <a:prstGeom prst="rect">
            <a:avLst/>
          </a:prstGeom>
        </p:spPr>
      </p:pic>
      <p:sp>
        <p:nvSpPr>
          <p:cNvPr id="52" name="TextBox 179"/>
          <p:cNvSpPr txBox="1"/>
          <p:nvPr/>
        </p:nvSpPr>
        <p:spPr>
          <a:xfrm>
            <a:off x="8437184" y="3535606"/>
            <a:ext cx="3056869" cy="747147"/>
          </a:xfrm>
          <a:prstGeom prst="rect">
            <a:avLst/>
          </a:prstGeom>
          <a:noFill/>
          <a:ln>
            <a:noFill/>
          </a:ln>
        </p:spPr>
        <p:txBody>
          <a:bodyPr wrap="none" lIns="182750" tIns="146201" rIns="182750" bIns="146201" rtlCol="0">
            <a:spAutoFit/>
          </a:bodyPr>
          <a:lstStyle/>
          <a:p>
            <a:pPr algn="ctr" defTabSz="931298">
              <a:lnSpc>
                <a:spcPct val="90000"/>
              </a:lnSpc>
              <a:spcAft>
                <a:spcPts val="600"/>
              </a:spcAft>
            </a:pPr>
            <a:r>
              <a:rPr lang="en-US" sz="3199" kern="0" dirty="0">
                <a:solidFill>
                  <a:srgbClr val="FFFFFF"/>
                </a:solidFill>
                <a:latin typeface="Calibri Light" panose="020F0302020204030204" pitchFamily="34" charset="0"/>
                <a:cs typeface="Calibri Light" panose="020F0302020204030204" pitchFamily="34" charset="0"/>
              </a:rPr>
              <a:t>Microsoft Azure</a:t>
            </a:r>
          </a:p>
        </p:txBody>
      </p:sp>
      <p:grpSp>
        <p:nvGrpSpPr>
          <p:cNvPr id="3" name="Group 2"/>
          <p:cNvGrpSpPr/>
          <p:nvPr/>
        </p:nvGrpSpPr>
        <p:grpSpPr>
          <a:xfrm>
            <a:off x="2046460" y="1865158"/>
            <a:ext cx="416478" cy="840227"/>
            <a:chOff x="1245849" y="2481571"/>
            <a:chExt cx="416537" cy="840346"/>
          </a:xfrm>
        </p:grpSpPr>
        <p:pic>
          <p:nvPicPr>
            <p:cNvPr id="38" name="Picture 37"/>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249563" y="2910378"/>
              <a:ext cx="412823" cy="411539"/>
            </a:xfrm>
            <a:prstGeom prst="rect">
              <a:avLst/>
            </a:prstGeom>
          </p:spPr>
        </p:pic>
        <p:pic>
          <p:nvPicPr>
            <p:cNvPr id="39" name="Picture 38"/>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1245849" y="2481571"/>
              <a:ext cx="398674" cy="414346"/>
            </a:xfrm>
            <a:prstGeom prst="rect">
              <a:avLst/>
            </a:prstGeom>
          </p:spPr>
        </p:pic>
      </p:grpSp>
      <p:pic>
        <p:nvPicPr>
          <p:cNvPr id="36" name="Picture 35"/>
          <p:cNvPicPr>
            <a:picLocks noChangeAspect="1"/>
          </p:cNvPicPr>
          <p:nvPr/>
        </p:nvPicPr>
        <p:blipFill>
          <a:blip r:embed="rId9"/>
          <a:stretch>
            <a:fillRect/>
          </a:stretch>
        </p:blipFill>
        <p:spPr>
          <a:xfrm>
            <a:off x="1826884" y="2793401"/>
            <a:ext cx="721702" cy="1065092"/>
          </a:xfrm>
          <a:prstGeom prst="rect">
            <a:avLst/>
          </a:prstGeom>
          <a:ln>
            <a:solidFill>
              <a:srgbClr val="00B0F0"/>
            </a:solidFill>
          </a:ln>
        </p:spPr>
      </p:pic>
      <p:grpSp>
        <p:nvGrpSpPr>
          <p:cNvPr id="37" name="Group 36"/>
          <p:cNvGrpSpPr/>
          <p:nvPr/>
        </p:nvGrpSpPr>
        <p:grpSpPr>
          <a:xfrm>
            <a:off x="2573959" y="1940534"/>
            <a:ext cx="1511262" cy="1175669"/>
            <a:chOff x="9354961" y="2521836"/>
            <a:chExt cx="1099486" cy="703461"/>
          </a:xfrm>
          <a:solidFill>
            <a:srgbClr val="00B0F0"/>
          </a:solidFill>
        </p:grpSpPr>
        <p:pic>
          <p:nvPicPr>
            <p:cNvPr id="40" name="Picture 39"/>
            <p:cNvPicPr>
              <a:picLocks noChangeAspect="1"/>
            </p:cNvPicPr>
            <p:nvPr/>
          </p:nvPicPr>
          <p:blipFill>
            <a:blip r:embed="rId10"/>
            <a:stretch>
              <a:fillRect/>
            </a:stretch>
          </p:blipFill>
          <p:spPr>
            <a:xfrm>
              <a:off x="9354961" y="2521836"/>
              <a:ext cx="530221" cy="703461"/>
            </a:xfrm>
            <a:prstGeom prst="rect">
              <a:avLst/>
            </a:prstGeom>
            <a:grpFill/>
            <a:ln>
              <a:solidFill>
                <a:srgbClr val="00B0F0"/>
              </a:solidFill>
            </a:ln>
          </p:spPr>
        </p:pic>
        <p:pic>
          <p:nvPicPr>
            <p:cNvPr id="41" name="Picture 40"/>
            <p:cNvPicPr>
              <a:picLocks noChangeAspect="1"/>
            </p:cNvPicPr>
            <p:nvPr/>
          </p:nvPicPr>
          <p:blipFill>
            <a:blip r:embed="rId11"/>
            <a:stretch>
              <a:fillRect/>
            </a:stretch>
          </p:blipFill>
          <p:spPr>
            <a:xfrm>
              <a:off x="9924226" y="2702950"/>
              <a:ext cx="530221" cy="522347"/>
            </a:xfrm>
            <a:prstGeom prst="rect">
              <a:avLst/>
            </a:prstGeom>
            <a:grpFill/>
            <a:ln>
              <a:solidFill>
                <a:srgbClr val="00B0F0"/>
              </a:solidFill>
            </a:ln>
          </p:spPr>
        </p:pic>
      </p:grpSp>
      <p:pic>
        <p:nvPicPr>
          <p:cNvPr id="42" name="Picture 41"/>
          <p:cNvPicPr>
            <a:picLocks noChangeAspect="1"/>
          </p:cNvPicPr>
          <p:nvPr/>
        </p:nvPicPr>
        <p:blipFill>
          <a:blip r:embed="rId3"/>
          <a:stretch>
            <a:fillRect/>
          </a:stretch>
        </p:blipFill>
        <p:spPr>
          <a:xfrm>
            <a:off x="1532391" y="3674016"/>
            <a:ext cx="425136" cy="421624"/>
          </a:xfrm>
          <a:prstGeom prst="rect">
            <a:avLst/>
          </a:prstGeom>
        </p:spPr>
      </p:pic>
      <p:sp>
        <p:nvSpPr>
          <p:cNvPr id="26" name="TextBox 25"/>
          <p:cNvSpPr txBox="1"/>
          <p:nvPr/>
        </p:nvSpPr>
        <p:spPr>
          <a:xfrm>
            <a:off x="961183" y="3185234"/>
            <a:ext cx="813860" cy="498453"/>
          </a:xfrm>
          <a:prstGeom prst="rect">
            <a:avLst/>
          </a:prstGeom>
          <a:noFill/>
        </p:spPr>
        <p:txBody>
          <a:bodyPr wrap="square" lIns="0" tIns="0" rIns="0" bIns="0" rtlCol="0">
            <a:spAutoFit/>
          </a:bodyPr>
          <a:lstStyle/>
          <a:p>
            <a:pPr defTabSz="932223">
              <a:lnSpc>
                <a:spcPct val="90000"/>
              </a:lnSpc>
            </a:pPr>
            <a:r>
              <a:rPr lang="en-US" sz="1764" i="1" dirty="0">
                <a:solidFill>
                  <a:srgbClr val="0072C6"/>
                </a:solidFill>
                <a:latin typeface="Calibri" panose="020F0502020204030204" pitchFamily="34" charset="0"/>
                <a:cs typeface="Calibri" panose="020F0502020204030204" pitchFamily="34" charset="0"/>
              </a:rPr>
              <a:t>Hyper-V</a:t>
            </a:r>
            <a:br>
              <a:rPr lang="en-US" sz="1764" i="1" dirty="0">
                <a:solidFill>
                  <a:srgbClr val="0072C6"/>
                </a:solidFill>
                <a:latin typeface="Calibri" panose="020F0502020204030204" pitchFamily="34" charset="0"/>
                <a:cs typeface="Calibri" panose="020F0502020204030204" pitchFamily="34" charset="0"/>
              </a:rPr>
            </a:br>
            <a:r>
              <a:rPr lang="en-US" sz="1764" i="1" dirty="0">
                <a:solidFill>
                  <a:srgbClr val="0072C6"/>
                </a:solidFill>
                <a:latin typeface="Calibri" panose="020F0502020204030204" pitchFamily="34" charset="0"/>
                <a:cs typeface="Calibri" panose="020F0502020204030204" pitchFamily="34" charset="0"/>
              </a:rPr>
              <a:t>Server</a:t>
            </a:r>
          </a:p>
        </p:txBody>
      </p:sp>
      <p:sp>
        <p:nvSpPr>
          <p:cNvPr id="4" name="Slide Number Placeholder 3">
            <a:extLst>
              <a:ext uri="{FF2B5EF4-FFF2-40B4-BE49-F238E27FC236}">
                <a16:creationId xmlns:a16="http://schemas.microsoft.com/office/drawing/2014/main" id="{F00CF1FC-56D4-44DE-BE55-E3F92A34EE4C}"/>
              </a:ext>
            </a:extLst>
          </p:cNvPr>
          <p:cNvSpPr>
            <a:spLocks noGrp="1"/>
          </p:cNvSpPr>
          <p:nvPr>
            <p:ph type="sldNum" sz="quarter" idx="12"/>
          </p:nvPr>
        </p:nvSpPr>
        <p:spPr/>
        <p:txBody>
          <a:bodyPr/>
          <a:lstStyle/>
          <a:p>
            <a:fld id="{522E449F-ACE2-4651-A469-C563CF075F5E}" type="slidenum">
              <a:rPr lang="en-US" smtClean="0"/>
              <a:t>42</a:t>
            </a:fld>
            <a:endParaRPr lang="en-US"/>
          </a:p>
        </p:txBody>
      </p:sp>
      <p:sp>
        <p:nvSpPr>
          <p:cNvPr id="5" name="Date Placeholder 4">
            <a:extLst>
              <a:ext uri="{FF2B5EF4-FFF2-40B4-BE49-F238E27FC236}">
                <a16:creationId xmlns:a16="http://schemas.microsoft.com/office/drawing/2014/main" id="{D8ED5D0B-743E-4F03-9D57-E5F70671E70A}"/>
              </a:ext>
            </a:extLst>
          </p:cNvPr>
          <p:cNvSpPr>
            <a:spLocks noGrp="1"/>
          </p:cNvSpPr>
          <p:nvPr>
            <p:ph type="dt" sz="half" idx="10"/>
          </p:nvPr>
        </p:nvSpPr>
        <p:spPr/>
        <p:txBody>
          <a:bodyPr/>
          <a:lstStyle/>
          <a:p>
            <a:endParaRPr lang="en-US" dirty="0"/>
          </a:p>
        </p:txBody>
      </p:sp>
      <p:sp>
        <p:nvSpPr>
          <p:cNvPr id="7" name="Footer Placeholder 6">
            <a:extLst>
              <a:ext uri="{FF2B5EF4-FFF2-40B4-BE49-F238E27FC236}">
                <a16:creationId xmlns:a16="http://schemas.microsoft.com/office/drawing/2014/main" id="{6176AF8A-8DB4-4D9B-9599-436367093BA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347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7" presetClass="path" presetSubtype="0" accel="50000" decel="50000" fill="hold" nodeType="clickEffect">
                                  <p:stCondLst>
                                    <p:cond delay="0"/>
                                  </p:stCondLst>
                                  <p:childTnLst>
                                    <p:animMotion origin="layout" path="M 6.53561E-7 4.53473E-6 L 0.12624 -0.11825 C 0.15267 -0.14503 0.19211 -0.15979 0.23347 -0.15979 C 0.2807 -0.15979 0.31848 -0.14503 0.34491 -0.11825 L 0.47128 4.53473E-6 " pathEditMode="relative" rAng="0" ptsTypes="AAAAA">
                                      <p:cBhvr>
                                        <p:cTn id="12" dur="2000" fill="hold"/>
                                        <p:tgtEl>
                                          <p:spTgt spid="37"/>
                                        </p:tgtEl>
                                        <p:attrNameLst>
                                          <p:attrName>ppt_x</p:attrName>
                                          <p:attrName>ppt_y</p:attrName>
                                        </p:attrNameLst>
                                      </p:cBhvr>
                                      <p:rCtr x="23564" y="-7989"/>
                                    </p:animMotion>
                                  </p:childTnLst>
                                </p:cTn>
                              </p:par>
                              <p:par>
                                <p:cTn id="13" presetID="37" presetClass="path" presetSubtype="0" accel="50000" decel="50000" fill="hold" nodeType="withEffect">
                                  <p:stCondLst>
                                    <p:cond delay="0"/>
                                  </p:stCondLst>
                                  <p:childTnLst>
                                    <p:animMotion origin="layout" path="M -1.16926E-6 -9.07853E-8 L 0.12637 -0.10191 C 0.1528 -0.12483 0.19224 -0.13754 0.23373 -0.13754 C 0.28096 -0.13754 0.31874 -0.12483 0.34516 -0.10191 L 0.47192 -9.07853E-8 " pathEditMode="relative" rAng="0" ptsTypes="AAAAA">
                                      <p:cBhvr>
                                        <p:cTn id="14" dur="2000" fill="hold"/>
                                        <p:tgtEl>
                                          <p:spTgt spid="3"/>
                                        </p:tgtEl>
                                        <p:attrNameLst>
                                          <p:attrName>ppt_x</p:attrName>
                                          <p:attrName>ppt_y</p:attrName>
                                        </p:attrNameLst>
                                      </p:cBhvr>
                                      <p:rCtr x="23589" y="-687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24559" y="160645"/>
            <a:ext cx="11887878" cy="917444"/>
          </a:xfrm>
        </p:spPr>
        <p:txBody>
          <a:bodyPr/>
          <a:lstStyle/>
          <a:p>
            <a:r>
              <a:rPr lang="en-US" dirty="0"/>
              <a:t>Migration using Site recovery &amp; Azure Migrate </a:t>
            </a:r>
          </a:p>
        </p:txBody>
      </p:sp>
      <p:sp>
        <p:nvSpPr>
          <p:cNvPr id="7" name="Text Placeholder 3"/>
          <p:cNvSpPr txBox="1">
            <a:spLocks/>
          </p:cNvSpPr>
          <p:nvPr/>
        </p:nvSpPr>
        <p:spPr>
          <a:xfrm>
            <a:off x="4280047" y="1575203"/>
            <a:ext cx="7868821" cy="5717678"/>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4000" kern="1200" spc="0" baseline="0" dirty="0" smtClean="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2400" kern="1200" spc="0" baseline="0" dirty="0" smtClean="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999" dirty="0">
                <a:solidFill>
                  <a:srgbClr val="0070C0"/>
                </a:solidFill>
              </a:rPr>
              <a:t>Migrate from multiple environments </a:t>
            </a:r>
          </a:p>
          <a:p>
            <a:pPr marL="0" indent="0">
              <a:buNone/>
            </a:pPr>
            <a:r>
              <a:rPr lang="en-US" sz="2400" dirty="0">
                <a:solidFill>
                  <a:schemeClr val="tx1"/>
                </a:solidFill>
              </a:rPr>
              <a:t>VMware, Hyper-V, physical, Azure and Amazon Web Services</a:t>
            </a:r>
          </a:p>
          <a:p>
            <a:pPr marL="0" indent="0">
              <a:buNone/>
            </a:pPr>
            <a:endParaRPr lang="en-US" sz="3999" dirty="0">
              <a:solidFill>
                <a:schemeClr val="tx1"/>
              </a:solidFill>
            </a:endParaRPr>
          </a:p>
          <a:p>
            <a:pPr marL="0" indent="0">
              <a:buNone/>
            </a:pPr>
            <a:r>
              <a:rPr lang="en-US" sz="3999" dirty="0">
                <a:solidFill>
                  <a:srgbClr val="0070C0"/>
                </a:solidFill>
              </a:rPr>
              <a:t>Migrate any workloads</a:t>
            </a:r>
            <a:r>
              <a:rPr lang="en-US" sz="3999" dirty="0">
                <a:solidFill>
                  <a:srgbClr val="00B0F0"/>
                </a:solidFill>
              </a:rPr>
              <a:t> </a:t>
            </a:r>
          </a:p>
          <a:p>
            <a:pPr marL="0" indent="0">
              <a:buNone/>
            </a:pPr>
            <a:r>
              <a:rPr lang="en-US" sz="2400" dirty="0">
                <a:solidFill>
                  <a:schemeClr val="tx1"/>
                </a:solidFill>
              </a:rPr>
              <a:t>Support for both </a:t>
            </a:r>
            <a:r>
              <a:rPr lang="en-US" sz="2400" i="1" dirty="0">
                <a:solidFill>
                  <a:schemeClr val="tx1"/>
                </a:solidFill>
              </a:rPr>
              <a:t>Linux</a:t>
            </a:r>
            <a:r>
              <a:rPr lang="en-US" sz="2400" dirty="0">
                <a:solidFill>
                  <a:schemeClr val="tx1"/>
                </a:solidFill>
              </a:rPr>
              <a:t> and </a:t>
            </a:r>
            <a:r>
              <a:rPr lang="en-US" sz="2400" i="1" dirty="0">
                <a:solidFill>
                  <a:schemeClr val="tx1"/>
                </a:solidFill>
              </a:rPr>
              <a:t>Windows</a:t>
            </a:r>
            <a:r>
              <a:rPr lang="en-US" sz="2400" dirty="0">
                <a:solidFill>
                  <a:schemeClr val="tx1"/>
                </a:solidFill>
              </a:rPr>
              <a:t> workloads</a:t>
            </a:r>
          </a:p>
          <a:p>
            <a:pPr marL="0" indent="0">
              <a:buNone/>
            </a:pPr>
            <a:endParaRPr lang="en-US" sz="3999" dirty="0">
              <a:solidFill>
                <a:schemeClr val="tx1"/>
              </a:solidFill>
            </a:endParaRPr>
          </a:p>
          <a:p>
            <a:pPr marL="0" indent="0">
              <a:buNone/>
            </a:pPr>
            <a:r>
              <a:rPr lang="en-US" sz="3999" dirty="0">
                <a:solidFill>
                  <a:srgbClr val="0070C0"/>
                </a:solidFill>
              </a:rPr>
              <a:t>No-impact migration testing</a:t>
            </a:r>
            <a:r>
              <a:rPr lang="en-US" sz="3999" dirty="0">
                <a:solidFill>
                  <a:srgbClr val="00B0F0"/>
                </a:solidFill>
              </a:rPr>
              <a:t> </a:t>
            </a:r>
          </a:p>
          <a:p>
            <a:pPr marL="0" indent="0">
              <a:buNone/>
            </a:pPr>
            <a:r>
              <a:rPr lang="en-US" sz="2400" dirty="0">
                <a:solidFill>
                  <a:schemeClr val="tx1"/>
                </a:solidFill>
                <a:cs typeface="Segoe UI Semilight" panose="020B0402040204020203" pitchFamily="34" charset="0"/>
              </a:rPr>
              <a:t>When replicating workloads into Azure, execute tests to ensure readiness</a:t>
            </a:r>
          </a:p>
        </p:txBody>
      </p:sp>
      <p:grpSp>
        <p:nvGrpSpPr>
          <p:cNvPr id="8" name="Group 7"/>
          <p:cNvGrpSpPr/>
          <p:nvPr/>
        </p:nvGrpSpPr>
        <p:grpSpPr>
          <a:xfrm>
            <a:off x="445130" y="1744911"/>
            <a:ext cx="3425987" cy="4952297"/>
            <a:chOff x="350837" y="1363662"/>
            <a:chExt cx="3426473" cy="4953000"/>
          </a:xfrm>
        </p:grpSpPr>
        <p:grpSp>
          <p:nvGrpSpPr>
            <p:cNvPr id="9" name="Group 8"/>
            <p:cNvGrpSpPr/>
            <p:nvPr/>
          </p:nvGrpSpPr>
          <p:grpSpPr>
            <a:xfrm>
              <a:off x="731838" y="1363662"/>
              <a:ext cx="3045472" cy="4953000"/>
              <a:chOff x="7473485" y="1074632"/>
              <a:chExt cx="2527300" cy="4614213"/>
            </a:xfrm>
          </p:grpSpPr>
          <p:grpSp>
            <p:nvGrpSpPr>
              <p:cNvPr id="11" name="Group 4"/>
              <p:cNvGrpSpPr>
                <a:grpSpLocks noChangeAspect="1"/>
              </p:cNvGrpSpPr>
              <p:nvPr/>
            </p:nvGrpSpPr>
            <p:grpSpPr bwMode="auto">
              <a:xfrm>
                <a:off x="7473485" y="1137482"/>
                <a:ext cx="2527300" cy="4551363"/>
                <a:chOff x="4714" y="676"/>
                <a:chExt cx="1592" cy="2867"/>
              </a:xfrm>
            </p:grpSpPr>
            <p:sp>
              <p:nvSpPr>
                <p:cNvPr id="13" name="AutoShape 3"/>
                <p:cNvSpPr>
                  <a:spLocks noChangeAspect="1" noChangeArrowheads="1" noTextEdit="1"/>
                </p:cNvSpPr>
                <p:nvPr/>
              </p:nvSpPr>
              <p:spPr bwMode="auto">
                <a:xfrm>
                  <a:off x="4714" y="678"/>
                  <a:ext cx="1592" cy="2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14" name="Freeform 5"/>
                <p:cNvSpPr>
                  <a:spLocks/>
                </p:cNvSpPr>
                <p:nvPr/>
              </p:nvSpPr>
              <p:spPr bwMode="auto">
                <a:xfrm>
                  <a:off x="5219" y="3144"/>
                  <a:ext cx="467" cy="393"/>
                </a:xfrm>
                <a:custGeom>
                  <a:avLst/>
                  <a:gdLst>
                    <a:gd name="T0" fmla="*/ 258 w 467"/>
                    <a:gd name="T1" fmla="*/ 66 h 393"/>
                    <a:gd name="T2" fmla="*/ 258 w 467"/>
                    <a:gd name="T3" fmla="*/ 0 h 393"/>
                    <a:gd name="T4" fmla="*/ 308 w 467"/>
                    <a:gd name="T5" fmla="*/ 0 h 393"/>
                    <a:gd name="T6" fmla="*/ 308 w 467"/>
                    <a:gd name="T7" fmla="*/ 66 h 393"/>
                    <a:gd name="T8" fmla="*/ 326 w 467"/>
                    <a:gd name="T9" fmla="*/ 66 h 393"/>
                    <a:gd name="T10" fmla="*/ 326 w 467"/>
                    <a:gd name="T11" fmla="*/ 0 h 393"/>
                    <a:gd name="T12" fmla="*/ 377 w 467"/>
                    <a:gd name="T13" fmla="*/ 0 h 393"/>
                    <a:gd name="T14" fmla="*/ 377 w 467"/>
                    <a:gd name="T15" fmla="*/ 66 h 393"/>
                    <a:gd name="T16" fmla="*/ 467 w 467"/>
                    <a:gd name="T17" fmla="*/ 66 h 393"/>
                    <a:gd name="T18" fmla="*/ 467 w 467"/>
                    <a:gd name="T19" fmla="*/ 83 h 393"/>
                    <a:gd name="T20" fmla="*/ 446 w 467"/>
                    <a:gd name="T21" fmla="*/ 83 h 393"/>
                    <a:gd name="T22" fmla="*/ 446 w 467"/>
                    <a:gd name="T23" fmla="*/ 393 h 393"/>
                    <a:gd name="T24" fmla="*/ 21 w 467"/>
                    <a:gd name="T25" fmla="*/ 393 h 393"/>
                    <a:gd name="T26" fmla="*/ 21 w 467"/>
                    <a:gd name="T27" fmla="*/ 83 h 393"/>
                    <a:gd name="T28" fmla="*/ 0 w 467"/>
                    <a:gd name="T29" fmla="*/ 83 h 393"/>
                    <a:gd name="T30" fmla="*/ 0 w 467"/>
                    <a:gd name="T31" fmla="*/ 66 h 393"/>
                    <a:gd name="T32" fmla="*/ 258 w 467"/>
                    <a:gd name="T33" fmla="*/ 66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7" h="393">
                      <a:moveTo>
                        <a:pt x="258" y="66"/>
                      </a:moveTo>
                      <a:lnTo>
                        <a:pt x="258" y="0"/>
                      </a:lnTo>
                      <a:lnTo>
                        <a:pt x="308" y="0"/>
                      </a:lnTo>
                      <a:lnTo>
                        <a:pt x="308" y="66"/>
                      </a:lnTo>
                      <a:lnTo>
                        <a:pt x="326" y="66"/>
                      </a:lnTo>
                      <a:lnTo>
                        <a:pt x="326" y="0"/>
                      </a:lnTo>
                      <a:lnTo>
                        <a:pt x="377" y="0"/>
                      </a:lnTo>
                      <a:lnTo>
                        <a:pt x="377" y="66"/>
                      </a:lnTo>
                      <a:lnTo>
                        <a:pt x="467" y="66"/>
                      </a:lnTo>
                      <a:lnTo>
                        <a:pt x="467" y="83"/>
                      </a:lnTo>
                      <a:lnTo>
                        <a:pt x="446" y="83"/>
                      </a:lnTo>
                      <a:lnTo>
                        <a:pt x="446" y="393"/>
                      </a:lnTo>
                      <a:lnTo>
                        <a:pt x="21" y="393"/>
                      </a:lnTo>
                      <a:lnTo>
                        <a:pt x="21" y="83"/>
                      </a:lnTo>
                      <a:lnTo>
                        <a:pt x="0" y="83"/>
                      </a:lnTo>
                      <a:lnTo>
                        <a:pt x="0" y="66"/>
                      </a:lnTo>
                      <a:lnTo>
                        <a:pt x="258" y="66"/>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5" name="Rectangle 6"/>
                <p:cNvSpPr>
                  <a:spLocks noChangeArrowheads="1"/>
                </p:cNvSpPr>
                <p:nvPr/>
              </p:nvSpPr>
              <p:spPr bwMode="auto">
                <a:xfrm>
                  <a:off x="5517" y="3510"/>
                  <a:ext cx="160" cy="27"/>
                </a:xfrm>
                <a:prstGeom prst="rect">
                  <a:avLst/>
                </a:prstGeom>
                <a:solidFill>
                  <a:srgbClr val="95959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6" name="Rectangle 7"/>
                <p:cNvSpPr>
                  <a:spLocks noChangeArrowheads="1"/>
                </p:cNvSpPr>
                <p:nvPr/>
              </p:nvSpPr>
              <p:spPr bwMode="auto">
                <a:xfrm>
                  <a:off x="5156" y="3510"/>
                  <a:ext cx="459" cy="27"/>
                </a:xfrm>
                <a:prstGeom prst="rect">
                  <a:avLst/>
                </a:prstGeom>
                <a:solidFill>
                  <a:srgbClr val="95959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7" name="Freeform 8"/>
                <p:cNvSpPr>
                  <a:spLocks/>
                </p:cNvSpPr>
                <p:nvPr/>
              </p:nvSpPr>
              <p:spPr bwMode="auto">
                <a:xfrm>
                  <a:off x="5662" y="2918"/>
                  <a:ext cx="487" cy="577"/>
                </a:xfrm>
                <a:custGeom>
                  <a:avLst/>
                  <a:gdLst>
                    <a:gd name="T0" fmla="*/ 443 w 487"/>
                    <a:gd name="T1" fmla="*/ 0 h 577"/>
                    <a:gd name="T2" fmla="*/ 0 w 487"/>
                    <a:gd name="T3" fmla="*/ 0 h 577"/>
                    <a:gd name="T4" fmla="*/ 0 w 487"/>
                    <a:gd name="T5" fmla="*/ 217 h 577"/>
                    <a:gd name="T6" fmla="*/ 0 w 487"/>
                    <a:gd name="T7" fmla="*/ 577 h 577"/>
                    <a:gd name="T8" fmla="*/ 487 w 487"/>
                    <a:gd name="T9" fmla="*/ 577 h 577"/>
                    <a:gd name="T10" fmla="*/ 487 w 487"/>
                    <a:gd name="T11" fmla="*/ 0 h 577"/>
                    <a:gd name="T12" fmla="*/ 443 w 487"/>
                    <a:gd name="T13" fmla="*/ 0 h 577"/>
                    <a:gd name="T14" fmla="*/ 443 w 487"/>
                    <a:gd name="T15" fmla="*/ 0 h 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7" h="577">
                      <a:moveTo>
                        <a:pt x="443" y="0"/>
                      </a:moveTo>
                      <a:lnTo>
                        <a:pt x="0" y="0"/>
                      </a:lnTo>
                      <a:lnTo>
                        <a:pt x="0" y="217"/>
                      </a:lnTo>
                      <a:lnTo>
                        <a:pt x="0" y="577"/>
                      </a:lnTo>
                      <a:lnTo>
                        <a:pt x="487" y="577"/>
                      </a:lnTo>
                      <a:lnTo>
                        <a:pt x="487" y="0"/>
                      </a:lnTo>
                      <a:lnTo>
                        <a:pt x="443" y="0"/>
                      </a:lnTo>
                      <a:lnTo>
                        <a:pt x="443" y="0"/>
                      </a:lnTo>
                      <a:close/>
                    </a:path>
                  </a:pathLst>
                </a:custGeom>
                <a:solidFill>
                  <a:srgbClr val="595A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8" name="Freeform 9"/>
                <p:cNvSpPr>
                  <a:spLocks/>
                </p:cNvSpPr>
                <p:nvPr/>
              </p:nvSpPr>
              <p:spPr bwMode="auto">
                <a:xfrm>
                  <a:off x="5662" y="2918"/>
                  <a:ext cx="443" cy="217"/>
                </a:xfrm>
                <a:custGeom>
                  <a:avLst/>
                  <a:gdLst>
                    <a:gd name="T0" fmla="*/ 0 w 443"/>
                    <a:gd name="T1" fmla="*/ 0 h 217"/>
                    <a:gd name="T2" fmla="*/ 0 w 443"/>
                    <a:gd name="T3" fmla="*/ 217 h 217"/>
                    <a:gd name="T4" fmla="*/ 443 w 443"/>
                    <a:gd name="T5" fmla="*/ 0 h 217"/>
                    <a:gd name="T6" fmla="*/ 0 w 443"/>
                    <a:gd name="T7" fmla="*/ 0 h 217"/>
                    <a:gd name="T8" fmla="*/ 0 w 443"/>
                    <a:gd name="T9" fmla="*/ 0 h 217"/>
                  </a:gdLst>
                  <a:ahLst/>
                  <a:cxnLst>
                    <a:cxn ang="0">
                      <a:pos x="T0" y="T1"/>
                    </a:cxn>
                    <a:cxn ang="0">
                      <a:pos x="T2" y="T3"/>
                    </a:cxn>
                    <a:cxn ang="0">
                      <a:pos x="T4" y="T5"/>
                    </a:cxn>
                    <a:cxn ang="0">
                      <a:pos x="T6" y="T7"/>
                    </a:cxn>
                    <a:cxn ang="0">
                      <a:pos x="T8" y="T9"/>
                    </a:cxn>
                  </a:cxnLst>
                  <a:rect l="0" t="0" r="r" b="b"/>
                  <a:pathLst>
                    <a:path w="443" h="217">
                      <a:moveTo>
                        <a:pt x="0" y="0"/>
                      </a:moveTo>
                      <a:lnTo>
                        <a:pt x="0" y="217"/>
                      </a:lnTo>
                      <a:lnTo>
                        <a:pt x="443" y="0"/>
                      </a:lnTo>
                      <a:lnTo>
                        <a:pt x="0" y="0"/>
                      </a:lnTo>
                      <a:lnTo>
                        <a:pt x="0" y="0"/>
                      </a:lnTo>
                      <a:close/>
                    </a:path>
                  </a:pathLst>
                </a:custGeom>
                <a:solidFill>
                  <a:srgbClr val="6E6F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9" name="Freeform 10"/>
                <p:cNvSpPr>
                  <a:spLocks/>
                </p:cNvSpPr>
                <p:nvPr/>
              </p:nvSpPr>
              <p:spPr bwMode="auto">
                <a:xfrm>
                  <a:off x="5706" y="3276"/>
                  <a:ext cx="442" cy="219"/>
                </a:xfrm>
                <a:custGeom>
                  <a:avLst/>
                  <a:gdLst>
                    <a:gd name="T0" fmla="*/ 442 w 442"/>
                    <a:gd name="T1" fmla="*/ 219 h 219"/>
                    <a:gd name="T2" fmla="*/ 442 w 442"/>
                    <a:gd name="T3" fmla="*/ 0 h 219"/>
                    <a:gd name="T4" fmla="*/ 0 w 442"/>
                    <a:gd name="T5" fmla="*/ 219 h 219"/>
                    <a:gd name="T6" fmla="*/ 442 w 442"/>
                    <a:gd name="T7" fmla="*/ 219 h 219"/>
                    <a:gd name="T8" fmla="*/ 442 w 442"/>
                    <a:gd name="T9" fmla="*/ 219 h 219"/>
                  </a:gdLst>
                  <a:ahLst/>
                  <a:cxnLst>
                    <a:cxn ang="0">
                      <a:pos x="T0" y="T1"/>
                    </a:cxn>
                    <a:cxn ang="0">
                      <a:pos x="T2" y="T3"/>
                    </a:cxn>
                    <a:cxn ang="0">
                      <a:pos x="T4" y="T5"/>
                    </a:cxn>
                    <a:cxn ang="0">
                      <a:pos x="T6" y="T7"/>
                    </a:cxn>
                    <a:cxn ang="0">
                      <a:pos x="T8" y="T9"/>
                    </a:cxn>
                  </a:cxnLst>
                  <a:rect l="0" t="0" r="r" b="b"/>
                  <a:pathLst>
                    <a:path w="442" h="219">
                      <a:moveTo>
                        <a:pt x="442" y="219"/>
                      </a:moveTo>
                      <a:lnTo>
                        <a:pt x="442" y="0"/>
                      </a:lnTo>
                      <a:lnTo>
                        <a:pt x="0" y="219"/>
                      </a:lnTo>
                      <a:lnTo>
                        <a:pt x="442" y="219"/>
                      </a:lnTo>
                      <a:lnTo>
                        <a:pt x="442" y="219"/>
                      </a:lnTo>
                      <a:close/>
                    </a:path>
                  </a:pathLst>
                </a:custGeom>
                <a:solidFill>
                  <a:srgbClr val="4241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20" name="Freeform 11"/>
                <p:cNvSpPr>
                  <a:spLocks/>
                </p:cNvSpPr>
                <p:nvPr/>
              </p:nvSpPr>
              <p:spPr bwMode="auto">
                <a:xfrm>
                  <a:off x="5662" y="3495"/>
                  <a:ext cx="487" cy="44"/>
                </a:xfrm>
                <a:custGeom>
                  <a:avLst/>
                  <a:gdLst>
                    <a:gd name="T0" fmla="*/ 487 w 487"/>
                    <a:gd name="T1" fmla="*/ 44 h 44"/>
                    <a:gd name="T2" fmla="*/ 0 w 487"/>
                    <a:gd name="T3" fmla="*/ 44 h 44"/>
                    <a:gd name="T4" fmla="*/ 0 w 487"/>
                    <a:gd name="T5" fmla="*/ 0 h 44"/>
                    <a:gd name="T6" fmla="*/ 487 w 487"/>
                    <a:gd name="T7" fmla="*/ 0 h 44"/>
                    <a:gd name="T8" fmla="*/ 487 w 487"/>
                    <a:gd name="T9" fmla="*/ 44 h 44"/>
                    <a:gd name="T10" fmla="*/ 487 w 487"/>
                    <a:gd name="T11" fmla="*/ 44 h 44"/>
                  </a:gdLst>
                  <a:ahLst/>
                  <a:cxnLst>
                    <a:cxn ang="0">
                      <a:pos x="T0" y="T1"/>
                    </a:cxn>
                    <a:cxn ang="0">
                      <a:pos x="T2" y="T3"/>
                    </a:cxn>
                    <a:cxn ang="0">
                      <a:pos x="T4" y="T5"/>
                    </a:cxn>
                    <a:cxn ang="0">
                      <a:pos x="T6" y="T7"/>
                    </a:cxn>
                    <a:cxn ang="0">
                      <a:pos x="T8" y="T9"/>
                    </a:cxn>
                    <a:cxn ang="0">
                      <a:pos x="T10" y="T11"/>
                    </a:cxn>
                  </a:cxnLst>
                  <a:rect l="0" t="0" r="r" b="b"/>
                  <a:pathLst>
                    <a:path w="487" h="44">
                      <a:moveTo>
                        <a:pt x="487" y="44"/>
                      </a:moveTo>
                      <a:lnTo>
                        <a:pt x="0" y="44"/>
                      </a:lnTo>
                      <a:lnTo>
                        <a:pt x="0" y="0"/>
                      </a:lnTo>
                      <a:lnTo>
                        <a:pt x="487" y="0"/>
                      </a:lnTo>
                      <a:lnTo>
                        <a:pt x="487" y="44"/>
                      </a:lnTo>
                      <a:lnTo>
                        <a:pt x="487" y="44"/>
                      </a:lnTo>
                      <a:close/>
                    </a:path>
                  </a:pathLst>
                </a:custGeom>
                <a:solidFill>
                  <a:srgbClr val="4241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1" name="Rectangle 12"/>
                <p:cNvSpPr>
                  <a:spLocks noChangeArrowheads="1"/>
                </p:cNvSpPr>
                <p:nvPr/>
              </p:nvSpPr>
              <p:spPr bwMode="auto">
                <a:xfrm>
                  <a:off x="5640" y="2907"/>
                  <a:ext cx="533" cy="17"/>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2" name="Rectangle 13"/>
                <p:cNvSpPr>
                  <a:spLocks noChangeArrowheads="1"/>
                </p:cNvSpPr>
                <p:nvPr/>
              </p:nvSpPr>
              <p:spPr bwMode="auto">
                <a:xfrm>
                  <a:off x="5928" y="3411"/>
                  <a:ext cx="54" cy="108"/>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3" name="Rectangle 14"/>
                <p:cNvSpPr>
                  <a:spLocks noChangeArrowheads="1"/>
                </p:cNvSpPr>
                <p:nvPr/>
              </p:nvSpPr>
              <p:spPr bwMode="auto">
                <a:xfrm>
                  <a:off x="5831" y="3411"/>
                  <a:ext cx="56" cy="108"/>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4" name="Rectangle 15"/>
                <p:cNvSpPr>
                  <a:spLocks noChangeArrowheads="1"/>
                </p:cNvSpPr>
                <p:nvPr/>
              </p:nvSpPr>
              <p:spPr bwMode="auto">
                <a:xfrm>
                  <a:off x="5735" y="3056"/>
                  <a:ext cx="343" cy="55"/>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5" name="Rectangle 16"/>
                <p:cNvSpPr>
                  <a:spLocks noChangeArrowheads="1"/>
                </p:cNvSpPr>
                <p:nvPr/>
              </p:nvSpPr>
              <p:spPr bwMode="auto">
                <a:xfrm>
                  <a:off x="5735" y="3153"/>
                  <a:ext cx="343" cy="54"/>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6" name="Rectangle 17"/>
                <p:cNvSpPr>
                  <a:spLocks noChangeArrowheads="1"/>
                </p:cNvSpPr>
                <p:nvPr/>
              </p:nvSpPr>
              <p:spPr bwMode="auto">
                <a:xfrm>
                  <a:off x="5735" y="3249"/>
                  <a:ext cx="343" cy="55"/>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7" name="Rectangle 18"/>
                <p:cNvSpPr>
                  <a:spLocks noChangeArrowheads="1"/>
                </p:cNvSpPr>
                <p:nvPr/>
              </p:nvSpPr>
              <p:spPr bwMode="auto">
                <a:xfrm>
                  <a:off x="5735" y="3346"/>
                  <a:ext cx="343" cy="55"/>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8" name="Rectangle 19"/>
                <p:cNvSpPr>
                  <a:spLocks noChangeArrowheads="1"/>
                </p:cNvSpPr>
                <p:nvPr/>
              </p:nvSpPr>
              <p:spPr bwMode="auto">
                <a:xfrm>
                  <a:off x="5735" y="2959"/>
                  <a:ext cx="343" cy="55"/>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9" name="Freeform 20"/>
                <p:cNvSpPr>
                  <a:spLocks/>
                </p:cNvSpPr>
                <p:nvPr/>
              </p:nvSpPr>
              <p:spPr bwMode="auto">
                <a:xfrm>
                  <a:off x="5055" y="3502"/>
                  <a:ext cx="607" cy="35"/>
                </a:xfrm>
                <a:custGeom>
                  <a:avLst/>
                  <a:gdLst>
                    <a:gd name="T0" fmla="*/ 0 w 607"/>
                    <a:gd name="T1" fmla="*/ 0 h 35"/>
                    <a:gd name="T2" fmla="*/ 607 w 607"/>
                    <a:gd name="T3" fmla="*/ 0 h 35"/>
                    <a:gd name="T4" fmla="*/ 607 w 607"/>
                    <a:gd name="T5" fmla="*/ 35 h 35"/>
                    <a:gd name="T6" fmla="*/ 0 w 607"/>
                    <a:gd name="T7" fmla="*/ 35 h 35"/>
                    <a:gd name="T8" fmla="*/ 0 w 607"/>
                    <a:gd name="T9" fmla="*/ 0 h 35"/>
                    <a:gd name="T10" fmla="*/ 0 w 607"/>
                    <a:gd name="T11" fmla="*/ 0 h 35"/>
                  </a:gdLst>
                  <a:ahLst/>
                  <a:cxnLst>
                    <a:cxn ang="0">
                      <a:pos x="T0" y="T1"/>
                    </a:cxn>
                    <a:cxn ang="0">
                      <a:pos x="T2" y="T3"/>
                    </a:cxn>
                    <a:cxn ang="0">
                      <a:pos x="T4" y="T5"/>
                    </a:cxn>
                    <a:cxn ang="0">
                      <a:pos x="T6" y="T7"/>
                    </a:cxn>
                    <a:cxn ang="0">
                      <a:pos x="T8" y="T9"/>
                    </a:cxn>
                    <a:cxn ang="0">
                      <a:pos x="T10" y="T11"/>
                    </a:cxn>
                  </a:cxnLst>
                  <a:rect l="0" t="0" r="r" b="b"/>
                  <a:pathLst>
                    <a:path w="607" h="35">
                      <a:moveTo>
                        <a:pt x="0" y="0"/>
                      </a:moveTo>
                      <a:lnTo>
                        <a:pt x="607" y="0"/>
                      </a:lnTo>
                      <a:lnTo>
                        <a:pt x="607" y="35"/>
                      </a:lnTo>
                      <a:lnTo>
                        <a:pt x="0" y="35"/>
                      </a:lnTo>
                      <a:lnTo>
                        <a:pt x="0" y="0"/>
                      </a:lnTo>
                      <a:lnTo>
                        <a:pt x="0" y="0"/>
                      </a:lnTo>
                      <a:close/>
                    </a:path>
                  </a:pathLst>
                </a:cu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0" name="Freeform 21"/>
                <p:cNvSpPr>
                  <a:spLocks/>
                </p:cNvSpPr>
                <p:nvPr/>
              </p:nvSpPr>
              <p:spPr bwMode="auto">
                <a:xfrm>
                  <a:off x="5119" y="3379"/>
                  <a:ext cx="34" cy="123"/>
                </a:xfrm>
                <a:custGeom>
                  <a:avLst/>
                  <a:gdLst>
                    <a:gd name="T0" fmla="*/ 0 w 34"/>
                    <a:gd name="T1" fmla="*/ 0 h 123"/>
                    <a:gd name="T2" fmla="*/ 34 w 34"/>
                    <a:gd name="T3" fmla="*/ 0 h 123"/>
                    <a:gd name="T4" fmla="*/ 34 w 34"/>
                    <a:gd name="T5" fmla="*/ 123 h 123"/>
                    <a:gd name="T6" fmla="*/ 0 w 34"/>
                    <a:gd name="T7" fmla="*/ 123 h 123"/>
                    <a:gd name="T8" fmla="*/ 0 w 34"/>
                    <a:gd name="T9" fmla="*/ 0 h 123"/>
                    <a:gd name="T10" fmla="*/ 0 w 34"/>
                    <a:gd name="T11" fmla="*/ 0 h 123"/>
                  </a:gdLst>
                  <a:ahLst/>
                  <a:cxnLst>
                    <a:cxn ang="0">
                      <a:pos x="T0" y="T1"/>
                    </a:cxn>
                    <a:cxn ang="0">
                      <a:pos x="T2" y="T3"/>
                    </a:cxn>
                    <a:cxn ang="0">
                      <a:pos x="T4" y="T5"/>
                    </a:cxn>
                    <a:cxn ang="0">
                      <a:pos x="T6" y="T7"/>
                    </a:cxn>
                    <a:cxn ang="0">
                      <a:pos x="T8" y="T9"/>
                    </a:cxn>
                    <a:cxn ang="0">
                      <a:pos x="T10" y="T11"/>
                    </a:cxn>
                  </a:cxnLst>
                  <a:rect l="0" t="0" r="r" b="b"/>
                  <a:pathLst>
                    <a:path w="34" h="123">
                      <a:moveTo>
                        <a:pt x="0" y="0"/>
                      </a:moveTo>
                      <a:lnTo>
                        <a:pt x="34" y="0"/>
                      </a:lnTo>
                      <a:lnTo>
                        <a:pt x="34" y="123"/>
                      </a:lnTo>
                      <a:lnTo>
                        <a:pt x="0" y="123"/>
                      </a:lnTo>
                      <a:lnTo>
                        <a:pt x="0" y="0"/>
                      </a:lnTo>
                      <a:lnTo>
                        <a:pt x="0" y="0"/>
                      </a:lnTo>
                      <a:close/>
                    </a:path>
                  </a:pathLst>
                </a:custGeom>
                <a:solidFill>
                  <a:srgbClr val="CCA6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1" name="Oval 22"/>
                <p:cNvSpPr>
                  <a:spLocks noChangeArrowheads="1"/>
                </p:cNvSpPr>
                <p:nvPr/>
              </p:nvSpPr>
              <p:spPr bwMode="auto">
                <a:xfrm>
                  <a:off x="5055" y="3266"/>
                  <a:ext cx="156" cy="157"/>
                </a:xfrm>
                <a:prstGeom prst="ellipse">
                  <a:avLst/>
                </a:pr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2" name="Oval 23"/>
                <p:cNvSpPr>
                  <a:spLocks noChangeArrowheads="1"/>
                </p:cNvSpPr>
                <p:nvPr/>
              </p:nvSpPr>
              <p:spPr bwMode="auto">
                <a:xfrm>
                  <a:off x="5074" y="3185"/>
                  <a:ext cx="116" cy="116"/>
                </a:xfrm>
                <a:prstGeom prst="ellipse">
                  <a:avLst/>
                </a:pr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3" name="Freeform 24"/>
                <p:cNvSpPr>
                  <a:spLocks/>
                </p:cNvSpPr>
                <p:nvPr/>
              </p:nvSpPr>
              <p:spPr bwMode="auto">
                <a:xfrm>
                  <a:off x="5328" y="3379"/>
                  <a:ext cx="33" cy="123"/>
                </a:xfrm>
                <a:custGeom>
                  <a:avLst/>
                  <a:gdLst>
                    <a:gd name="T0" fmla="*/ 0 w 33"/>
                    <a:gd name="T1" fmla="*/ 0 h 123"/>
                    <a:gd name="T2" fmla="*/ 33 w 33"/>
                    <a:gd name="T3" fmla="*/ 0 h 123"/>
                    <a:gd name="T4" fmla="*/ 33 w 33"/>
                    <a:gd name="T5" fmla="*/ 123 h 123"/>
                    <a:gd name="T6" fmla="*/ 0 w 33"/>
                    <a:gd name="T7" fmla="*/ 123 h 123"/>
                    <a:gd name="T8" fmla="*/ 0 w 33"/>
                    <a:gd name="T9" fmla="*/ 0 h 123"/>
                    <a:gd name="T10" fmla="*/ 0 w 33"/>
                    <a:gd name="T11" fmla="*/ 0 h 123"/>
                  </a:gdLst>
                  <a:ahLst/>
                  <a:cxnLst>
                    <a:cxn ang="0">
                      <a:pos x="T0" y="T1"/>
                    </a:cxn>
                    <a:cxn ang="0">
                      <a:pos x="T2" y="T3"/>
                    </a:cxn>
                    <a:cxn ang="0">
                      <a:pos x="T4" y="T5"/>
                    </a:cxn>
                    <a:cxn ang="0">
                      <a:pos x="T6" y="T7"/>
                    </a:cxn>
                    <a:cxn ang="0">
                      <a:pos x="T8" y="T9"/>
                    </a:cxn>
                    <a:cxn ang="0">
                      <a:pos x="T10" y="T11"/>
                    </a:cxn>
                  </a:cxnLst>
                  <a:rect l="0" t="0" r="r" b="b"/>
                  <a:pathLst>
                    <a:path w="33" h="123">
                      <a:moveTo>
                        <a:pt x="0" y="0"/>
                      </a:moveTo>
                      <a:lnTo>
                        <a:pt x="33" y="0"/>
                      </a:lnTo>
                      <a:lnTo>
                        <a:pt x="33" y="123"/>
                      </a:lnTo>
                      <a:lnTo>
                        <a:pt x="0" y="123"/>
                      </a:lnTo>
                      <a:lnTo>
                        <a:pt x="0" y="0"/>
                      </a:lnTo>
                      <a:lnTo>
                        <a:pt x="0" y="0"/>
                      </a:lnTo>
                      <a:close/>
                    </a:path>
                  </a:pathLst>
                </a:custGeom>
                <a:solidFill>
                  <a:srgbClr val="CCA6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4" name="Oval 25"/>
                <p:cNvSpPr>
                  <a:spLocks noChangeArrowheads="1"/>
                </p:cNvSpPr>
                <p:nvPr/>
              </p:nvSpPr>
              <p:spPr bwMode="auto">
                <a:xfrm>
                  <a:off x="5264" y="3267"/>
                  <a:ext cx="162" cy="163"/>
                </a:xfrm>
                <a:prstGeom prst="ellipse">
                  <a:avLst/>
                </a:pr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5" name="Oval 26"/>
                <p:cNvSpPr>
                  <a:spLocks noChangeArrowheads="1"/>
                </p:cNvSpPr>
                <p:nvPr/>
              </p:nvSpPr>
              <p:spPr bwMode="auto">
                <a:xfrm>
                  <a:off x="5287" y="3185"/>
                  <a:ext cx="116" cy="116"/>
                </a:xfrm>
                <a:prstGeom prst="ellipse">
                  <a:avLst/>
                </a:pr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6" name="Freeform 27"/>
                <p:cNvSpPr>
                  <a:spLocks/>
                </p:cNvSpPr>
                <p:nvPr/>
              </p:nvSpPr>
              <p:spPr bwMode="auto">
                <a:xfrm>
                  <a:off x="6148" y="3502"/>
                  <a:ext cx="99" cy="35"/>
                </a:xfrm>
                <a:custGeom>
                  <a:avLst/>
                  <a:gdLst>
                    <a:gd name="T0" fmla="*/ 0 w 99"/>
                    <a:gd name="T1" fmla="*/ 0 h 35"/>
                    <a:gd name="T2" fmla="*/ 99 w 99"/>
                    <a:gd name="T3" fmla="*/ 0 h 35"/>
                    <a:gd name="T4" fmla="*/ 99 w 99"/>
                    <a:gd name="T5" fmla="*/ 35 h 35"/>
                    <a:gd name="T6" fmla="*/ 0 w 99"/>
                    <a:gd name="T7" fmla="*/ 35 h 35"/>
                    <a:gd name="T8" fmla="*/ 0 w 99"/>
                    <a:gd name="T9" fmla="*/ 0 h 35"/>
                    <a:gd name="T10" fmla="*/ 0 w 99"/>
                    <a:gd name="T11" fmla="*/ 0 h 35"/>
                  </a:gdLst>
                  <a:ahLst/>
                  <a:cxnLst>
                    <a:cxn ang="0">
                      <a:pos x="T0" y="T1"/>
                    </a:cxn>
                    <a:cxn ang="0">
                      <a:pos x="T2" y="T3"/>
                    </a:cxn>
                    <a:cxn ang="0">
                      <a:pos x="T4" y="T5"/>
                    </a:cxn>
                    <a:cxn ang="0">
                      <a:pos x="T6" y="T7"/>
                    </a:cxn>
                    <a:cxn ang="0">
                      <a:pos x="T8" y="T9"/>
                    </a:cxn>
                    <a:cxn ang="0">
                      <a:pos x="T10" y="T11"/>
                    </a:cxn>
                  </a:cxnLst>
                  <a:rect l="0" t="0" r="r" b="b"/>
                  <a:pathLst>
                    <a:path w="99" h="35">
                      <a:moveTo>
                        <a:pt x="0" y="0"/>
                      </a:moveTo>
                      <a:lnTo>
                        <a:pt x="99" y="0"/>
                      </a:lnTo>
                      <a:lnTo>
                        <a:pt x="99" y="35"/>
                      </a:lnTo>
                      <a:lnTo>
                        <a:pt x="0" y="35"/>
                      </a:lnTo>
                      <a:lnTo>
                        <a:pt x="0" y="0"/>
                      </a:lnTo>
                      <a:lnTo>
                        <a:pt x="0" y="0"/>
                      </a:lnTo>
                      <a:close/>
                    </a:path>
                  </a:pathLst>
                </a:cu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7" name="Freeform 28"/>
                <p:cNvSpPr>
                  <a:spLocks/>
                </p:cNvSpPr>
                <p:nvPr/>
              </p:nvSpPr>
              <p:spPr bwMode="auto">
                <a:xfrm>
                  <a:off x="5052" y="1115"/>
                  <a:ext cx="1254" cy="875"/>
                </a:xfrm>
                <a:custGeom>
                  <a:avLst/>
                  <a:gdLst>
                    <a:gd name="T0" fmla="*/ 681 w 832"/>
                    <a:gd name="T1" fmla="*/ 232 h 581"/>
                    <a:gd name="T2" fmla="*/ 681 w 832"/>
                    <a:gd name="T3" fmla="*/ 220 h 581"/>
                    <a:gd name="T4" fmla="*/ 559 w 832"/>
                    <a:gd name="T5" fmla="*/ 0 h 581"/>
                    <a:gd name="T6" fmla="*/ 0 w 832"/>
                    <a:gd name="T7" fmla="*/ 559 h 581"/>
                    <a:gd name="T8" fmla="*/ 69 w 832"/>
                    <a:gd name="T9" fmla="*/ 581 h 581"/>
                    <a:gd name="T10" fmla="*/ 92 w 832"/>
                    <a:gd name="T11" fmla="*/ 581 h 581"/>
                    <a:gd name="T12" fmla="*/ 113 w 832"/>
                    <a:gd name="T13" fmla="*/ 581 h 581"/>
                    <a:gd name="T14" fmla="*/ 538 w 832"/>
                    <a:gd name="T15" fmla="*/ 581 h 581"/>
                    <a:gd name="T16" fmla="*/ 547 w 832"/>
                    <a:gd name="T17" fmla="*/ 581 h 581"/>
                    <a:gd name="T18" fmla="*/ 557 w 832"/>
                    <a:gd name="T19" fmla="*/ 581 h 581"/>
                    <a:gd name="T20" fmla="*/ 589 w 832"/>
                    <a:gd name="T21" fmla="*/ 581 h 581"/>
                    <a:gd name="T22" fmla="*/ 656 w 832"/>
                    <a:gd name="T23" fmla="*/ 581 h 581"/>
                    <a:gd name="T24" fmla="*/ 832 w 832"/>
                    <a:gd name="T25" fmla="*/ 405 h 581"/>
                    <a:gd name="T26" fmla="*/ 681 w 832"/>
                    <a:gd name="T27" fmla="*/ 23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2" h="581">
                      <a:moveTo>
                        <a:pt x="681" y="232"/>
                      </a:moveTo>
                      <a:cubicBezTo>
                        <a:pt x="681" y="228"/>
                        <a:pt x="681" y="223"/>
                        <a:pt x="681" y="220"/>
                      </a:cubicBezTo>
                      <a:cubicBezTo>
                        <a:pt x="681" y="127"/>
                        <a:pt x="632" y="46"/>
                        <a:pt x="559" y="0"/>
                      </a:cubicBezTo>
                      <a:cubicBezTo>
                        <a:pt x="0" y="559"/>
                        <a:pt x="0" y="559"/>
                        <a:pt x="0" y="559"/>
                      </a:cubicBezTo>
                      <a:cubicBezTo>
                        <a:pt x="21" y="570"/>
                        <a:pt x="44" y="578"/>
                        <a:pt x="69" y="581"/>
                      </a:cubicBezTo>
                      <a:cubicBezTo>
                        <a:pt x="76" y="581"/>
                        <a:pt x="85" y="581"/>
                        <a:pt x="92" y="581"/>
                      </a:cubicBezTo>
                      <a:cubicBezTo>
                        <a:pt x="99" y="581"/>
                        <a:pt x="106" y="581"/>
                        <a:pt x="113" y="581"/>
                      </a:cubicBezTo>
                      <a:cubicBezTo>
                        <a:pt x="208" y="581"/>
                        <a:pt x="432" y="581"/>
                        <a:pt x="538" y="581"/>
                      </a:cubicBezTo>
                      <a:cubicBezTo>
                        <a:pt x="542" y="581"/>
                        <a:pt x="544" y="581"/>
                        <a:pt x="547" y="581"/>
                      </a:cubicBezTo>
                      <a:cubicBezTo>
                        <a:pt x="557" y="581"/>
                        <a:pt x="557" y="581"/>
                        <a:pt x="557" y="581"/>
                      </a:cubicBezTo>
                      <a:cubicBezTo>
                        <a:pt x="563" y="581"/>
                        <a:pt x="578" y="581"/>
                        <a:pt x="589" y="581"/>
                      </a:cubicBezTo>
                      <a:cubicBezTo>
                        <a:pt x="656" y="581"/>
                        <a:pt x="656" y="581"/>
                        <a:pt x="656" y="581"/>
                      </a:cubicBezTo>
                      <a:cubicBezTo>
                        <a:pt x="754" y="579"/>
                        <a:pt x="832" y="501"/>
                        <a:pt x="832" y="405"/>
                      </a:cubicBezTo>
                      <a:cubicBezTo>
                        <a:pt x="832" y="317"/>
                        <a:pt x="766" y="244"/>
                        <a:pt x="681" y="232"/>
                      </a:cubicBezTo>
                      <a:close/>
                    </a:path>
                  </a:pathLst>
                </a:custGeom>
                <a:solidFill>
                  <a:srgbClr val="2173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8" name="Freeform 29"/>
                <p:cNvSpPr>
                  <a:spLocks/>
                </p:cNvSpPr>
                <p:nvPr/>
              </p:nvSpPr>
              <p:spPr bwMode="auto">
                <a:xfrm>
                  <a:off x="4881" y="1055"/>
                  <a:ext cx="1013" cy="902"/>
                </a:xfrm>
                <a:custGeom>
                  <a:avLst/>
                  <a:gdLst>
                    <a:gd name="T0" fmla="*/ 533 w 672"/>
                    <a:gd name="T1" fmla="*/ 0 h 599"/>
                    <a:gd name="T2" fmla="*/ 316 w 672"/>
                    <a:gd name="T3" fmla="*/ 116 h 599"/>
                    <a:gd name="T4" fmla="*/ 245 w 672"/>
                    <a:gd name="T5" fmla="*/ 97 h 599"/>
                    <a:gd name="T6" fmla="*/ 161 w 672"/>
                    <a:gd name="T7" fmla="*/ 122 h 599"/>
                    <a:gd name="T8" fmla="*/ 94 w 672"/>
                    <a:gd name="T9" fmla="*/ 244 h 599"/>
                    <a:gd name="T10" fmla="*/ 0 w 672"/>
                    <a:gd name="T11" fmla="*/ 416 h 599"/>
                    <a:gd name="T12" fmla="*/ 113 w 672"/>
                    <a:gd name="T13" fmla="*/ 599 h 599"/>
                    <a:gd name="T14" fmla="*/ 672 w 672"/>
                    <a:gd name="T15" fmla="*/ 40 h 599"/>
                    <a:gd name="T16" fmla="*/ 533 w 672"/>
                    <a:gd name="T1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2" h="599">
                      <a:moveTo>
                        <a:pt x="533" y="0"/>
                      </a:moveTo>
                      <a:cubicBezTo>
                        <a:pt x="443" y="0"/>
                        <a:pt x="363" y="46"/>
                        <a:pt x="316" y="116"/>
                      </a:cubicBezTo>
                      <a:cubicBezTo>
                        <a:pt x="295" y="104"/>
                        <a:pt x="271" y="97"/>
                        <a:pt x="245" y="97"/>
                      </a:cubicBezTo>
                      <a:cubicBezTo>
                        <a:pt x="214" y="97"/>
                        <a:pt x="185" y="106"/>
                        <a:pt x="161" y="122"/>
                      </a:cubicBezTo>
                      <a:cubicBezTo>
                        <a:pt x="121" y="148"/>
                        <a:pt x="95" y="193"/>
                        <a:pt x="94" y="244"/>
                      </a:cubicBezTo>
                      <a:cubicBezTo>
                        <a:pt x="38" y="281"/>
                        <a:pt x="0" y="345"/>
                        <a:pt x="0" y="416"/>
                      </a:cubicBezTo>
                      <a:cubicBezTo>
                        <a:pt x="0" y="496"/>
                        <a:pt x="46" y="565"/>
                        <a:pt x="113" y="599"/>
                      </a:cubicBezTo>
                      <a:cubicBezTo>
                        <a:pt x="672" y="40"/>
                        <a:pt x="672" y="40"/>
                        <a:pt x="672" y="40"/>
                      </a:cubicBezTo>
                      <a:cubicBezTo>
                        <a:pt x="632" y="14"/>
                        <a:pt x="584" y="0"/>
                        <a:pt x="533" y="0"/>
                      </a:cubicBezTo>
                      <a:close/>
                    </a:path>
                  </a:pathLst>
                </a:custGeom>
                <a:solidFill>
                  <a:srgbClr val="0F81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9" name="Freeform 30"/>
                <p:cNvSpPr>
                  <a:spLocks/>
                </p:cNvSpPr>
                <p:nvPr/>
              </p:nvSpPr>
              <p:spPr bwMode="auto">
                <a:xfrm>
                  <a:off x="5002" y="1067"/>
                  <a:ext cx="647" cy="500"/>
                </a:xfrm>
                <a:custGeom>
                  <a:avLst/>
                  <a:gdLst>
                    <a:gd name="T0" fmla="*/ 41 w 429"/>
                    <a:gd name="T1" fmla="*/ 148 h 332"/>
                    <a:gd name="T2" fmla="*/ 254 w 429"/>
                    <a:gd name="T3" fmla="*/ 119 h 332"/>
                    <a:gd name="T4" fmla="*/ 308 w 429"/>
                    <a:gd name="T5" fmla="*/ 218 h 332"/>
                    <a:gd name="T6" fmla="*/ 308 w 429"/>
                    <a:gd name="T7" fmla="*/ 218 h 332"/>
                    <a:gd name="T8" fmla="*/ 241 w 429"/>
                    <a:gd name="T9" fmla="*/ 226 h 332"/>
                    <a:gd name="T10" fmla="*/ 348 w 429"/>
                    <a:gd name="T11" fmla="*/ 332 h 332"/>
                    <a:gd name="T12" fmla="*/ 429 w 429"/>
                    <a:gd name="T13" fmla="*/ 204 h 332"/>
                    <a:gd name="T14" fmla="*/ 370 w 429"/>
                    <a:gd name="T15" fmla="*/ 211 h 332"/>
                    <a:gd name="T16" fmla="*/ 370 w 429"/>
                    <a:gd name="T17" fmla="*/ 211 h 332"/>
                    <a:gd name="T18" fmla="*/ 293 w 429"/>
                    <a:gd name="T19" fmla="*/ 72 h 332"/>
                    <a:gd name="T20" fmla="*/ 0 w 429"/>
                    <a:gd name="T21" fmla="*/ 101 h 332"/>
                    <a:gd name="T22" fmla="*/ 41 w 429"/>
                    <a:gd name="T23" fmla="*/ 148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9" h="332">
                      <a:moveTo>
                        <a:pt x="41" y="148"/>
                      </a:moveTo>
                      <a:cubicBezTo>
                        <a:pt x="91" y="79"/>
                        <a:pt x="188" y="66"/>
                        <a:pt x="254" y="119"/>
                      </a:cubicBezTo>
                      <a:cubicBezTo>
                        <a:pt x="285" y="145"/>
                        <a:pt x="304" y="180"/>
                        <a:pt x="308" y="218"/>
                      </a:cubicBezTo>
                      <a:cubicBezTo>
                        <a:pt x="308" y="218"/>
                        <a:pt x="308" y="218"/>
                        <a:pt x="308" y="218"/>
                      </a:cubicBezTo>
                      <a:cubicBezTo>
                        <a:pt x="241" y="226"/>
                        <a:pt x="241" y="226"/>
                        <a:pt x="241" y="226"/>
                      </a:cubicBezTo>
                      <a:cubicBezTo>
                        <a:pt x="348" y="332"/>
                        <a:pt x="348" y="332"/>
                        <a:pt x="348" y="332"/>
                      </a:cubicBezTo>
                      <a:cubicBezTo>
                        <a:pt x="429" y="204"/>
                        <a:pt x="429" y="204"/>
                        <a:pt x="429" y="204"/>
                      </a:cubicBezTo>
                      <a:cubicBezTo>
                        <a:pt x="370" y="211"/>
                        <a:pt x="370" y="211"/>
                        <a:pt x="370" y="211"/>
                      </a:cubicBezTo>
                      <a:cubicBezTo>
                        <a:pt x="370" y="211"/>
                        <a:pt x="370" y="211"/>
                        <a:pt x="370" y="211"/>
                      </a:cubicBezTo>
                      <a:cubicBezTo>
                        <a:pt x="364" y="158"/>
                        <a:pt x="338" y="107"/>
                        <a:pt x="293" y="72"/>
                      </a:cubicBezTo>
                      <a:cubicBezTo>
                        <a:pt x="204" y="0"/>
                        <a:pt x="73" y="13"/>
                        <a:pt x="0" y="101"/>
                      </a:cubicBezTo>
                      <a:lnTo>
                        <a:pt x="41" y="1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0" name="Freeform 31"/>
                <p:cNvSpPr>
                  <a:spLocks/>
                </p:cNvSpPr>
                <p:nvPr/>
              </p:nvSpPr>
              <p:spPr bwMode="auto">
                <a:xfrm>
                  <a:off x="4715" y="676"/>
                  <a:ext cx="917" cy="713"/>
                </a:xfrm>
                <a:custGeom>
                  <a:avLst/>
                  <a:gdLst>
                    <a:gd name="T0" fmla="*/ 86 w 608"/>
                    <a:gd name="T1" fmla="*/ 460 h 473"/>
                    <a:gd name="T2" fmla="*/ 121 w 608"/>
                    <a:gd name="T3" fmla="*/ 473 h 473"/>
                    <a:gd name="T4" fmla="*/ 138 w 608"/>
                    <a:gd name="T5" fmla="*/ 457 h 473"/>
                    <a:gd name="T6" fmla="*/ 232 w 608"/>
                    <a:gd name="T7" fmla="*/ 315 h 473"/>
                    <a:gd name="T8" fmla="*/ 355 w 608"/>
                    <a:gd name="T9" fmla="*/ 278 h 473"/>
                    <a:gd name="T10" fmla="*/ 404 w 608"/>
                    <a:gd name="T11" fmla="*/ 283 h 473"/>
                    <a:gd name="T12" fmla="*/ 608 w 608"/>
                    <a:gd name="T13" fmla="*/ 182 h 473"/>
                    <a:gd name="T14" fmla="*/ 515 w 608"/>
                    <a:gd name="T15" fmla="*/ 31 h 473"/>
                    <a:gd name="T16" fmla="*/ 409 w 608"/>
                    <a:gd name="T17" fmla="*/ 0 h 473"/>
                    <a:gd name="T18" fmla="*/ 242 w 608"/>
                    <a:gd name="T19" fmla="*/ 89 h 473"/>
                    <a:gd name="T20" fmla="*/ 188 w 608"/>
                    <a:gd name="T21" fmla="*/ 74 h 473"/>
                    <a:gd name="T22" fmla="*/ 123 w 608"/>
                    <a:gd name="T23" fmla="*/ 94 h 473"/>
                    <a:gd name="T24" fmla="*/ 72 w 608"/>
                    <a:gd name="T25" fmla="*/ 188 h 473"/>
                    <a:gd name="T26" fmla="*/ 0 w 608"/>
                    <a:gd name="T27" fmla="*/ 319 h 473"/>
                    <a:gd name="T28" fmla="*/ 86 w 608"/>
                    <a:gd name="T29" fmla="*/ 460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8" h="473">
                      <a:moveTo>
                        <a:pt x="86" y="460"/>
                      </a:moveTo>
                      <a:cubicBezTo>
                        <a:pt x="97" y="466"/>
                        <a:pt x="109" y="470"/>
                        <a:pt x="121" y="473"/>
                      </a:cubicBezTo>
                      <a:cubicBezTo>
                        <a:pt x="126" y="468"/>
                        <a:pt x="132" y="462"/>
                        <a:pt x="138" y="457"/>
                      </a:cubicBezTo>
                      <a:cubicBezTo>
                        <a:pt x="148" y="400"/>
                        <a:pt x="182" y="348"/>
                        <a:pt x="232" y="315"/>
                      </a:cubicBezTo>
                      <a:cubicBezTo>
                        <a:pt x="268" y="290"/>
                        <a:pt x="311" y="278"/>
                        <a:pt x="355" y="278"/>
                      </a:cubicBezTo>
                      <a:cubicBezTo>
                        <a:pt x="371" y="278"/>
                        <a:pt x="388" y="279"/>
                        <a:pt x="404" y="283"/>
                      </a:cubicBezTo>
                      <a:cubicBezTo>
                        <a:pt x="458" y="227"/>
                        <a:pt x="530" y="191"/>
                        <a:pt x="608" y="182"/>
                      </a:cubicBezTo>
                      <a:cubicBezTo>
                        <a:pt x="602" y="118"/>
                        <a:pt x="567" y="63"/>
                        <a:pt x="515" y="31"/>
                      </a:cubicBezTo>
                      <a:cubicBezTo>
                        <a:pt x="484" y="11"/>
                        <a:pt x="448" y="0"/>
                        <a:pt x="409" y="0"/>
                      </a:cubicBezTo>
                      <a:cubicBezTo>
                        <a:pt x="339" y="0"/>
                        <a:pt x="278" y="36"/>
                        <a:pt x="242" y="89"/>
                      </a:cubicBezTo>
                      <a:cubicBezTo>
                        <a:pt x="226" y="80"/>
                        <a:pt x="208" y="74"/>
                        <a:pt x="188" y="74"/>
                      </a:cubicBezTo>
                      <a:cubicBezTo>
                        <a:pt x="164" y="74"/>
                        <a:pt x="141" y="82"/>
                        <a:pt x="123" y="94"/>
                      </a:cubicBezTo>
                      <a:cubicBezTo>
                        <a:pt x="93" y="114"/>
                        <a:pt x="73" y="149"/>
                        <a:pt x="72" y="188"/>
                      </a:cubicBezTo>
                      <a:cubicBezTo>
                        <a:pt x="29" y="216"/>
                        <a:pt x="0" y="265"/>
                        <a:pt x="0" y="319"/>
                      </a:cubicBezTo>
                      <a:cubicBezTo>
                        <a:pt x="0" y="381"/>
                        <a:pt x="35" y="434"/>
                        <a:pt x="86" y="460"/>
                      </a:cubicBezTo>
                      <a:close/>
                    </a:path>
                  </a:pathLst>
                </a:custGeom>
                <a:solidFill>
                  <a:srgbClr val="FFB01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41" name="Freeform 35"/>
                <p:cNvSpPr>
                  <a:spLocks/>
                </p:cNvSpPr>
                <p:nvPr/>
              </p:nvSpPr>
              <p:spPr bwMode="auto">
                <a:xfrm>
                  <a:off x="5343" y="2445"/>
                  <a:ext cx="256" cy="435"/>
                </a:xfrm>
                <a:custGeom>
                  <a:avLst/>
                  <a:gdLst>
                    <a:gd name="T0" fmla="*/ 170 w 170"/>
                    <a:gd name="T1" fmla="*/ 98 h 289"/>
                    <a:gd name="T2" fmla="*/ 169 w 170"/>
                    <a:gd name="T3" fmla="*/ 289 h 289"/>
                    <a:gd name="T4" fmla="*/ 0 w 170"/>
                    <a:gd name="T5" fmla="*/ 192 h 289"/>
                    <a:gd name="T6" fmla="*/ 1 w 170"/>
                    <a:gd name="T7" fmla="*/ 0 h 289"/>
                    <a:gd name="T8" fmla="*/ 170 w 170"/>
                    <a:gd name="T9" fmla="*/ 98 h 289"/>
                    <a:gd name="T10" fmla="*/ 170 w 170"/>
                    <a:gd name="T11" fmla="*/ 98 h 289"/>
                  </a:gdLst>
                  <a:ahLst/>
                  <a:cxnLst>
                    <a:cxn ang="0">
                      <a:pos x="T0" y="T1"/>
                    </a:cxn>
                    <a:cxn ang="0">
                      <a:pos x="T2" y="T3"/>
                    </a:cxn>
                    <a:cxn ang="0">
                      <a:pos x="T4" y="T5"/>
                    </a:cxn>
                    <a:cxn ang="0">
                      <a:pos x="T6" y="T7"/>
                    </a:cxn>
                    <a:cxn ang="0">
                      <a:pos x="T8" y="T9"/>
                    </a:cxn>
                    <a:cxn ang="0">
                      <a:pos x="T10" y="T11"/>
                    </a:cxn>
                  </a:cxnLst>
                  <a:rect l="0" t="0" r="r" b="b"/>
                  <a:pathLst>
                    <a:path w="170" h="289">
                      <a:moveTo>
                        <a:pt x="170" y="98"/>
                      </a:moveTo>
                      <a:cubicBezTo>
                        <a:pt x="169" y="162"/>
                        <a:pt x="169" y="225"/>
                        <a:pt x="169" y="289"/>
                      </a:cubicBezTo>
                      <a:cubicBezTo>
                        <a:pt x="0" y="192"/>
                        <a:pt x="0" y="192"/>
                        <a:pt x="0" y="192"/>
                      </a:cubicBezTo>
                      <a:cubicBezTo>
                        <a:pt x="0" y="128"/>
                        <a:pt x="1" y="64"/>
                        <a:pt x="1" y="0"/>
                      </a:cubicBezTo>
                      <a:cubicBezTo>
                        <a:pt x="170" y="98"/>
                        <a:pt x="170" y="98"/>
                        <a:pt x="170" y="98"/>
                      </a:cubicBezTo>
                      <a:cubicBezTo>
                        <a:pt x="170" y="98"/>
                        <a:pt x="170" y="98"/>
                        <a:pt x="170" y="98"/>
                      </a:cubicBezTo>
                      <a:close/>
                    </a:path>
                  </a:pathLst>
                </a:custGeom>
                <a:solidFill>
                  <a:srgbClr val="90C2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42" name="Freeform 36"/>
                <p:cNvSpPr>
                  <a:spLocks/>
                </p:cNvSpPr>
                <p:nvPr/>
              </p:nvSpPr>
              <p:spPr bwMode="auto">
                <a:xfrm>
                  <a:off x="5597" y="2445"/>
                  <a:ext cx="255" cy="434"/>
                </a:xfrm>
                <a:custGeom>
                  <a:avLst/>
                  <a:gdLst>
                    <a:gd name="T0" fmla="*/ 0 w 169"/>
                    <a:gd name="T1" fmla="*/ 97 h 288"/>
                    <a:gd name="T2" fmla="*/ 0 w 169"/>
                    <a:gd name="T3" fmla="*/ 288 h 288"/>
                    <a:gd name="T4" fmla="*/ 169 w 169"/>
                    <a:gd name="T5" fmla="*/ 192 h 288"/>
                    <a:gd name="T6" fmla="*/ 169 w 169"/>
                    <a:gd name="T7" fmla="*/ 0 h 288"/>
                    <a:gd name="T8" fmla="*/ 0 w 169"/>
                    <a:gd name="T9" fmla="*/ 97 h 288"/>
                    <a:gd name="T10" fmla="*/ 0 w 169"/>
                    <a:gd name="T11" fmla="*/ 97 h 288"/>
                  </a:gdLst>
                  <a:ahLst/>
                  <a:cxnLst>
                    <a:cxn ang="0">
                      <a:pos x="T0" y="T1"/>
                    </a:cxn>
                    <a:cxn ang="0">
                      <a:pos x="T2" y="T3"/>
                    </a:cxn>
                    <a:cxn ang="0">
                      <a:pos x="T4" y="T5"/>
                    </a:cxn>
                    <a:cxn ang="0">
                      <a:pos x="T6" y="T7"/>
                    </a:cxn>
                    <a:cxn ang="0">
                      <a:pos x="T8" y="T9"/>
                    </a:cxn>
                    <a:cxn ang="0">
                      <a:pos x="T10" y="T11"/>
                    </a:cxn>
                  </a:cxnLst>
                  <a:rect l="0" t="0" r="r" b="b"/>
                  <a:pathLst>
                    <a:path w="169" h="288">
                      <a:moveTo>
                        <a:pt x="0" y="97"/>
                      </a:moveTo>
                      <a:cubicBezTo>
                        <a:pt x="0" y="161"/>
                        <a:pt x="0" y="224"/>
                        <a:pt x="0" y="288"/>
                      </a:cubicBezTo>
                      <a:cubicBezTo>
                        <a:pt x="169" y="192"/>
                        <a:pt x="169" y="192"/>
                        <a:pt x="169" y="192"/>
                      </a:cubicBezTo>
                      <a:cubicBezTo>
                        <a:pt x="169" y="0"/>
                        <a:pt x="169" y="0"/>
                        <a:pt x="169" y="0"/>
                      </a:cubicBezTo>
                      <a:cubicBezTo>
                        <a:pt x="0" y="97"/>
                        <a:pt x="0" y="97"/>
                        <a:pt x="0" y="97"/>
                      </a:cubicBezTo>
                      <a:cubicBezTo>
                        <a:pt x="0" y="97"/>
                        <a:pt x="0" y="97"/>
                        <a:pt x="0" y="97"/>
                      </a:cubicBezTo>
                      <a:close/>
                    </a:path>
                  </a:pathLst>
                </a:custGeom>
                <a:solidFill>
                  <a:srgbClr val="0069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43" name="Freeform 37"/>
                <p:cNvSpPr>
                  <a:spLocks/>
                </p:cNvSpPr>
                <p:nvPr/>
              </p:nvSpPr>
              <p:spPr bwMode="auto">
                <a:xfrm>
                  <a:off x="5344" y="2300"/>
                  <a:ext cx="508" cy="293"/>
                </a:xfrm>
                <a:custGeom>
                  <a:avLst/>
                  <a:gdLst>
                    <a:gd name="T0" fmla="*/ 253 w 508"/>
                    <a:gd name="T1" fmla="*/ 293 h 293"/>
                    <a:gd name="T2" fmla="*/ 0 w 508"/>
                    <a:gd name="T3" fmla="*/ 146 h 293"/>
                    <a:gd name="T4" fmla="*/ 252 w 508"/>
                    <a:gd name="T5" fmla="*/ 0 h 293"/>
                    <a:gd name="T6" fmla="*/ 508 w 508"/>
                    <a:gd name="T7" fmla="*/ 146 h 293"/>
                    <a:gd name="T8" fmla="*/ 253 w 508"/>
                    <a:gd name="T9" fmla="*/ 293 h 293"/>
                    <a:gd name="T10" fmla="*/ 253 w 508"/>
                    <a:gd name="T11" fmla="*/ 293 h 293"/>
                    <a:gd name="T12" fmla="*/ 253 w 508"/>
                    <a:gd name="T13" fmla="*/ 293 h 293"/>
                  </a:gdLst>
                  <a:ahLst/>
                  <a:cxnLst>
                    <a:cxn ang="0">
                      <a:pos x="T0" y="T1"/>
                    </a:cxn>
                    <a:cxn ang="0">
                      <a:pos x="T2" y="T3"/>
                    </a:cxn>
                    <a:cxn ang="0">
                      <a:pos x="T4" y="T5"/>
                    </a:cxn>
                    <a:cxn ang="0">
                      <a:pos x="T6" y="T7"/>
                    </a:cxn>
                    <a:cxn ang="0">
                      <a:pos x="T8" y="T9"/>
                    </a:cxn>
                    <a:cxn ang="0">
                      <a:pos x="T10" y="T11"/>
                    </a:cxn>
                    <a:cxn ang="0">
                      <a:pos x="T12" y="T13"/>
                    </a:cxn>
                  </a:cxnLst>
                  <a:rect l="0" t="0" r="r" b="b"/>
                  <a:pathLst>
                    <a:path w="508" h="293">
                      <a:moveTo>
                        <a:pt x="253" y="293"/>
                      </a:moveTo>
                      <a:lnTo>
                        <a:pt x="0" y="146"/>
                      </a:lnTo>
                      <a:lnTo>
                        <a:pt x="252" y="0"/>
                      </a:lnTo>
                      <a:lnTo>
                        <a:pt x="508" y="146"/>
                      </a:lnTo>
                      <a:lnTo>
                        <a:pt x="253" y="293"/>
                      </a:lnTo>
                      <a:lnTo>
                        <a:pt x="253" y="293"/>
                      </a:lnTo>
                      <a:lnTo>
                        <a:pt x="253" y="293"/>
                      </a:lnTo>
                      <a:close/>
                    </a:path>
                  </a:pathLst>
                </a:custGeom>
                <a:solidFill>
                  <a:srgbClr val="49AA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4" name="Freeform 41"/>
                <p:cNvSpPr>
                  <a:spLocks/>
                </p:cNvSpPr>
                <p:nvPr/>
              </p:nvSpPr>
              <p:spPr bwMode="auto">
                <a:xfrm>
                  <a:off x="5543" y="2091"/>
                  <a:ext cx="204" cy="169"/>
                </a:xfrm>
                <a:custGeom>
                  <a:avLst/>
                  <a:gdLst>
                    <a:gd name="T0" fmla="*/ 12 w 135"/>
                    <a:gd name="T1" fmla="*/ 42 h 112"/>
                    <a:gd name="T2" fmla="*/ 81 w 135"/>
                    <a:gd name="T3" fmla="*/ 40 h 112"/>
                    <a:gd name="T4" fmla="*/ 95 w 135"/>
                    <a:gd name="T5" fmla="*/ 74 h 112"/>
                    <a:gd name="T6" fmla="*/ 95 w 135"/>
                    <a:gd name="T7" fmla="*/ 74 h 112"/>
                    <a:gd name="T8" fmla="*/ 74 w 135"/>
                    <a:gd name="T9" fmla="*/ 74 h 112"/>
                    <a:gd name="T10" fmla="*/ 104 w 135"/>
                    <a:gd name="T11" fmla="*/ 112 h 112"/>
                    <a:gd name="T12" fmla="*/ 135 w 135"/>
                    <a:gd name="T13" fmla="*/ 74 h 112"/>
                    <a:gd name="T14" fmla="*/ 115 w 135"/>
                    <a:gd name="T15" fmla="*/ 74 h 112"/>
                    <a:gd name="T16" fmla="*/ 115 w 135"/>
                    <a:gd name="T17" fmla="*/ 74 h 112"/>
                    <a:gd name="T18" fmla="*/ 96 w 135"/>
                    <a:gd name="T19" fmla="*/ 26 h 112"/>
                    <a:gd name="T20" fmla="*/ 0 w 135"/>
                    <a:gd name="T21" fmla="*/ 25 h 112"/>
                    <a:gd name="T22" fmla="*/ 12 w 135"/>
                    <a:gd name="T23" fmla="*/ 4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5" h="112">
                      <a:moveTo>
                        <a:pt x="12" y="42"/>
                      </a:moveTo>
                      <a:cubicBezTo>
                        <a:pt x="31" y="21"/>
                        <a:pt x="62" y="21"/>
                        <a:pt x="81" y="40"/>
                      </a:cubicBezTo>
                      <a:cubicBezTo>
                        <a:pt x="91" y="50"/>
                        <a:pt x="95" y="62"/>
                        <a:pt x="95" y="74"/>
                      </a:cubicBezTo>
                      <a:cubicBezTo>
                        <a:pt x="95" y="74"/>
                        <a:pt x="95" y="74"/>
                        <a:pt x="95" y="74"/>
                      </a:cubicBezTo>
                      <a:cubicBezTo>
                        <a:pt x="74" y="74"/>
                        <a:pt x="74" y="74"/>
                        <a:pt x="74" y="74"/>
                      </a:cubicBezTo>
                      <a:cubicBezTo>
                        <a:pt x="104" y="112"/>
                        <a:pt x="104" y="112"/>
                        <a:pt x="104" y="112"/>
                      </a:cubicBezTo>
                      <a:cubicBezTo>
                        <a:pt x="135" y="74"/>
                        <a:pt x="135" y="74"/>
                        <a:pt x="135" y="74"/>
                      </a:cubicBezTo>
                      <a:cubicBezTo>
                        <a:pt x="115" y="74"/>
                        <a:pt x="115" y="74"/>
                        <a:pt x="115" y="74"/>
                      </a:cubicBezTo>
                      <a:cubicBezTo>
                        <a:pt x="115" y="74"/>
                        <a:pt x="115" y="74"/>
                        <a:pt x="115" y="74"/>
                      </a:cubicBezTo>
                      <a:cubicBezTo>
                        <a:pt x="115" y="57"/>
                        <a:pt x="109" y="39"/>
                        <a:pt x="96" y="26"/>
                      </a:cubicBezTo>
                      <a:cubicBezTo>
                        <a:pt x="70" y="0"/>
                        <a:pt x="27" y="0"/>
                        <a:pt x="0" y="25"/>
                      </a:cubicBezTo>
                      <a:lnTo>
                        <a:pt x="12" y="42"/>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5" name="Freeform 42"/>
                <p:cNvSpPr>
                  <a:spLocks/>
                </p:cNvSpPr>
                <p:nvPr/>
              </p:nvSpPr>
              <p:spPr bwMode="auto">
                <a:xfrm>
                  <a:off x="5447" y="2115"/>
                  <a:ext cx="203" cy="169"/>
                </a:xfrm>
                <a:custGeom>
                  <a:avLst/>
                  <a:gdLst>
                    <a:gd name="T0" fmla="*/ 123 w 135"/>
                    <a:gd name="T1" fmla="*/ 70 h 112"/>
                    <a:gd name="T2" fmla="*/ 54 w 135"/>
                    <a:gd name="T3" fmla="*/ 72 h 112"/>
                    <a:gd name="T4" fmla="*/ 40 w 135"/>
                    <a:gd name="T5" fmla="*/ 38 h 112"/>
                    <a:gd name="T6" fmla="*/ 40 w 135"/>
                    <a:gd name="T7" fmla="*/ 38 h 112"/>
                    <a:gd name="T8" fmla="*/ 61 w 135"/>
                    <a:gd name="T9" fmla="*/ 38 h 112"/>
                    <a:gd name="T10" fmla="*/ 31 w 135"/>
                    <a:gd name="T11" fmla="*/ 0 h 112"/>
                    <a:gd name="T12" fmla="*/ 0 w 135"/>
                    <a:gd name="T13" fmla="*/ 38 h 112"/>
                    <a:gd name="T14" fmla="*/ 20 w 135"/>
                    <a:gd name="T15" fmla="*/ 38 h 112"/>
                    <a:gd name="T16" fmla="*/ 20 w 135"/>
                    <a:gd name="T17" fmla="*/ 38 h 112"/>
                    <a:gd name="T18" fmla="*/ 40 w 135"/>
                    <a:gd name="T19" fmla="*/ 85 h 112"/>
                    <a:gd name="T20" fmla="*/ 135 w 135"/>
                    <a:gd name="T21" fmla="*/ 86 h 112"/>
                    <a:gd name="T22" fmla="*/ 123 w 135"/>
                    <a:gd name="T23" fmla="*/ 7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5" h="112">
                      <a:moveTo>
                        <a:pt x="123" y="70"/>
                      </a:moveTo>
                      <a:cubicBezTo>
                        <a:pt x="104" y="90"/>
                        <a:pt x="73" y="91"/>
                        <a:pt x="54" y="72"/>
                      </a:cubicBezTo>
                      <a:cubicBezTo>
                        <a:pt x="44" y="62"/>
                        <a:pt x="40" y="50"/>
                        <a:pt x="40" y="38"/>
                      </a:cubicBezTo>
                      <a:cubicBezTo>
                        <a:pt x="40" y="38"/>
                        <a:pt x="40" y="38"/>
                        <a:pt x="40" y="38"/>
                      </a:cubicBezTo>
                      <a:cubicBezTo>
                        <a:pt x="61" y="38"/>
                        <a:pt x="61" y="38"/>
                        <a:pt x="61" y="38"/>
                      </a:cubicBezTo>
                      <a:cubicBezTo>
                        <a:pt x="31" y="0"/>
                        <a:pt x="31" y="0"/>
                        <a:pt x="31" y="0"/>
                      </a:cubicBezTo>
                      <a:cubicBezTo>
                        <a:pt x="0" y="38"/>
                        <a:pt x="0" y="38"/>
                        <a:pt x="0" y="38"/>
                      </a:cubicBezTo>
                      <a:cubicBezTo>
                        <a:pt x="20" y="38"/>
                        <a:pt x="20" y="38"/>
                        <a:pt x="20" y="38"/>
                      </a:cubicBezTo>
                      <a:cubicBezTo>
                        <a:pt x="20" y="38"/>
                        <a:pt x="20" y="38"/>
                        <a:pt x="20" y="38"/>
                      </a:cubicBezTo>
                      <a:cubicBezTo>
                        <a:pt x="20" y="55"/>
                        <a:pt x="26" y="72"/>
                        <a:pt x="40" y="85"/>
                      </a:cubicBezTo>
                      <a:cubicBezTo>
                        <a:pt x="66" y="111"/>
                        <a:pt x="108" y="112"/>
                        <a:pt x="135" y="86"/>
                      </a:cubicBezTo>
                      <a:lnTo>
                        <a:pt x="123" y="70"/>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6" name="Freeform 43"/>
                <p:cNvSpPr>
                  <a:spLocks/>
                </p:cNvSpPr>
                <p:nvPr/>
              </p:nvSpPr>
              <p:spPr bwMode="auto">
                <a:xfrm>
                  <a:off x="5472" y="1671"/>
                  <a:ext cx="249" cy="319"/>
                </a:xfrm>
                <a:custGeom>
                  <a:avLst/>
                  <a:gdLst>
                    <a:gd name="T0" fmla="*/ 91 w 249"/>
                    <a:gd name="T1" fmla="*/ 116 h 319"/>
                    <a:gd name="T2" fmla="*/ 0 w 249"/>
                    <a:gd name="T3" fmla="*/ 215 h 319"/>
                    <a:gd name="T4" fmla="*/ 0 w 249"/>
                    <a:gd name="T5" fmla="*/ 134 h 319"/>
                    <a:gd name="T6" fmla="*/ 125 w 249"/>
                    <a:gd name="T7" fmla="*/ 0 h 319"/>
                    <a:gd name="T8" fmla="*/ 249 w 249"/>
                    <a:gd name="T9" fmla="*/ 134 h 319"/>
                    <a:gd name="T10" fmla="*/ 249 w 249"/>
                    <a:gd name="T11" fmla="*/ 215 h 319"/>
                    <a:gd name="T12" fmla="*/ 156 w 249"/>
                    <a:gd name="T13" fmla="*/ 116 h 319"/>
                    <a:gd name="T14" fmla="*/ 156 w 249"/>
                    <a:gd name="T15" fmla="*/ 319 h 319"/>
                    <a:gd name="T16" fmla="*/ 91 w 249"/>
                    <a:gd name="T17" fmla="*/ 319 h 319"/>
                    <a:gd name="T18" fmla="*/ 91 w 249"/>
                    <a:gd name="T19" fmla="*/ 116 h 319"/>
                    <a:gd name="T20" fmla="*/ 91 w 249"/>
                    <a:gd name="T21" fmla="*/ 116 h 319"/>
                    <a:gd name="T22" fmla="*/ 91 w 249"/>
                    <a:gd name="T23" fmla="*/ 11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9" h="319">
                      <a:moveTo>
                        <a:pt x="91" y="116"/>
                      </a:moveTo>
                      <a:lnTo>
                        <a:pt x="0" y="215"/>
                      </a:lnTo>
                      <a:lnTo>
                        <a:pt x="0" y="134"/>
                      </a:lnTo>
                      <a:lnTo>
                        <a:pt x="125" y="0"/>
                      </a:lnTo>
                      <a:lnTo>
                        <a:pt x="249" y="134"/>
                      </a:lnTo>
                      <a:lnTo>
                        <a:pt x="249" y="215"/>
                      </a:lnTo>
                      <a:lnTo>
                        <a:pt x="156" y="116"/>
                      </a:lnTo>
                      <a:lnTo>
                        <a:pt x="156" y="319"/>
                      </a:lnTo>
                      <a:lnTo>
                        <a:pt x="91" y="319"/>
                      </a:lnTo>
                      <a:lnTo>
                        <a:pt x="91" y="116"/>
                      </a:lnTo>
                      <a:lnTo>
                        <a:pt x="91" y="116"/>
                      </a:lnTo>
                      <a:lnTo>
                        <a:pt x="91" y="116"/>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7" name="Freeform 44"/>
                <p:cNvSpPr>
                  <a:spLocks noEditPoints="1"/>
                </p:cNvSpPr>
                <p:nvPr/>
              </p:nvSpPr>
              <p:spPr bwMode="auto">
                <a:xfrm>
                  <a:off x="5367" y="1957"/>
                  <a:ext cx="460" cy="461"/>
                </a:xfrm>
                <a:custGeom>
                  <a:avLst/>
                  <a:gdLst>
                    <a:gd name="T0" fmla="*/ 153 w 305"/>
                    <a:gd name="T1" fmla="*/ 0 h 306"/>
                    <a:gd name="T2" fmla="*/ 260 w 305"/>
                    <a:gd name="T3" fmla="*/ 45 h 306"/>
                    <a:gd name="T4" fmla="*/ 305 w 305"/>
                    <a:gd name="T5" fmla="*/ 153 h 306"/>
                    <a:gd name="T6" fmla="*/ 260 w 305"/>
                    <a:gd name="T7" fmla="*/ 261 h 306"/>
                    <a:gd name="T8" fmla="*/ 153 w 305"/>
                    <a:gd name="T9" fmla="*/ 306 h 306"/>
                    <a:gd name="T10" fmla="*/ 45 w 305"/>
                    <a:gd name="T11" fmla="*/ 261 h 306"/>
                    <a:gd name="T12" fmla="*/ 0 w 305"/>
                    <a:gd name="T13" fmla="*/ 153 h 306"/>
                    <a:gd name="T14" fmla="*/ 45 w 305"/>
                    <a:gd name="T15" fmla="*/ 45 h 306"/>
                    <a:gd name="T16" fmla="*/ 153 w 305"/>
                    <a:gd name="T17" fmla="*/ 0 h 306"/>
                    <a:gd name="T18" fmla="*/ 153 w 305"/>
                    <a:gd name="T19" fmla="*/ 269 h 306"/>
                    <a:gd name="T20" fmla="*/ 268 w 305"/>
                    <a:gd name="T21" fmla="*/ 153 h 306"/>
                    <a:gd name="T22" fmla="*/ 153 w 305"/>
                    <a:gd name="T23" fmla="*/ 37 h 306"/>
                    <a:gd name="T24" fmla="*/ 37 w 305"/>
                    <a:gd name="T25" fmla="*/ 153 h 306"/>
                    <a:gd name="T26" fmla="*/ 153 w 305"/>
                    <a:gd name="T27" fmla="*/ 269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5" h="306">
                      <a:moveTo>
                        <a:pt x="153" y="0"/>
                      </a:moveTo>
                      <a:cubicBezTo>
                        <a:pt x="193" y="0"/>
                        <a:pt x="232" y="16"/>
                        <a:pt x="260" y="45"/>
                      </a:cubicBezTo>
                      <a:cubicBezTo>
                        <a:pt x="289" y="74"/>
                        <a:pt x="305" y="112"/>
                        <a:pt x="305" y="153"/>
                      </a:cubicBezTo>
                      <a:cubicBezTo>
                        <a:pt x="305" y="194"/>
                        <a:pt x="289" y="232"/>
                        <a:pt x="260" y="261"/>
                      </a:cubicBezTo>
                      <a:cubicBezTo>
                        <a:pt x="232" y="290"/>
                        <a:pt x="193" y="306"/>
                        <a:pt x="153" y="306"/>
                      </a:cubicBezTo>
                      <a:cubicBezTo>
                        <a:pt x="112" y="306"/>
                        <a:pt x="73" y="290"/>
                        <a:pt x="45" y="261"/>
                      </a:cubicBezTo>
                      <a:cubicBezTo>
                        <a:pt x="16" y="232"/>
                        <a:pt x="0" y="194"/>
                        <a:pt x="0" y="153"/>
                      </a:cubicBezTo>
                      <a:cubicBezTo>
                        <a:pt x="0" y="112"/>
                        <a:pt x="16" y="74"/>
                        <a:pt x="45" y="45"/>
                      </a:cubicBezTo>
                      <a:cubicBezTo>
                        <a:pt x="73" y="16"/>
                        <a:pt x="112" y="0"/>
                        <a:pt x="153" y="0"/>
                      </a:cubicBezTo>
                      <a:close/>
                      <a:moveTo>
                        <a:pt x="153" y="269"/>
                      </a:moveTo>
                      <a:cubicBezTo>
                        <a:pt x="216" y="269"/>
                        <a:pt x="268" y="217"/>
                        <a:pt x="268" y="153"/>
                      </a:cubicBezTo>
                      <a:cubicBezTo>
                        <a:pt x="268" y="89"/>
                        <a:pt x="216" y="37"/>
                        <a:pt x="153" y="37"/>
                      </a:cubicBezTo>
                      <a:cubicBezTo>
                        <a:pt x="89" y="37"/>
                        <a:pt x="37" y="89"/>
                        <a:pt x="37" y="153"/>
                      </a:cubicBezTo>
                      <a:cubicBezTo>
                        <a:pt x="37" y="217"/>
                        <a:pt x="89" y="269"/>
                        <a:pt x="153" y="269"/>
                      </a:cubicBez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grpSp>
          <p:pic>
            <p:nvPicPr>
              <p:cNvPr id="12" name="Picture 50" descr="https://upload.wikimedia.org/wikipedia/commons/thumb/1/1d/AmazonWebservices_Logo.svg/2000px-AmazonWebservices_Logo.svg.png"/>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a:stretch/>
            </p:blipFill>
            <p:spPr bwMode="auto">
              <a:xfrm>
                <a:off x="8926047" y="1074632"/>
                <a:ext cx="949325" cy="329551"/>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2" descr="http://vignette3.wikia.nocookie.net/logopedia/images/7/77/Vmware-logo.png/revision/latest?cb=20130907154026"/>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50837" y="4527384"/>
              <a:ext cx="1537720" cy="250649"/>
            </a:xfrm>
            <a:prstGeom prst="rect">
              <a:avLst/>
            </a:prstGeom>
            <a:noFill/>
            <a:extLst>
              <a:ext uri="{909E8E84-426E-40DD-AFC4-6F175D3DCCD1}">
                <a14:hiddenFill xmlns:a14="http://schemas.microsoft.com/office/drawing/2010/main">
                  <a:solidFill>
                    <a:srgbClr val="FFFFFF"/>
                  </a:solidFill>
                </a14:hiddenFill>
              </a:ext>
            </a:extLst>
          </p:spPr>
        </p:pic>
      </p:grpSp>
      <p:sp>
        <p:nvSpPr>
          <p:cNvPr id="49" name="Rectangle 48"/>
          <p:cNvSpPr/>
          <p:nvPr/>
        </p:nvSpPr>
        <p:spPr>
          <a:xfrm>
            <a:off x="580237" y="1028534"/>
            <a:ext cx="1723266" cy="470856"/>
          </a:xfrm>
          <a:prstGeom prst="rect">
            <a:avLst/>
          </a:prstGeom>
        </p:spPr>
        <p:txBody>
          <a:bodyPr wrap="none">
            <a:spAutoFit/>
          </a:bodyPr>
          <a:lstStyle/>
          <a:p>
            <a:r>
              <a:rPr lang="en-US" sz="2400" i="1" dirty="0">
                <a:solidFill>
                  <a:srgbClr val="00B050"/>
                </a:solidFill>
                <a:latin typeface="+mj-lt"/>
              </a:rPr>
              <a:t>Value Props</a:t>
            </a:r>
            <a:endParaRPr lang="en-US" sz="2400" dirty="0">
              <a:latin typeface="+mj-lt"/>
            </a:endParaRPr>
          </a:p>
        </p:txBody>
      </p:sp>
    </p:spTree>
    <p:extLst>
      <p:ext uri="{BB962C8B-B14F-4D97-AF65-F5344CB8AC3E}">
        <p14:creationId xmlns:p14="http://schemas.microsoft.com/office/powerpoint/2010/main" val="3147455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26061" y="113621"/>
            <a:ext cx="11178575" cy="1008581"/>
          </a:xfrm>
        </p:spPr>
        <p:txBody>
          <a:bodyPr>
            <a:normAutofit fontScale="90000"/>
          </a:bodyPr>
          <a:lstStyle/>
          <a:p>
            <a:r>
              <a:rPr lang="en-US" dirty="0"/>
              <a:t>Migration using Site recovery &amp; Azure Migrate </a:t>
            </a:r>
          </a:p>
        </p:txBody>
      </p:sp>
      <p:sp>
        <p:nvSpPr>
          <p:cNvPr id="7" name="Text Placeholder 3"/>
          <p:cNvSpPr txBox="1">
            <a:spLocks/>
          </p:cNvSpPr>
          <p:nvPr/>
        </p:nvSpPr>
        <p:spPr>
          <a:xfrm>
            <a:off x="4236708" y="1276352"/>
            <a:ext cx="7868821" cy="5717678"/>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4000" kern="1200" spc="0" baseline="0" dirty="0" smtClean="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lang="en-US" sz="2400" kern="1200" spc="0" baseline="0" dirty="0" smtClean="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00000"/>
              </a:lnSpc>
              <a:spcBef>
                <a:spcPts val="0"/>
              </a:spcBef>
              <a:buNone/>
            </a:pPr>
            <a:r>
              <a:rPr lang="en-US" sz="3999" dirty="0">
                <a:solidFill>
                  <a:srgbClr val="0070C0"/>
                </a:solidFill>
              </a:rPr>
              <a:t>Move applications with near-zero downtime</a:t>
            </a:r>
          </a:p>
          <a:p>
            <a:pPr marL="0" indent="0">
              <a:lnSpc>
                <a:spcPct val="100000"/>
              </a:lnSpc>
              <a:spcBef>
                <a:spcPts val="0"/>
              </a:spcBef>
              <a:buNone/>
            </a:pPr>
            <a:r>
              <a:rPr lang="en-US" sz="2400" dirty="0">
                <a:solidFill>
                  <a:schemeClr val="tx1"/>
                </a:solidFill>
              </a:rPr>
              <a:t>Move a single application or an entire datacenter to the cloud with minimal impact to production users</a:t>
            </a:r>
          </a:p>
          <a:p>
            <a:pPr marL="0" indent="0">
              <a:lnSpc>
                <a:spcPct val="100000"/>
              </a:lnSpc>
              <a:spcBef>
                <a:spcPts val="0"/>
              </a:spcBef>
              <a:buNone/>
            </a:pPr>
            <a:endParaRPr lang="en-US" sz="3999" dirty="0">
              <a:solidFill>
                <a:schemeClr val="tx1"/>
              </a:solidFill>
            </a:endParaRPr>
          </a:p>
          <a:p>
            <a:pPr marL="0" indent="0">
              <a:lnSpc>
                <a:spcPct val="100000"/>
              </a:lnSpc>
              <a:spcBef>
                <a:spcPts val="0"/>
              </a:spcBef>
              <a:buNone/>
            </a:pPr>
            <a:r>
              <a:rPr lang="en-US" sz="3999" dirty="0">
                <a:solidFill>
                  <a:srgbClr val="0070C0"/>
                </a:solidFill>
              </a:rPr>
              <a:t>No Licensing Fee</a:t>
            </a:r>
          </a:p>
          <a:p>
            <a:pPr marL="0" indent="0">
              <a:lnSpc>
                <a:spcPct val="100000"/>
              </a:lnSpc>
              <a:spcBef>
                <a:spcPts val="0"/>
              </a:spcBef>
              <a:buNone/>
            </a:pPr>
            <a:r>
              <a:rPr lang="en-US" sz="2400" dirty="0">
                <a:solidFill>
                  <a:schemeClr val="tx1"/>
                </a:solidFill>
              </a:rPr>
              <a:t>No Site Recovery charges for Migration (first 31 days)</a:t>
            </a:r>
          </a:p>
          <a:p>
            <a:pPr marL="0" indent="0">
              <a:lnSpc>
                <a:spcPct val="100000"/>
              </a:lnSpc>
              <a:spcBef>
                <a:spcPts val="0"/>
              </a:spcBef>
              <a:buNone/>
            </a:pPr>
            <a:endParaRPr lang="en-US" sz="3999" dirty="0">
              <a:solidFill>
                <a:schemeClr val="tx1"/>
              </a:solidFill>
            </a:endParaRPr>
          </a:p>
          <a:p>
            <a:pPr marL="0" indent="0">
              <a:lnSpc>
                <a:spcPct val="100000"/>
              </a:lnSpc>
              <a:spcBef>
                <a:spcPts val="0"/>
              </a:spcBef>
              <a:buNone/>
            </a:pPr>
            <a:r>
              <a:rPr lang="en-US" sz="3999" dirty="0">
                <a:solidFill>
                  <a:srgbClr val="0070C0"/>
                </a:solidFill>
              </a:rPr>
              <a:t>HUB (Hybrid Use Benefit)</a:t>
            </a:r>
          </a:p>
          <a:p>
            <a:pPr marL="0" indent="0">
              <a:lnSpc>
                <a:spcPct val="100000"/>
              </a:lnSpc>
              <a:spcBef>
                <a:spcPts val="0"/>
              </a:spcBef>
              <a:buNone/>
            </a:pPr>
            <a:r>
              <a:rPr lang="en-US" sz="2400" dirty="0">
                <a:solidFill>
                  <a:schemeClr val="tx1"/>
                </a:solidFill>
              </a:rPr>
              <a:t>Move Windows Server licenses covered under Software Assurance to Azure</a:t>
            </a:r>
          </a:p>
        </p:txBody>
      </p:sp>
      <p:grpSp>
        <p:nvGrpSpPr>
          <p:cNvPr id="8" name="Group 7"/>
          <p:cNvGrpSpPr/>
          <p:nvPr/>
        </p:nvGrpSpPr>
        <p:grpSpPr>
          <a:xfrm>
            <a:off x="446661" y="1744911"/>
            <a:ext cx="3425987" cy="4952297"/>
            <a:chOff x="350837" y="1363662"/>
            <a:chExt cx="3426473" cy="4953000"/>
          </a:xfrm>
        </p:grpSpPr>
        <p:grpSp>
          <p:nvGrpSpPr>
            <p:cNvPr id="9" name="Group 8"/>
            <p:cNvGrpSpPr/>
            <p:nvPr/>
          </p:nvGrpSpPr>
          <p:grpSpPr>
            <a:xfrm>
              <a:off x="731838" y="1363662"/>
              <a:ext cx="3045472" cy="4953000"/>
              <a:chOff x="7473485" y="1074632"/>
              <a:chExt cx="2527300" cy="4614213"/>
            </a:xfrm>
          </p:grpSpPr>
          <p:grpSp>
            <p:nvGrpSpPr>
              <p:cNvPr id="11" name="Group 4"/>
              <p:cNvGrpSpPr>
                <a:grpSpLocks noChangeAspect="1"/>
              </p:cNvGrpSpPr>
              <p:nvPr/>
            </p:nvGrpSpPr>
            <p:grpSpPr bwMode="auto">
              <a:xfrm>
                <a:off x="7473485" y="1137482"/>
                <a:ext cx="2527300" cy="4551363"/>
                <a:chOff x="4714" y="676"/>
                <a:chExt cx="1592" cy="2867"/>
              </a:xfrm>
            </p:grpSpPr>
            <p:sp>
              <p:nvSpPr>
                <p:cNvPr id="13" name="AutoShape 3"/>
                <p:cNvSpPr>
                  <a:spLocks noChangeAspect="1" noChangeArrowheads="1" noTextEdit="1"/>
                </p:cNvSpPr>
                <p:nvPr/>
              </p:nvSpPr>
              <p:spPr bwMode="auto">
                <a:xfrm>
                  <a:off x="4714" y="678"/>
                  <a:ext cx="1592" cy="2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14" name="Freeform 5"/>
                <p:cNvSpPr>
                  <a:spLocks/>
                </p:cNvSpPr>
                <p:nvPr/>
              </p:nvSpPr>
              <p:spPr bwMode="auto">
                <a:xfrm>
                  <a:off x="5219" y="3144"/>
                  <a:ext cx="467" cy="393"/>
                </a:xfrm>
                <a:custGeom>
                  <a:avLst/>
                  <a:gdLst>
                    <a:gd name="T0" fmla="*/ 258 w 467"/>
                    <a:gd name="T1" fmla="*/ 66 h 393"/>
                    <a:gd name="T2" fmla="*/ 258 w 467"/>
                    <a:gd name="T3" fmla="*/ 0 h 393"/>
                    <a:gd name="T4" fmla="*/ 308 w 467"/>
                    <a:gd name="T5" fmla="*/ 0 h 393"/>
                    <a:gd name="T6" fmla="*/ 308 w 467"/>
                    <a:gd name="T7" fmla="*/ 66 h 393"/>
                    <a:gd name="T8" fmla="*/ 326 w 467"/>
                    <a:gd name="T9" fmla="*/ 66 h 393"/>
                    <a:gd name="T10" fmla="*/ 326 w 467"/>
                    <a:gd name="T11" fmla="*/ 0 h 393"/>
                    <a:gd name="T12" fmla="*/ 377 w 467"/>
                    <a:gd name="T13" fmla="*/ 0 h 393"/>
                    <a:gd name="T14" fmla="*/ 377 w 467"/>
                    <a:gd name="T15" fmla="*/ 66 h 393"/>
                    <a:gd name="T16" fmla="*/ 467 w 467"/>
                    <a:gd name="T17" fmla="*/ 66 h 393"/>
                    <a:gd name="T18" fmla="*/ 467 w 467"/>
                    <a:gd name="T19" fmla="*/ 83 h 393"/>
                    <a:gd name="T20" fmla="*/ 446 w 467"/>
                    <a:gd name="T21" fmla="*/ 83 h 393"/>
                    <a:gd name="T22" fmla="*/ 446 w 467"/>
                    <a:gd name="T23" fmla="*/ 393 h 393"/>
                    <a:gd name="T24" fmla="*/ 21 w 467"/>
                    <a:gd name="T25" fmla="*/ 393 h 393"/>
                    <a:gd name="T26" fmla="*/ 21 w 467"/>
                    <a:gd name="T27" fmla="*/ 83 h 393"/>
                    <a:gd name="T28" fmla="*/ 0 w 467"/>
                    <a:gd name="T29" fmla="*/ 83 h 393"/>
                    <a:gd name="T30" fmla="*/ 0 w 467"/>
                    <a:gd name="T31" fmla="*/ 66 h 393"/>
                    <a:gd name="T32" fmla="*/ 258 w 467"/>
                    <a:gd name="T33" fmla="*/ 66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7" h="393">
                      <a:moveTo>
                        <a:pt x="258" y="66"/>
                      </a:moveTo>
                      <a:lnTo>
                        <a:pt x="258" y="0"/>
                      </a:lnTo>
                      <a:lnTo>
                        <a:pt x="308" y="0"/>
                      </a:lnTo>
                      <a:lnTo>
                        <a:pt x="308" y="66"/>
                      </a:lnTo>
                      <a:lnTo>
                        <a:pt x="326" y="66"/>
                      </a:lnTo>
                      <a:lnTo>
                        <a:pt x="326" y="0"/>
                      </a:lnTo>
                      <a:lnTo>
                        <a:pt x="377" y="0"/>
                      </a:lnTo>
                      <a:lnTo>
                        <a:pt x="377" y="66"/>
                      </a:lnTo>
                      <a:lnTo>
                        <a:pt x="467" y="66"/>
                      </a:lnTo>
                      <a:lnTo>
                        <a:pt x="467" y="83"/>
                      </a:lnTo>
                      <a:lnTo>
                        <a:pt x="446" y="83"/>
                      </a:lnTo>
                      <a:lnTo>
                        <a:pt x="446" y="393"/>
                      </a:lnTo>
                      <a:lnTo>
                        <a:pt x="21" y="393"/>
                      </a:lnTo>
                      <a:lnTo>
                        <a:pt x="21" y="83"/>
                      </a:lnTo>
                      <a:lnTo>
                        <a:pt x="0" y="83"/>
                      </a:lnTo>
                      <a:lnTo>
                        <a:pt x="0" y="66"/>
                      </a:lnTo>
                      <a:lnTo>
                        <a:pt x="258" y="66"/>
                      </a:lnTo>
                      <a:close/>
                    </a:path>
                  </a:pathLst>
                </a:custGeom>
                <a:solidFill>
                  <a:srgbClr val="95959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5" name="Rectangle 6"/>
                <p:cNvSpPr>
                  <a:spLocks noChangeArrowheads="1"/>
                </p:cNvSpPr>
                <p:nvPr/>
              </p:nvSpPr>
              <p:spPr bwMode="auto">
                <a:xfrm>
                  <a:off x="5517" y="3510"/>
                  <a:ext cx="160" cy="27"/>
                </a:xfrm>
                <a:prstGeom prst="rect">
                  <a:avLst/>
                </a:prstGeom>
                <a:solidFill>
                  <a:srgbClr val="95959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6" name="Rectangle 7"/>
                <p:cNvSpPr>
                  <a:spLocks noChangeArrowheads="1"/>
                </p:cNvSpPr>
                <p:nvPr/>
              </p:nvSpPr>
              <p:spPr bwMode="auto">
                <a:xfrm>
                  <a:off x="5156" y="3510"/>
                  <a:ext cx="459" cy="27"/>
                </a:xfrm>
                <a:prstGeom prst="rect">
                  <a:avLst/>
                </a:prstGeom>
                <a:solidFill>
                  <a:srgbClr val="95959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7" name="Freeform 8"/>
                <p:cNvSpPr>
                  <a:spLocks/>
                </p:cNvSpPr>
                <p:nvPr/>
              </p:nvSpPr>
              <p:spPr bwMode="auto">
                <a:xfrm>
                  <a:off x="5662" y="2918"/>
                  <a:ext cx="487" cy="577"/>
                </a:xfrm>
                <a:custGeom>
                  <a:avLst/>
                  <a:gdLst>
                    <a:gd name="T0" fmla="*/ 443 w 487"/>
                    <a:gd name="T1" fmla="*/ 0 h 577"/>
                    <a:gd name="T2" fmla="*/ 0 w 487"/>
                    <a:gd name="T3" fmla="*/ 0 h 577"/>
                    <a:gd name="T4" fmla="*/ 0 w 487"/>
                    <a:gd name="T5" fmla="*/ 217 h 577"/>
                    <a:gd name="T6" fmla="*/ 0 w 487"/>
                    <a:gd name="T7" fmla="*/ 577 h 577"/>
                    <a:gd name="T8" fmla="*/ 487 w 487"/>
                    <a:gd name="T9" fmla="*/ 577 h 577"/>
                    <a:gd name="T10" fmla="*/ 487 w 487"/>
                    <a:gd name="T11" fmla="*/ 0 h 577"/>
                    <a:gd name="T12" fmla="*/ 443 w 487"/>
                    <a:gd name="T13" fmla="*/ 0 h 577"/>
                    <a:gd name="T14" fmla="*/ 443 w 487"/>
                    <a:gd name="T15" fmla="*/ 0 h 57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7" h="577">
                      <a:moveTo>
                        <a:pt x="443" y="0"/>
                      </a:moveTo>
                      <a:lnTo>
                        <a:pt x="0" y="0"/>
                      </a:lnTo>
                      <a:lnTo>
                        <a:pt x="0" y="217"/>
                      </a:lnTo>
                      <a:lnTo>
                        <a:pt x="0" y="577"/>
                      </a:lnTo>
                      <a:lnTo>
                        <a:pt x="487" y="577"/>
                      </a:lnTo>
                      <a:lnTo>
                        <a:pt x="487" y="0"/>
                      </a:lnTo>
                      <a:lnTo>
                        <a:pt x="443" y="0"/>
                      </a:lnTo>
                      <a:lnTo>
                        <a:pt x="443" y="0"/>
                      </a:lnTo>
                      <a:close/>
                    </a:path>
                  </a:pathLst>
                </a:custGeom>
                <a:solidFill>
                  <a:srgbClr val="595A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8" name="Freeform 9"/>
                <p:cNvSpPr>
                  <a:spLocks/>
                </p:cNvSpPr>
                <p:nvPr/>
              </p:nvSpPr>
              <p:spPr bwMode="auto">
                <a:xfrm>
                  <a:off x="5662" y="2918"/>
                  <a:ext cx="443" cy="217"/>
                </a:xfrm>
                <a:custGeom>
                  <a:avLst/>
                  <a:gdLst>
                    <a:gd name="T0" fmla="*/ 0 w 443"/>
                    <a:gd name="T1" fmla="*/ 0 h 217"/>
                    <a:gd name="T2" fmla="*/ 0 w 443"/>
                    <a:gd name="T3" fmla="*/ 217 h 217"/>
                    <a:gd name="T4" fmla="*/ 443 w 443"/>
                    <a:gd name="T5" fmla="*/ 0 h 217"/>
                    <a:gd name="T6" fmla="*/ 0 w 443"/>
                    <a:gd name="T7" fmla="*/ 0 h 217"/>
                    <a:gd name="T8" fmla="*/ 0 w 443"/>
                    <a:gd name="T9" fmla="*/ 0 h 217"/>
                  </a:gdLst>
                  <a:ahLst/>
                  <a:cxnLst>
                    <a:cxn ang="0">
                      <a:pos x="T0" y="T1"/>
                    </a:cxn>
                    <a:cxn ang="0">
                      <a:pos x="T2" y="T3"/>
                    </a:cxn>
                    <a:cxn ang="0">
                      <a:pos x="T4" y="T5"/>
                    </a:cxn>
                    <a:cxn ang="0">
                      <a:pos x="T6" y="T7"/>
                    </a:cxn>
                    <a:cxn ang="0">
                      <a:pos x="T8" y="T9"/>
                    </a:cxn>
                  </a:cxnLst>
                  <a:rect l="0" t="0" r="r" b="b"/>
                  <a:pathLst>
                    <a:path w="443" h="217">
                      <a:moveTo>
                        <a:pt x="0" y="0"/>
                      </a:moveTo>
                      <a:lnTo>
                        <a:pt x="0" y="217"/>
                      </a:lnTo>
                      <a:lnTo>
                        <a:pt x="443" y="0"/>
                      </a:lnTo>
                      <a:lnTo>
                        <a:pt x="0" y="0"/>
                      </a:lnTo>
                      <a:lnTo>
                        <a:pt x="0" y="0"/>
                      </a:lnTo>
                      <a:close/>
                    </a:path>
                  </a:pathLst>
                </a:custGeom>
                <a:solidFill>
                  <a:srgbClr val="6E6F7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19" name="Freeform 10"/>
                <p:cNvSpPr>
                  <a:spLocks/>
                </p:cNvSpPr>
                <p:nvPr/>
              </p:nvSpPr>
              <p:spPr bwMode="auto">
                <a:xfrm>
                  <a:off x="5706" y="3276"/>
                  <a:ext cx="442" cy="219"/>
                </a:xfrm>
                <a:custGeom>
                  <a:avLst/>
                  <a:gdLst>
                    <a:gd name="T0" fmla="*/ 442 w 442"/>
                    <a:gd name="T1" fmla="*/ 219 h 219"/>
                    <a:gd name="T2" fmla="*/ 442 w 442"/>
                    <a:gd name="T3" fmla="*/ 0 h 219"/>
                    <a:gd name="T4" fmla="*/ 0 w 442"/>
                    <a:gd name="T5" fmla="*/ 219 h 219"/>
                    <a:gd name="T6" fmla="*/ 442 w 442"/>
                    <a:gd name="T7" fmla="*/ 219 h 219"/>
                    <a:gd name="T8" fmla="*/ 442 w 442"/>
                    <a:gd name="T9" fmla="*/ 219 h 219"/>
                  </a:gdLst>
                  <a:ahLst/>
                  <a:cxnLst>
                    <a:cxn ang="0">
                      <a:pos x="T0" y="T1"/>
                    </a:cxn>
                    <a:cxn ang="0">
                      <a:pos x="T2" y="T3"/>
                    </a:cxn>
                    <a:cxn ang="0">
                      <a:pos x="T4" y="T5"/>
                    </a:cxn>
                    <a:cxn ang="0">
                      <a:pos x="T6" y="T7"/>
                    </a:cxn>
                    <a:cxn ang="0">
                      <a:pos x="T8" y="T9"/>
                    </a:cxn>
                  </a:cxnLst>
                  <a:rect l="0" t="0" r="r" b="b"/>
                  <a:pathLst>
                    <a:path w="442" h="219">
                      <a:moveTo>
                        <a:pt x="442" y="219"/>
                      </a:moveTo>
                      <a:lnTo>
                        <a:pt x="442" y="0"/>
                      </a:lnTo>
                      <a:lnTo>
                        <a:pt x="0" y="219"/>
                      </a:lnTo>
                      <a:lnTo>
                        <a:pt x="442" y="219"/>
                      </a:lnTo>
                      <a:lnTo>
                        <a:pt x="442" y="219"/>
                      </a:lnTo>
                      <a:close/>
                    </a:path>
                  </a:pathLst>
                </a:custGeom>
                <a:solidFill>
                  <a:srgbClr val="4241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20" name="Freeform 11"/>
                <p:cNvSpPr>
                  <a:spLocks/>
                </p:cNvSpPr>
                <p:nvPr/>
              </p:nvSpPr>
              <p:spPr bwMode="auto">
                <a:xfrm>
                  <a:off x="5662" y="3495"/>
                  <a:ext cx="487" cy="44"/>
                </a:xfrm>
                <a:custGeom>
                  <a:avLst/>
                  <a:gdLst>
                    <a:gd name="T0" fmla="*/ 487 w 487"/>
                    <a:gd name="T1" fmla="*/ 44 h 44"/>
                    <a:gd name="T2" fmla="*/ 0 w 487"/>
                    <a:gd name="T3" fmla="*/ 44 h 44"/>
                    <a:gd name="T4" fmla="*/ 0 w 487"/>
                    <a:gd name="T5" fmla="*/ 0 h 44"/>
                    <a:gd name="T6" fmla="*/ 487 w 487"/>
                    <a:gd name="T7" fmla="*/ 0 h 44"/>
                    <a:gd name="T8" fmla="*/ 487 w 487"/>
                    <a:gd name="T9" fmla="*/ 44 h 44"/>
                    <a:gd name="T10" fmla="*/ 487 w 487"/>
                    <a:gd name="T11" fmla="*/ 44 h 44"/>
                  </a:gdLst>
                  <a:ahLst/>
                  <a:cxnLst>
                    <a:cxn ang="0">
                      <a:pos x="T0" y="T1"/>
                    </a:cxn>
                    <a:cxn ang="0">
                      <a:pos x="T2" y="T3"/>
                    </a:cxn>
                    <a:cxn ang="0">
                      <a:pos x="T4" y="T5"/>
                    </a:cxn>
                    <a:cxn ang="0">
                      <a:pos x="T6" y="T7"/>
                    </a:cxn>
                    <a:cxn ang="0">
                      <a:pos x="T8" y="T9"/>
                    </a:cxn>
                    <a:cxn ang="0">
                      <a:pos x="T10" y="T11"/>
                    </a:cxn>
                  </a:cxnLst>
                  <a:rect l="0" t="0" r="r" b="b"/>
                  <a:pathLst>
                    <a:path w="487" h="44">
                      <a:moveTo>
                        <a:pt x="487" y="44"/>
                      </a:moveTo>
                      <a:lnTo>
                        <a:pt x="0" y="44"/>
                      </a:lnTo>
                      <a:lnTo>
                        <a:pt x="0" y="0"/>
                      </a:lnTo>
                      <a:lnTo>
                        <a:pt x="487" y="0"/>
                      </a:lnTo>
                      <a:lnTo>
                        <a:pt x="487" y="44"/>
                      </a:lnTo>
                      <a:lnTo>
                        <a:pt x="487" y="44"/>
                      </a:lnTo>
                      <a:close/>
                    </a:path>
                  </a:pathLst>
                </a:custGeom>
                <a:solidFill>
                  <a:srgbClr val="4241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1" name="Rectangle 12"/>
                <p:cNvSpPr>
                  <a:spLocks noChangeArrowheads="1"/>
                </p:cNvSpPr>
                <p:nvPr/>
              </p:nvSpPr>
              <p:spPr bwMode="auto">
                <a:xfrm>
                  <a:off x="5640" y="2907"/>
                  <a:ext cx="533" cy="17"/>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2" name="Rectangle 13"/>
                <p:cNvSpPr>
                  <a:spLocks noChangeArrowheads="1"/>
                </p:cNvSpPr>
                <p:nvPr/>
              </p:nvSpPr>
              <p:spPr bwMode="auto">
                <a:xfrm>
                  <a:off x="5928" y="3411"/>
                  <a:ext cx="54" cy="108"/>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3" name="Rectangle 14"/>
                <p:cNvSpPr>
                  <a:spLocks noChangeArrowheads="1"/>
                </p:cNvSpPr>
                <p:nvPr/>
              </p:nvSpPr>
              <p:spPr bwMode="auto">
                <a:xfrm>
                  <a:off x="5831" y="3411"/>
                  <a:ext cx="56" cy="108"/>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4" name="Rectangle 15"/>
                <p:cNvSpPr>
                  <a:spLocks noChangeArrowheads="1"/>
                </p:cNvSpPr>
                <p:nvPr/>
              </p:nvSpPr>
              <p:spPr bwMode="auto">
                <a:xfrm>
                  <a:off x="5735" y="3056"/>
                  <a:ext cx="343" cy="55"/>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5" name="Rectangle 16"/>
                <p:cNvSpPr>
                  <a:spLocks noChangeArrowheads="1"/>
                </p:cNvSpPr>
                <p:nvPr/>
              </p:nvSpPr>
              <p:spPr bwMode="auto">
                <a:xfrm>
                  <a:off x="5735" y="3153"/>
                  <a:ext cx="343" cy="54"/>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6" name="Rectangle 17"/>
                <p:cNvSpPr>
                  <a:spLocks noChangeArrowheads="1"/>
                </p:cNvSpPr>
                <p:nvPr/>
              </p:nvSpPr>
              <p:spPr bwMode="auto">
                <a:xfrm>
                  <a:off x="5735" y="3249"/>
                  <a:ext cx="343" cy="55"/>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7" name="Rectangle 18"/>
                <p:cNvSpPr>
                  <a:spLocks noChangeArrowheads="1"/>
                </p:cNvSpPr>
                <p:nvPr/>
              </p:nvSpPr>
              <p:spPr bwMode="auto">
                <a:xfrm>
                  <a:off x="5735" y="3346"/>
                  <a:ext cx="343" cy="55"/>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8" name="Rectangle 19"/>
                <p:cNvSpPr>
                  <a:spLocks noChangeArrowheads="1"/>
                </p:cNvSpPr>
                <p:nvPr/>
              </p:nvSpPr>
              <p:spPr bwMode="auto">
                <a:xfrm>
                  <a:off x="5735" y="2959"/>
                  <a:ext cx="343" cy="55"/>
                </a:xfrm>
                <a:prstGeom prst="rect">
                  <a:avLst/>
                </a:prstGeom>
                <a:solidFill>
                  <a:srgbClr val="231F2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29" name="Freeform 20"/>
                <p:cNvSpPr>
                  <a:spLocks/>
                </p:cNvSpPr>
                <p:nvPr/>
              </p:nvSpPr>
              <p:spPr bwMode="auto">
                <a:xfrm>
                  <a:off x="5055" y="3502"/>
                  <a:ext cx="607" cy="35"/>
                </a:xfrm>
                <a:custGeom>
                  <a:avLst/>
                  <a:gdLst>
                    <a:gd name="T0" fmla="*/ 0 w 607"/>
                    <a:gd name="T1" fmla="*/ 0 h 35"/>
                    <a:gd name="T2" fmla="*/ 607 w 607"/>
                    <a:gd name="T3" fmla="*/ 0 h 35"/>
                    <a:gd name="T4" fmla="*/ 607 w 607"/>
                    <a:gd name="T5" fmla="*/ 35 h 35"/>
                    <a:gd name="T6" fmla="*/ 0 w 607"/>
                    <a:gd name="T7" fmla="*/ 35 h 35"/>
                    <a:gd name="T8" fmla="*/ 0 w 607"/>
                    <a:gd name="T9" fmla="*/ 0 h 35"/>
                    <a:gd name="T10" fmla="*/ 0 w 607"/>
                    <a:gd name="T11" fmla="*/ 0 h 35"/>
                  </a:gdLst>
                  <a:ahLst/>
                  <a:cxnLst>
                    <a:cxn ang="0">
                      <a:pos x="T0" y="T1"/>
                    </a:cxn>
                    <a:cxn ang="0">
                      <a:pos x="T2" y="T3"/>
                    </a:cxn>
                    <a:cxn ang="0">
                      <a:pos x="T4" y="T5"/>
                    </a:cxn>
                    <a:cxn ang="0">
                      <a:pos x="T6" y="T7"/>
                    </a:cxn>
                    <a:cxn ang="0">
                      <a:pos x="T8" y="T9"/>
                    </a:cxn>
                    <a:cxn ang="0">
                      <a:pos x="T10" y="T11"/>
                    </a:cxn>
                  </a:cxnLst>
                  <a:rect l="0" t="0" r="r" b="b"/>
                  <a:pathLst>
                    <a:path w="607" h="35">
                      <a:moveTo>
                        <a:pt x="0" y="0"/>
                      </a:moveTo>
                      <a:lnTo>
                        <a:pt x="607" y="0"/>
                      </a:lnTo>
                      <a:lnTo>
                        <a:pt x="607" y="35"/>
                      </a:lnTo>
                      <a:lnTo>
                        <a:pt x="0" y="35"/>
                      </a:lnTo>
                      <a:lnTo>
                        <a:pt x="0" y="0"/>
                      </a:lnTo>
                      <a:lnTo>
                        <a:pt x="0" y="0"/>
                      </a:lnTo>
                      <a:close/>
                    </a:path>
                  </a:pathLst>
                </a:cu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0" name="Freeform 21"/>
                <p:cNvSpPr>
                  <a:spLocks/>
                </p:cNvSpPr>
                <p:nvPr/>
              </p:nvSpPr>
              <p:spPr bwMode="auto">
                <a:xfrm>
                  <a:off x="5119" y="3379"/>
                  <a:ext cx="34" cy="123"/>
                </a:xfrm>
                <a:custGeom>
                  <a:avLst/>
                  <a:gdLst>
                    <a:gd name="T0" fmla="*/ 0 w 34"/>
                    <a:gd name="T1" fmla="*/ 0 h 123"/>
                    <a:gd name="T2" fmla="*/ 34 w 34"/>
                    <a:gd name="T3" fmla="*/ 0 h 123"/>
                    <a:gd name="T4" fmla="*/ 34 w 34"/>
                    <a:gd name="T5" fmla="*/ 123 h 123"/>
                    <a:gd name="T6" fmla="*/ 0 w 34"/>
                    <a:gd name="T7" fmla="*/ 123 h 123"/>
                    <a:gd name="T8" fmla="*/ 0 w 34"/>
                    <a:gd name="T9" fmla="*/ 0 h 123"/>
                    <a:gd name="T10" fmla="*/ 0 w 34"/>
                    <a:gd name="T11" fmla="*/ 0 h 123"/>
                  </a:gdLst>
                  <a:ahLst/>
                  <a:cxnLst>
                    <a:cxn ang="0">
                      <a:pos x="T0" y="T1"/>
                    </a:cxn>
                    <a:cxn ang="0">
                      <a:pos x="T2" y="T3"/>
                    </a:cxn>
                    <a:cxn ang="0">
                      <a:pos x="T4" y="T5"/>
                    </a:cxn>
                    <a:cxn ang="0">
                      <a:pos x="T6" y="T7"/>
                    </a:cxn>
                    <a:cxn ang="0">
                      <a:pos x="T8" y="T9"/>
                    </a:cxn>
                    <a:cxn ang="0">
                      <a:pos x="T10" y="T11"/>
                    </a:cxn>
                  </a:cxnLst>
                  <a:rect l="0" t="0" r="r" b="b"/>
                  <a:pathLst>
                    <a:path w="34" h="123">
                      <a:moveTo>
                        <a:pt x="0" y="0"/>
                      </a:moveTo>
                      <a:lnTo>
                        <a:pt x="34" y="0"/>
                      </a:lnTo>
                      <a:lnTo>
                        <a:pt x="34" y="123"/>
                      </a:lnTo>
                      <a:lnTo>
                        <a:pt x="0" y="123"/>
                      </a:lnTo>
                      <a:lnTo>
                        <a:pt x="0" y="0"/>
                      </a:lnTo>
                      <a:lnTo>
                        <a:pt x="0" y="0"/>
                      </a:lnTo>
                      <a:close/>
                    </a:path>
                  </a:pathLst>
                </a:custGeom>
                <a:solidFill>
                  <a:srgbClr val="CCA6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1" name="Oval 22"/>
                <p:cNvSpPr>
                  <a:spLocks noChangeArrowheads="1"/>
                </p:cNvSpPr>
                <p:nvPr/>
              </p:nvSpPr>
              <p:spPr bwMode="auto">
                <a:xfrm>
                  <a:off x="5055" y="3266"/>
                  <a:ext cx="156" cy="157"/>
                </a:xfrm>
                <a:prstGeom prst="ellipse">
                  <a:avLst/>
                </a:pr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2" name="Oval 23"/>
                <p:cNvSpPr>
                  <a:spLocks noChangeArrowheads="1"/>
                </p:cNvSpPr>
                <p:nvPr/>
              </p:nvSpPr>
              <p:spPr bwMode="auto">
                <a:xfrm>
                  <a:off x="5074" y="3185"/>
                  <a:ext cx="116" cy="116"/>
                </a:xfrm>
                <a:prstGeom prst="ellipse">
                  <a:avLst/>
                </a:pr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3" name="Freeform 24"/>
                <p:cNvSpPr>
                  <a:spLocks/>
                </p:cNvSpPr>
                <p:nvPr/>
              </p:nvSpPr>
              <p:spPr bwMode="auto">
                <a:xfrm>
                  <a:off x="5328" y="3379"/>
                  <a:ext cx="33" cy="123"/>
                </a:xfrm>
                <a:custGeom>
                  <a:avLst/>
                  <a:gdLst>
                    <a:gd name="T0" fmla="*/ 0 w 33"/>
                    <a:gd name="T1" fmla="*/ 0 h 123"/>
                    <a:gd name="T2" fmla="*/ 33 w 33"/>
                    <a:gd name="T3" fmla="*/ 0 h 123"/>
                    <a:gd name="T4" fmla="*/ 33 w 33"/>
                    <a:gd name="T5" fmla="*/ 123 h 123"/>
                    <a:gd name="T6" fmla="*/ 0 w 33"/>
                    <a:gd name="T7" fmla="*/ 123 h 123"/>
                    <a:gd name="T8" fmla="*/ 0 w 33"/>
                    <a:gd name="T9" fmla="*/ 0 h 123"/>
                    <a:gd name="T10" fmla="*/ 0 w 33"/>
                    <a:gd name="T11" fmla="*/ 0 h 123"/>
                  </a:gdLst>
                  <a:ahLst/>
                  <a:cxnLst>
                    <a:cxn ang="0">
                      <a:pos x="T0" y="T1"/>
                    </a:cxn>
                    <a:cxn ang="0">
                      <a:pos x="T2" y="T3"/>
                    </a:cxn>
                    <a:cxn ang="0">
                      <a:pos x="T4" y="T5"/>
                    </a:cxn>
                    <a:cxn ang="0">
                      <a:pos x="T6" y="T7"/>
                    </a:cxn>
                    <a:cxn ang="0">
                      <a:pos x="T8" y="T9"/>
                    </a:cxn>
                    <a:cxn ang="0">
                      <a:pos x="T10" y="T11"/>
                    </a:cxn>
                  </a:cxnLst>
                  <a:rect l="0" t="0" r="r" b="b"/>
                  <a:pathLst>
                    <a:path w="33" h="123">
                      <a:moveTo>
                        <a:pt x="0" y="0"/>
                      </a:moveTo>
                      <a:lnTo>
                        <a:pt x="33" y="0"/>
                      </a:lnTo>
                      <a:lnTo>
                        <a:pt x="33" y="123"/>
                      </a:lnTo>
                      <a:lnTo>
                        <a:pt x="0" y="123"/>
                      </a:lnTo>
                      <a:lnTo>
                        <a:pt x="0" y="0"/>
                      </a:lnTo>
                      <a:lnTo>
                        <a:pt x="0" y="0"/>
                      </a:lnTo>
                      <a:close/>
                    </a:path>
                  </a:pathLst>
                </a:custGeom>
                <a:solidFill>
                  <a:srgbClr val="CCA6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4" name="Oval 25"/>
                <p:cNvSpPr>
                  <a:spLocks noChangeArrowheads="1"/>
                </p:cNvSpPr>
                <p:nvPr/>
              </p:nvSpPr>
              <p:spPr bwMode="auto">
                <a:xfrm>
                  <a:off x="5264" y="3267"/>
                  <a:ext cx="162" cy="163"/>
                </a:xfrm>
                <a:prstGeom prst="ellipse">
                  <a:avLst/>
                </a:pr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5" name="Oval 26"/>
                <p:cNvSpPr>
                  <a:spLocks noChangeArrowheads="1"/>
                </p:cNvSpPr>
                <p:nvPr/>
              </p:nvSpPr>
              <p:spPr bwMode="auto">
                <a:xfrm>
                  <a:off x="5287" y="3185"/>
                  <a:ext cx="116" cy="116"/>
                </a:xfrm>
                <a:prstGeom prst="ellipse">
                  <a:avLst/>
                </a:pr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6" name="Freeform 27"/>
                <p:cNvSpPr>
                  <a:spLocks/>
                </p:cNvSpPr>
                <p:nvPr/>
              </p:nvSpPr>
              <p:spPr bwMode="auto">
                <a:xfrm>
                  <a:off x="6148" y="3502"/>
                  <a:ext cx="99" cy="35"/>
                </a:xfrm>
                <a:custGeom>
                  <a:avLst/>
                  <a:gdLst>
                    <a:gd name="T0" fmla="*/ 0 w 99"/>
                    <a:gd name="T1" fmla="*/ 0 h 35"/>
                    <a:gd name="T2" fmla="*/ 99 w 99"/>
                    <a:gd name="T3" fmla="*/ 0 h 35"/>
                    <a:gd name="T4" fmla="*/ 99 w 99"/>
                    <a:gd name="T5" fmla="*/ 35 h 35"/>
                    <a:gd name="T6" fmla="*/ 0 w 99"/>
                    <a:gd name="T7" fmla="*/ 35 h 35"/>
                    <a:gd name="T8" fmla="*/ 0 w 99"/>
                    <a:gd name="T9" fmla="*/ 0 h 35"/>
                    <a:gd name="T10" fmla="*/ 0 w 99"/>
                    <a:gd name="T11" fmla="*/ 0 h 35"/>
                  </a:gdLst>
                  <a:ahLst/>
                  <a:cxnLst>
                    <a:cxn ang="0">
                      <a:pos x="T0" y="T1"/>
                    </a:cxn>
                    <a:cxn ang="0">
                      <a:pos x="T2" y="T3"/>
                    </a:cxn>
                    <a:cxn ang="0">
                      <a:pos x="T4" y="T5"/>
                    </a:cxn>
                    <a:cxn ang="0">
                      <a:pos x="T6" y="T7"/>
                    </a:cxn>
                    <a:cxn ang="0">
                      <a:pos x="T8" y="T9"/>
                    </a:cxn>
                    <a:cxn ang="0">
                      <a:pos x="T10" y="T11"/>
                    </a:cxn>
                  </a:cxnLst>
                  <a:rect l="0" t="0" r="r" b="b"/>
                  <a:pathLst>
                    <a:path w="99" h="35">
                      <a:moveTo>
                        <a:pt x="0" y="0"/>
                      </a:moveTo>
                      <a:lnTo>
                        <a:pt x="99" y="0"/>
                      </a:lnTo>
                      <a:lnTo>
                        <a:pt x="99" y="35"/>
                      </a:lnTo>
                      <a:lnTo>
                        <a:pt x="0" y="35"/>
                      </a:lnTo>
                      <a:lnTo>
                        <a:pt x="0" y="0"/>
                      </a:lnTo>
                      <a:lnTo>
                        <a:pt x="0" y="0"/>
                      </a:lnTo>
                      <a:close/>
                    </a:path>
                  </a:pathLst>
                </a:custGeom>
                <a:solidFill>
                  <a:srgbClr val="24837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7" name="Freeform 28"/>
                <p:cNvSpPr>
                  <a:spLocks/>
                </p:cNvSpPr>
                <p:nvPr/>
              </p:nvSpPr>
              <p:spPr bwMode="auto">
                <a:xfrm>
                  <a:off x="5052" y="1115"/>
                  <a:ext cx="1254" cy="875"/>
                </a:xfrm>
                <a:custGeom>
                  <a:avLst/>
                  <a:gdLst>
                    <a:gd name="T0" fmla="*/ 681 w 832"/>
                    <a:gd name="T1" fmla="*/ 232 h 581"/>
                    <a:gd name="T2" fmla="*/ 681 w 832"/>
                    <a:gd name="T3" fmla="*/ 220 h 581"/>
                    <a:gd name="T4" fmla="*/ 559 w 832"/>
                    <a:gd name="T5" fmla="*/ 0 h 581"/>
                    <a:gd name="T6" fmla="*/ 0 w 832"/>
                    <a:gd name="T7" fmla="*/ 559 h 581"/>
                    <a:gd name="T8" fmla="*/ 69 w 832"/>
                    <a:gd name="T9" fmla="*/ 581 h 581"/>
                    <a:gd name="T10" fmla="*/ 92 w 832"/>
                    <a:gd name="T11" fmla="*/ 581 h 581"/>
                    <a:gd name="T12" fmla="*/ 113 w 832"/>
                    <a:gd name="T13" fmla="*/ 581 h 581"/>
                    <a:gd name="T14" fmla="*/ 538 w 832"/>
                    <a:gd name="T15" fmla="*/ 581 h 581"/>
                    <a:gd name="T16" fmla="*/ 547 w 832"/>
                    <a:gd name="T17" fmla="*/ 581 h 581"/>
                    <a:gd name="T18" fmla="*/ 557 w 832"/>
                    <a:gd name="T19" fmla="*/ 581 h 581"/>
                    <a:gd name="T20" fmla="*/ 589 w 832"/>
                    <a:gd name="T21" fmla="*/ 581 h 581"/>
                    <a:gd name="T22" fmla="*/ 656 w 832"/>
                    <a:gd name="T23" fmla="*/ 581 h 581"/>
                    <a:gd name="T24" fmla="*/ 832 w 832"/>
                    <a:gd name="T25" fmla="*/ 405 h 581"/>
                    <a:gd name="T26" fmla="*/ 681 w 832"/>
                    <a:gd name="T27" fmla="*/ 232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2" h="581">
                      <a:moveTo>
                        <a:pt x="681" y="232"/>
                      </a:moveTo>
                      <a:cubicBezTo>
                        <a:pt x="681" y="228"/>
                        <a:pt x="681" y="223"/>
                        <a:pt x="681" y="220"/>
                      </a:cubicBezTo>
                      <a:cubicBezTo>
                        <a:pt x="681" y="127"/>
                        <a:pt x="632" y="46"/>
                        <a:pt x="559" y="0"/>
                      </a:cubicBezTo>
                      <a:cubicBezTo>
                        <a:pt x="0" y="559"/>
                        <a:pt x="0" y="559"/>
                        <a:pt x="0" y="559"/>
                      </a:cubicBezTo>
                      <a:cubicBezTo>
                        <a:pt x="21" y="570"/>
                        <a:pt x="44" y="578"/>
                        <a:pt x="69" y="581"/>
                      </a:cubicBezTo>
                      <a:cubicBezTo>
                        <a:pt x="76" y="581"/>
                        <a:pt x="85" y="581"/>
                        <a:pt x="92" y="581"/>
                      </a:cubicBezTo>
                      <a:cubicBezTo>
                        <a:pt x="99" y="581"/>
                        <a:pt x="106" y="581"/>
                        <a:pt x="113" y="581"/>
                      </a:cubicBezTo>
                      <a:cubicBezTo>
                        <a:pt x="208" y="581"/>
                        <a:pt x="432" y="581"/>
                        <a:pt x="538" y="581"/>
                      </a:cubicBezTo>
                      <a:cubicBezTo>
                        <a:pt x="542" y="581"/>
                        <a:pt x="544" y="581"/>
                        <a:pt x="547" y="581"/>
                      </a:cubicBezTo>
                      <a:cubicBezTo>
                        <a:pt x="557" y="581"/>
                        <a:pt x="557" y="581"/>
                        <a:pt x="557" y="581"/>
                      </a:cubicBezTo>
                      <a:cubicBezTo>
                        <a:pt x="563" y="581"/>
                        <a:pt x="578" y="581"/>
                        <a:pt x="589" y="581"/>
                      </a:cubicBezTo>
                      <a:cubicBezTo>
                        <a:pt x="656" y="581"/>
                        <a:pt x="656" y="581"/>
                        <a:pt x="656" y="581"/>
                      </a:cubicBezTo>
                      <a:cubicBezTo>
                        <a:pt x="754" y="579"/>
                        <a:pt x="832" y="501"/>
                        <a:pt x="832" y="405"/>
                      </a:cubicBezTo>
                      <a:cubicBezTo>
                        <a:pt x="832" y="317"/>
                        <a:pt x="766" y="244"/>
                        <a:pt x="681" y="232"/>
                      </a:cubicBezTo>
                      <a:close/>
                    </a:path>
                  </a:pathLst>
                </a:custGeom>
                <a:solidFill>
                  <a:srgbClr val="2173B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8" name="Freeform 29"/>
                <p:cNvSpPr>
                  <a:spLocks/>
                </p:cNvSpPr>
                <p:nvPr/>
              </p:nvSpPr>
              <p:spPr bwMode="auto">
                <a:xfrm>
                  <a:off x="4881" y="1055"/>
                  <a:ext cx="1013" cy="902"/>
                </a:xfrm>
                <a:custGeom>
                  <a:avLst/>
                  <a:gdLst>
                    <a:gd name="T0" fmla="*/ 533 w 672"/>
                    <a:gd name="T1" fmla="*/ 0 h 599"/>
                    <a:gd name="T2" fmla="*/ 316 w 672"/>
                    <a:gd name="T3" fmla="*/ 116 h 599"/>
                    <a:gd name="T4" fmla="*/ 245 w 672"/>
                    <a:gd name="T5" fmla="*/ 97 h 599"/>
                    <a:gd name="T6" fmla="*/ 161 w 672"/>
                    <a:gd name="T7" fmla="*/ 122 h 599"/>
                    <a:gd name="T8" fmla="*/ 94 w 672"/>
                    <a:gd name="T9" fmla="*/ 244 h 599"/>
                    <a:gd name="T10" fmla="*/ 0 w 672"/>
                    <a:gd name="T11" fmla="*/ 416 h 599"/>
                    <a:gd name="T12" fmla="*/ 113 w 672"/>
                    <a:gd name="T13" fmla="*/ 599 h 599"/>
                    <a:gd name="T14" fmla="*/ 672 w 672"/>
                    <a:gd name="T15" fmla="*/ 40 h 599"/>
                    <a:gd name="T16" fmla="*/ 533 w 672"/>
                    <a:gd name="T1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2" h="599">
                      <a:moveTo>
                        <a:pt x="533" y="0"/>
                      </a:moveTo>
                      <a:cubicBezTo>
                        <a:pt x="443" y="0"/>
                        <a:pt x="363" y="46"/>
                        <a:pt x="316" y="116"/>
                      </a:cubicBezTo>
                      <a:cubicBezTo>
                        <a:pt x="295" y="104"/>
                        <a:pt x="271" y="97"/>
                        <a:pt x="245" y="97"/>
                      </a:cubicBezTo>
                      <a:cubicBezTo>
                        <a:pt x="214" y="97"/>
                        <a:pt x="185" y="106"/>
                        <a:pt x="161" y="122"/>
                      </a:cubicBezTo>
                      <a:cubicBezTo>
                        <a:pt x="121" y="148"/>
                        <a:pt x="95" y="193"/>
                        <a:pt x="94" y="244"/>
                      </a:cubicBezTo>
                      <a:cubicBezTo>
                        <a:pt x="38" y="281"/>
                        <a:pt x="0" y="345"/>
                        <a:pt x="0" y="416"/>
                      </a:cubicBezTo>
                      <a:cubicBezTo>
                        <a:pt x="0" y="496"/>
                        <a:pt x="46" y="565"/>
                        <a:pt x="113" y="599"/>
                      </a:cubicBezTo>
                      <a:cubicBezTo>
                        <a:pt x="672" y="40"/>
                        <a:pt x="672" y="40"/>
                        <a:pt x="672" y="40"/>
                      </a:cubicBezTo>
                      <a:cubicBezTo>
                        <a:pt x="632" y="14"/>
                        <a:pt x="584" y="0"/>
                        <a:pt x="533" y="0"/>
                      </a:cubicBezTo>
                      <a:close/>
                    </a:path>
                  </a:pathLst>
                </a:custGeom>
                <a:solidFill>
                  <a:srgbClr val="0F81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39" name="Freeform 30"/>
                <p:cNvSpPr>
                  <a:spLocks/>
                </p:cNvSpPr>
                <p:nvPr/>
              </p:nvSpPr>
              <p:spPr bwMode="auto">
                <a:xfrm>
                  <a:off x="5002" y="1067"/>
                  <a:ext cx="647" cy="500"/>
                </a:xfrm>
                <a:custGeom>
                  <a:avLst/>
                  <a:gdLst>
                    <a:gd name="T0" fmla="*/ 41 w 429"/>
                    <a:gd name="T1" fmla="*/ 148 h 332"/>
                    <a:gd name="T2" fmla="*/ 254 w 429"/>
                    <a:gd name="T3" fmla="*/ 119 h 332"/>
                    <a:gd name="T4" fmla="*/ 308 w 429"/>
                    <a:gd name="T5" fmla="*/ 218 h 332"/>
                    <a:gd name="T6" fmla="*/ 308 w 429"/>
                    <a:gd name="T7" fmla="*/ 218 h 332"/>
                    <a:gd name="T8" fmla="*/ 241 w 429"/>
                    <a:gd name="T9" fmla="*/ 226 h 332"/>
                    <a:gd name="T10" fmla="*/ 348 w 429"/>
                    <a:gd name="T11" fmla="*/ 332 h 332"/>
                    <a:gd name="T12" fmla="*/ 429 w 429"/>
                    <a:gd name="T13" fmla="*/ 204 h 332"/>
                    <a:gd name="T14" fmla="*/ 370 w 429"/>
                    <a:gd name="T15" fmla="*/ 211 h 332"/>
                    <a:gd name="T16" fmla="*/ 370 w 429"/>
                    <a:gd name="T17" fmla="*/ 211 h 332"/>
                    <a:gd name="T18" fmla="*/ 293 w 429"/>
                    <a:gd name="T19" fmla="*/ 72 h 332"/>
                    <a:gd name="T20" fmla="*/ 0 w 429"/>
                    <a:gd name="T21" fmla="*/ 101 h 332"/>
                    <a:gd name="T22" fmla="*/ 41 w 429"/>
                    <a:gd name="T23" fmla="*/ 148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9" h="332">
                      <a:moveTo>
                        <a:pt x="41" y="148"/>
                      </a:moveTo>
                      <a:cubicBezTo>
                        <a:pt x="91" y="79"/>
                        <a:pt x="188" y="66"/>
                        <a:pt x="254" y="119"/>
                      </a:cubicBezTo>
                      <a:cubicBezTo>
                        <a:pt x="285" y="145"/>
                        <a:pt x="304" y="180"/>
                        <a:pt x="308" y="218"/>
                      </a:cubicBezTo>
                      <a:cubicBezTo>
                        <a:pt x="308" y="218"/>
                        <a:pt x="308" y="218"/>
                        <a:pt x="308" y="218"/>
                      </a:cubicBezTo>
                      <a:cubicBezTo>
                        <a:pt x="241" y="226"/>
                        <a:pt x="241" y="226"/>
                        <a:pt x="241" y="226"/>
                      </a:cubicBezTo>
                      <a:cubicBezTo>
                        <a:pt x="348" y="332"/>
                        <a:pt x="348" y="332"/>
                        <a:pt x="348" y="332"/>
                      </a:cubicBezTo>
                      <a:cubicBezTo>
                        <a:pt x="429" y="204"/>
                        <a:pt x="429" y="204"/>
                        <a:pt x="429" y="204"/>
                      </a:cubicBezTo>
                      <a:cubicBezTo>
                        <a:pt x="370" y="211"/>
                        <a:pt x="370" y="211"/>
                        <a:pt x="370" y="211"/>
                      </a:cubicBezTo>
                      <a:cubicBezTo>
                        <a:pt x="370" y="211"/>
                        <a:pt x="370" y="211"/>
                        <a:pt x="370" y="211"/>
                      </a:cubicBezTo>
                      <a:cubicBezTo>
                        <a:pt x="364" y="158"/>
                        <a:pt x="338" y="107"/>
                        <a:pt x="293" y="72"/>
                      </a:cubicBezTo>
                      <a:cubicBezTo>
                        <a:pt x="204" y="0"/>
                        <a:pt x="73" y="13"/>
                        <a:pt x="0" y="101"/>
                      </a:cubicBezTo>
                      <a:lnTo>
                        <a:pt x="41" y="14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0" name="Freeform 31"/>
                <p:cNvSpPr>
                  <a:spLocks/>
                </p:cNvSpPr>
                <p:nvPr/>
              </p:nvSpPr>
              <p:spPr bwMode="auto">
                <a:xfrm>
                  <a:off x="4715" y="676"/>
                  <a:ext cx="917" cy="713"/>
                </a:xfrm>
                <a:custGeom>
                  <a:avLst/>
                  <a:gdLst>
                    <a:gd name="T0" fmla="*/ 86 w 608"/>
                    <a:gd name="T1" fmla="*/ 460 h 473"/>
                    <a:gd name="T2" fmla="*/ 121 w 608"/>
                    <a:gd name="T3" fmla="*/ 473 h 473"/>
                    <a:gd name="T4" fmla="*/ 138 w 608"/>
                    <a:gd name="T5" fmla="*/ 457 h 473"/>
                    <a:gd name="T6" fmla="*/ 232 w 608"/>
                    <a:gd name="T7" fmla="*/ 315 h 473"/>
                    <a:gd name="T8" fmla="*/ 355 w 608"/>
                    <a:gd name="T9" fmla="*/ 278 h 473"/>
                    <a:gd name="T10" fmla="*/ 404 w 608"/>
                    <a:gd name="T11" fmla="*/ 283 h 473"/>
                    <a:gd name="T12" fmla="*/ 608 w 608"/>
                    <a:gd name="T13" fmla="*/ 182 h 473"/>
                    <a:gd name="T14" fmla="*/ 515 w 608"/>
                    <a:gd name="T15" fmla="*/ 31 h 473"/>
                    <a:gd name="T16" fmla="*/ 409 w 608"/>
                    <a:gd name="T17" fmla="*/ 0 h 473"/>
                    <a:gd name="T18" fmla="*/ 242 w 608"/>
                    <a:gd name="T19" fmla="*/ 89 h 473"/>
                    <a:gd name="T20" fmla="*/ 188 w 608"/>
                    <a:gd name="T21" fmla="*/ 74 h 473"/>
                    <a:gd name="T22" fmla="*/ 123 w 608"/>
                    <a:gd name="T23" fmla="*/ 94 h 473"/>
                    <a:gd name="T24" fmla="*/ 72 w 608"/>
                    <a:gd name="T25" fmla="*/ 188 h 473"/>
                    <a:gd name="T26" fmla="*/ 0 w 608"/>
                    <a:gd name="T27" fmla="*/ 319 h 473"/>
                    <a:gd name="T28" fmla="*/ 86 w 608"/>
                    <a:gd name="T29" fmla="*/ 460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08" h="473">
                      <a:moveTo>
                        <a:pt x="86" y="460"/>
                      </a:moveTo>
                      <a:cubicBezTo>
                        <a:pt x="97" y="466"/>
                        <a:pt x="109" y="470"/>
                        <a:pt x="121" y="473"/>
                      </a:cubicBezTo>
                      <a:cubicBezTo>
                        <a:pt x="126" y="468"/>
                        <a:pt x="132" y="462"/>
                        <a:pt x="138" y="457"/>
                      </a:cubicBezTo>
                      <a:cubicBezTo>
                        <a:pt x="148" y="400"/>
                        <a:pt x="182" y="348"/>
                        <a:pt x="232" y="315"/>
                      </a:cubicBezTo>
                      <a:cubicBezTo>
                        <a:pt x="268" y="290"/>
                        <a:pt x="311" y="278"/>
                        <a:pt x="355" y="278"/>
                      </a:cubicBezTo>
                      <a:cubicBezTo>
                        <a:pt x="371" y="278"/>
                        <a:pt x="388" y="279"/>
                        <a:pt x="404" y="283"/>
                      </a:cubicBezTo>
                      <a:cubicBezTo>
                        <a:pt x="458" y="227"/>
                        <a:pt x="530" y="191"/>
                        <a:pt x="608" y="182"/>
                      </a:cubicBezTo>
                      <a:cubicBezTo>
                        <a:pt x="602" y="118"/>
                        <a:pt x="567" y="63"/>
                        <a:pt x="515" y="31"/>
                      </a:cubicBezTo>
                      <a:cubicBezTo>
                        <a:pt x="484" y="11"/>
                        <a:pt x="448" y="0"/>
                        <a:pt x="409" y="0"/>
                      </a:cubicBezTo>
                      <a:cubicBezTo>
                        <a:pt x="339" y="0"/>
                        <a:pt x="278" y="36"/>
                        <a:pt x="242" y="89"/>
                      </a:cubicBezTo>
                      <a:cubicBezTo>
                        <a:pt x="226" y="80"/>
                        <a:pt x="208" y="74"/>
                        <a:pt x="188" y="74"/>
                      </a:cubicBezTo>
                      <a:cubicBezTo>
                        <a:pt x="164" y="74"/>
                        <a:pt x="141" y="82"/>
                        <a:pt x="123" y="94"/>
                      </a:cubicBezTo>
                      <a:cubicBezTo>
                        <a:pt x="93" y="114"/>
                        <a:pt x="73" y="149"/>
                        <a:pt x="72" y="188"/>
                      </a:cubicBezTo>
                      <a:cubicBezTo>
                        <a:pt x="29" y="216"/>
                        <a:pt x="0" y="265"/>
                        <a:pt x="0" y="319"/>
                      </a:cubicBezTo>
                      <a:cubicBezTo>
                        <a:pt x="0" y="381"/>
                        <a:pt x="35" y="434"/>
                        <a:pt x="86" y="460"/>
                      </a:cubicBezTo>
                      <a:close/>
                    </a:path>
                  </a:pathLst>
                </a:custGeom>
                <a:solidFill>
                  <a:srgbClr val="FFB01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41" name="Freeform 35"/>
                <p:cNvSpPr>
                  <a:spLocks/>
                </p:cNvSpPr>
                <p:nvPr/>
              </p:nvSpPr>
              <p:spPr bwMode="auto">
                <a:xfrm>
                  <a:off x="5343" y="2445"/>
                  <a:ext cx="256" cy="435"/>
                </a:xfrm>
                <a:custGeom>
                  <a:avLst/>
                  <a:gdLst>
                    <a:gd name="T0" fmla="*/ 170 w 170"/>
                    <a:gd name="T1" fmla="*/ 98 h 289"/>
                    <a:gd name="T2" fmla="*/ 169 w 170"/>
                    <a:gd name="T3" fmla="*/ 289 h 289"/>
                    <a:gd name="T4" fmla="*/ 0 w 170"/>
                    <a:gd name="T5" fmla="*/ 192 h 289"/>
                    <a:gd name="T6" fmla="*/ 1 w 170"/>
                    <a:gd name="T7" fmla="*/ 0 h 289"/>
                    <a:gd name="T8" fmla="*/ 170 w 170"/>
                    <a:gd name="T9" fmla="*/ 98 h 289"/>
                    <a:gd name="T10" fmla="*/ 170 w 170"/>
                    <a:gd name="T11" fmla="*/ 98 h 289"/>
                  </a:gdLst>
                  <a:ahLst/>
                  <a:cxnLst>
                    <a:cxn ang="0">
                      <a:pos x="T0" y="T1"/>
                    </a:cxn>
                    <a:cxn ang="0">
                      <a:pos x="T2" y="T3"/>
                    </a:cxn>
                    <a:cxn ang="0">
                      <a:pos x="T4" y="T5"/>
                    </a:cxn>
                    <a:cxn ang="0">
                      <a:pos x="T6" y="T7"/>
                    </a:cxn>
                    <a:cxn ang="0">
                      <a:pos x="T8" y="T9"/>
                    </a:cxn>
                    <a:cxn ang="0">
                      <a:pos x="T10" y="T11"/>
                    </a:cxn>
                  </a:cxnLst>
                  <a:rect l="0" t="0" r="r" b="b"/>
                  <a:pathLst>
                    <a:path w="170" h="289">
                      <a:moveTo>
                        <a:pt x="170" y="98"/>
                      </a:moveTo>
                      <a:cubicBezTo>
                        <a:pt x="169" y="162"/>
                        <a:pt x="169" y="225"/>
                        <a:pt x="169" y="289"/>
                      </a:cubicBezTo>
                      <a:cubicBezTo>
                        <a:pt x="0" y="192"/>
                        <a:pt x="0" y="192"/>
                        <a:pt x="0" y="192"/>
                      </a:cubicBezTo>
                      <a:cubicBezTo>
                        <a:pt x="0" y="128"/>
                        <a:pt x="1" y="64"/>
                        <a:pt x="1" y="0"/>
                      </a:cubicBezTo>
                      <a:cubicBezTo>
                        <a:pt x="170" y="98"/>
                        <a:pt x="170" y="98"/>
                        <a:pt x="170" y="98"/>
                      </a:cubicBezTo>
                      <a:cubicBezTo>
                        <a:pt x="170" y="98"/>
                        <a:pt x="170" y="98"/>
                        <a:pt x="170" y="98"/>
                      </a:cubicBezTo>
                      <a:close/>
                    </a:path>
                  </a:pathLst>
                </a:custGeom>
                <a:solidFill>
                  <a:srgbClr val="90C23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42" name="Freeform 36"/>
                <p:cNvSpPr>
                  <a:spLocks/>
                </p:cNvSpPr>
                <p:nvPr/>
              </p:nvSpPr>
              <p:spPr bwMode="auto">
                <a:xfrm>
                  <a:off x="5597" y="2445"/>
                  <a:ext cx="255" cy="434"/>
                </a:xfrm>
                <a:custGeom>
                  <a:avLst/>
                  <a:gdLst>
                    <a:gd name="T0" fmla="*/ 0 w 169"/>
                    <a:gd name="T1" fmla="*/ 97 h 288"/>
                    <a:gd name="T2" fmla="*/ 0 w 169"/>
                    <a:gd name="T3" fmla="*/ 288 h 288"/>
                    <a:gd name="T4" fmla="*/ 169 w 169"/>
                    <a:gd name="T5" fmla="*/ 192 h 288"/>
                    <a:gd name="T6" fmla="*/ 169 w 169"/>
                    <a:gd name="T7" fmla="*/ 0 h 288"/>
                    <a:gd name="T8" fmla="*/ 0 w 169"/>
                    <a:gd name="T9" fmla="*/ 97 h 288"/>
                    <a:gd name="T10" fmla="*/ 0 w 169"/>
                    <a:gd name="T11" fmla="*/ 97 h 288"/>
                  </a:gdLst>
                  <a:ahLst/>
                  <a:cxnLst>
                    <a:cxn ang="0">
                      <a:pos x="T0" y="T1"/>
                    </a:cxn>
                    <a:cxn ang="0">
                      <a:pos x="T2" y="T3"/>
                    </a:cxn>
                    <a:cxn ang="0">
                      <a:pos x="T4" y="T5"/>
                    </a:cxn>
                    <a:cxn ang="0">
                      <a:pos x="T6" y="T7"/>
                    </a:cxn>
                    <a:cxn ang="0">
                      <a:pos x="T8" y="T9"/>
                    </a:cxn>
                    <a:cxn ang="0">
                      <a:pos x="T10" y="T11"/>
                    </a:cxn>
                  </a:cxnLst>
                  <a:rect l="0" t="0" r="r" b="b"/>
                  <a:pathLst>
                    <a:path w="169" h="288">
                      <a:moveTo>
                        <a:pt x="0" y="97"/>
                      </a:moveTo>
                      <a:cubicBezTo>
                        <a:pt x="0" y="161"/>
                        <a:pt x="0" y="224"/>
                        <a:pt x="0" y="288"/>
                      </a:cubicBezTo>
                      <a:cubicBezTo>
                        <a:pt x="169" y="192"/>
                        <a:pt x="169" y="192"/>
                        <a:pt x="169" y="192"/>
                      </a:cubicBezTo>
                      <a:cubicBezTo>
                        <a:pt x="169" y="0"/>
                        <a:pt x="169" y="0"/>
                        <a:pt x="169" y="0"/>
                      </a:cubicBezTo>
                      <a:cubicBezTo>
                        <a:pt x="0" y="97"/>
                        <a:pt x="0" y="97"/>
                        <a:pt x="0" y="97"/>
                      </a:cubicBezTo>
                      <a:cubicBezTo>
                        <a:pt x="0" y="97"/>
                        <a:pt x="0" y="97"/>
                        <a:pt x="0" y="97"/>
                      </a:cubicBezTo>
                      <a:close/>
                    </a:path>
                  </a:pathLst>
                </a:custGeom>
                <a:solidFill>
                  <a:srgbClr val="0069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dirty="0">
                    <a:latin typeface="+mj-lt"/>
                  </a:endParaRPr>
                </a:p>
              </p:txBody>
            </p:sp>
            <p:sp>
              <p:nvSpPr>
                <p:cNvPr id="43" name="Freeform 37"/>
                <p:cNvSpPr>
                  <a:spLocks/>
                </p:cNvSpPr>
                <p:nvPr/>
              </p:nvSpPr>
              <p:spPr bwMode="auto">
                <a:xfrm>
                  <a:off x="5344" y="2300"/>
                  <a:ext cx="508" cy="293"/>
                </a:xfrm>
                <a:custGeom>
                  <a:avLst/>
                  <a:gdLst>
                    <a:gd name="T0" fmla="*/ 253 w 508"/>
                    <a:gd name="T1" fmla="*/ 293 h 293"/>
                    <a:gd name="T2" fmla="*/ 0 w 508"/>
                    <a:gd name="T3" fmla="*/ 146 h 293"/>
                    <a:gd name="T4" fmla="*/ 252 w 508"/>
                    <a:gd name="T5" fmla="*/ 0 h 293"/>
                    <a:gd name="T6" fmla="*/ 508 w 508"/>
                    <a:gd name="T7" fmla="*/ 146 h 293"/>
                    <a:gd name="T8" fmla="*/ 253 w 508"/>
                    <a:gd name="T9" fmla="*/ 293 h 293"/>
                    <a:gd name="T10" fmla="*/ 253 w 508"/>
                    <a:gd name="T11" fmla="*/ 293 h 293"/>
                    <a:gd name="T12" fmla="*/ 253 w 508"/>
                    <a:gd name="T13" fmla="*/ 293 h 293"/>
                  </a:gdLst>
                  <a:ahLst/>
                  <a:cxnLst>
                    <a:cxn ang="0">
                      <a:pos x="T0" y="T1"/>
                    </a:cxn>
                    <a:cxn ang="0">
                      <a:pos x="T2" y="T3"/>
                    </a:cxn>
                    <a:cxn ang="0">
                      <a:pos x="T4" y="T5"/>
                    </a:cxn>
                    <a:cxn ang="0">
                      <a:pos x="T6" y="T7"/>
                    </a:cxn>
                    <a:cxn ang="0">
                      <a:pos x="T8" y="T9"/>
                    </a:cxn>
                    <a:cxn ang="0">
                      <a:pos x="T10" y="T11"/>
                    </a:cxn>
                    <a:cxn ang="0">
                      <a:pos x="T12" y="T13"/>
                    </a:cxn>
                  </a:cxnLst>
                  <a:rect l="0" t="0" r="r" b="b"/>
                  <a:pathLst>
                    <a:path w="508" h="293">
                      <a:moveTo>
                        <a:pt x="253" y="293"/>
                      </a:moveTo>
                      <a:lnTo>
                        <a:pt x="0" y="146"/>
                      </a:lnTo>
                      <a:lnTo>
                        <a:pt x="252" y="0"/>
                      </a:lnTo>
                      <a:lnTo>
                        <a:pt x="508" y="146"/>
                      </a:lnTo>
                      <a:lnTo>
                        <a:pt x="253" y="293"/>
                      </a:lnTo>
                      <a:lnTo>
                        <a:pt x="253" y="293"/>
                      </a:lnTo>
                      <a:lnTo>
                        <a:pt x="253" y="293"/>
                      </a:lnTo>
                      <a:close/>
                    </a:path>
                  </a:pathLst>
                </a:custGeom>
                <a:solidFill>
                  <a:srgbClr val="49AA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4" name="Freeform 41"/>
                <p:cNvSpPr>
                  <a:spLocks/>
                </p:cNvSpPr>
                <p:nvPr/>
              </p:nvSpPr>
              <p:spPr bwMode="auto">
                <a:xfrm>
                  <a:off x="5543" y="2091"/>
                  <a:ext cx="204" cy="169"/>
                </a:xfrm>
                <a:custGeom>
                  <a:avLst/>
                  <a:gdLst>
                    <a:gd name="T0" fmla="*/ 12 w 135"/>
                    <a:gd name="T1" fmla="*/ 42 h 112"/>
                    <a:gd name="T2" fmla="*/ 81 w 135"/>
                    <a:gd name="T3" fmla="*/ 40 h 112"/>
                    <a:gd name="T4" fmla="*/ 95 w 135"/>
                    <a:gd name="T5" fmla="*/ 74 h 112"/>
                    <a:gd name="T6" fmla="*/ 95 w 135"/>
                    <a:gd name="T7" fmla="*/ 74 h 112"/>
                    <a:gd name="T8" fmla="*/ 74 w 135"/>
                    <a:gd name="T9" fmla="*/ 74 h 112"/>
                    <a:gd name="T10" fmla="*/ 104 w 135"/>
                    <a:gd name="T11" fmla="*/ 112 h 112"/>
                    <a:gd name="T12" fmla="*/ 135 w 135"/>
                    <a:gd name="T13" fmla="*/ 74 h 112"/>
                    <a:gd name="T14" fmla="*/ 115 w 135"/>
                    <a:gd name="T15" fmla="*/ 74 h 112"/>
                    <a:gd name="T16" fmla="*/ 115 w 135"/>
                    <a:gd name="T17" fmla="*/ 74 h 112"/>
                    <a:gd name="T18" fmla="*/ 96 w 135"/>
                    <a:gd name="T19" fmla="*/ 26 h 112"/>
                    <a:gd name="T20" fmla="*/ 0 w 135"/>
                    <a:gd name="T21" fmla="*/ 25 h 112"/>
                    <a:gd name="T22" fmla="*/ 12 w 135"/>
                    <a:gd name="T23" fmla="*/ 4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5" h="112">
                      <a:moveTo>
                        <a:pt x="12" y="42"/>
                      </a:moveTo>
                      <a:cubicBezTo>
                        <a:pt x="31" y="21"/>
                        <a:pt x="62" y="21"/>
                        <a:pt x="81" y="40"/>
                      </a:cubicBezTo>
                      <a:cubicBezTo>
                        <a:pt x="91" y="50"/>
                        <a:pt x="95" y="62"/>
                        <a:pt x="95" y="74"/>
                      </a:cubicBezTo>
                      <a:cubicBezTo>
                        <a:pt x="95" y="74"/>
                        <a:pt x="95" y="74"/>
                        <a:pt x="95" y="74"/>
                      </a:cubicBezTo>
                      <a:cubicBezTo>
                        <a:pt x="74" y="74"/>
                        <a:pt x="74" y="74"/>
                        <a:pt x="74" y="74"/>
                      </a:cubicBezTo>
                      <a:cubicBezTo>
                        <a:pt x="104" y="112"/>
                        <a:pt x="104" y="112"/>
                        <a:pt x="104" y="112"/>
                      </a:cubicBezTo>
                      <a:cubicBezTo>
                        <a:pt x="135" y="74"/>
                        <a:pt x="135" y="74"/>
                        <a:pt x="135" y="74"/>
                      </a:cubicBezTo>
                      <a:cubicBezTo>
                        <a:pt x="115" y="74"/>
                        <a:pt x="115" y="74"/>
                        <a:pt x="115" y="74"/>
                      </a:cubicBezTo>
                      <a:cubicBezTo>
                        <a:pt x="115" y="74"/>
                        <a:pt x="115" y="74"/>
                        <a:pt x="115" y="74"/>
                      </a:cubicBezTo>
                      <a:cubicBezTo>
                        <a:pt x="115" y="57"/>
                        <a:pt x="109" y="39"/>
                        <a:pt x="96" y="26"/>
                      </a:cubicBezTo>
                      <a:cubicBezTo>
                        <a:pt x="70" y="0"/>
                        <a:pt x="27" y="0"/>
                        <a:pt x="0" y="25"/>
                      </a:cubicBezTo>
                      <a:lnTo>
                        <a:pt x="12" y="42"/>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5" name="Freeform 42"/>
                <p:cNvSpPr>
                  <a:spLocks/>
                </p:cNvSpPr>
                <p:nvPr/>
              </p:nvSpPr>
              <p:spPr bwMode="auto">
                <a:xfrm>
                  <a:off x="5447" y="2115"/>
                  <a:ext cx="203" cy="169"/>
                </a:xfrm>
                <a:custGeom>
                  <a:avLst/>
                  <a:gdLst>
                    <a:gd name="T0" fmla="*/ 123 w 135"/>
                    <a:gd name="T1" fmla="*/ 70 h 112"/>
                    <a:gd name="T2" fmla="*/ 54 w 135"/>
                    <a:gd name="T3" fmla="*/ 72 h 112"/>
                    <a:gd name="T4" fmla="*/ 40 w 135"/>
                    <a:gd name="T5" fmla="*/ 38 h 112"/>
                    <a:gd name="T6" fmla="*/ 40 w 135"/>
                    <a:gd name="T7" fmla="*/ 38 h 112"/>
                    <a:gd name="T8" fmla="*/ 61 w 135"/>
                    <a:gd name="T9" fmla="*/ 38 h 112"/>
                    <a:gd name="T10" fmla="*/ 31 w 135"/>
                    <a:gd name="T11" fmla="*/ 0 h 112"/>
                    <a:gd name="T12" fmla="*/ 0 w 135"/>
                    <a:gd name="T13" fmla="*/ 38 h 112"/>
                    <a:gd name="T14" fmla="*/ 20 w 135"/>
                    <a:gd name="T15" fmla="*/ 38 h 112"/>
                    <a:gd name="T16" fmla="*/ 20 w 135"/>
                    <a:gd name="T17" fmla="*/ 38 h 112"/>
                    <a:gd name="T18" fmla="*/ 40 w 135"/>
                    <a:gd name="T19" fmla="*/ 85 h 112"/>
                    <a:gd name="T20" fmla="*/ 135 w 135"/>
                    <a:gd name="T21" fmla="*/ 86 h 112"/>
                    <a:gd name="T22" fmla="*/ 123 w 135"/>
                    <a:gd name="T23" fmla="*/ 7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5" h="112">
                      <a:moveTo>
                        <a:pt x="123" y="70"/>
                      </a:moveTo>
                      <a:cubicBezTo>
                        <a:pt x="104" y="90"/>
                        <a:pt x="73" y="91"/>
                        <a:pt x="54" y="72"/>
                      </a:cubicBezTo>
                      <a:cubicBezTo>
                        <a:pt x="44" y="62"/>
                        <a:pt x="40" y="50"/>
                        <a:pt x="40" y="38"/>
                      </a:cubicBezTo>
                      <a:cubicBezTo>
                        <a:pt x="40" y="38"/>
                        <a:pt x="40" y="38"/>
                        <a:pt x="40" y="38"/>
                      </a:cubicBezTo>
                      <a:cubicBezTo>
                        <a:pt x="61" y="38"/>
                        <a:pt x="61" y="38"/>
                        <a:pt x="61" y="38"/>
                      </a:cubicBezTo>
                      <a:cubicBezTo>
                        <a:pt x="31" y="0"/>
                        <a:pt x="31" y="0"/>
                        <a:pt x="31" y="0"/>
                      </a:cubicBezTo>
                      <a:cubicBezTo>
                        <a:pt x="0" y="38"/>
                        <a:pt x="0" y="38"/>
                        <a:pt x="0" y="38"/>
                      </a:cubicBezTo>
                      <a:cubicBezTo>
                        <a:pt x="20" y="38"/>
                        <a:pt x="20" y="38"/>
                        <a:pt x="20" y="38"/>
                      </a:cubicBezTo>
                      <a:cubicBezTo>
                        <a:pt x="20" y="38"/>
                        <a:pt x="20" y="38"/>
                        <a:pt x="20" y="38"/>
                      </a:cubicBezTo>
                      <a:cubicBezTo>
                        <a:pt x="20" y="55"/>
                        <a:pt x="26" y="72"/>
                        <a:pt x="40" y="85"/>
                      </a:cubicBezTo>
                      <a:cubicBezTo>
                        <a:pt x="66" y="111"/>
                        <a:pt x="108" y="112"/>
                        <a:pt x="135" y="86"/>
                      </a:cubicBezTo>
                      <a:lnTo>
                        <a:pt x="123" y="70"/>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6" name="Freeform 43"/>
                <p:cNvSpPr>
                  <a:spLocks/>
                </p:cNvSpPr>
                <p:nvPr/>
              </p:nvSpPr>
              <p:spPr bwMode="auto">
                <a:xfrm>
                  <a:off x="5472" y="1671"/>
                  <a:ext cx="249" cy="319"/>
                </a:xfrm>
                <a:custGeom>
                  <a:avLst/>
                  <a:gdLst>
                    <a:gd name="T0" fmla="*/ 91 w 249"/>
                    <a:gd name="T1" fmla="*/ 116 h 319"/>
                    <a:gd name="T2" fmla="*/ 0 w 249"/>
                    <a:gd name="T3" fmla="*/ 215 h 319"/>
                    <a:gd name="T4" fmla="*/ 0 w 249"/>
                    <a:gd name="T5" fmla="*/ 134 h 319"/>
                    <a:gd name="T6" fmla="*/ 125 w 249"/>
                    <a:gd name="T7" fmla="*/ 0 h 319"/>
                    <a:gd name="T8" fmla="*/ 249 w 249"/>
                    <a:gd name="T9" fmla="*/ 134 h 319"/>
                    <a:gd name="T10" fmla="*/ 249 w 249"/>
                    <a:gd name="T11" fmla="*/ 215 h 319"/>
                    <a:gd name="T12" fmla="*/ 156 w 249"/>
                    <a:gd name="T13" fmla="*/ 116 h 319"/>
                    <a:gd name="T14" fmla="*/ 156 w 249"/>
                    <a:gd name="T15" fmla="*/ 319 h 319"/>
                    <a:gd name="T16" fmla="*/ 91 w 249"/>
                    <a:gd name="T17" fmla="*/ 319 h 319"/>
                    <a:gd name="T18" fmla="*/ 91 w 249"/>
                    <a:gd name="T19" fmla="*/ 116 h 319"/>
                    <a:gd name="T20" fmla="*/ 91 w 249"/>
                    <a:gd name="T21" fmla="*/ 116 h 319"/>
                    <a:gd name="T22" fmla="*/ 91 w 249"/>
                    <a:gd name="T23" fmla="*/ 11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9" h="319">
                      <a:moveTo>
                        <a:pt x="91" y="116"/>
                      </a:moveTo>
                      <a:lnTo>
                        <a:pt x="0" y="215"/>
                      </a:lnTo>
                      <a:lnTo>
                        <a:pt x="0" y="134"/>
                      </a:lnTo>
                      <a:lnTo>
                        <a:pt x="125" y="0"/>
                      </a:lnTo>
                      <a:lnTo>
                        <a:pt x="249" y="134"/>
                      </a:lnTo>
                      <a:lnTo>
                        <a:pt x="249" y="215"/>
                      </a:lnTo>
                      <a:lnTo>
                        <a:pt x="156" y="116"/>
                      </a:lnTo>
                      <a:lnTo>
                        <a:pt x="156" y="319"/>
                      </a:lnTo>
                      <a:lnTo>
                        <a:pt x="91" y="319"/>
                      </a:lnTo>
                      <a:lnTo>
                        <a:pt x="91" y="116"/>
                      </a:lnTo>
                      <a:lnTo>
                        <a:pt x="91" y="116"/>
                      </a:lnTo>
                      <a:lnTo>
                        <a:pt x="91" y="116"/>
                      </a:ln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sp>
              <p:nvSpPr>
                <p:cNvPr id="47" name="Freeform 44"/>
                <p:cNvSpPr>
                  <a:spLocks noEditPoints="1"/>
                </p:cNvSpPr>
                <p:nvPr/>
              </p:nvSpPr>
              <p:spPr bwMode="auto">
                <a:xfrm>
                  <a:off x="5367" y="1957"/>
                  <a:ext cx="460" cy="461"/>
                </a:xfrm>
                <a:custGeom>
                  <a:avLst/>
                  <a:gdLst>
                    <a:gd name="T0" fmla="*/ 153 w 305"/>
                    <a:gd name="T1" fmla="*/ 0 h 306"/>
                    <a:gd name="T2" fmla="*/ 260 w 305"/>
                    <a:gd name="T3" fmla="*/ 45 h 306"/>
                    <a:gd name="T4" fmla="*/ 305 w 305"/>
                    <a:gd name="T5" fmla="*/ 153 h 306"/>
                    <a:gd name="T6" fmla="*/ 260 w 305"/>
                    <a:gd name="T7" fmla="*/ 261 h 306"/>
                    <a:gd name="T8" fmla="*/ 153 w 305"/>
                    <a:gd name="T9" fmla="*/ 306 h 306"/>
                    <a:gd name="T10" fmla="*/ 45 w 305"/>
                    <a:gd name="T11" fmla="*/ 261 h 306"/>
                    <a:gd name="T12" fmla="*/ 0 w 305"/>
                    <a:gd name="T13" fmla="*/ 153 h 306"/>
                    <a:gd name="T14" fmla="*/ 45 w 305"/>
                    <a:gd name="T15" fmla="*/ 45 h 306"/>
                    <a:gd name="T16" fmla="*/ 153 w 305"/>
                    <a:gd name="T17" fmla="*/ 0 h 306"/>
                    <a:gd name="T18" fmla="*/ 153 w 305"/>
                    <a:gd name="T19" fmla="*/ 269 h 306"/>
                    <a:gd name="T20" fmla="*/ 268 w 305"/>
                    <a:gd name="T21" fmla="*/ 153 h 306"/>
                    <a:gd name="T22" fmla="*/ 153 w 305"/>
                    <a:gd name="T23" fmla="*/ 37 h 306"/>
                    <a:gd name="T24" fmla="*/ 37 w 305"/>
                    <a:gd name="T25" fmla="*/ 153 h 306"/>
                    <a:gd name="T26" fmla="*/ 153 w 305"/>
                    <a:gd name="T27" fmla="*/ 269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5" h="306">
                      <a:moveTo>
                        <a:pt x="153" y="0"/>
                      </a:moveTo>
                      <a:cubicBezTo>
                        <a:pt x="193" y="0"/>
                        <a:pt x="232" y="16"/>
                        <a:pt x="260" y="45"/>
                      </a:cubicBezTo>
                      <a:cubicBezTo>
                        <a:pt x="289" y="74"/>
                        <a:pt x="305" y="112"/>
                        <a:pt x="305" y="153"/>
                      </a:cubicBezTo>
                      <a:cubicBezTo>
                        <a:pt x="305" y="194"/>
                        <a:pt x="289" y="232"/>
                        <a:pt x="260" y="261"/>
                      </a:cubicBezTo>
                      <a:cubicBezTo>
                        <a:pt x="232" y="290"/>
                        <a:pt x="193" y="306"/>
                        <a:pt x="153" y="306"/>
                      </a:cubicBezTo>
                      <a:cubicBezTo>
                        <a:pt x="112" y="306"/>
                        <a:pt x="73" y="290"/>
                        <a:pt x="45" y="261"/>
                      </a:cubicBezTo>
                      <a:cubicBezTo>
                        <a:pt x="16" y="232"/>
                        <a:pt x="0" y="194"/>
                        <a:pt x="0" y="153"/>
                      </a:cubicBezTo>
                      <a:cubicBezTo>
                        <a:pt x="0" y="112"/>
                        <a:pt x="16" y="74"/>
                        <a:pt x="45" y="45"/>
                      </a:cubicBezTo>
                      <a:cubicBezTo>
                        <a:pt x="73" y="16"/>
                        <a:pt x="112" y="0"/>
                        <a:pt x="153" y="0"/>
                      </a:cubicBezTo>
                      <a:close/>
                      <a:moveTo>
                        <a:pt x="153" y="269"/>
                      </a:moveTo>
                      <a:cubicBezTo>
                        <a:pt x="216" y="269"/>
                        <a:pt x="268" y="217"/>
                        <a:pt x="268" y="153"/>
                      </a:cubicBezTo>
                      <a:cubicBezTo>
                        <a:pt x="268" y="89"/>
                        <a:pt x="216" y="37"/>
                        <a:pt x="153" y="37"/>
                      </a:cubicBezTo>
                      <a:cubicBezTo>
                        <a:pt x="89" y="37"/>
                        <a:pt x="37" y="89"/>
                        <a:pt x="37" y="153"/>
                      </a:cubicBezTo>
                      <a:cubicBezTo>
                        <a:pt x="37" y="217"/>
                        <a:pt x="89" y="269"/>
                        <a:pt x="153" y="269"/>
                      </a:cubicBez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latin typeface="+mj-lt"/>
                  </a:endParaRPr>
                </a:p>
              </p:txBody>
            </p:sp>
          </p:grpSp>
          <p:pic>
            <p:nvPicPr>
              <p:cNvPr id="12" name="Picture 50" descr="https://upload.wikimedia.org/wikipedia/commons/thumb/1/1d/AmazonWebservices_Logo.svg/2000px-AmazonWebservices_Logo.svg.png"/>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a:stretch/>
            </p:blipFill>
            <p:spPr bwMode="auto">
              <a:xfrm>
                <a:off x="8926047" y="1074632"/>
                <a:ext cx="949325" cy="329551"/>
              </a:xfrm>
              <a:prstGeom prst="rect">
                <a:avLst/>
              </a:prstGeom>
              <a:noFill/>
              <a:extLst>
                <a:ext uri="{909E8E84-426E-40DD-AFC4-6F175D3DCCD1}">
                  <a14:hiddenFill xmlns:a14="http://schemas.microsoft.com/office/drawing/2010/main">
                    <a:solidFill>
                      <a:srgbClr val="FFFFFF"/>
                    </a:solidFill>
                  </a14:hiddenFill>
                </a:ext>
              </a:extLst>
            </p:spPr>
          </p:pic>
        </p:grpSp>
        <p:pic>
          <p:nvPicPr>
            <p:cNvPr id="10" name="Picture 2" descr="http://vignette3.wikia.nocookie.net/logopedia/images/7/77/Vmware-logo.png/revision/latest?cb=20130907154026"/>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50837" y="4527384"/>
              <a:ext cx="1537720" cy="250649"/>
            </a:xfrm>
            <a:prstGeom prst="rect">
              <a:avLst/>
            </a:prstGeom>
            <a:noFill/>
            <a:extLst>
              <a:ext uri="{909E8E84-426E-40DD-AFC4-6F175D3DCCD1}">
                <a14:hiddenFill xmlns:a14="http://schemas.microsoft.com/office/drawing/2010/main">
                  <a:solidFill>
                    <a:srgbClr val="FFFFFF"/>
                  </a:solidFill>
                </a14:hiddenFill>
              </a:ext>
            </a:extLst>
          </p:spPr>
        </p:pic>
      </p:grpSp>
      <p:sp>
        <p:nvSpPr>
          <p:cNvPr id="48" name="Rectangle 47"/>
          <p:cNvSpPr/>
          <p:nvPr/>
        </p:nvSpPr>
        <p:spPr>
          <a:xfrm>
            <a:off x="580237" y="1028534"/>
            <a:ext cx="1723266" cy="470856"/>
          </a:xfrm>
          <a:prstGeom prst="rect">
            <a:avLst/>
          </a:prstGeom>
        </p:spPr>
        <p:txBody>
          <a:bodyPr wrap="none">
            <a:spAutoFit/>
          </a:bodyPr>
          <a:lstStyle/>
          <a:p>
            <a:r>
              <a:rPr lang="en-US" sz="2400" i="1" dirty="0">
                <a:solidFill>
                  <a:srgbClr val="00B050"/>
                </a:solidFill>
                <a:latin typeface="+mj-lt"/>
              </a:rPr>
              <a:t>Value Props</a:t>
            </a:r>
            <a:endParaRPr lang="en-US" sz="2400" dirty="0">
              <a:latin typeface="+mj-lt"/>
            </a:endParaRPr>
          </a:p>
        </p:txBody>
      </p:sp>
    </p:spTree>
    <p:extLst>
      <p:ext uri="{BB962C8B-B14F-4D97-AF65-F5344CB8AC3E}">
        <p14:creationId xmlns:p14="http://schemas.microsoft.com/office/powerpoint/2010/main" val="31316764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urved Connector 3"/>
          <p:cNvCxnSpPr>
            <a:endCxn id="66" idx="0"/>
          </p:cNvCxnSpPr>
          <p:nvPr/>
        </p:nvCxnSpPr>
        <p:spPr>
          <a:xfrm>
            <a:off x="7300161" y="1828541"/>
            <a:ext cx="2067114" cy="1139859"/>
          </a:xfrm>
          <a:prstGeom prst="curvedConnector2">
            <a:avLst/>
          </a:prstGeom>
          <a:ln w="28575">
            <a:solidFill>
              <a:schemeClr val="tx1"/>
            </a:solidFill>
            <a:prstDash val="sysDash"/>
            <a:headEnd type="arrow"/>
            <a:tailEnd type="none"/>
          </a:ln>
        </p:spPr>
        <p:style>
          <a:lnRef idx="2">
            <a:schemeClr val="dk1"/>
          </a:lnRef>
          <a:fillRef idx="0">
            <a:schemeClr val="dk1"/>
          </a:fillRef>
          <a:effectRef idx="1">
            <a:schemeClr val="dk1"/>
          </a:effectRef>
          <a:fontRef idx="minor">
            <a:schemeClr val="tx1"/>
          </a:fontRef>
        </p:style>
      </p:cxnSp>
      <p:cxnSp>
        <p:nvCxnSpPr>
          <p:cNvPr id="5" name="Curved Connector 4"/>
          <p:cNvCxnSpPr>
            <a:endCxn id="21" idx="0"/>
          </p:cNvCxnSpPr>
          <p:nvPr/>
        </p:nvCxnSpPr>
        <p:spPr>
          <a:xfrm rot="10800000" flipV="1">
            <a:off x="3109731" y="1803046"/>
            <a:ext cx="2301214" cy="1103320"/>
          </a:xfrm>
          <a:prstGeom prst="curvedConnector2">
            <a:avLst/>
          </a:prstGeom>
          <a:ln w="28575">
            <a:solidFill>
              <a:schemeClr val="tx1"/>
            </a:solidFill>
            <a:prstDash val="sysDash"/>
            <a:headEnd type="arrow"/>
            <a:tailEnd type="none"/>
          </a:ln>
        </p:spPr>
        <p:style>
          <a:lnRef idx="2">
            <a:schemeClr val="dk1"/>
          </a:lnRef>
          <a:fillRef idx="0">
            <a:schemeClr val="dk1"/>
          </a:fillRef>
          <a:effectRef idx="1">
            <a:schemeClr val="dk1"/>
          </a:effectRef>
          <a:fontRef idx="minor">
            <a:schemeClr val="tx1"/>
          </a:fontRef>
        </p:style>
      </p:cxnSp>
      <p:sp>
        <p:nvSpPr>
          <p:cNvPr id="6" name="TextBox 5"/>
          <p:cNvSpPr txBox="1"/>
          <p:nvPr/>
        </p:nvSpPr>
        <p:spPr>
          <a:xfrm rot="1892436">
            <a:off x="8003746" y="2305947"/>
            <a:ext cx="1363507" cy="264738"/>
          </a:xfrm>
          <a:prstGeom prst="rect">
            <a:avLst/>
          </a:prstGeom>
          <a:noFill/>
        </p:spPr>
        <p:txBody>
          <a:bodyPr wrap="square" lIns="91356" tIns="45678" rIns="91356" bIns="45678" rtlCol="0">
            <a:spAutoFit/>
          </a:bodyPr>
          <a:lstStyle/>
          <a:p>
            <a:pPr algn="ctr" defTabSz="913466">
              <a:defRPr/>
            </a:pPr>
            <a:r>
              <a:rPr lang="en-US" sz="1098" b="1" kern="0" dirty="0">
                <a:solidFill>
                  <a:srgbClr val="FFFFFF"/>
                </a:solidFill>
                <a:latin typeface="Segoe UI Light"/>
                <a:cs typeface="Segoe UI" panose="020B0502040204020203" pitchFamily="34" charset="0"/>
              </a:rPr>
              <a:t>DR Orchestration</a:t>
            </a:r>
          </a:p>
        </p:txBody>
      </p:sp>
      <p:sp>
        <p:nvSpPr>
          <p:cNvPr id="7" name="TextBox 6"/>
          <p:cNvSpPr txBox="1"/>
          <p:nvPr/>
        </p:nvSpPr>
        <p:spPr>
          <a:xfrm rot="20032479">
            <a:off x="3299033" y="2211464"/>
            <a:ext cx="1363507" cy="264738"/>
          </a:xfrm>
          <a:prstGeom prst="rect">
            <a:avLst/>
          </a:prstGeom>
          <a:noFill/>
        </p:spPr>
        <p:txBody>
          <a:bodyPr wrap="square" lIns="91356" tIns="45678" rIns="91356" bIns="45678" rtlCol="0">
            <a:spAutoFit/>
          </a:bodyPr>
          <a:lstStyle/>
          <a:p>
            <a:pPr algn="ctr" defTabSz="913466">
              <a:defRPr/>
            </a:pPr>
            <a:r>
              <a:rPr lang="en-US" sz="1098" b="1" kern="0" dirty="0">
                <a:solidFill>
                  <a:srgbClr val="FFFFFF"/>
                </a:solidFill>
                <a:latin typeface="Segoe UI Light"/>
                <a:cs typeface="Segoe UI" panose="020B0502040204020203" pitchFamily="34" charset="0"/>
              </a:rPr>
              <a:t>DR Orchestration</a:t>
            </a:r>
          </a:p>
        </p:txBody>
      </p:sp>
      <p:sp>
        <p:nvSpPr>
          <p:cNvPr id="48" name="TextBox 47"/>
          <p:cNvSpPr txBox="1"/>
          <p:nvPr/>
        </p:nvSpPr>
        <p:spPr>
          <a:xfrm>
            <a:off x="5545965" y="5984582"/>
            <a:ext cx="2361146" cy="280432"/>
          </a:xfrm>
          <a:prstGeom prst="rect">
            <a:avLst/>
          </a:prstGeom>
          <a:noFill/>
        </p:spPr>
        <p:txBody>
          <a:bodyPr wrap="square" lIns="91356" tIns="45678" rIns="91356" bIns="45678" rtlCol="0">
            <a:spAutoFit/>
          </a:bodyPr>
          <a:lstStyle/>
          <a:p>
            <a:pPr algn="ctr" defTabSz="913466">
              <a:defRPr/>
            </a:pPr>
            <a:endParaRPr lang="en-US" sz="1198" b="1" kern="0" dirty="0">
              <a:solidFill>
                <a:srgbClr val="FFFFFF"/>
              </a:solidFill>
            </a:endParaRPr>
          </a:p>
        </p:txBody>
      </p:sp>
      <p:sp>
        <p:nvSpPr>
          <p:cNvPr id="88" name="Left-Right Arrow 87"/>
          <p:cNvSpPr/>
          <p:nvPr/>
        </p:nvSpPr>
        <p:spPr bwMode="auto">
          <a:xfrm>
            <a:off x="4492749" y="4211370"/>
            <a:ext cx="3974991" cy="604751"/>
          </a:xfrm>
          <a:prstGeom prst="leftRightArrow">
            <a:avLst/>
          </a:prstGeom>
          <a:solidFill>
            <a:srgbClr val="00B0F0"/>
          </a:solidFill>
          <a:ln w="15875">
            <a:solidFill>
              <a:srgbClr val="29292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12" tIns="146167" rIns="182712" bIns="146167" numCol="1" spcCol="0" rtlCol="0" fromWordArt="0" anchor="ctr" anchorCtr="0" forceAA="0" compatLnSpc="1">
            <a:prstTxWarp prst="textNoShape">
              <a:avLst/>
            </a:prstTxWarp>
            <a:noAutofit/>
          </a:bodyPr>
          <a:lstStyle/>
          <a:p>
            <a:pPr algn="ctr" defTabSz="913466">
              <a:defRPr/>
            </a:pPr>
            <a:r>
              <a:rPr lang="en-US" sz="1598" b="1" kern="0" dirty="0">
                <a:solidFill>
                  <a:srgbClr val="FFFFFF"/>
                </a:solidFill>
              </a:rPr>
              <a:t>ASR Replication</a:t>
            </a:r>
          </a:p>
        </p:txBody>
      </p:sp>
      <p:sp>
        <p:nvSpPr>
          <p:cNvPr id="55" name="Freeform 128"/>
          <p:cNvSpPr>
            <a:spLocks noChangeAspect="1"/>
          </p:cNvSpPr>
          <p:nvPr/>
        </p:nvSpPr>
        <p:spPr bwMode="black">
          <a:xfrm>
            <a:off x="5283708" y="1169798"/>
            <a:ext cx="2080166" cy="1117987"/>
          </a:xfrm>
          <a:custGeom>
            <a:avLst/>
            <a:gdLst>
              <a:gd name="T0" fmla="*/ 396 w 509"/>
              <a:gd name="T1" fmla="*/ 281 h 281"/>
              <a:gd name="T2" fmla="*/ 57 w 509"/>
              <a:gd name="T3" fmla="*/ 281 h 281"/>
              <a:gd name="T4" fmla="*/ 0 w 509"/>
              <a:gd name="T5" fmla="*/ 223 h 281"/>
              <a:gd name="T6" fmla="*/ 43 w 509"/>
              <a:gd name="T7" fmla="*/ 168 h 281"/>
              <a:gd name="T8" fmla="*/ 110 w 509"/>
              <a:gd name="T9" fmla="*/ 116 h 281"/>
              <a:gd name="T10" fmla="*/ 232 w 509"/>
              <a:gd name="T11" fmla="*/ 0 h 281"/>
              <a:gd name="T12" fmla="*/ 343 w 509"/>
              <a:gd name="T13" fmla="*/ 70 h 281"/>
              <a:gd name="T14" fmla="*/ 396 w 509"/>
              <a:gd name="T15" fmla="*/ 56 h 281"/>
              <a:gd name="T16" fmla="*/ 509 w 509"/>
              <a:gd name="T17" fmla="*/ 169 h 281"/>
              <a:gd name="T18" fmla="*/ 396 w 509"/>
              <a:gd name="T1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81">
                <a:moveTo>
                  <a:pt x="396" y="281"/>
                </a:moveTo>
                <a:cubicBezTo>
                  <a:pt x="57" y="281"/>
                  <a:pt x="57" y="281"/>
                  <a:pt x="57" y="281"/>
                </a:cubicBezTo>
                <a:cubicBezTo>
                  <a:pt x="26" y="281"/>
                  <a:pt x="0" y="255"/>
                  <a:pt x="0" y="223"/>
                </a:cubicBezTo>
                <a:cubicBezTo>
                  <a:pt x="0" y="196"/>
                  <a:pt x="18" y="174"/>
                  <a:pt x="43" y="168"/>
                </a:cubicBezTo>
                <a:cubicBezTo>
                  <a:pt x="55" y="140"/>
                  <a:pt x="80" y="120"/>
                  <a:pt x="110" y="116"/>
                </a:cubicBezTo>
                <a:cubicBezTo>
                  <a:pt x="113" y="52"/>
                  <a:pt x="167" y="0"/>
                  <a:pt x="232" y="0"/>
                </a:cubicBezTo>
                <a:cubicBezTo>
                  <a:pt x="280" y="0"/>
                  <a:pt x="323" y="28"/>
                  <a:pt x="343" y="70"/>
                </a:cubicBezTo>
                <a:cubicBezTo>
                  <a:pt x="359" y="61"/>
                  <a:pt x="377" y="56"/>
                  <a:pt x="396" y="56"/>
                </a:cubicBezTo>
                <a:cubicBezTo>
                  <a:pt x="458" y="56"/>
                  <a:pt x="509" y="107"/>
                  <a:pt x="509" y="169"/>
                </a:cubicBezTo>
                <a:cubicBezTo>
                  <a:pt x="509" y="230"/>
                  <a:pt x="458" y="281"/>
                  <a:pt x="396" y="281"/>
                </a:cubicBezTo>
                <a:close/>
              </a:path>
            </a:pathLst>
          </a:custGeom>
          <a:solidFill>
            <a:srgbClr val="0070C0"/>
          </a:solidFill>
        </p:spPr>
        <p:txBody>
          <a:bodyPr vert="horz" wrap="square" lIns="89599" tIns="44800" rIns="89599" bIns="44800" numCol="1" anchor="b" anchorCtr="1" compatLnSpc="1">
            <a:prstTxWarp prst="textNoShape">
              <a:avLst/>
            </a:prstTxWarp>
          </a:bodyPr>
          <a:lstStyle/>
          <a:p>
            <a:pPr defTabSz="913611">
              <a:defRPr/>
            </a:pPr>
            <a:endParaRPr lang="en-US" sz="1700" kern="0" dirty="0">
              <a:solidFill>
                <a:srgbClr val="000000"/>
              </a:solidFill>
            </a:endParaRPr>
          </a:p>
        </p:txBody>
      </p:sp>
      <p:sp>
        <p:nvSpPr>
          <p:cNvPr id="53" name="Freeform 207"/>
          <p:cNvSpPr>
            <a:spLocks noEditPoints="1"/>
          </p:cNvSpPr>
          <p:nvPr/>
        </p:nvSpPr>
        <p:spPr bwMode="black">
          <a:xfrm>
            <a:off x="3121098" y="4087657"/>
            <a:ext cx="1158876" cy="594409"/>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tx1">
              <a:lumMod val="60000"/>
              <a:lumOff val="40000"/>
            </a:schemeClr>
          </a:solidFill>
          <a:ln>
            <a:noFill/>
          </a:ln>
        </p:spPr>
        <p:txBody>
          <a:bodyPr vert="horz" wrap="square" lIns="91414" tIns="45706" rIns="91414" bIns="45706" numCol="1" anchor="t" anchorCtr="0" compatLnSpc="1">
            <a:prstTxWarp prst="textNoShape">
              <a:avLst/>
            </a:prstTxWarp>
          </a:bodyPr>
          <a:lstStyle/>
          <a:p>
            <a:pPr defTabSz="914224">
              <a:defRPr/>
            </a:pPr>
            <a:endParaRPr lang="en-US" sz="1598" kern="0" dirty="0">
              <a:solidFill>
                <a:srgbClr val="FFFFFF"/>
              </a:solidFill>
            </a:endParaRPr>
          </a:p>
        </p:txBody>
      </p:sp>
      <p:sp>
        <p:nvSpPr>
          <p:cNvPr id="59" name="Freeform 207"/>
          <p:cNvSpPr>
            <a:spLocks noEditPoints="1"/>
          </p:cNvSpPr>
          <p:nvPr/>
        </p:nvSpPr>
        <p:spPr bwMode="black">
          <a:xfrm>
            <a:off x="3346744" y="3298768"/>
            <a:ext cx="1158876" cy="594409"/>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tx1">
              <a:lumMod val="60000"/>
              <a:lumOff val="40000"/>
            </a:schemeClr>
          </a:solidFill>
          <a:ln>
            <a:noFill/>
          </a:ln>
        </p:spPr>
        <p:txBody>
          <a:bodyPr vert="horz" wrap="square" lIns="91414" tIns="45706" rIns="91414" bIns="45706" numCol="1" anchor="t" anchorCtr="0" compatLnSpc="1">
            <a:prstTxWarp prst="textNoShape">
              <a:avLst/>
            </a:prstTxWarp>
          </a:bodyPr>
          <a:lstStyle/>
          <a:p>
            <a:pPr defTabSz="914224">
              <a:defRPr/>
            </a:pPr>
            <a:endParaRPr lang="en-US" sz="1598" kern="0" dirty="0">
              <a:solidFill>
                <a:srgbClr val="FFFFFF"/>
              </a:solidFill>
            </a:endParaRPr>
          </a:p>
        </p:txBody>
      </p:sp>
      <p:sp>
        <p:nvSpPr>
          <p:cNvPr id="60" name="Freeform 207"/>
          <p:cNvSpPr>
            <a:spLocks noEditPoints="1"/>
          </p:cNvSpPr>
          <p:nvPr/>
        </p:nvSpPr>
        <p:spPr bwMode="black">
          <a:xfrm>
            <a:off x="8531136" y="3300522"/>
            <a:ext cx="1158876" cy="594409"/>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tx1">
              <a:lumMod val="60000"/>
              <a:lumOff val="40000"/>
            </a:schemeClr>
          </a:solidFill>
          <a:ln>
            <a:noFill/>
          </a:ln>
        </p:spPr>
        <p:txBody>
          <a:bodyPr vert="horz" wrap="square" lIns="91414" tIns="45706" rIns="91414" bIns="45706" numCol="1" anchor="t" anchorCtr="0" compatLnSpc="1">
            <a:prstTxWarp prst="textNoShape">
              <a:avLst/>
            </a:prstTxWarp>
          </a:bodyPr>
          <a:lstStyle/>
          <a:p>
            <a:pPr defTabSz="914224">
              <a:defRPr/>
            </a:pPr>
            <a:endParaRPr lang="en-US" sz="1598" kern="0" dirty="0">
              <a:solidFill>
                <a:srgbClr val="FFFFFF"/>
              </a:solidFill>
            </a:endParaRPr>
          </a:p>
        </p:txBody>
      </p:sp>
      <p:sp>
        <p:nvSpPr>
          <p:cNvPr id="2" name="Rectangle 1"/>
          <p:cNvSpPr/>
          <p:nvPr/>
        </p:nvSpPr>
        <p:spPr bwMode="auto">
          <a:xfrm>
            <a:off x="2188013" y="3227597"/>
            <a:ext cx="7689753" cy="667334"/>
          </a:xfrm>
          <a:prstGeom prst="rect">
            <a:avLst/>
          </a:prstGeom>
          <a:noFill/>
          <a:ln>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23" rIns="0" bIns="46623" numCol="1" rtlCol="0" anchor="ctr" anchorCtr="0" compatLnSpc="1">
            <a:prstTxWarp prst="textNoShape">
              <a:avLst/>
            </a:prstTxWarp>
          </a:bodyPr>
          <a:lstStyle/>
          <a:p>
            <a:pPr algn="ctr" defTabSz="932114" fontAlgn="base">
              <a:spcBef>
                <a:spcPct val="0"/>
              </a:spcBef>
              <a:spcAft>
                <a:spcPct val="0"/>
              </a:spcAft>
              <a:defRPr/>
            </a:pPr>
            <a:endParaRPr lang="en-US" sz="2000" kern="0" dirty="0">
              <a:gradFill>
                <a:gsLst>
                  <a:gs pos="0">
                    <a:srgbClr val="FFFFFF"/>
                  </a:gs>
                  <a:gs pos="100000">
                    <a:srgbClr val="FFFFFF"/>
                  </a:gs>
                </a:gsLst>
                <a:lin ang="5400000" scaled="0"/>
              </a:gradFill>
            </a:endParaRPr>
          </a:p>
        </p:txBody>
      </p:sp>
      <p:sp>
        <p:nvSpPr>
          <p:cNvPr id="61" name="Left-Right Arrow 60"/>
          <p:cNvSpPr/>
          <p:nvPr/>
        </p:nvSpPr>
        <p:spPr bwMode="auto">
          <a:xfrm>
            <a:off x="4492749" y="3300523"/>
            <a:ext cx="3974991" cy="564211"/>
          </a:xfrm>
          <a:prstGeom prst="leftRightArrow">
            <a:avLst/>
          </a:prstGeom>
          <a:solidFill>
            <a:srgbClr val="FFC000"/>
          </a:solidFill>
          <a:ln w="15875">
            <a:solidFill>
              <a:srgbClr val="29292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12" tIns="146167" rIns="182712" bIns="146167" numCol="1" spcCol="0" rtlCol="0" fromWordArt="0" anchor="ctr" anchorCtr="0" forceAA="0" compatLnSpc="1">
            <a:prstTxWarp prst="textNoShape">
              <a:avLst/>
            </a:prstTxWarp>
            <a:noAutofit/>
          </a:bodyPr>
          <a:lstStyle/>
          <a:p>
            <a:pPr algn="ctr" defTabSz="913466">
              <a:defRPr/>
            </a:pPr>
            <a:r>
              <a:rPr lang="en-US" sz="1598" b="1" kern="0" dirty="0">
                <a:solidFill>
                  <a:srgbClr val="FFFFFF"/>
                </a:solidFill>
              </a:rPr>
              <a:t>SQL Availability Group</a:t>
            </a:r>
          </a:p>
        </p:txBody>
      </p:sp>
      <p:sp>
        <p:nvSpPr>
          <p:cNvPr id="3" name="TextBox 2"/>
          <p:cNvSpPr txBox="1"/>
          <p:nvPr/>
        </p:nvSpPr>
        <p:spPr>
          <a:xfrm>
            <a:off x="830029" y="4140068"/>
            <a:ext cx="2117688" cy="1221396"/>
          </a:xfrm>
          <a:prstGeom prst="rect">
            <a:avLst/>
          </a:prstGeom>
          <a:noFill/>
        </p:spPr>
        <p:txBody>
          <a:bodyPr wrap="square" lIns="182828" tIns="146262" rIns="182828" bIns="146262" rtlCol="0">
            <a:spAutoFit/>
          </a:bodyPr>
          <a:lstStyle/>
          <a:p>
            <a:pPr defTabSz="914224">
              <a:lnSpc>
                <a:spcPct val="90000"/>
              </a:lnSpc>
              <a:spcAft>
                <a:spcPts val="600"/>
              </a:spcAft>
              <a:defRPr/>
            </a:pPr>
            <a:r>
              <a:rPr lang="en-US" sz="2000" kern="0" dirty="0"/>
              <a:t>App Tier</a:t>
            </a:r>
            <a:br>
              <a:rPr lang="en-US" sz="2000" kern="0" dirty="0"/>
            </a:br>
            <a:endParaRPr lang="en-US" sz="2000" kern="0" dirty="0"/>
          </a:p>
          <a:p>
            <a:pPr defTabSz="914224">
              <a:lnSpc>
                <a:spcPct val="90000"/>
              </a:lnSpc>
              <a:spcAft>
                <a:spcPts val="600"/>
              </a:spcAft>
              <a:defRPr/>
            </a:pPr>
            <a:r>
              <a:rPr lang="en-US" sz="2000" kern="0" dirty="0"/>
              <a:t>Web Tier</a:t>
            </a:r>
          </a:p>
        </p:txBody>
      </p:sp>
      <p:sp>
        <p:nvSpPr>
          <p:cNvPr id="62" name="TextBox 61"/>
          <p:cNvSpPr txBox="1"/>
          <p:nvPr/>
        </p:nvSpPr>
        <p:spPr>
          <a:xfrm>
            <a:off x="824287" y="3160418"/>
            <a:ext cx="1752153" cy="572340"/>
          </a:xfrm>
          <a:prstGeom prst="rect">
            <a:avLst/>
          </a:prstGeom>
          <a:noFill/>
        </p:spPr>
        <p:txBody>
          <a:bodyPr wrap="square" lIns="182828" tIns="146262" rIns="182828" bIns="146262" rtlCol="0">
            <a:spAutoFit/>
          </a:bodyPr>
          <a:lstStyle/>
          <a:p>
            <a:pPr defTabSz="914224">
              <a:lnSpc>
                <a:spcPct val="90000"/>
              </a:lnSpc>
              <a:spcAft>
                <a:spcPts val="600"/>
              </a:spcAft>
              <a:defRPr/>
            </a:pPr>
            <a:r>
              <a:rPr lang="en-US" sz="2000" kern="0" dirty="0"/>
              <a:t>DB Tier</a:t>
            </a:r>
          </a:p>
        </p:txBody>
      </p:sp>
      <p:sp>
        <p:nvSpPr>
          <p:cNvPr id="63" name="Freeform 207"/>
          <p:cNvSpPr>
            <a:spLocks noEditPoints="1"/>
          </p:cNvSpPr>
          <p:nvPr/>
        </p:nvSpPr>
        <p:spPr bwMode="black">
          <a:xfrm>
            <a:off x="2270925" y="3324920"/>
            <a:ext cx="1158876" cy="594409"/>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tx1">
              <a:lumMod val="60000"/>
              <a:lumOff val="40000"/>
            </a:schemeClr>
          </a:solidFill>
          <a:ln>
            <a:noFill/>
          </a:ln>
        </p:spPr>
        <p:txBody>
          <a:bodyPr vert="horz" wrap="square" lIns="91414" tIns="45706" rIns="91414" bIns="45706" numCol="1" anchor="t" anchorCtr="0" compatLnSpc="1">
            <a:prstTxWarp prst="textNoShape">
              <a:avLst/>
            </a:prstTxWarp>
          </a:bodyPr>
          <a:lstStyle/>
          <a:p>
            <a:pPr defTabSz="914224">
              <a:defRPr/>
            </a:pPr>
            <a:endParaRPr lang="en-US" sz="1598" kern="0" dirty="0">
              <a:solidFill>
                <a:srgbClr val="FFFFFF"/>
              </a:solidFill>
            </a:endParaRPr>
          </a:p>
        </p:txBody>
      </p:sp>
      <p:sp>
        <p:nvSpPr>
          <p:cNvPr id="20" name="Curved Down Arrow 19"/>
          <p:cNvSpPr/>
          <p:nvPr/>
        </p:nvSpPr>
        <p:spPr bwMode="auto">
          <a:xfrm>
            <a:off x="2821897" y="2918480"/>
            <a:ext cx="1215807" cy="731312"/>
          </a:xfrm>
          <a:prstGeom prst="curvedDownArrow">
            <a:avLst/>
          </a:prstGeom>
          <a:solidFill>
            <a:srgbClr val="FFC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algn="ctr" defTabSz="932114" fontAlgn="base">
              <a:lnSpc>
                <a:spcPct val="90000"/>
              </a:lnSpc>
              <a:spcBef>
                <a:spcPct val="0"/>
              </a:spcBef>
              <a:spcAft>
                <a:spcPct val="0"/>
              </a:spcAft>
              <a:defRPr/>
            </a:pPr>
            <a:endParaRPr lang="en-US" sz="2400" kern="0" dirty="0">
              <a:gradFill>
                <a:gsLst>
                  <a:gs pos="0">
                    <a:srgbClr val="FFFFFF"/>
                  </a:gs>
                  <a:gs pos="100000">
                    <a:srgbClr val="FFFFFF"/>
                  </a:gs>
                </a:gsLst>
                <a:lin ang="5400000" scaled="0"/>
              </a:gradFill>
              <a:ea typeface="Segoe UI" pitchFamily="34" charset="0"/>
              <a:cs typeface="Segoe UI" pitchFamily="34" charset="0"/>
            </a:endParaRPr>
          </a:p>
        </p:txBody>
      </p:sp>
      <p:sp>
        <p:nvSpPr>
          <p:cNvPr id="64" name="TextBox 63"/>
          <p:cNvSpPr txBox="1"/>
          <p:nvPr/>
        </p:nvSpPr>
        <p:spPr>
          <a:xfrm>
            <a:off x="2307020" y="6248984"/>
            <a:ext cx="2006759" cy="282513"/>
          </a:xfrm>
          <a:prstGeom prst="rect">
            <a:avLst/>
          </a:prstGeom>
          <a:noFill/>
        </p:spPr>
        <p:txBody>
          <a:bodyPr wrap="square" lIns="0" tIns="0" rIns="0" bIns="0" rtlCol="0">
            <a:spAutoFit/>
          </a:bodyPr>
          <a:lstStyle/>
          <a:p>
            <a:pPr defTabSz="914224">
              <a:lnSpc>
                <a:spcPct val="90000"/>
              </a:lnSpc>
              <a:spcAft>
                <a:spcPts val="600"/>
              </a:spcAft>
              <a:defRPr/>
            </a:pPr>
            <a:r>
              <a:rPr lang="en-US" sz="2000" kern="0" dirty="0"/>
              <a:t>Primary Site</a:t>
            </a:r>
          </a:p>
        </p:txBody>
      </p:sp>
      <p:sp>
        <p:nvSpPr>
          <p:cNvPr id="65" name="TextBox 64"/>
          <p:cNvSpPr txBox="1"/>
          <p:nvPr/>
        </p:nvSpPr>
        <p:spPr>
          <a:xfrm>
            <a:off x="8610070" y="6212799"/>
            <a:ext cx="2159884" cy="313904"/>
          </a:xfrm>
          <a:prstGeom prst="rect">
            <a:avLst/>
          </a:prstGeom>
          <a:noFill/>
        </p:spPr>
        <p:txBody>
          <a:bodyPr wrap="square" lIns="0" tIns="0" rIns="0" bIns="0" rtlCol="0">
            <a:spAutoFit/>
          </a:bodyPr>
          <a:lstStyle/>
          <a:p>
            <a:pPr defTabSz="914224">
              <a:defRPr/>
            </a:pPr>
            <a:r>
              <a:rPr lang="en-US" sz="2000" kern="0" dirty="0"/>
              <a:t>Azure</a:t>
            </a:r>
          </a:p>
        </p:txBody>
      </p:sp>
      <p:sp>
        <p:nvSpPr>
          <p:cNvPr id="21" name="Rectangle 20"/>
          <p:cNvSpPr/>
          <p:nvPr/>
        </p:nvSpPr>
        <p:spPr bwMode="auto">
          <a:xfrm>
            <a:off x="872038" y="2906366"/>
            <a:ext cx="4475383" cy="3245296"/>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algn="ctr" defTabSz="932114" fontAlgn="base">
              <a:lnSpc>
                <a:spcPct val="90000"/>
              </a:lnSpc>
              <a:spcBef>
                <a:spcPct val="0"/>
              </a:spcBef>
              <a:spcAft>
                <a:spcPct val="0"/>
              </a:spcAft>
              <a:defRPr/>
            </a:pPr>
            <a:endParaRPr lang="en-US" sz="2400" kern="0" dirty="0">
              <a:gradFill>
                <a:gsLst>
                  <a:gs pos="0">
                    <a:srgbClr val="FFFFFF"/>
                  </a:gs>
                  <a:gs pos="100000">
                    <a:srgbClr val="FFFFFF"/>
                  </a:gs>
                </a:gsLst>
                <a:lin ang="5400000" scaled="0"/>
              </a:gradFill>
              <a:ea typeface="Segoe UI" pitchFamily="34" charset="0"/>
              <a:cs typeface="Segoe UI" pitchFamily="34" charset="0"/>
            </a:endParaRPr>
          </a:p>
        </p:txBody>
      </p:sp>
      <p:sp>
        <p:nvSpPr>
          <p:cNvPr id="66" name="Rectangle 65"/>
          <p:cNvSpPr/>
          <p:nvPr/>
        </p:nvSpPr>
        <p:spPr bwMode="auto">
          <a:xfrm>
            <a:off x="7180859" y="2968402"/>
            <a:ext cx="4372833" cy="3183262"/>
          </a:xfrm>
          <a:prstGeom prst="rect">
            <a:avLst/>
          </a:prstGeom>
          <a:noFill/>
          <a:ln>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28" tIns="146262" rIns="182828" bIns="146262" numCol="1" spcCol="0" rtlCol="0" fromWordArt="0" anchor="t" anchorCtr="0" forceAA="0" compatLnSpc="1">
            <a:prstTxWarp prst="textNoShape">
              <a:avLst/>
            </a:prstTxWarp>
            <a:noAutofit/>
          </a:bodyPr>
          <a:lstStyle/>
          <a:p>
            <a:pPr algn="ctr" defTabSz="932114" fontAlgn="base">
              <a:lnSpc>
                <a:spcPct val="90000"/>
              </a:lnSpc>
              <a:spcBef>
                <a:spcPct val="0"/>
              </a:spcBef>
              <a:spcAft>
                <a:spcPct val="0"/>
              </a:spcAft>
              <a:defRPr/>
            </a:pPr>
            <a:endParaRPr lang="en-US" sz="2400" kern="0" dirty="0">
              <a:gradFill>
                <a:gsLst>
                  <a:gs pos="0">
                    <a:srgbClr val="FFFFFF"/>
                  </a:gs>
                  <a:gs pos="100000">
                    <a:srgbClr val="FFFFFF"/>
                  </a:gs>
                </a:gsLst>
                <a:lin ang="5400000" scaled="0"/>
              </a:gradFill>
              <a:ea typeface="Segoe UI" pitchFamily="34" charset="0"/>
              <a:cs typeface="Segoe UI" pitchFamily="34" charset="0"/>
            </a:endParaRPr>
          </a:p>
        </p:txBody>
      </p:sp>
      <p:sp>
        <p:nvSpPr>
          <p:cNvPr id="28" name="TextBox 27"/>
          <p:cNvSpPr txBox="1"/>
          <p:nvPr/>
        </p:nvSpPr>
        <p:spPr>
          <a:xfrm>
            <a:off x="9873004" y="4203922"/>
            <a:ext cx="1658821" cy="860328"/>
          </a:xfrm>
          <a:prstGeom prst="rect">
            <a:avLst/>
          </a:prstGeom>
          <a:noFill/>
        </p:spPr>
        <p:txBody>
          <a:bodyPr wrap="square" lIns="182828" tIns="146262" rIns="182828" bIns="146262" rtlCol="0">
            <a:spAutoFit/>
          </a:bodyPr>
          <a:lstStyle/>
          <a:p>
            <a:pPr defTabSz="914224">
              <a:lnSpc>
                <a:spcPct val="90000"/>
              </a:lnSpc>
              <a:spcAft>
                <a:spcPts val="600"/>
              </a:spcAft>
              <a:defRPr/>
            </a:pPr>
            <a:r>
              <a:rPr lang="en-US" sz="2000" kern="0" dirty="0"/>
              <a:t>Azure Storage</a:t>
            </a:r>
          </a:p>
        </p:txBody>
      </p:sp>
      <p:pic>
        <p:nvPicPr>
          <p:cNvPr id="8" name="Picture 7"/>
          <p:cNvPicPr>
            <a:picLocks noChangeAspect="1"/>
          </p:cNvPicPr>
          <p:nvPr/>
        </p:nvPicPr>
        <p:blipFill>
          <a:blip r:embed="rId3">
            <a:duotone>
              <a:prstClr val="black"/>
              <a:schemeClr val="tx1">
                <a:tint val="45000"/>
                <a:satMod val="400000"/>
              </a:schemeClr>
            </a:duoton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8685498" y="4252643"/>
            <a:ext cx="887554" cy="750046"/>
          </a:xfrm>
          <a:prstGeom prst="rect">
            <a:avLst/>
          </a:prstGeom>
          <a:solidFill>
            <a:schemeClr val="bg2">
              <a:alpha val="0"/>
            </a:schemeClr>
          </a:solidFill>
        </p:spPr>
      </p:pic>
      <p:sp>
        <p:nvSpPr>
          <p:cNvPr id="10" name="TextBox 9"/>
          <p:cNvSpPr txBox="1"/>
          <p:nvPr/>
        </p:nvSpPr>
        <p:spPr>
          <a:xfrm>
            <a:off x="9992439" y="3219630"/>
            <a:ext cx="1520221" cy="572340"/>
          </a:xfrm>
          <a:prstGeom prst="rect">
            <a:avLst/>
          </a:prstGeom>
          <a:noFill/>
        </p:spPr>
        <p:txBody>
          <a:bodyPr wrap="square" lIns="182828" tIns="146262" rIns="182828" bIns="146262" rtlCol="0">
            <a:spAutoFit/>
          </a:bodyPr>
          <a:lstStyle/>
          <a:p>
            <a:pPr defTabSz="914224">
              <a:lnSpc>
                <a:spcPct val="90000"/>
              </a:lnSpc>
              <a:spcAft>
                <a:spcPts val="600"/>
              </a:spcAft>
              <a:defRPr/>
            </a:pPr>
            <a:r>
              <a:rPr lang="en-US" sz="2000" kern="0" dirty="0"/>
              <a:t>IaaS VM</a:t>
            </a:r>
          </a:p>
        </p:txBody>
      </p:sp>
      <p:sp>
        <p:nvSpPr>
          <p:cNvPr id="29" name="Freeform 207"/>
          <p:cNvSpPr>
            <a:spLocks noEditPoints="1"/>
          </p:cNvSpPr>
          <p:nvPr/>
        </p:nvSpPr>
        <p:spPr bwMode="black">
          <a:xfrm>
            <a:off x="3458267" y="4739681"/>
            <a:ext cx="1158876" cy="594409"/>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tx1">
              <a:lumMod val="60000"/>
              <a:lumOff val="40000"/>
            </a:schemeClr>
          </a:solidFill>
          <a:ln>
            <a:noFill/>
          </a:ln>
        </p:spPr>
        <p:txBody>
          <a:bodyPr vert="horz" wrap="square" lIns="91414" tIns="45706" rIns="91414" bIns="45706" numCol="1" anchor="t" anchorCtr="0" compatLnSpc="1">
            <a:prstTxWarp prst="textNoShape">
              <a:avLst/>
            </a:prstTxWarp>
          </a:bodyPr>
          <a:lstStyle/>
          <a:p>
            <a:pPr defTabSz="914224">
              <a:defRPr/>
            </a:pPr>
            <a:endParaRPr lang="en-US" sz="1598" kern="0" dirty="0">
              <a:solidFill>
                <a:srgbClr val="FFFFFF"/>
              </a:solidFill>
            </a:endParaRPr>
          </a:p>
        </p:txBody>
      </p:sp>
      <p:sp>
        <p:nvSpPr>
          <p:cNvPr id="31" name="Freeform 207"/>
          <p:cNvSpPr>
            <a:spLocks noEditPoints="1"/>
          </p:cNvSpPr>
          <p:nvPr/>
        </p:nvSpPr>
        <p:spPr bwMode="black">
          <a:xfrm>
            <a:off x="3121098" y="5408916"/>
            <a:ext cx="1158876" cy="594409"/>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tx1">
              <a:lumMod val="60000"/>
              <a:lumOff val="40000"/>
            </a:schemeClr>
          </a:solidFill>
          <a:ln>
            <a:noFill/>
          </a:ln>
        </p:spPr>
        <p:txBody>
          <a:bodyPr vert="horz" wrap="square" lIns="91414" tIns="45706" rIns="91414" bIns="45706" numCol="1" anchor="t" anchorCtr="0" compatLnSpc="1">
            <a:prstTxWarp prst="textNoShape">
              <a:avLst/>
            </a:prstTxWarp>
          </a:bodyPr>
          <a:lstStyle/>
          <a:p>
            <a:pPr defTabSz="932384">
              <a:defRPr/>
            </a:pPr>
            <a:endParaRPr lang="en-US" sz="1598" kern="0" dirty="0">
              <a:solidFill>
                <a:srgbClr val="FFFFFF"/>
              </a:solidFill>
            </a:endParaRPr>
          </a:p>
        </p:txBody>
      </p:sp>
      <p:sp>
        <p:nvSpPr>
          <p:cNvPr id="32" name="TextBox 31"/>
          <p:cNvSpPr txBox="1"/>
          <p:nvPr/>
        </p:nvSpPr>
        <p:spPr>
          <a:xfrm>
            <a:off x="811674" y="5294749"/>
            <a:ext cx="1752153" cy="860407"/>
          </a:xfrm>
          <a:prstGeom prst="rect">
            <a:avLst/>
          </a:prstGeom>
          <a:noFill/>
        </p:spPr>
        <p:txBody>
          <a:bodyPr wrap="square" lIns="182828" tIns="146262" rIns="182828" bIns="146262" rtlCol="0">
            <a:spAutoFit/>
          </a:bodyPr>
          <a:lstStyle/>
          <a:p>
            <a:pPr defTabSz="932384">
              <a:lnSpc>
                <a:spcPct val="90000"/>
              </a:lnSpc>
              <a:spcAft>
                <a:spcPts val="600"/>
              </a:spcAft>
              <a:defRPr/>
            </a:pPr>
            <a:r>
              <a:rPr lang="en-US" sz="2000" kern="0" dirty="0"/>
              <a:t>Active Directory</a:t>
            </a:r>
          </a:p>
        </p:txBody>
      </p:sp>
      <p:sp>
        <p:nvSpPr>
          <p:cNvPr id="33" name="Left-Right Arrow 32"/>
          <p:cNvSpPr/>
          <p:nvPr/>
        </p:nvSpPr>
        <p:spPr bwMode="auto">
          <a:xfrm>
            <a:off x="4492749" y="5332844"/>
            <a:ext cx="3974991" cy="604751"/>
          </a:xfrm>
          <a:prstGeom prst="leftRightArrow">
            <a:avLst/>
          </a:prstGeom>
          <a:solidFill>
            <a:schemeClr val="accent3">
              <a:lumMod val="75000"/>
            </a:schemeClr>
          </a:solidFill>
          <a:ln w="15875">
            <a:solidFill>
              <a:srgbClr val="29292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12" tIns="146167" rIns="182712" bIns="146167" numCol="1" spcCol="0" rtlCol="0" fromWordArt="0" anchor="ctr" anchorCtr="0" forceAA="0" compatLnSpc="1">
            <a:prstTxWarp prst="textNoShape">
              <a:avLst/>
            </a:prstTxWarp>
            <a:noAutofit/>
          </a:bodyPr>
          <a:lstStyle/>
          <a:p>
            <a:pPr algn="ctr" defTabSz="913466">
              <a:defRPr/>
            </a:pPr>
            <a:r>
              <a:rPr lang="en-US" sz="1598" b="1" kern="0" dirty="0">
                <a:solidFill>
                  <a:srgbClr val="FFFFFF"/>
                </a:solidFill>
              </a:rPr>
              <a:t>AD &amp; ASR Replication</a:t>
            </a:r>
          </a:p>
        </p:txBody>
      </p:sp>
      <p:sp>
        <p:nvSpPr>
          <p:cNvPr id="35" name="Freeform 207"/>
          <p:cNvSpPr>
            <a:spLocks noEditPoints="1"/>
          </p:cNvSpPr>
          <p:nvPr/>
        </p:nvSpPr>
        <p:spPr bwMode="black">
          <a:xfrm>
            <a:off x="8566933" y="5322552"/>
            <a:ext cx="1158876" cy="594409"/>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tx1">
              <a:lumMod val="60000"/>
              <a:lumOff val="40000"/>
            </a:schemeClr>
          </a:solidFill>
          <a:ln>
            <a:noFill/>
          </a:ln>
        </p:spPr>
        <p:txBody>
          <a:bodyPr vert="horz" wrap="square" lIns="91414" tIns="45706" rIns="91414" bIns="45706" numCol="1" anchor="t" anchorCtr="0" compatLnSpc="1">
            <a:prstTxWarp prst="textNoShape">
              <a:avLst/>
            </a:prstTxWarp>
          </a:bodyPr>
          <a:lstStyle/>
          <a:p>
            <a:pPr defTabSz="914224">
              <a:defRPr/>
            </a:pPr>
            <a:endParaRPr lang="en-US" sz="1598" kern="0" dirty="0">
              <a:solidFill>
                <a:srgbClr val="FFFFFF"/>
              </a:solidFill>
            </a:endParaRPr>
          </a:p>
        </p:txBody>
      </p:sp>
      <p:sp>
        <p:nvSpPr>
          <p:cNvPr id="36" name="TextBox 35"/>
          <p:cNvSpPr txBox="1"/>
          <p:nvPr/>
        </p:nvSpPr>
        <p:spPr>
          <a:xfrm>
            <a:off x="9801998" y="5344620"/>
            <a:ext cx="1520221" cy="572340"/>
          </a:xfrm>
          <a:prstGeom prst="rect">
            <a:avLst/>
          </a:prstGeom>
          <a:noFill/>
        </p:spPr>
        <p:txBody>
          <a:bodyPr wrap="square" lIns="182828" tIns="146262" rIns="182828" bIns="146262" rtlCol="0">
            <a:spAutoFit/>
          </a:bodyPr>
          <a:lstStyle/>
          <a:p>
            <a:pPr defTabSz="914224">
              <a:lnSpc>
                <a:spcPct val="90000"/>
              </a:lnSpc>
              <a:spcAft>
                <a:spcPts val="600"/>
              </a:spcAft>
              <a:defRPr/>
            </a:pPr>
            <a:r>
              <a:rPr lang="en-US" sz="2000" kern="0" dirty="0"/>
              <a:t>IaaS VM</a:t>
            </a:r>
          </a:p>
        </p:txBody>
      </p:sp>
      <p:cxnSp>
        <p:nvCxnSpPr>
          <p:cNvPr id="11" name="Straight Connector 10"/>
          <p:cNvCxnSpPr/>
          <p:nvPr/>
        </p:nvCxnSpPr>
        <p:spPr>
          <a:xfrm>
            <a:off x="4542075" y="6151664"/>
            <a:ext cx="0" cy="374993"/>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4542075" y="6523123"/>
            <a:ext cx="3694244" cy="3535"/>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8232689" y="6170924"/>
            <a:ext cx="0" cy="360532"/>
          </a:xfrm>
          <a:prstGeom prst="line">
            <a:avLst/>
          </a:prstGeom>
          <a:ln w="2540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679327" y="6078846"/>
            <a:ext cx="1266848" cy="549685"/>
          </a:xfrm>
          <a:prstGeom prst="rect">
            <a:avLst/>
          </a:prstGeom>
          <a:noFill/>
        </p:spPr>
        <p:txBody>
          <a:bodyPr wrap="none" lIns="182854" tIns="146283" rIns="182854" bIns="146283" rtlCol="0">
            <a:spAutoFit/>
          </a:bodyPr>
          <a:lstStyle/>
          <a:p>
            <a:pPr defTabSz="914224">
              <a:lnSpc>
                <a:spcPct val="90000"/>
              </a:lnSpc>
              <a:spcAft>
                <a:spcPts val="600"/>
              </a:spcAft>
              <a:defRPr/>
            </a:pPr>
            <a:r>
              <a:rPr lang="en-US" kern="0" dirty="0">
                <a:gradFill>
                  <a:gsLst>
                    <a:gs pos="2917">
                      <a:schemeClr val="tx1"/>
                    </a:gs>
                    <a:gs pos="30000">
                      <a:schemeClr val="tx1"/>
                    </a:gs>
                  </a:gsLst>
                  <a:lin ang="5400000" scaled="0"/>
                </a:gradFill>
              </a:rPr>
              <a:t>S2S VPN</a:t>
            </a:r>
          </a:p>
        </p:txBody>
      </p:sp>
      <p:sp>
        <p:nvSpPr>
          <p:cNvPr id="40" name="Freeform 207"/>
          <p:cNvSpPr>
            <a:spLocks noEditPoints="1"/>
          </p:cNvSpPr>
          <p:nvPr/>
        </p:nvSpPr>
        <p:spPr bwMode="black">
          <a:xfrm>
            <a:off x="2188013" y="4733810"/>
            <a:ext cx="1158876" cy="594409"/>
          </a:xfrm>
          <a:custGeom>
            <a:avLst/>
            <a:gdLst>
              <a:gd name="T0" fmla="*/ 1583 w 1601"/>
              <a:gd name="T1" fmla="*/ 409 h 1191"/>
              <a:gd name="T2" fmla="*/ 891 w 1601"/>
              <a:gd name="T3" fmla="*/ 6 h 1191"/>
              <a:gd name="T4" fmla="*/ 841 w 1601"/>
              <a:gd name="T5" fmla="*/ 6 h 1191"/>
              <a:gd name="T6" fmla="*/ 861 w 1601"/>
              <a:gd name="T7" fmla="*/ 834 h 1191"/>
              <a:gd name="T8" fmla="*/ 596 w 1601"/>
              <a:gd name="T9" fmla="*/ 987 h 1191"/>
              <a:gd name="T10" fmla="*/ 148 w 1601"/>
              <a:gd name="T11" fmla="*/ 797 h 1191"/>
              <a:gd name="T12" fmla="*/ 200 w 1601"/>
              <a:gd name="T13" fmla="*/ 762 h 1191"/>
              <a:gd name="T14" fmla="*/ 886 w 1601"/>
              <a:gd name="T15" fmla="*/ 1163 h 1191"/>
              <a:gd name="T16" fmla="*/ 853 w 1601"/>
              <a:gd name="T17" fmla="*/ 1191 h 1191"/>
              <a:gd name="T18" fmla="*/ 677 w 1601"/>
              <a:gd name="T19" fmla="*/ 1097 h 1191"/>
              <a:gd name="T20" fmla="*/ 730 w 1601"/>
              <a:gd name="T21" fmla="*/ 1062 h 1191"/>
              <a:gd name="T22" fmla="*/ 831 w 1601"/>
              <a:gd name="T23" fmla="*/ 926 h 1191"/>
              <a:gd name="T24" fmla="*/ 56 w 1601"/>
              <a:gd name="T25" fmla="*/ 679 h 1191"/>
              <a:gd name="T26" fmla="*/ 66 w 1601"/>
              <a:gd name="T27" fmla="*/ 687 h 1191"/>
              <a:gd name="T28" fmla="*/ 27 w 1601"/>
              <a:gd name="T29" fmla="*/ 728 h 1191"/>
              <a:gd name="T30" fmla="*/ 0 w 1601"/>
              <a:gd name="T31" fmla="*/ 691 h 1191"/>
              <a:gd name="T32" fmla="*/ 17 w 1601"/>
              <a:gd name="T33" fmla="*/ 416 h 1191"/>
              <a:gd name="T34" fmla="*/ 96 w 1601"/>
              <a:gd name="T35" fmla="*/ 442 h 1191"/>
              <a:gd name="T36" fmla="*/ 877 w 1601"/>
              <a:gd name="T37" fmla="*/ 881 h 1191"/>
              <a:gd name="T38" fmla="*/ 1600 w 1601"/>
              <a:gd name="T39" fmla="*/ 438 h 1191"/>
              <a:gd name="T40" fmla="*/ 1601 w 1601"/>
              <a:gd name="T41" fmla="*/ 669 h 1191"/>
              <a:gd name="T42" fmla="*/ 919 w 1601"/>
              <a:gd name="T43" fmla="*/ 1087 h 1191"/>
              <a:gd name="T44" fmla="*/ 894 w 1601"/>
              <a:gd name="T45" fmla="*/ 853 h 1191"/>
              <a:gd name="T46" fmla="*/ 525 w 1601"/>
              <a:gd name="T47" fmla="*/ 886 h 1191"/>
              <a:gd name="T48" fmla="*/ 316 w 1601"/>
              <a:gd name="T49" fmla="*/ 770 h 1191"/>
              <a:gd name="T50" fmla="*/ 300 w 1601"/>
              <a:gd name="T51" fmla="*/ 721 h 1191"/>
              <a:gd name="T52" fmla="*/ 523 w 1601"/>
              <a:gd name="T53" fmla="*/ 822 h 1191"/>
              <a:gd name="T54" fmla="*/ 539 w 1601"/>
              <a:gd name="T55" fmla="*/ 870 h 1191"/>
              <a:gd name="T56" fmla="*/ 712 w 1601"/>
              <a:gd name="T57" fmla="*/ 1033 h 1191"/>
              <a:gd name="T58" fmla="*/ 648 w 1601"/>
              <a:gd name="T59" fmla="*/ 1091 h 1191"/>
              <a:gd name="T60" fmla="*/ 617 w 1601"/>
              <a:gd name="T61" fmla="*/ 1070 h 1191"/>
              <a:gd name="T62" fmla="*/ 625 w 1601"/>
              <a:gd name="T63" fmla="*/ 914 h 1191"/>
              <a:gd name="T64" fmla="*/ 712 w 1601"/>
              <a:gd name="T65" fmla="*/ 885 h 1191"/>
              <a:gd name="T66" fmla="*/ 708 w 1601"/>
              <a:gd name="T67" fmla="*/ 909 h 1191"/>
              <a:gd name="T68" fmla="*/ 659 w 1601"/>
              <a:gd name="T69" fmla="*/ 1044 h 1191"/>
              <a:gd name="T70" fmla="*/ 712 w 1601"/>
              <a:gd name="T71" fmla="*/ 1033 h 1191"/>
              <a:gd name="T72" fmla="*/ 177 w 1601"/>
              <a:gd name="T73" fmla="*/ 756 h 1191"/>
              <a:gd name="T74" fmla="*/ 92 w 1601"/>
              <a:gd name="T75" fmla="*/ 786 h 1191"/>
              <a:gd name="T76" fmla="*/ 86 w 1601"/>
              <a:gd name="T77" fmla="*/ 632 h 1191"/>
              <a:gd name="T78" fmla="*/ 154 w 1601"/>
              <a:gd name="T79" fmla="*/ 580 h 1191"/>
              <a:gd name="T80" fmla="*/ 181 w 1601"/>
              <a:gd name="T81" fmla="*/ 585 h 1191"/>
              <a:gd name="T82" fmla="*/ 129 w 1601"/>
              <a:gd name="T83" fmla="*/ 637 h 1191"/>
              <a:gd name="T84" fmla="*/ 154 w 1601"/>
              <a:gd name="T85" fmla="*/ 729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01" h="1191">
                <a:moveTo>
                  <a:pt x="861" y="834"/>
                </a:moveTo>
                <a:cubicBezTo>
                  <a:pt x="1583" y="409"/>
                  <a:pt x="1583" y="409"/>
                  <a:pt x="1583" y="409"/>
                </a:cubicBezTo>
                <a:cubicBezTo>
                  <a:pt x="1581" y="407"/>
                  <a:pt x="1579" y="406"/>
                  <a:pt x="1576" y="404"/>
                </a:cubicBezTo>
                <a:cubicBezTo>
                  <a:pt x="891" y="6"/>
                  <a:pt x="891" y="6"/>
                  <a:pt x="891" y="6"/>
                </a:cubicBezTo>
                <a:cubicBezTo>
                  <a:pt x="884" y="2"/>
                  <a:pt x="875" y="0"/>
                  <a:pt x="866" y="0"/>
                </a:cubicBezTo>
                <a:cubicBezTo>
                  <a:pt x="857" y="0"/>
                  <a:pt x="848" y="2"/>
                  <a:pt x="841" y="6"/>
                </a:cubicBezTo>
                <a:cubicBezTo>
                  <a:pt x="130" y="422"/>
                  <a:pt x="130" y="422"/>
                  <a:pt x="130" y="422"/>
                </a:cubicBezTo>
                <a:lnTo>
                  <a:pt x="861" y="834"/>
                </a:lnTo>
                <a:close/>
                <a:moveTo>
                  <a:pt x="200" y="762"/>
                </a:moveTo>
                <a:cubicBezTo>
                  <a:pt x="596" y="987"/>
                  <a:pt x="596" y="987"/>
                  <a:pt x="596" y="987"/>
                </a:cubicBezTo>
                <a:cubicBezTo>
                  <a:pt x="596" y="1051"/>
                  <a:pt x="596" y="1051"/>
                  <a:pt x="596" y="1051"/>
                </a:cubicBezTo>
                <a:cubicBezTo>
                  <a:pt x="148" y="797"/>
                  <a:pt x="148" y="797"/>
                  <a:pt x="148" y="797"/>
                </a:cubicBezTo>
                <a:cubicBezTo>
                  <a:pt x="188" y="773"/>
                  <a:pt x="188" y="773"/>
                  <a:pt x="188" y="773"/>
                </a:cubicBezTo>
                <a:cubicBezTo>
                  <a:pt x="192" y="771"/>
                  <a:pt x="197" y="767"/>
                  <a:pt x="200" y="762"/>
                </a:cubicBezTo>
                <a:close/>
                <a:moveTo>
                  <a:pt x="886" y="897"/>
                </a:moveTo>
                <a:cubicBezTo>
                  <a:pt x="886" y="1163"/>
                  <a:pt x="886" y="1163"/>
                  <a:pt x="886" y="1163"/>
                </a:cubicBezTo>
                <a:cubicBezTo>
                  <a:pt x="884" y="1173"/>
                  <a:pt x="878" y="1182"/>
                  <a:pt x="870" y="1187"/>
                </a:cubicBezTo>
                <a:cubicBezTo>
                  <a:pt x="865" y="1190"/>
                  <a:pt x="859" y="1191"/>
                  <a:pt x="853" y="1191"/>
                </a:cubicBezTo>
                <a:cubicBezTo>
                  <a:pt x="847" y="1191"/>
                  <a:pt x="840" y="1190"/>
                  <a:pt x="834" y="1186"/>
                </a:cubicBezTo>
                <a:cubicBezTo>
                  <a:pt x="677" y="1097"/>
                  <a:pt x="677" y="1097"/>
                  <a:pt x="677" y="1097"/>
                </a:cubicBezTo>
                <a:cubicBezTo>
                  <a:pt x="718" y="1073"/>
                  <a:pt x="718" y="1073"/>
                  <a:pt x="718" y="1073"/>
                </a:cubicBezTo>
                <a:cubicBezTo>
                  <a:pt x="723" y="1071"/>
                  <a:pt x="727" y="1067"/>
                  <a:pt x="730" y="1062"/>
                </a:cubicBezTo>
                <a:cubicBezTo>
                  <a:pt x="831" y="1120"/>
                  <a:pt x="831" y="1120"/>
                  <a:pt x="831" y="1120"/>
                </a:cubicBezTo>
                <a:cubicBezTo>
                  <a:pt x="831" y="926"/>
                  <a:pt x="831" y="926"/>
                  <a:pt x="831" y="926"/>
                </a:cubicBezTo>
                <a:cubicBezTo>
                  <a:pt x="56" y="483"/>
                  <a:pt x="56" y="483"/>
                  <a:pt x="56" y="483"/>
                </a:cubicBezTo>
                <a:cubicBezTo>
                  <a:pt x="56" y="679"/>
                  <a:pt x="56" y="679"/>
                  <a:pt x="56" y="679"/>
                </a:cubicBezTo>
                <a:cubicBezTo>
                  <a:pt x="57" y="681"/>
                  <a:pt x="57" y="681"/>
                  <a:pt x="57" y="681"/>
                </a:cubicBezTo>
                <a:cubicBezTo>
                  <a:pt x="66" y="687"/>
                  <a:pt x="66" y="687"/>
                  <a:pt x="66" y="687"/>
                </a:cubicBezTo>
                <a:cubicBezTo>
                  <a:pt x="66" y="750"/>
                  <a:pt x="66" y="750"/>
                  <a:pt x="66" y="750"/>
                </a:cubicBezTo>
                <a:cubicBezTo>
                  <a:pt x="27" y="728"/>
                  <a:pt x="27" y="728"/>
                  <a:pt x="27" y="728"/>
                </a:cubicBezTo>
                <a:cubicBezTo>
                  <a:pt x="4" y="710"/>
                  <a:pt x="4" y="710"/>
                  <a:pt x="4" y="710"/>
                </a:cubicBezTo>
                <a:cubicBezTo>
                  <a:pt x="0" y="691"/>
                  <a:pt x="0" y="691"/>
                  <a:pt x="0" y="691"/>
                </a:cubicBezTo>
                <a:cubicBezTo>
                  <a:pt x="0" y="448"/>
                  <a:pt x="0" y="448"/>
                  <a:pt x="0" y="448"/>
                </a:cubicBezTo>
                <a:cubicBezTo>
                  <a:pt x="0" y="434"/>
                  <a:pt x="6" y="423"/>
                  <a:pt x="17" y="416"/>
                </a:cubicBezTo>
                <a:cubicBezTo>
                  <a:pt x="28" y="410"/>
                  <a:pt x="41" y="410"/>
                  <a:pt x="53" y="417"/>
                </a:cubicBezTo>
                <a:cubicBezTo>
                  <a:pt x="96" y="442"/>
                  <a:pt x="96" y="442"/>
                  <a:pt x="96" y="442"/>
                </a:cubicBezTo>
                <a:cubicBezTo>
                  <a:pt x="97" y="441"/>
                  <a:pt x="97" y="441"/>
                  <a:pt x="97" y="441"/>
                </a:cubicBezTo>
                <a:cubicBezTo>
                  <a:pt x="877" y="881"/>
                  <a:pt x="877" y="881"/>
                  <a:pt x="877" y="881"/>
                </a:cubicBezTo>
                <a:cubicBezTo>
                  <a:pt x="881" y="883"/>
                  <a:pt x="886" y="892"/>
                  <a:pt x="886" y="897"/>
                </a:cubicBezTo>
                <a:close/>
                <a:moveTo>
                  <a:pt x="1600" y="438"/>
                </a:moveTo>
                <a:cubicBezTo>
                  <a:pt x="1601" y="441"/>
                  <a:pt x="1601" y="444"/>
                  <a:pt x="1601" y="448"/>
                </a:cubicBezTo>
                <a:cubicBezTo>
                  <a:pt x="1601" y="669"/>
                  <a:pt x="1601" y="669"/>
                  <a:pt x="1601" y="669"/>
                </a:cubicBezTo>
                <a:cubicBezTo>
                  <a:pt x="1601" y="686"/>
                  <a:pt x="1591" y="704"/>
                  <a:pt x="1576" y="712"/>
                </a:cubicBezTo>
                <a:cubicBezTo>
                  <a:pt x="919" y="1087"/>
                  <a:pt x="919" y="1087"/>
                  <a:pt x="919" y="1087"/>
                </a:cubicBezTo>
                <a:cubicBezTo>
                  <a:pt x="919" y="897"/>
                  <a:pt x="919" y="897"/>
                  <a:pt x="919" y="897"/>
                </a:cubicBezTo>
                <a:cubicBezTo>
                  <a:pt x="919" y="880"/>
                  <a:pt x="909" y="862"/>
                  <a:pt x="894" y="853"/>
                </a:cubicBezTo>
                <a:lnTo>
                  <a:pt x="1600" y="438"/>
                </a:lnTo>
                <a:close/>
                <a:moveTo>
                  <a:pt x="525" y="886"/>
                </a:moveTo>
                <a:cubicBezTo>
                  <a:pt x="522" y="886"/>
                  <a:pt x="519" y="885"/>
                  <a:pt x="516" y="884"/>
                </a:cubicBezTo>
                <a:cubicBezTo>
                  <a:pt x="316" y="770"/>
                  <a:pt x="316" y="770"/>
                  <a:pt x="316" y="770"/>
                </a:cubicBezTo>
                <a:cubicBezTo>
                  <a:pt x="307" y="765"/>
                  <a:pt x="300" y="753"/>
                  <a:pt x="300" y="742"/>
                </a:cubicBezTo>
                <a:cubicBezTo>
                  <a:pt x="300" y="721"/>
                  <a:pt x="300" y="721"/>
                  <a:pt x="300" y="721"/>
                </a:cubicBezTo>
                <a:cubicBezTo>
                  <a:pt x="300" y="708"/>
                  <a:pt x="311" y="701"/>
                  <a:pt x="323" y="708"/>
                </a:cubicBezTo>
                <a:cubicBezTo>
                  <a:pt x="523" y="822"/>
                  <a:pt x="523" y="822"/>
                  <a:pt x="523" y="822"/>
                </a:cubicBezTo>
                <a:cubicBezTo>
                  <a:pt x="532" y="827"/>
                  <a:pt x="539" y="839"/>
                  <a:pt x="539" y="849"/>
                </a:cubicBezTo>
                <a:cubicBezTo>
                  <a:pt x="539" y="870"/>
                  <a:pt x="539" y="870"/>
                  <a:pt x="539" y="870"/>
                </a:cubicBezTo>
                <a:cubicBezTo>
                  <a:pt x="539" y="880"/>
                  <a:pt x="533" y="886"/>
                  <a:pt x="525" y="886"/>
                </a:cubicBezTo>
                <a:close/>
                <a:moveTo>
                  <a:pt x="712" y="1033"/>
                </a:moveTo>
                <a:cubicBezTo>
                  <a:pt x="718" y="1040"/>
                  <a:pt x="716" y="1051"/>
                  <a:pt x="708" y="1056"/>
                </a:cubicBezTo>
                <a:cubicBezTo>
                  <a:pt x="648" y="1091"/>
                  <a:pt x="648" y="1091"/>
                  <a:pt x="648" y="1091"/>
                </a:cubicBezTo>
                <a:cubicBezTo>
                  <a:pt x="640" y="1096"/>
                  <a:pt x="626" y="1090"/>
                  <a:pt x="622" y="1086"/>
                </a:cubicBezTo>
                <a:cubicBezTo>
                  <a:pt x="618" y="1082"/>
                  <a:pt x="617" y="1070"/>
                  <a:pt x="617" y="1070"/>
                </a:cubicBezTo>
                <a:cubicBezTo>
                  <a:pt x="617" y="932"/>
                  <a:pt x="617" y="932"/>
                  <a:pt x="617" y="932"/>
                </a:cubicBezTo>
                <a:cubicBezTo>
                  <a:pt x="617" y="932"/>
                  <a:pt x="618" y="918"/>
                  <a:pt x="625" y="914"/>
                </a:cubicBezTo>
                <a:cubicBezTo>
                  <a:pt x="684" y="880"/>
                  <a:pt x="684" y="880"/>
                  <a:pt x="684" y="880"/>
                </a:cubicBezTo>
                <a:cubicBezTo>
                  <a:pt x="693" y="875"/>
                  <a:pt x="706" y="878"/>
                  <a:pt x="712" y="885"/>
                </a:cubicBezTo>
                <a:cubicBezTo>
                  <a:pt x="712" y="885"/>
                  <a:pt x="712" y="885"/>
                  <a:pt x="712" y="885"/>
                </a:cubicBezTo>
                <a:cubicBezTo>
                  <a:pt x="717" y="893"/>
                  <a:pt x="716" y="904"/>
                  <a:pt x="708" y="909"/>
                </a:cubicBezTo>
                <a:cubicBezTo>
                  <a:pt x="659" y="937"/>
                  <a:pt x="659" y="937"/>
                  <a:pt x="659" y="937"/>
                </a:cubicBezTo>
                <a:cubicBezTo>
                  <a:pt x="659" y="1044"/>
                  <a:pt x="659" y="1044"/>
                  <a:pt x="659" y="1044"/>
                </a:cubicBezTo>
                <a:cubicBezTo>
                  <a:pt x="684" y="1029"/>
                  <a:pt x="684" y="1029"/>
                  <a:pt x="684" y="1029"/>
                </a:cubicBezTo>
                <a:cubicBezTo>
                  <a:pt x="693" y="1024"/>
                  <a:pt x="706" y="1025"/>
                  <a:pt x="712" y="1033"/>
                </a:cubicBezTo>
                <a:close/>
                <a:moveTo>
                  <a:pt x="182" y="733"/>
                </a:moveTo>
                <a:cubicBezTo>
                  <a:pt x="188" y="740"/>
                  <a:pt x="186" y="751"/>
                  <a:pt x="177" y="756"/>
                </a:cubicBezTo>
                <a:cubicBezTo>
                  <a:pt x="118" y="791"/>
                  <a:pt x="118" y="791"/>
                  <a:pt x="118" y="791"/>
                </a:cubicBezTo>
                <a:cubicBezTo>
                  <a:pt x="109" y="796"/>
                  <a:pt x="96" y="790"/>
                  <a:pt x="92" y="786"/>
                </a:cubicBezTo>
                <a:cubicBezTo>
                  <a:pt x="88" y="782"/>
                  <a:pt x="86" y="770"/>
                  <a:pt x="86" y="770"/>
                </a:cubicBezTo>
                <a:cubicBezTo>
                  <a:pt x="86" y="632"/>
                  <a:pt x="86" y="632"/>
                  <a:pt x="86" y="632"/>
                </a:cubicBezTo>
                <a:cubicBezTo>
                  <a:pt x="86" y="632"/>
                  <a:pt x="88" y="618"/>
                  <a:pt x="95" y="614"/>
                </a:cubicBezTo>
                <a:cubicBezTo>
                  <a:pt x="154" y="580"/>
                  <a:pt x="154" y="580"/>
                  <a:pt x="154" y="580"/>
                </a:cubicBezTo>
                <a:cubicBezTo>
                  <a:pt x="163" y="575"/>
                  <a:pt x="176" y="578"/>
                  <a:pt x="181" y="585"/>
                </a:cubicBezTo>
                <a:cubicBezTo>
                  <a:pt x="181" y="585"/>
                  <a:pt x="181" y="585"/>
                  <a:pt x="181" y="585"/>
                </a:cubicBezTo>
                <a:cubicBezTo>
                  <a:pt x="187" y="593"/>
                  <a:pt x="186" y="604"/>
                  <a:pt x="177" y="609"/>
                </a:cubicBezTo>
                <a:cubicBezTo>
                  <a:pt x="129" y="637"/>
                  <a:pt x="129" y="637"/>
                  <a:pt x="129" y="637"/>
                </a:cubicBezTo>
                <a:cubicBezTo>
                  <a:pt x="129" y="744"/>
                  <a:pt x="129" y="744"/>
                  <a:pt x="129" y="744"/>
                </a:cubicBezTo>
                <a:cubicBezTo>
                  <a:pt x="154" y="729"/>
                  <a:pt x="154" y="729"/>
                  <a:pt x="154" y="729"/>
                </a:cubicBezTo>
                <a:cubicBezTo>
                  <a:pt x="163" y="724"/>
                  <a:pt x="176" y="725"/>
                  <a:pt x="182" y="733"/>
                </a:cubicBezTo>
                <a:close/>
              </a:path>
            </a:pathLst>
          </a:custGeom>
          <a:solidFill>
            <a:schemeClr val="tx1">
              <a:lumMod val="60000"/>
              <a:lumOff val="40000"/>
            </a:schemeClr>
          </a:solidFill>
          <a:ln>
            <a:noFill/>
          </a:ln>
        </p:spPr>
        <p:txBody>
          <a:bodyPr vert="horz" wrap="square" lIns="91414" tIns="45706" rIns="91414" bIns="45706" numCol="1" anchor="t" anchorCtr="0" compatLnSpc="1">
            <a:prstTxWarp prst="textNoShape">
              <a:avLst/>
            </a:prstTxWarp>
          </a:bodyPr>
          <a:lstStyle/>
          <a:p>
            <a:pPr defTabSz="914224">
              <a:defRPr/>
            </a:pPr>
            <a:endParaRPr lang="en-US" sz="1598" kern="0" dirty="0">
              <a:solidFill>
                <a:srgbClr val="FFFFFF"/>
              </a:solidFill>
            </a:endParaRPr>
          </a:p>
        </p:txBody>
      </p:sp>
      <p:sp>
        <p:nvSpPr>
          <p:cNvPr id="41" name="TextBox 40"/>
          <p:cNvSpPr txBox="1"/>
          <p:nvPr/>
        </p:nvSpPr>
        <p:spPr>
          <a:xfrm>
            <a:off x="5627392" y="1493931"/>
            <a:ext cx="2077456" cy="803850"/>
          </a:xfrm>
          <a:prstGeom prst="rect">
            <a:avLst/>
          </a:prstGeom>
          <a:noFill/>
        </p:spPr>
        <p:txBody>
          <a:bodyPr wrap="square" lIns="182794" tIns="146235" rIns="182794" bIns="146235" rtlCol="0">
            <a:spAutoFit/>
          </a:bodyPr>
          <a:lstStyle/>
          <a:p>
            <a:pPr defTabSz="932384">
              <a:lnSpc>
                <a:spcPct val="90000"/>
              </a:lnSpc>
              <a:defRPr/>
            </a:pPr>
            <a:r>
              <a:rPr lang="en-GB" kern="0" dirty="0">
                <a:solidFill>
                  <a:srgbClr val="FFFFFF"/>
                </a:solidFill>
              </a:rPr>
              <a:t>Azure Site Recovery</a:t>
            </a:r>
          </a:p>
        </p:txBody>
      </p:sp>
      <p:sp>
        <p:nvSpPr>
          <p:cNvPr id="9" name="Title 8"/>
          <p:cNvSpPr>
            <a:spLocks noGrp="1"/>
          </p:cNvSpPr>
          <p:nvPr>
            <p:ph type="title"/>
          </p:nvPr>
        </p:nvSpPr>
        <p:spPr>
          <a:xfrm>
            <a:off x="260429" y="385338"/>
            <a:ext cx="11887878" cy="917444"/>
          </a:xfrm>
        </p:spPr>
        <p:txBody>
          <a:bodyPr/>
          <a:lstStyle/>
          <a:p>
            <a:r>
              <a:rPr lang="en-US" dirty="0"/>
              <a:t>Application DR with ASR</a:t>
            </a:r>
          </a:p>
        </p:txBody>
      </p:sp>
      <p:sp>
        <p:nvSpPr>
          <p:cNvPr id="12" name="Slide Number Placeholder 11">
            <a:extLst>
              <a:ext uri="{FF2B5EF4-FFF2-40B4-BE49-F238E27FC236}">
                <a16:creationId xmlns:a16="http://schemas.microsoft.com/office/drawing/2014/main" id="{0C88A269-6CD5-41A6-B627-3692F7FE1C06}"/>
              </a:ext>
            </a:extLst>
          </p:cNvPr>
          <p:cNvSpPr>
            <a:spLocks noGrp="1"/>
          </p:cNvSpPr>
          <p:nvPr>
            <p:ph type="sldNum" sz="quarter" idx="12"/>
          </p:nvPr>
        </p:nvSpPr>
        <p:spPr/>
        <p:txBody>
          <a:bodyPr/>
          <a:lstStyle/>
          <a:p>
            <a:fld id="{522E449F-ACE2-4651-A469-C563CF075F5E}" type="slidenum">
              <a:rPr lang="en-US" smtClean="0"/>
              <a:t>45</a:t>
            </a:fld>
            <a:endParaRPr lang="en-US"/>
          </a:p>
        </p:txBody>
      </p:sp>
      <p:sp>
        <p:nvSpPr>
          <p:cNvPr id="13" name="Date Placeholder 12">
            <a:extLst>
              <a:ext uri="{FF2B5EF4-FFF2-40B4-BE49-F238E27FC236}">
                <a16:creationId xmlns:a16="http://schemas.microsoft.com/office/drawing/2014/main" id="{53412DAB-846B-4F26-AFB5-A9D6F5592C21}"/>
              </a:ext>
            </a:extLst>
          </p:cNvPr>
          <p:cNvSpPr>
            <a:spLocks noGrp="1"/>
          </p:cNvSpPr>
          <p:nvPr>
            <p:ph type="dt" sz="half" idx="10"/>
          </p:nvPr>
        </p:nvSpPr>
        <p:spPr/>
        <p:txBody>
          <a:bodyPr/>
          <a:lstStyle/>
          <a:p>
            <a:fld id="{C919AAAB-0E5A-4988-96CC-DCB3BAE6D18D}" type="datetime1">
              <a:rPr lang="en-US" smtClean="0"/>
              <a:t>6/17/2025</a:t>
            </a:fld>
            <a:endParaRPr lang="en-US"/>
          </a:p>
        </p:txBody>
      </p:sp>
      <p:sp>
        <p:nvSpPr>
          <p:cNvPr id="15" name="Footer Placeholder 14">
            <a:extLst>
              <a:ext uri="{FF2B5EF4-FFF2-40B4-BE49-F238E27FC236}">
                <a16:creationId xmlns:a16="http://schemas.microsoft.com/office/drawing/2014/main" id="{D1BFD711-5B31-495B-8BFA-916017E7EE8C}"/>
              </a:ext>
            </a:extLst>
          </p:cNvPr>
          <p:cNvSpPr>
            <a:spLocks noGrp="1"/>
          </p:cNvSpPr>
          <p:nvPr>
            <p:ph type="ftr" sz="quarter" idx="11"/>
          </p:nvPr>
        </p:nvSpPr>
        <p:spPr/>
        <p:txBody>
          <a:bodyPr/>
          <a:lstStyle/>
          <a:p>
            <a:r>
              <a:rPr lang="en-US"/>
              <a:t>MOTC - Confidential</a:t>
            </a:r>
          </a:p>
        </p:txBody>
      </p:sp>
    </p:spTree>
    <p:extLst>
      <p:ext uri="{BB962C8B-B14F-4D97-AF65-F5344CB8AC3E}">
        <p14:creationId xmlns:p14="http://schemas.microsoft.com/office/powerpoint/2010/main" val="36008099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184" y="3678812"/>
            <a:ext cx="11373923" cy="1243058"/>
          </a:xfrm>
        </p:spPr>
        <p:txBody>
          <a:bodyPr>
            <a:normAutofit fontScale="90000"/>
          </a:bodyPr>
          <a:lstStyle/>
          <a:p>
            <a:r>
              <a:rPr lang="en-US" b="1" dirty="0">
                <a:solidFill>
                  <a:schemeClr val="accent5">
                    <a:lumMod val="60000"/>
                    <a:lumOff val="40000"/>
                  </a:schemeClr>
                </a:solidFill>
                <a:effectLst>
                  <a:outerShdw blurRad="38100" dist="38100" dir="2700000" algn="tl">
                    <a:srgbClr val="000000">
                      <a:alpha val="43137"/>
                    </a:srgbClr>
                  </a:outerShdw>
                </a:effectLst>
              </a:rPr>
              <a:t>Managed services for migrated workloads - </a:t>
            </a:r>
            <a:r>
              <a:rPr lang="en-US" sz="9791" b="1" dirty="0">
                <a:solidFill>
                  <a:schemeClr val="accent5">
                    <a:lumMod val="60000"/>
                    <a:lumOff val="40000"/>
                  </a:schemeClr>
                </a:solidFill>
                <a:effectLst>
                  <a:outerShdw blurRad="38100" dist="38100" dir="2700000" algn="tl">
                    <a:srgbClr val="000000">
                      <a:alpha val="43137"/>
                    </a:srgbClr>
                  </a:outerShdw>
                </a:effectLst>
              </a:rPr>
              <a:t>BCDR</a:t>
            </a:r>
            <a:endParaRPr lang="en-US" b="1" dirty="0">
              <a:solidFill>
                <a:schemeClr val="accent5">
                  <a:lumMod val="60000"/>
                  <a:lumOff val="40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1570782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369051" y="1791101"/>
            <a:ext cx="6791944" cy="5320601"/>
          </a:xfrm>
        </p:spPr>
        <p:txBody>
          <a:bodyPr/>
          <a:lstStyle/>
          <a:p>
            <a:r>
              <a:rPr lang="en-US" kern="0" dirty="0">
                <a:solidFill>
                  <a:schemeClr val="tx1"/>
                </a:solidFill>
              </a:rPr>
              <a:t>No backup infrastructure</a:t>
            </a:r>
            <a:endParaRPr lang="en-US" sz="3199" kern="0" dirty="0">
              <a:solidFill>
                <a:schemeClr val="tx1"/>
              </a:solidFill>
            </a:endParaRPr>
          </a:p>
          <a:p>
            <a:r>
              <a:rPr lang="en-US" kern="0" dirty="0">
                <a:solidFill>
                  <a:schemeClr val="tx1"/>
                </a:solidFill>
              </a:rPr>
              <a:t>Self Service Backup/Restore</a:t>
            </a:r>
            <a:endParaRPr lang="en-US" sz="3199" kern="0" dirty="0">
              <a:solidFill>
                <a:schemeClr val="tx1"/>
              </a:solidFill>
            </a:endParaRPr>
          </a:p>
          <a:p>
            <a:r>
              <a:rPr lang="en-US" kern="0" dirty="0">
                <a:solidFill>
                  <a:schemeClr val="tx1"/>
                </a:solidFill>
              </a:rPr>
              <a:t>Application consistent </a:t>
            </a:r>
          </a:p>
          <a:p>
            <a:r>
              <a:rPr lang="en-US" kern="0" dirty="0">
                <a:solidFill>
                  <a:schemeClr val="tx1"/>
                </a:solidFill>
              </a:rPr>
              <a:t>VHD and VM </a:t>
            </a:r>
            <a:r>
              <a:rPr lang="en-US" kern="0" dirty="0" err="1">
                <a:solidFill>
                  <a:schemeClr val="tx1"/>
                </a:solidFill>
              </a:rPr>
              <a:t>config</a:t>
            </a:r>
            <a:r>
              <a:rPr lang="en-US" kern="0" dirty="0">
                <a:solidFill>
                  <a:schemeClr val="tx1"/>
                </a:solidFill>
              </a:rPr>
              <a:t> backup</a:t>
            </a:r>
          </a:p>
          <a:p>
            <a:r>
              <a:rPr lang="en-US" kern="0" dirty="0">
                <a:solidFill>
                  <a:schemeClr val="tx1"/>
                </a:solidFill>
              </a:rPr>
              <a:t>Simplified Management and monitoring </a:t>
            </a:r>
          </a:p>
          <a:p>
            <a:endParaRPr lang="en-US" sz="3199" kern="0" dirty="0">
              <a:solidFill>
                <a:schemeClr val="tx1"/>
              </a:solidFill>
            </a:endParaRPr>
          </a:p>
          <a:p>
            <a:endParaRPr lang="en-US" dirty="0">
              <a:solidFill>
                <a:schemeClr val="tx1"/>
              </a:solidFill>
            </a:endParaRPr>
          </a:p>
        </p:txBody>
      </p:sp>
      <p:sp>
        <p:nvSpPr>
          <p:cNvPr id="3" name="Title 2"/>
          <p:cNvSpPr>
            <a:spLocks noGrp="1"/>
          </p:cNvSpPr>
          <p:nvPr>
            <p:ph type="title"/>
          </p:nvPr>
        </p:nvSpPr>
        <p:spPr/>
        <p:txBody>
          <a:bodyPr/>
          <a:lstStyle/>
          <a:p>
            <a:r>
              <a:rPr lang="en-US" dirty="0"/>
              <a:t>Azure IaaS VM backup</a:t>
            </a:r>
          </a:p>
        </p:txBody>
      </p:sp>
      <p:sp>
        <p:nvSpPr>
          <p:cNvPr id="6" name="TextBox 5"/>
          <p:cNvSpPr txBox="1"/>
          <p:nvPr/>
        </p:nvSpPr>
        <p:spPr>
          <a:xfrm>
            <a:off x="123102" y="1440154"/>
            <a:ext cx="5243584" cy="705877"/>
          </a:xfrm>
          <a:prstGeom prst="rect">
            <a:avLst/>
          </a:prstGeom>
          <a:solidFill>
            <a:schemeClr val="accent6"/>
          </a:solidFill>
        </p:spPr>
        <p:txBody>
          <a:bodyPr wrap="square" lIns="91401" tIns="91401" rIns="91401" bIns="91401" rtlCol="0">
            <a:noAutofit/>
          </a:bodyPr>
          <a:lstStyle/>
          <a:p>
            <a:pPr algn="ctr" defTabSz="932384"/>
            <a:r>
              <a:rPr lang="en-US" sz="2400" dirty="0">
                <a:latin typeface="Segoe UI Semibold" panose="020B0702040204020203" pitchFamily="34" charset="0"/>
              </a:rPr>
              <a:t>“Optimally protect your cloud data”</a:t>
            </a:r>
          </a:p>
          <a:p>
            <a:pPr algn="ctr" defTabSz="932384"/>
            <a:endParaRPr lang="en-US" dirty="0">
              <a:latin typeface="Segoe UI Semibold" panose="020B0702040204020203" pitchFamily="34" charset="0"/>
            </a:endParaRPr>
          </a:p>
        </p:txBody>
      </p:sp>
      <p:grpSp>
        <p:nvGrpSpPr>
          <p:cNvPr id="17" name="Group 16"/>
          <p:cNvGrpSpPr/>
          <p:nvPr/>
        </p:nvGrpSpPr>
        <p:grpSpPr>
          <a:xfrm>
            <a:off x="123103" y="2506802"/>
            <a:ext cx="5047484" cy="2526162"/>
            <a:chOff x="365919" y="2145838"/>
            <a:chExt cx="3905200" cy="1840720"/>
          </a:xfrm>
        </p:grpSpPr>
        <p:sp>
          <p:nvSpPr>
            <p:cNvPr id="8" name="Freeform 7"/>
            <p:cNvSpPr>
              <a:spLocks/>
            </p:cNvSpPr>
            <p:nvPr/>
          </p:nvSpPr>
          <p:spPr bwMode="auto">
            <a:xfrm>
              <a:off x="365919" y="2145838"/>
              <a:ext cx="3905200" cy="1840720"/>
            </a:xfrm>
            <a:custGeom>
              <a:avLst/>
              <a:gdLst>
                <a:gd name="T0" fmla="*/ 373 w 509"/>
                <a:gd name="T1" fmla="*/ 272 h 273"/>
                <a:gd name="T2" fmla="*/ 509 w 509"/>
                <a:gd name="T3" fmla="*/ 136 h 273"/>
                <a:gd name="T4" fmla="*/ 373 w 509"/>
                <a:gd name="T5" fmla="*/ 0 h 273"/>
                <a:gd name="T6" fmla="*/ 256 w 509"/>
                <a:gd name="T7" fmla="*/ 66 h 273"/>
                <a:gd name="T8" fmla="*/ 209 w 509"/>
                <a:gd name="T9" fmla="*/ 55 h 273"/>
                <a:gd name="T10" fmla="*/ 112 w 509"/>
                <a:gd name="T11" fmla="*/ 114 h 273"/>
                <a:gd name="T12" fmla="*/ 83 w 509"/>
                <a:gd name="T13" fmla="*/ 108 h 273"/>
                <a:gd name="T14" fmla="*/ 0 w 509"/>
                <a:gd name="T15" fmla="*/ 191 h 273"/>
                <a:gd name="T16" fmla="*/ 83 w 509"/>
                <a:gd name="T17" fmla="*/ 273 h 273"/>
                <a:gd name="T18" fmla="*/ 373 w 509"/>
                <a:gd name="T19" fmla="*/ 272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9" h="273">
                  <a:moveTo>
                    <a:pt x="373" y="272"/>
                  </a:moveTo>
                  <a:cubicBezTo>
                    <a:pt x="448" y="272"/>
                    <a:pt x="509" y="211"/>
                    <a:pt x="509" y="136"/>
                  </a:cubicBezTo>
                  <a:cubicBezTo>
                    <a:pt x="509" y="61"/>
                    <a:pt x="448" y="0"/>
                    <a:pt x="373" y="0"/>
                  </a:cubicBezTo>
                  <a:cubicBezTo>
                    <a:pt x="324" y="0"/>
                    <a:pt x="280" y="26"/>
                    <a:pt x="256" y="66"/>
                  </a:cubicBezTo>
                  <a:cubicBezTo>
                    <a:pt x="242" y="59"/>
                    <a:pt x="226" y="55"/>
                    <a:pt x="209" y="55"/>
                  </a:cubicBezTo>
                  <a:cubicBezTo>
                    <a:pt x="167" y="55"/>
                    <a:pt x="131" y="79"/>
                    <a:pt x="112" y="114"/>
                  </a:cubicBezTo>
                  <a:cubicBezTo>
                    <a:pt x="103" y="110"/>
                    <a:pt x="93" y="108"/>
                    <a:pt x="83" y="108"/>
                  </a:cubicBezTo>
                  <a:cubicBezTo>
                    <a:pt x="37" y="108"/>
                    <a:pt x="0" y="145"/>
                    <a:pt x="0" y="191"/>
                  </a:cubicBezTo>
                  <a:cubicBezTo>
                    <a:pt x="0" y="236"/>
                    <a:pt x="37" y="273"/>
                    <a:pt x="83" y="273"/>
                  </a:cubicBezTo>
                  <a:lnTo>
                    <a:pt x="373" y="272"/>
                  </a:lnTo>
                  <a:close/>
                </a:path>
              </a:pathLst>
            </a:cu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02" tIns="146241" rIns="182802" bIns="146241" numCol="1" spcCol="0" rtlCol="0" fromWordArt="0" anchor="t" anchorCtr="0" forceAA="0" compatLnSpc="1">
              <a:prstTxWarp prst="textNoShape">
                <a:avLst/>
              </a:prstTxWarp>
              <a:noAutofit/>
            </a:bodyPr>
            <a:lstStyle/>
            <a:p>
              <a:pPr algn="ctr" defTabSz="931935"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 </a:t>
              </a:r>
            </a:p>
          </p:txBody>
        </p:sp>
        <p:sp>
          <p:nvSpPr>
            <p:cNvPr id="9" name="Rectangle 8"/>
            <p:cNvSpPr/>
            <p:nvPr/>
          </p:nvSpPr>
          <p:spPr>
            <a:xfrm>
              <a:off x="2443281" y="3299478"/>
              <a:ext cx="730027" cy="320031"/>
            </a:xfrm>
            <a:prstGeom prst="rect">
              <a:avLst/>
            </a:prstGeom>
          </p:spPr>
          <p:txBody>
            <a:bodyPr wrap="square" lIns="0" tIns="0" rIns="0" bIns="0">
              <a:spAutoFit/>
            </a:bodyPr>
            <a:lstStyle/>
            <a:p>
              <a:pPr algn="ctr" defTabSz="932384"/>
              <a:r>
                <a:rPr lang="en-US" sz="1399" dirty="0">
                  <a:solidFill>
                    <a:srgbClr val="FFFFFF"/>
                  </a:solidFill>
                  <a:ea typeface="Segoe UI" panose="020B0502040204020203" pitchFamily="34" charset="0"/>
                  <a:cs typeface="Segoe UI" panose="020B0502040204020203" pitchFamily="34" charset="0"/>
                </a:rPr>
                <a:t>Premium Storage</a:t>
              </a:r>
            </a:p>
          </p:txBody>
        </p:sp>
        <p:sp>
          <p:nvSpPr>
            <p:cNvPr id="10" name="Freeform 123"/>
            <p:cNvSpPr>
              <a:spLocks noEditPoints="1"/>
            </p:cNvSpPr>
            <p:nvPr/>
          </p:nvSpPr>
          <p:spPr bwMode="auto">
            <a:xfrm>
              <a:off x="2574203" y="2811530"/>
              <a:ext cx="440928" cy="443200"/>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tx1"/>
            </a:solidFill>
            <a:ln>
              <a:noFill/>
            </a:ln>
          </p:spPr>
          <p:txBody>
            <a:bodyPr vert="horz" wrap="square" lIns="93221" tIns="46610" rIns="93221" bIns="46610" numCol="1" anchor="t" anchorCtr="0" compatLnSpc="1">
              <a:prstTxWarp prst="textNoShape">
                <a:avLst/>
              </a:prstTxWarp>
            </a:bodyPr>
            <a:lstStyle/>
            <a:p>
              <a:pPr defTabSz="932384"/>
              <a:endParaRPr lang="en-US" sz="1836" dirty="0">
                <a:ln>
                  <a:solidFill>
                    <a:srgbClr val="FFFFFF">
                      <a:alpha val="0"/>
                    </a:srgbClr>
                  </a:solidFill>
                </a:ln>
                <a:solidFill>
                  <a:srgbClr val="0072C6"/>
                </a:solidFill>
              </a:endParaRPr>
            </a:p>
          </p:txBody>
        </p:sp>
        <p:sp>
          <p:nvSpPr>
            <p:cNvPr id="11" name="Rectangle 10"/>
            <p:cNvSpPr/>
            <p:nvPr/>
          </p:nvSpPr>
          <p:spPr>
            <a:xfrm>
              <a:off x="835943" y="3359653"/>
              <a:ext cx="758999" cy="160015"/>
            </a:xfrm>
            <a:prstGeom prst="rect">
              <a:avLst/>
            </a:prstGeom>
          </p:spPr>
          <p:txBody>
            <a:bodyPr wrap="square" lIns="0" tIns="0" rIns="0" bIns="0">
              <a:spAutoFit/>
            </a:bodyPr>
            <a:lstStyle/>
            <a:p>
              <a:pPr algn="ctr" defTabSz="932384"/>
              <a:r>
                <a:rPr lang="en-US" sz="1399" dirty="0">
                  <a:solidFill>
                    <a:srgbClr val="FFFFFF"/>
                  </a:solidFill>
                  <a:ea typeface="Segoe UI" panose="020B0502040204020203" pitchFamily="34" charset="0"/>
                  <a:cs typeface="Segoe UI" panose="020B0502040204020203" pitchFamily="34" charset="0"/>
                </a:rPr>
                <a:t>Linux</a:t>
              </a:r>
            </a:p>
          </p:txBody>
        </p:sp>
        <p:sp>
          <p:nvSpPr>
            <p:cNvPr id="12" name="Rectangle 11"/>
            <p:cNvSpPr/>
            <p:nvPr/>
          </p:nvSpPr>
          <p:spPr>
            <a:xfrm>
              <a:off x="3333934" y="3299478"/>
              <a:ext cx="726647" cy="320031"/>
            </a:xfrm>
            <a:prstGeom prst="rect">
              <a:avLst/>
            </a:prstGeom>
          </p:spPr>
          <p:txBody>
            <a:bodyPr wrap="square" lIns="0" tIns="0" rIns="0" bIns="0">
              <a:spAutoFit/>
            </a:bodyPr>
            <a:lstStyle/>
            <a:p>
              <a:pPr algn="ctr" defTabSz="932384"/>
              <a:r>
                <a:rPr lang="en-US" sz="1399" dirty="0">
                  <a:solidFill>
                    <a:srgbClr val="FFFFFF"/>
                  </a:solidFill>
                  <a:ea typeface="Segoe UI" panose="020B0502040204020203" pitchFamily="34" charset="0"/>
                  <a:cs typeface="Segoe UI" panose="020B0502040204020203" pitchFamily="34" charset="0"/>
                </a:rPr>
                <a:t>Virtual Machines</a:t>
              </a:r>
            </a:p>
          </p:txBody>
        </p:sp>
        <p:pic>
          <p:nvPicPr>
            <p:cNvPr id="13" name="Picture 12"/>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1098174" y="2877387"/>
              <a:ext cx="266316" cy="309593"/>
            </a:xfrm>
            <a:prstGeom prst="rect">
              <a:avLst/>
            </a:prstGeom>
          </p:spPr>
        </p:pic>
        <p:pic>
          <p:nvPicPr>
            <p:cNvPr id="14" name="Picture 13"/>
            <p:cNvPicPr>
              <a:picLocks noChangeAspect="1"/>
            </p:cNvPicPr>
            <p:nvPr/>
          </p:nvPicPr>
          <p:blipFill>
            <a:blip r:embed="rId3"/>
            <a:stretch>
              <a:fillRect/>
            </a:stretch>
          </p:blipFill>
          <p:spPr>
            <a:xfrm>
              <a:off x="3392499" y="2710850"/>
              <a:ext cx="609519" cy="520123"/>
            </a:xfrm>
            <a:prstGeom prst="rect">
              <a:avLst/>
            </a:prstGeom>
          </p:spPr>
        </p:pic>
        <p:pic>
          <p:nvPicPr>
            <p:cNvPr id="15" name="Picture 14"/>
            <p:cNvPicPr>
              <a:picLocks noChangeAspect="1"/>
            </p:cNvPicPr>
            <p:nvPr/>
          </p:nvPicPr>
          <p:blipFill>
            <a:blip r:embed="rId4"/>
            <a:stretch>
              <a:fillRect/>
            </a:stretch>
          </p:blipFill>
          <p:spPr>
            <a:xfrm>
              <a:off x="1785250" y="2830759"/>
              <a:ext cx="317756" cy="368598"/>
            </a:xfrm>
            <a:prstGeom prst="rect">
              <a:avLst/>
            </a:prstGeom>
          </p:spPr>
        </p:pic>
        <p:sp>
          <p:nvSpPr>
            <p:cNvPr id="16" name="Rectangle 15"/>
            <p:cNvSpPr/>
            <p:nvPr/>
          </p:nvSpPr>
          <p:spPr>
            <a:xfrm>
              <a:off x="1552628" y="3354919"/>
              <a:ext cx="730027" cy="160015"/>
            </a:xfrm>
            <a:prstGeom prst="rect">
              <a:avLst/>
            </a:prstGeom>
          </p:spPr>
          <p:txBody>
            <a:bodyPr wrap="square" lIns="0" tIns="0" rIns="0" bIns="0">
              <a:spAutoFit/>
            </a:bodyPr>
            <a:lstStyle/>
            <a:p>
              <a:pPr algn="ctr" defTabSz="932384"/>
              <a:r>
                <a:rPr lang="en-US" sz="1399" dirty="0">
                  <a:solidFill>
                    <a:srgbClr val="FFFFFF"/>
                  </a:solidFill>
                  <a:ea typeface="Segoe UI" panose="020B0502040204020203" pitchFamily="34" charset="0"/>
                  <a:cs typeface="Segoe UI" panose="020B0502040204020203" pitchFamily="34" charset="0"/>
                </a:rPr>
                <a:t>SQL Server</a:t>
              </a:r>
            </a:p>
          </p:txBody>
        </p:sp>
      </p:grpSp>
    </p:spTree>
    <p:extLst>
      <p:ext uri="{BB962C8B-B14F-4D97-AF65-F5344CB8AC3E}">
        <p14:creationId xmlns:p14="http://schemas.microsoft.com/office/powerpoint/2010/main" val="97339784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Rectangle 158"/>
          <p:cNvSpPr/>
          <p:nvPr/>
        </p:nvSpPr>
        <p:spPr>
          <a:xfrm>
            <a:off x="8596588" y="3502819"/>
            <a:ext cx="834123" cy="1312331"/>
          </a:xfrm>
          <a:prstGeom prst="rect">
            <a:avLst/>
          </a:prstGeom>
          <a:noFill/>
          <a:ln w="19050">
            <a:solidFill>
              <a:srgbClr val="59B4D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9B4D9"/>
              </a:solidFill>
            </a:endParaRPr>
          </a:p>
        </p:txBody>
      </p:sp>
      <p:sp>
        <p:nvSpPr>
          <p:cNvPr id="4" name="Text Placeholder 3"/>
          <p:cNvSpPr>
            <a:spLocks noGrp="1"/>
          </p:cNvSpPr>
          <p:nvPr>
            <p:ph type="body" sz="quarter" idx="10"/>
          </p:nvPr>
        </p:nvSpPr>
        <p:spPr/>
        <p:txBody>
          <a:bodyPr/>
          <a:lstStyle/>
          <a:p>
            <a:r>
              <a:rPr lang="en-US" dirty="0"/>
              <a:t>Azure Backup</a:t>
            </a:r>
          </a:p>
        </p:txBody>
      </p:sp>
      <p:sp>
        <p:nvSpPr>
          <p:cNvPr id="9" name="Text Placeholder 8"/>
          <p:cNvSpPr>
            <a:spLocks noGrp="1"/>
          </p:cNvSpPr>
          <p:nvPr>
            <p:ph type="body" sz="quarter" idx="11"/>
          </p:nvPr>
        </p:nvSpPr>
        <p:spPr>
          <a:xfrm>
            <a:off x="0" y="1267759"/>
            <a:ext cx="12436475" cy="1291892"/>
          </a:xfrm>
        </p:spPr>
        <p:txBody>
          <a:bodyPr/>
          <a:lstStyle/>
          <a:p>
            <a:r>
              <a:rPr lang="en-US" dirty="0"/>
              <a:t>Simple and reliable cloud integrated backup as a service</a:t>
            </a:r>
          </a:p>
        </p:txBody>
      </p:sp>
      <p:sp>
        <p:nvSpPr>
          <p:cNvPr id="25" name="Rectangle 24"/>
          <p:cNvSpPr/>
          <p:nvPr/>
        </p:nvSpPr>
        <p:spPr bwMode="auto">
          <a:xfrm>
            <a:off x="594710" y="2599613"/>
            <a:ext cx="2269956" cy="38314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defTabSz="932293" fontAlgn="base">
              <a:spcBef>
                <a:spcPct val="0"/>
              </a:spcBef>
              <a:spcAft>
                <a:spcPts val="2400"/>
              </a:spcAft>
            </a:pPr>
            <a:r>
              <a:rPr lang="en-US" sz="1399" dirty="0">
                <a:solidFill>
                  <a:schemeClr val="tx1"/>
                </a:solidFill>
                <a:latin typeface="Segoe UI" panose="020B0502040204020203" pitchFamily="34" charset="0"/>
                <a:cs typeface="Segoe UI" panose="020B0502040204020203" pitchFamily="34" charset="0"/>
              </a:rPr>
              <a:t>Compelling cloud-based backup alternative to tape</a:t>
            </a:r>
          </a:p>
          <a:p>
            <a:pPr defTabSz="932293" fontAlgn="base">
              <a:spcBef>
                <a:spcPct val="0"/>
              </a:spcBef>
              <a:spcAft>
                <a:spcPts val="2400"/>
              </a:spcAft>
            </a:pPr>
            <a:r>
              <a:rPr lang="en-US" sz="1399" dirty="0">
                <a:solidFill>
                  <a:schemeClr val="tx1"/>
                </a:solidFill>
                <a:latin typeface="Segoe UI" panose="020B0502040204020203" pitchFamily="34" charset="0"/>
                <a:cs typeface="Segoe UI" panose="020B0502040204020203" pitchFamily="34" charset="0"/>
              </a:rPr>
              <a:t>Secure and reliable </a:t>
            </a:r>
            <a:br>
              <a:rPr lang="en-US" sz="1399" dirty="0">
                <a:solidFill>
                  <a:schemeClr val="tx1"/>
                </a:solidFill>
                <a:latin typeface="Segoe UI" panose="020B0502040204020203" pitchFamily="34" charset="0"/>
                <a:cs typeface="Segoe UI" panose="020B0502040204020203" pitchFamily="34" charset="0"/>
              </a:rPr>
            </a:br>
            <a:r>
              <a:rPr lang="en-US" sz="1399" dirty="0">
                <a:solidFill>
                  <a:schemeClr val="tx1"/>
                </a:solidFill>
                <a:latin typeface="Segoe UI" panose="020B0502040204020203" pitchFamily="34" charset="0"/>
                <a:cs typeface="Segoe UI" panose="020B0502040204020203" pitchFamily="34" charset="0"/>
              </a:rPr>
              <a:t>backup as a service</a:t>
            </a:r>
          </a:p>
          <a:p>
            <a:pPr defTabSz="932293" fontAlgn="base">
              <a:spcBef>
                <a:spcPct val="0"/>
              </a:spcBef>
              <a:spcAft>
                <a:spcPts val="2400"/>
              </a:spcAft>
            </a:pPr>
            <a:r>
              <a:rPr lang="en-US" sz="1399" dirty="0">
                <a:solidFill>
                  <a:schemeClr val="tx1"/>
                </a:solidFill>
                <a:latin typeface="Segoe UI" panose="020B0502040204020203" pitchFamily="34" charset="0"/>
                <a:cs typeface="Segoe UI" panose="020B0502040204020203" pitchFamily="34" charset="0"/>
              </a:rPr>
              <a:t>Efficient and flexible online backup services</a:t>
            </a:r>
          </a:p>
        </p:txBody>
      </p:sp>
      <p:grpSp>
        <p:nvGrpSpPr>
          <p:cNvPr id="27" name="Group 26"/>
          <p:cNvGrpSpPr/>
          <p:nvPr/>
        </p:nvGrpSpPr>
        <p:grpSpPr>
          <a:xfrm>
            <a:off x="230941" y="2700017"/>
            <a:ext cx="292059" cy="292059"/>
            <a:chOff x="625309" y="2168525"/>
            <a:chExt cx="292100" cy="292100"/>
          </a:xfrm>
        </p:grpSpPr>
        <p:sp>
          <p:nvSpPr>
            <p:cNvPr id="54" name="AutoShape 3"/>
            <p:cNvSpPr>
              <a:spLocks noChangeAspect="1" noChangeArrowheads="1" noTextEdit="1"/>
            </p:cNvSpPr>
            <p:nvPr/>
          </p:nvSpPr>
          <p:spPr bwMode="auto">
            <a:xfrm>
              <a:off x="625309" y="2168525"/>
              <a:ext cx="2921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dirty="0"/>
            </a:p>
          </p:txBody>
        </p:sp>
        <p:sp>
          <p:nvSpPr>
            <p:cNvPr id="55" name="Line 5"/>
            <p:cNvSpPr>
              <a:spLocks noChangeShapeType="1"/>
            </p:cNvSpPr>
            <p:nvPr/>
          </p:nvSpPr>
          <p:spPr bwMode="auto">
            <a:xfrm>
              <a:off x="693572" y="2311400"/>
              <a:ext cx="155575" cy="0"/>
            </a:xfrm>
            <a:prstGeom prst="line">
              <a:avLst/>
            </a:prstGeom>
            <a:noFill/>
            <a:ln w="19050" cap="rnd">
              <a:solidFill>
                <a:srgbClr val="2373B9"/>
              </a:solidFill>
              <a:prstDash val="solid"/>
              <a:miter lim="800000"/>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dirty="0"/>
            </a:p>
          </p:txBody>
        </p:sp>
        <p:sp>
          <p:nvSpPr>
            <p:cNvPr id="56" name="Line 6"/>
            <p:cNvSpPr>
              <a:spLocks noChangeShapeType="1"/>
            </p:cNvSpPr>
            <p:nvPr/>
          </p:nvSpPr>
          <p:spPr bwMode="auto">
            <a:xfrm flipV="1">
              <a:off x="796759" y="2311400"/>
              <a:ext cx="52388" cy="55563"/>
            </a:xfrm>
            <a:prstGeom prst="line">
              <a:avLst/>
            </a:prstGeom>
            <a:noFill/>
            <a:ln w="19050" cap="rnd">
              <a:solidFill>
                <a:srgbClr val="2373B9"/>
              </a:solidFill>
              <a:prstDash val="solid"/>
              <a:miter lim="800000"/>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dirty="0"/>
            </a:p>
          </p:txBody>
        </p:sp>
        <p:sp>
          <p:nvSpPr>
            <p:cNvPr id="57" name="Line 7"/>
            <p:cNvSpPr>
              <a:spLocks noChangeShapeType="1"/>
            </p:cNvSpPr>
            <p:nvPr/>
          </p:nvSpPr>
          <p:spPr bwMode="auto">
            <a:xfrm>
              <a:off x="796759" y="2259013"/>
              <a:ext cx="52388" cy="52388"/>
            </a:xfrm>
            <a:prstGeom prst="line">
              <a:avLst/>
            </a:prstGeom>
            <a:noFill/>
            <a:ln w="19050" cap="rnd">
              <a:solidFill>
                <a:srgbClr val="2373B9"/>
              </a:solidFill>
              <a:prstDash val="solid"/>
              <a:miter lim="800000"/>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dirty="0"/>
            </a:p>
          </p:txBody>
        </p:sp>
      </p:grpSp>
      <p:grpSp>
        <p:nvGrpSpPr>
          <p:cNvPr id="29" name="Group 28"/>
          <p:cNvGrpSpPr/>
          <p:nvPr/>
        </p:nvGrpSpPr>
        <p:grpSpPr>
          <a:xfrm>
            <a:off x="213159" y="4100447"/>
            <a:ext cx="292059" cy="292059"/>
            <a:chOff x="625309" y="3479800"/>
            <a:chExt cx="292100" cy="292100"/>
          </a:xfrm>
        </p:grpSpPr>
        <p:sp>
          <p:nvSpPr>
            <p:cNvPr id="50" name="AutoShape 17"/>
            <p:cNvSpPr>
              <a:spLocks noChangeAspect="1" noChangeArrowheads="1" noTextEdit="1"/>
            </p:cNvSpPr>
            <p:nvPr/>
          </p:nvSpPr>
          <p:spPr bwMode="auto">
            <a:xfrm>
              <a:off x="625309" y="3479800"/>
              <a:ext cx="2921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dirty="0"/>
            </a:p>
          </p:txBody>
        </p:sp>
        <p:sp>
          <p:nvSpPr>
            <p:cNvPr id="51" name="Line 19"/>
            <p:cNvSpPr>
              <a:spLocks noChangeShapeType="1"/>
            </p:cNvSpPr>
            <p:nvPr/>
          </p:nvSpPr>
          <p:spPr bwMode="auto">
            <a:xfrm>
              <a:off x="693572" y="3622675"/>
              <a:ext cx="155575" cy="0"/>
            </a:xfrm>
            <a:prstGeom prst="line">
              <a:avLst/>
            </a:prstGeom>
            <a:noFill/>
            <a:ln w="19050" cap="rnd">
              <a:solidFill>
                <a:srgbClr val="2373B9"/>
              </a:solidFill>
              <a:prstDash val="solid"/>
              <a:miter lim="800000"/>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dirty="0"/>
            </a:p>
          </p:txBody>
        </p:sp>
        <p:sp>
          <p:nvSpPr>
            <p:cNvPr id="52" name="Line 20"/>
            <p:cNvSpPr>
              <a:spLocks noChangeShapeType="1"/>
            </p:cNvSpPr>
            <p:nvPr/>
          </p:nvSpPr>
          <p:spPr bwMode="auto">
            <a:xfrm flipV="1">
              <a:off x="796759" y="3622675"/>
              <a:ext cx="52388" cy="55563"/>
            </a:xfrm>
            <a:prstGeom prst="line">
              <a:avLst/>
            </a:prstGeom>
            <a:noFill/>
            <a:ln w="19050" cap="rnd">
              <a:solidFill>
                <a:srgbClr val="2373B9"/>
              </a:solidFill>
              <a:prstDash val="solid"/>
              <a:miter lim="800000"/>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dirty="0"/>
            </a:p>
          </p:txBody>
        </p:sp>
        <p:sp>
          <p:nvSpPr>
            <p:cNvPr id="53" name="Line 21"/>
            <p:cNvSpPr>
              <a:spLocks noChangeShapeType="1"/>
            </p:cNvSpPr>
            <p:nvPr/>
          </p:nvSpPr>
          <p:spPr bwMode="auto">
            <a:xfrm>
              <a:off x="796759" y="3570288"/>
              <a:ext cx="52388" cy="52388"/>
            </a:xfrm>
            <a:prstGeom prst="line">
              <a:avLst/>
            </a:prstGeom>
            <a:noFill/>
            <a:ln w="19050" cap="rnd">
              <a:solidFill>
                <a:srgbClr val="2373B9"/>
              </a:solidFill>
              <a:prstDash val="solid"/>
              <a:miter lim="800000"/>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dirty="0"/>
            </a:p>
          </p:txBody>
        </p:sp>
      </p:grpSp>
      <p:grpSp>
        <p:nvGrpSpPr>
          <p:cNvPr id="32" name="Group 31"/>
          <p:cNvGrpSpPr/>
          <p:nvPr/>
        </p:nvGrpSpPr>
        <p:grpSpPr>
          <a:xfrm>
            <a:off x="227288" y="3386355"/>
            <a:ext cx="292059" cy="292059"/>
            <a:chOff x="625309" y="2168525"/>
            <a:chExt cx="292100" cy="292100"/>
          </a:xfrm>
        </p:grpSpPr>
        <p:sp>
          <p:nvSpPr>
            <p:cNvPr id="38" name="AutoShape 3"/>
            <p:cNvSpPr>
              <a:spLocks noChangeAspect="1" noChangeArrowheads="1" noTextEdit="1"/>
            </p:cNvSpPr>
            <p:nvPr/>
          </p:nvSpPr>
          <p:spPr bwMode="auto">
            <a:xfrm>
              <a:off x="625309" y="2168525"/>
              <a:ext cx="2921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dirty="0"/>
            </a:p>
          </p:txBody>
        </p:sp>
        <p:sp>
          <p:nvSpPr>
            <p:cNvPr id="39" name="Line 5"/>
            <p:cNvSpPr>
              <a:spLocks noChangeShapeType="1"/>
            </p:cNvSpPr>
            <p:nvPr/>
          </p:nvSpPr>
          <p:spPr bwMode="auto">
            <a:xfrm>
              <a:off x="693572" y="2311400"/>
              <a:ext cx="155575" cy="0"/>
            </a:xfrm>
            <a:prstGeom prst="line">
              <a:avLst/>
            </a:prstGeom>
            <a:noFill/>
            <a:ln w="19050" cap="rnd">
              <a:solidFill>
                <a:srgbClr val="2373B9"/>
              </a:solidFill>
              <a:prstDash val="solid"/>
              <a:miter lim="800000"/>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dirty="0"/>
            </a:p>
          </p:txBody>
        </p:sp>
        <p:sp>
          <p:nvSpPr>
            <p:cNvPr id="40" name="Line 6"/>
            <p:cNvSpPr>
              <a:spLocks noChangeShapeType="1"/>
            </p:cNvSpPr>
            <p:nvPr/>
          </p:nvSpPr>
          <p:spPr bwMode="auto">
            <a:xfrm flipV="1">
              <a:off x="796759" y="2311400"/>
              <a:ext cx="52388" cy="55563"/>
            </a:xfrm>
            <a:prstGeom prst="line">
              <a:avLst/>
            </a:prstGeom>
            <a:noFill/>
            <a:ln w="19050" cap="rnd">
              <a:solidFill>
                <a:srgbClr val="2373B9"/>
              </a:solidFill>
              <a:prstDash val="solid"/>
              <a:miter lim="800000"/>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dirty="0"/>
            </a:p>
          </p:txBody>
        </p:sp>
        <p:sp>
          <p:nvSpPr>
            <p:cNvPr id="41" name="Line 7"/>
            <p:cNvSpPr>
              <a:spLocks noChangeShapeType="1"/>
            </p:cNvSpPr>
            <p:nvPr/>
          </p:nvSpPr>
          <p:spPr bwMode="auto">
            <a:xfrm>
              <a:off x="796759" y="2259013"/>
              <a:ext cx="52388" cy="52388"/>
            </a:xfrm>
            <a:prstGeom prst="line">
              <a:avLst/>
            </a:prstGeom>
            <a:noFill/>
            <a:ln w="19050" cap="rnd">
              <a:solidFill>
                <a:srgbClr val="2373B9"/>
              </a:solidFill>
              <a:prstDash val="solid"/>
              <a:miter lim="800000"/>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dirty="0"/>
            </a:p>
          </p:txBody>
        </p:sp>
      </p:grpSp>
      <p:grpSp>
        <p:nvGrpSpPr>
          <p:cNvPr id="391" name="Group 390"/>
          <p:cNvGrpSpPr/>
          <p:nvPr/>
        </p:nvGrpSpPr>
        <p:grpSpPr>
          <a:xfrm>
            <a:off x="9661878" y="3753621"/>
            <a:ext cx="629177" cy="583803"/>
            <a:chOff x="679450" y="960438"/>
            <a:chExt cx="660400" cy="612775"/>
          </a:xfrm>
        </p:grpSpPr>
        <p:sp>
          <p:nvSpPr>
            <p:cNvPr id="392" name="AutoShape 3"/>
            <p:cNvSpPr>
              <a:spLocks noChangeAspect="1" noChangeArrowheads="1" noTextEdit="1"/>
            </p:cNvSpPr>
            <p:nvPr/>
          </p:nvSpPr>
          <p:spPr bwMode="auto">
            <a:xfrm>
              <a:off x="679450" y="960438"/>
              <a:ext cx="6604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393" name="Freeform 5"/>
            <p:cNvSpPr>
              <a:spLocks/>
            </p:cNvSpPr>
            <p:nvPr/>
          </p:nvSpPr>
          <p:spPr bwMode="auto">
            <a:xfrm>
              <a:off x="793750" y="1441451"/>
              <a:ext cx="427038" cy="128588"/>
            </a:xfrm>
            <a:custGeom>
              <a:avLst/>
              <a:gdLst>
                <a:gd name="T0" fmla="*/ 95 w 130"/>
                <a:gd name="T1" fmla="*/ 0 h 39"/>
                <a:gd name="T2" fmla="*/ 90 w 130"/>
                <a:gd name="T3" fmla="*/ 0 h 39"/>
                <a:gd name="T4" fmla="*/ 43 w 130"/>
                <a:gd name="T5" fmla="*/ 0 h 39"/>
                <a:gd name="T6" fmla="*/ 40 w 130"/>
                <a:gd name="T7" fmla="*/ 0 h 39"/>
                <a:gd name="T8" fmla="*/ 0 w 130"/>
                <a:gd name="T9" fmla="*/ 27 h 39"/>
                <a:gd name="T10" fmla="*/ 0 w 130"/>
                <a:gd name="T11" fmla="*/ 39 h 39"/>
                <a:gd name="T12" fmla="*/ 49 w 130"/>
                <a:gd name="T13" fmla="*/ 39 h 39"/>
                <a:gd name="T14" fmla="*/ 84 w 130"/>
                <a:gd name="T15" fmla="*/ 39 h 39"/>
                <a:gd name="T16" fmla="*/ 130 w 130"/>
                <a:gd name="T17" fmla="*/ 39 h 39"/>
                <a:gd name="T18" fmla="*/ 130 w 130"/>
                <a:gd name="T19" fmla="*/ 27 h 39"/>
                <a:gd name="T20" fmla="*/ 95 w 130"/>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0" h="39">
                  <a:moveTo>
                    <a:pt x="95" y="0"/>
                  </a:moveTo>
                  <a:cubicBezTo>
                    <a:pt x="90" y="0"/>
                    <a:pt x="90" y="0"/>
                    <a:pt x="90" y="0"/>
                  </a:cubicBezTo>
                  <a:cubicBezTo>
                    <a:pt x="43" y="0"/>
                    <a:pt x="43" y="0"/>
                    <a:pt x="43" y="0"/>
                  </a:cubicBezTo>
                  <a:cubicBezTo>
                    <a:pt x="40" y="0"/>
                    <a:pt x="40" y="0"/>
                    <a:pt x="40" y="0"/>
                  </a:cubicBezTo>
                  <a:cubicBezTo>
                    <a:pt x="47" y="23"/>
                    <a:pt x="38" y="27"/>
                    <a:pt x="0" y="27"/>
                  </a:cubicBezTo>
                  <a:cubicBezTo>
                    <a:pt x="0" y="39"/>
                    <a:pt x="0" y="39"/>
                    <a:pt x="0" y="39"/>
                  </a:cubicBezTo>
                  <a:cubicBezTo>
                    <a:pt x="49" y="39"/>
                    <a:pt x="49" y="39"/>
                    <a:pt x="49" y="39"/>
                  </a:cubicBezTo>
                  <a:cubicBezTo>
                    <a:pt x="84" y="39"/>
                    <a:pt x="84" y="39"/>
                    <a:pt x="84" y="39"/>
                  </a:cubicBezTo>
                  <a:cubicBezTo>
                    <a:pt x="130" y="39"/>
                    <a:pt x="130" y="39"/>
                    <a:pt x="130" y="39"/>
                  </a:cubicBezTo>
                  <a:cubicBezTo>
                    <a:pt x="130" y="27"/>
                    <a:pt x="130" y="27"/>
                    <a:pt x="130" y="27"/>
                  </a:cubicBezTo>
                  <a:cubicBezTo>
                    <a:pt x="92" y="27"/>
                    <a:pt x="88" y="23"/>
                    <a:pt x="95" y="0"/>
                  </a:cubicBezTo>
                </a:path>
              </a:pathLst>
            </a:custGeom>
            <a:solidFill>
              <a:srgbClr val="7A7A7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394" name="Freeform 6"/>
            <p:cNvSpPr>
              <a:spLocks/>
            </p:cNvSpPr>
            <p:nvPr/>
          </p:nvSpPr>
          <p:spPr bwMode="auto">
            <a:xfrm>
              <a:off x="679450" y="960438"/>
              <a:ext cx="657225" cy="481013"/>
            </a:xfrm>
            <a:custGeom>
              <a:avLst/>
              <a:gdLst>
                <a:gd name="T0" fmla="*/ 188 w 200"/>
                <a:gd name="T1" fmla="*/ 0 h 146"/>
                <a:gd name="T2" fmla="*/ 11 w 200"/>
                <a:gd name="T3" fmla="*/ 0 h 146"/>
                <a:gd name="T4" fmla="*/ 0 w 200"/>
                <a:gd name="T5" fmla="*/ 11 h 146"/>
                <a:gd name="T6" fmla="*/ 0 w 200"/>
                <a:gd name="T7" fmla="*/ 135 h 146"/>
                <a:gd name="T8" fmla="*/ 11 w 200"/>
                <a:gd name="T9" fmla="*/ 146 h 146"/>
                <a:gd name="T10" fmla="*/ 188 w 200"/>
                <a:gd name="T11" fmla="*/ 146 h 146"/>
                <a:gd name="T12" fmla="*/ 200 w 200"/>
                <a:gd name="T13" fmla="*/ 135 h 146"/>
                <a:gd name="T14" fmla="*/ 200 w 200"/>
                <a:gd name="T15" fmla="*/ 11 h 146"/>
                <a:gd name="T16" fmla="*/ 188 w 200"/>
                <a:gd name="T17"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0" h="146">
                  <a:moveTo>
                    <a:pt x="188" y="0"/>
                  </a:moveTo>
                  <a:cubicBezTo>
                    <a:pt x="11" y="0"/>
                    <a:pt x="11" y="0"/>
                    <a:pt x="11" y="0"/>
                  </a:cubicBezTo>
                  <a:cubicBezTo>
                    <a:pt x="5" y="0"/>
                    <a:pt x="0" y="5"/>
                    <a:pt x="0" y="11"/>
                  </a:cubicBezTo>
                  <a:cubicBezTo>
                    <a:pt x="0" y="135"/>
                    <a:pt x="0" y="135"/>
                    <a:pt x="0" y="135"/>
                  </a:cubicBezTo>
                  <a:cubicBezTo>
                    <a:pt x="0" y="141"/>
                    <a:pt x="5" y="146"/>
                    <a:pt x="11" y="146"/>
                  </a:cubicBezTo>
                  <a:cubicBezTo>
                    <a:pt x="188" y="146"/>
                    <a:pt x="188" y="146"/>
                    <a:pt x="188" y="146"/>
                  </a:cubicBezTo>
                  <a:cubicBezTo>
                    <a:pt x="194" y="146"/>
                    <a:pt x="200" y="141"/>
                    <a:pt x="200" y="135"/>
                  </a:cubicBezTo>
                  <a:cubicBezTo>
                    <a:pt x="200" y="11"/>
                    <a:pt x="200" y="11"/>
                    <a:pt x="200" y="11"/>
                  </a:cubicBezTo>
                  <a:cubicBezTo>
                    <a:pt x="200" y="5"/>
                    <a:pt x="194" y="0"/>
                    <a:pt x="188" y="0"/>
                  </a:cubicBezTo>
                </a:path>
              </a:pathLst>
            </a:custGeom>
            <a:solidFill>
              <a:srgbClr val="A0A1A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395" name="Freeform 7"/>
            <p:cNvSpPr>
              <a:spLocks/>
            </p:cNvSpPr>
            <p:nvPr/>
          </p:nvSpPr>
          <p:spPr bwMode="auto">
            <a:xfrm>
              <a:off x="679450" y="966788"/>
              <a:ext cx="49213" cy="474663"/>
            </a:xfrm>
            <a:custGeom>
              <a:avLst/>
              <a:gdLst>
                <a:gd name="T0" fmla="*/ 5 w 15"/>
                <a:gd name="T1" fmla="*/ 0 h 144"/>
                <a:gd name="T2" fmla="*/ 0 w 15"/>
                <a:gd name="T3" fmla="*/ 9 h 144"/>
                <a:gd name="T4" fmla="*/ 0 w 15"/>
                <a:gd name="T5" fmla="*/ 133 h 144"/>
                <a:gd name="T6" fmla="*/ 11 w 15"/>
                <a:gd name="T7" fmla="*/ 144 h 144"/>
                <a:gd name="T8" fmla="*/ 15 w 15"/>
                <a:gd name="T9" fmla="*/ 144 h 144"/>
                <a:gd name="T10" fmla="*/ 11 w 15"/>
                <a:gd name="T11" fmla="*/ 144 h 144"/>
                <a:gd name="T12" fmla="*/ 0 w 15"/>
                <a:gd name="T13" fmla="*/ 133 h 144"/>
                <a:gd name="T14" fmla="*/ 0 w 15"/>
                <a:gd name="T15" fmla="*/ 9 h 144"/>
                <a:gd name="T16" fmla="*/ 5 w 15"/>
                <a:gd name="T1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44">
                  <a:moveTo>
                    <a:pt x="5" y="0"/>
                  </a:moveTo>
                  <a:cubicBezTo>
                    <a:pt x="2" y="2"/>
                    <a:pt x="0" y="6"/>
                    <a:pt x="0" y="9"/>
                  </a:cubicBezTo>
                  <a:cubicBezTo>
                    <a:pt x="0" y="133"/>
                    <a:pt x="0" y="133"/>
                    <a:pt x="0" y="133"/>
                  </a:cubicBezTo>
                  <a:cubicBezTo>
                    <a:pt x="0" y="139"/>
                    <a:pt x="5" y="144"/>
                    <a:pt x="11" y="144"/>
                  </a:cubicBezTo>
                  <a:cubicBezTo>
                    <a:pt x="15" y="144"/>
                    <a:pt x="15" y="144"/>
                    <a:pt x="15" y="144"/>
                  </a:cubicBezTo>
                  <a:cubicBezTo>
                    <a:pt x="11" y="144"/>
                    <a:pt x="11" y="144"/>
                    <a:pt x="11" y="144"/>
                  </a:cubicBezTo>
                  <a:cubicBezTo>
                    <a:pt x="5" y="144"/>
                    <a:pt x="0" y="139"/>
                    <a:pt x="0" y="133"/>
                  </a:cubicBezTo>
                  <a:cubicBezTo>
                    <a:pt x="0" y="9"/>
                    <a:pt x="0" y="9"/>
                    <a:pt x="0" y="9"/>
                  </a:cubicBezTo>
                  <a:cubicBezTo>
                    <a:pt x="0" y="6"/>
                    <a:pt x="2" y="2"/>
                    <a:pt x="5"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396" name="Freeform 8"/>
            <p:cNvSpPr>
              <a:spLocks/>
            </p:cNvSpPr>
            <p:nvPr/>
          </p:nvSpPr>
          <p:spPr bwMode="auto">
            <a:xfrm>
              <a:off x="679450" y="960438"/>
              <a:ext cx="617538" cy="481013"/>
            </a:xfrm>
            <a:custGeom>
              <a:avLst/>
              <a:gdLst>
                <a:gd name="T0" fmla="*/ 188 w 188"/>
                <a:gd name="T1" fmla="*/ 0 h 146"/>
                <a:gd name="T2" fmla="*/ 11 w 188"/>
                <a:gd name="T3" fmla="*/ 0 h 146"/>
                <a:gd name="T4" fmla="*/ 5 w 188"/>
                <a:gd name="T5" fmla="*/ 2 h 146"/>
                <a:gd name="T6" fmla="*/ 0 w 188"/>
                <a:gd name="T7" fmla="*/ 11 h 146"/>
                <a:gd name="T8" fmla="*/ 0 w 188"/>
                <a:gd name="T9" fmla="*/ 135 h 146"/>
                <a:gd name="T10" fmla="*/ 11 w 188"/>
                <a:gd name="T11" fmla="*/ 146 h 146"/>
                <a:gd name="T12" fmla="*/ 15 w 188"/>
                <a:gd name="T13" fmla="*/ 146 h 146"/>
                <a:gd name="T14" fmla="*/ 33 w 188"/>
                <a:gd name="T15" fmla="*/ 131 h 146"/>
                <a:gd name="T16" fmla="*/ 15 w 188"/>
                <a:gd name="T17" fmla="*/ 131 h 146"/>
                <a:gd name="T18" fmla="*/ 15 w 188"/>
                <a:gd name="T19" fmla="*/ 15 h 146"/>
                <a:gd name="T20" fmla="*/ 170 w 188"/>
                <a:gd name="T21" fmla="*/ 15 h 146"/>
                <a:gd name="T22" fmla="*/ 188 w 188"/>
                <a:gd name="T23" fmla="*/ 0 h 146"/>
                <a:gd name="T24" fmla="*/ 188 w 188"/>
                <a:gd name="T25"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46">
                  <a:moveTo>
                    <a:pt x="188" y="0"/>
                  </a:moveTo>
                  <a:cubicBezTo>
                    <a:pt x="11" y="0"/>
                    <a:pt x="11" y="0"/>
                    <a:pt x="11" y="0"/>
                  </a:cubicBezTo>
                  <a:cubicBezTo>
                    <a:pt x="9" y="0"/>
                    <a:pt x="6" y="1"/>
                    <a:pt x="5" y="2"/>
                  </a:cubicBezTo>
                  <a:cubicBezTo>
                    <a:pt x="2" y="4"/>
                    <a:pt x="0" y="8"/>
                    <a:pt x="0" y="11"/>
                  </a:cubicBezTo>
                  <a:cubicBezTo>
                    <a:pt x="0" y="135"/>
                    <a:pt x="0" y="135"/>
                    <a:pt x="0" y="135"/>
                  </a:cubicBezTo>
                  <a:cubicBezTo>
                    <a:pt x="0" y="141"/>
                    <a:pt x="5" y="146"/>
                    <a:pt x="11" y="146"/>
                  </a:cubicBezTo>
                  <a:cubicBezTo>
                    <a:pt x="15" y="146"/>
                    <a:pt x="15" y="146"/>
                    <a:pt x="15" y="146"/>
                  </a:cubicBezTo>
                  <a:cubicBezTo>
                    <a:pt x="33" y="131"/>
                    <a:pt x="33" y="131"/>
                    <a:pt x="33" y="131"/>
                  </a:cubicBezTo>
                  <a:cubicBezTo>
                    <a:pt x="15" y="131"/>
                    <a:pt x="15" y="131"/>
                    <a:pt x="15" y="131"/>
                  </a:cubicBezTo>
                  <a:cubicBezTo>
                    <a:pt x="15" y="15"/>
                    <a:pt x="15" y="15"/>
                    <a:pt x="15" y="15"/>
                  </a:cubicBezTo>
                  <a:cubicBezTo>
                    <a:pt x="170" y="15"/>
                    <a:pt x="170" y="15"/>
                    <a:pt x="170" y="15"/>
                  </a:cubicBezTo>
                  <a:cubicBezTo>
                    <a:pt x="188" y="0"/>
                    <a:pt x="188" y="0"/>
                    <a:pt x="188" y="0"/>
                  </a:cubicBezTo>
                  <a:cubicBezTo>
                    <a:pt x="188" y="0"/>
                    <a:pt x="188" y="0"/>
                    <a:pt x="188" y="0"/>
                  </a:cubicBezTo>
                </a:path>
              </a:pathLst>
            </a:custGeom>
            <a:solidFill>
              <a:srgbClr val="B3B4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397" name="Rectangle 9"/>
            <p:cNvSpPr>
              <a:spLocks noChangeArrowheads="1"/>
            </p:cNvSpPr>
            <p:nvPr/>
          </p:nvSpPr>
          <p:spPr bwMode="auto">
            <a:xfrm>
              <a:off x="728663" y="1009651"/>
              <a:ext cx="555625" cy="382588"/>
            </a:xfrm>
            <a:prstGeom prst="rect">
              <a:avLst/>
            </a:prstGeom>
            <a:solidFill>
              <a:schemeClr val="bg1"/>
            </a:solidFill>
            <a:ln>
              <a:noFill/>
            </a:ln>
          </p:spPr>
          <p:txBody>
            <a:bodyPr vert="horz" wrap="square" lIns="91427" tIns="45713" rIns="91427" bIns="45713" numCol="1" anchor="t" anchorCtr="0" compatLnSpc="1">
              <a:prstTxWarp prst="textNoShape">
                <a:avLst/>
              </a:prstTxWarp>
            </a:bodyPr>
            <a:lstStyle/>
            <a:p>
              <a:endParaRPr lang="en-US"/>
            </a:p>
          </p:txBody>
        </p:sp>
        <p:sp>
          <p:nvSpPr>
            <p:cNvPr id="398" name="Rectangle 10"/>
            <p:cNvSpPr>
              <a:spLocks noChangeArrowheads="1"/>
            </p:cNvSpPr>
            <p:nvPr/>
          </p:nvSpPr>
          <p:spPr bwMode="auto">
            <a:xfrm>
              <a:off x="728663" y="1009651"/>
              <a:ext cx="555625"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399" name="Freeform 11"/>
            <p:cNvSpPr>
              <a:spLocks/>
            </p:cNvSpPr>
            <p:nvPr/>
          </p:nvSpPr>
          <p:spPr bwMode="auto">
            <a:xfrm>
              <a:off x="728663" y="1009651"/>
              <a:ext cx="509588" cy="382588"/>
            </a:xfrm>
            <a:custGeom>
              <a:avLst/>
              <a:gdLst>
                <a:gd name="T0" fmla="*/ 0 w 321"/>
                <a:gd name="T1" fmla="*/ 241 h 241"/>
                <a:gd name="T2" fmla="*/ 0 w 321"/>
                <a:gd name="T3" fmla="*/ 241 h 241"/>
                <a:gd name="T4" fmla="*/ 0 w 321"/>
                <a:gd name="T5" fmla="*/ 0 h 241"/>
                <a:gd name="T6" fmla="*/ 321 w 321"/>
                <a:gd name="T7" fmla="*/ 0 h 241"/>
                <a:gd name="T8" fmla="*/ 321 w 321"/>
                <a:gd name="T9" fmla="*/ 0 h 241"/>
                <a:gd name="T10" fmla="*/ 0 w 321"/>
                <a:gd name="T11" fmla="*/ 0 h 241"/>
                <a:gd name="T12" fmla="*/ 0 w 321"/>
                <a:gd name="T13" fmla="*/ 241 h 241"/>
              </a:gdLst>
              <a:ahLst/>
              <a:cxnLst>
                <a:cxn ang="0">
                  <a:pos x="T0" y="T1"/>
                </a:cxn>
                <a:cxn ang="0">
                  <a:pos x="T2" y="T3"/>
                </a:cxn>
                <a:cxn ang="0">
                  <a:pos x="T4" y="T5"/>
                </a:cxn>
                <a:cxn ang="0">
                  <a:pos x="T6" y="T7"/>
                </a:cxn>
                <a:cxn ang="0">
                  <a:pos x="T8" y="T9"/>
                </a:cxn>
                <a:cxn ang="0">
                  <a:pos x="T10" y="T11"/>
                </a:cxn>
                <a:cxn ang="0">
                  <a:pos x="T12" y="T13"/>
                </a:cxn>
              </a:cxnLst>
              <a:rect l="0" t="0" r="r" b="b"/>
              <a:pathLst>
                <a:path w="321" h="241">
                  <a:moveTo>
                    <a:pt x="0" y="241"/>
                  </a:moveTo>
                  <a:lnTo>
                    <a:pt x="0" y="241"/>
                  </a:lnTo>
                  <a:lnTo>
                    <a:pt x="0" y="0"/>
                  </a:lnTo>
                  <a:lnTo>
                    <a:pt x="321" y="0"/>
                  </a:lnTo>
                  <a:lnTo>
                    <a:pt x="321" y="0"/>
                  </a:lnTo>
                  <a:lnTo>
                    <a:pt x="0" y="0"/>
                  </a:lnTo>
                  <a:lnTo>
                    <a:pt x="0" y="241"/>
                  </a:lnTo>
                  <a:close/>
                </a:path>
              </a:pathLst>
            </a:custGeom>
            <a:solidFill>
              <a:srgbClr val="59B4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400" name="Rectangle 12"/>
            <p:cNvSpPr>
              <a:spLocks noChangeArrowheads="1"/>
            </p:cNvSpPr>
            <p:nvPr/>
          </p:nvSpPr>
          <p:spPr bwMode="auto">
            <a:xfrm>
              <a:off x="793750" y="1530351"/>
              <a:ext cx="427038" cy="39688"/>
            </a:xfrm>
            <a:prstGeom prst="rect">
              <a:avLst/>
            </a:prstGeom>
            <a:solidFill>
              <a:srgbClr val="A0A1A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401" name="Oval 13"/>
            <p:cNvSpPr>
              <a:spLocks noChangeArrowheads="1"/>
            </p:cNvSpPr>
            <p:nvPr/>
          </p:nvSpPr>
          <p:spPr bwMode="auto">
            <a:xfrm>
              <a:off x="995363" y="981076"/>
              <a:ext cx="19050" cy="15875"/>
            </a:xfrm>
            <a:prstGeom prst="ellipse">
              <a:avLst/>
            </a:prstGeom>
            <a:solidFill>
              <a:srgbClr val="B8D4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endParaRPr lang="en-US"/>
            </a:p>
          </p:txBody>
        </p:sp>
      </p:grpSp>
      <p:sp>
        <p:nvSpPr>
          <p:cNvPr id="416" name="Rectangle 415"/>
          <p:cNvSpPr/>
          <p:nvPr/>
        </p:nvSpPr>
        <p:spPr>
          <a:xfrm>
            <a:off x="3908497" y="3788409"/>
            <a:ext cx="942026" cy="1453830"/>
          </a:xfrm>
          <a:prstGeom prst="rect">
            <a:avLst/>
          </a:prstGeom>
          <a:noFill/>
          <a:ln w="19050">
            <a:solidFill>
              <a:srgbClr val="59B4D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9B4D9"/>
              </a:solidFill>
            </a:endParaRPr>
          </a:p>
        </p:txBody>
      </p:sp>
      <p:grpSp>
        <p:nvGrpSpPr>
          <p:cNvPr id="8" name="Group 7"/>
          <p:cNvGrpSpPr/>
          <p:nvPr/>
        </p:nvGrpSpPr>
        <p:grpSpPr>
          <a:xfrm>
            <a:off x="3772071" y="4827080"/>
            <a:ext cx="1230729" cy="386767"/>
            <a:chOff x="3752674" y="4855180"/>
            <a:chExt cx="1230904" cy="386822"/>
          </a:xfrm>
        </p:grpSpPr>
        <p:sp>
          <p:nvSpPr>
            <p:cNvPr id="415" name="TextBox 414"/>
            <p:cNvSpPr txBox="1"/>
            <p:nvPr/>
          </p:nvSpPr>
          <p:spPr>
            <a:xfrm>
              <a:off x="3752674" y="4855180"/>
              <a:ext cx="1230904" cy="235461"/>
            </a:xfrm>
            <a:prstGeom prst="rect">
              <a:avLst/>
            </a:prstGeom>
            <a:noFill/>
          </p:spPr>
          <p:txBody>
            <a:bodyPr wrap="square" rtlCol="0">
              <a:spAutoFit/>
            </a:bodyPr>
            <a:lstStyle/>
            <a:p>
              <a:pPr algn="ctr"/>
              <a:r>
                <a:rPr lang="en-US" sz="900" dirty="0">
                  <a:latin typeface="Segoe UI" panose="020B0502040204020203" pitchFamily="34" charset="0"/>
                  <a:cs typeface="Segoe UI" panose="020B0502040204020203" pitchFamily="34" charset="0"/>
                </a:rPr>
                <a:t>Virtual Machines</a:t>
              </a:r>
            </a:p>
          </p:txBody>
        </p:sp>
        <p:sp>
          <p:nvSpPr>
            <p:cNvPr id="417" name="TextBox 416"/>
            <p:cNvSpPr txBox="1"/>
            <p:nvPr/>
          </p:nvSpPr>
          <p:spPr>
            <a:xfrm>
              <a:off x="3869344" y="5006541"/>
              <a:ext cx="980984" cy="235461"/>
            </a:xfrm>
            <a:prstGeom prst="rect">
              <a:avLst/>
            </a:prstGeom>
            <a:noFill/>
          </p:spPr>
          <p:txBody>
            <a:bodyPr wrap="square" rtlCol="0">
              <a:spAutoFit/>
            </a:bodyPr>
            <a:lstStyle/>
            <a:p>
              <a:pPr algn="ctr"/>
              <a:r>
                <a:rPr lang="en-US" sz="900" dirty="0">
                  <a:latin typeface="Segoe UI" panose="020B0502040204020203" pitchFamily="34" charset="0"/>
                  <a:cs typeface="Segoe UI" panose="020B0502040204020203" pitchFamily="34" charset="0"/>
                </a:rPr>
                <a:t>VPC / tenant</a:t>
              </a:r>
            </a:p>
          </p:txBody>
        </p:sp>
      </p:grpSp>
      <p:pic>
        <p:nvPicPr>
          <p:cNvPr id="419" name="Picture 418"/>
          <p:cNvPicPr>
            <a:picLocks noChangeAspect="1"/>
          </p:cNvPicPr>
          <p:nvPr/>
        </p:nvPicPr>
        <p:blipFill>
          <a:blip r:embed="rId3"/>
          <a:stretch>
            <a:fillRect/>
          </a:stretch>
        </p:blipFill>
        <p:spPr>
          <a:xfrm>
            <a:off x="4554123" y="3900013"/>
            <a:ext cx="228745" cy="300739"/>
          </a:xfrm>
          <a:prstGeom prst="rect">
            <a:avLst/>
          </a:prstGeom>
        </p:spPr>
      </p:pic>
      <p:sp>
        <p:nvSpPr>
          <p:cNvPr id="420" name="TextBox 419"/>
          <p:cNvSpPr txBox="1"/>
          <p:nvPr/>
        </p:nvSpPr>
        <p:spPr>
          <a:xfrm>
            <a:off x="5852342" y="4210282"/>
            <a:ext cx="980845" cy="251123"/>
          </a:xfrm>
          <a:prstGeom prst="rect">
            <a:avLst/>
          </a:prstGeom>
          <a:noFill/>
        </p:spPr>
        <p:txBody>
          <a:bodyPr wrap="square" rtlCol="0">
            <a:spAutoFit/>
          </a:bodyPr>
          <a:lstStyle/>
          <a:p>
            <a:pPr algn="ctr"/>
            <a:r>
              <a:rPr lang="en-US" sz="1000" dirty="0">
                <a:latin typeface="Segoe UI" panose="020B0502040204020203" pitchFamily="34" charset="0"/>
                <a:cs typeface="Segoe UI" panose="020B0502040204020203" pitchFamily="34" charset="0"/>
              </a:rPr>
              <a:t>Azure Backup</a:t>
            </a:r>
          </a:p>
        </p:txBody>
      </p:sp>
      <p:sp>
        <p:nvSpPr>
          <p:cNvPr id="422" name="TextBox 421"/>
          <p:cNvSpPr txBox="1"/>
          <p:nvPr/>
        </p:nvSpPr>
        <p:spPr>
          <a:xfrm>
            <a:off x="5852342" y="4350584"/>
            <a:ext cx="980845" cy="251123"/>
          </a:xfrm>
          <a:prstGeom prst="rect">
            <a:avLst/>
          </a:prstGeom>
          <a:noFill/>
        </p:spPr>
        <p:txBody>
          <a:bodyPr wrap="square" rtlCol="0">
            <a:spAutoFit/>
          </a:bodyPr>
          <a:lstStyle/>
          <a:p>
            <a:pPr algn="ctr"/>
            <a:r>
              <a:rPr lang="en-US" sz="1000" dirty="0">
                <a:latin typeface="Segoe UI" panose="020B0502040204020203" pitchFamily="34" charset="0"/>
                <a:cs typeface="Segoe UI" panose="020B0502040204020203" pitchFamily="34" charset="0"/>
              </a:rPr>
              <a:t>State / Config</a:t>
            </a:r>
          </a:p>
        </p:txBody>
      </p:sp>
      <p:sp>
        <p:nvSpPr>
          <p:cNvPr id="424" name="TextBox 423"/>
          <p:cNvSpPr txBox="1"/>
          <p:nvPr/>
        </p:nvSpPr>
        <p:spPr>
          <a:xfrm>
            <a:off x="3480775" y="5445414"/>
            <a:ext cx="3582574" cy="345163"/>
          </a:xfrm>
          <a:prstGeom prst="rect">
            <a:avLst/>
          </a:prstGeom>
          <a:noFill/>
        </p:spPr>
        <p:txBody>
          <a:bodyPr wrap="square" rtlCol="0">
            <a:spAutoFit/>
          </a:bodyPr>
          <a:lstStyle/>
          <a:p>
            <a:pPr lvl="0" algn="ctr"/>
            <a:r>
              <a:rPr lang="en-US" sz="1599" dirty="0">
                <a:solidFill>
                  <a:schemeClr val="tx1">
                    <a:lumMod val="50000"/>
                    <a:lumOff val="50000"/>
                  </a:schemeClr>
                </a:solidFill>
                <a:latin typeface="Segoe UI" panose="020B0502040204020203" pitchFamily="34" charset="0"/>
                <a:cs typeface="Segoe UI" panose="020B0502040204020203" pitchFamily="34" charset="0"/>
              </a:rPr>
              <a:t>Option 1 – Use native Azure Backup</a:t>
            </a:r>
          </a:p>
        </p:txBody>
      </p:sp>
      <p:sp>
        <p:nvSpPr>
          <p:cNvPr id="425" name="TextBox 424"/>
          <p:cNvSpPr txBox="1"/>
          <p:nvPr/>
        </p:nvSpPr>
        <p:spPr>
          <a:xfrm>
            <a:off x="7901985" y="5441500"/>
            <a:ext cx="4041294" cy="345163"/>
          </a:xfrm>
          <a:prstGeom prst="rect">
            <a:avLst/>
          </a:prstGeom>
          <a:noFill/>
        </p:spPr>
        <p:txBody>
          <a:bodyPr wrap="square" rtlCol="0">
            <a:spAutoFit/>
          </a:bodyPr>
          <a:lstStyle/>
          <a:p>
            <a:pPr lvl="0" algn="ctr"/>
            <a:r>
              <a:rPr lang="en-US" sz="1599" dirty="0">
                <a:solidFill>
                  <a:schemeClr val="tx1">
                    <a:lumMod val="50000"/>
                    <a:lumOff val="50000"/>
                  </a:schemeClr>
                </a:solidFill>
                <a:latin typeface="Segoe UI" panose="020B0502040204020203" pitchFamily="34" charset="0"/>
                <a:cs typeface="Segoe UI" panose="020B0502040204020203" pitchFamily="34" charset="0"/>
              </a:rPr>
              <a:t>Option 2 – Use 3</a:t>
            </a:r>
            <a:r>
              <a:rPr lang="en-US" sz="1599" baseline="30000" dirty="0">
                <a:solidFill>
                  <a:schemeClr val="tx1">
                    <a:lumMod val="50000"/>
                    <a:lumOff val="50000"/>
                  </a:schemeClr>
                </a:solidFill>
                <a:latin typeface="Segoe UI" panose="020B0502040204020203" pitchFamily="34" charset="0"/>
                <a:cs typeface="Segoe UI" panose="020B0502040204020203" pitchFamily="34" charset="0"/>
              </a:rPr>
              <a:t>rd</a:t>
            </a:r>
            <a:r>
              <a:rPr lang="en-US" sz="1599" dirty="0">
                <a:solidFill>
                  <a:schemeClr val="tx1">
                    <a:lumMod val="50000"/>
                    <a:lumOff val="50000"/>
                  </a:schemeClr>
                </a:solidFill>
                <a:latin typeface="Segoe UI" panose="020B0502040204020203" pitchFamily="34" charset="0"/>
                <a:cs typeface="Segoe UI" panose="020B0502040204020203" pitchFamily="34" charset="0"/>
              </a:rPr>
              <a:t> party backup apps</a:t>
            </a:r>
          </a:p>
        </p:txBody>
      </p:sp>
      <p:sp>
        <p:nvSpPr>
          <p:cNvPr id="428" name="TextBox 427"/>
          <p:cNvSpPr txBox="1"/>
          <p:nvPr/>
        </p:nvSpPr>
        <p:spPr>
          <a:xfrm>
            <a:off x="9481506" y="4394195"/>
            <a:ext cx="980845" cy="408075"/>
          </a:xfrm>
          <a:prstGeom prst="rect">
            <a:avLst/>
          </a:prstGeom>
          <a:noFill/>
        </p:spPr>
        <p:txBody>
          <a:bodyPr wrap="square" rtlCol="0">
            <a:spAutoFit/>
          </a:bodyPr>
          <a:lstStyle/>
          <a:p>
            <a:pPr algn="ctr"/>
            <a:r>
              <a:rPr lang="en-US" sz="1000" dirty="0" err="1">
                <a:latin typeface="Segoe UI" panose="020B0502040204020203" pitchFamily="34" charset="0"/>
                <a:cs typeface="Segoe UI" panose="020B0502040204020203" pitchFamily="34" charset="0"/>
              </a:rPr>
              <a:t>Commvault</a:t>
            </a:r>
            <a:r>
              <a:rPr lang="en-US" sz="1000" dirty="0">
                <a:latin typeface="Segoe UI" panose="020B0502040204020203" pitchFamily="34" charset="0"/>
                <a:cs typeface="Segoe UI" panose="020B0502040204020203" pitchFamily="34" charset="0"/>
              </a:rPr>
              <a:t> </a:t>
            </a:r>
            <a:r>
              <a:rPr lang="en-US" sz="1000" dirty="0" err="1">
                <a:latin typeface="Segoe UI" panose="020B0502040204020203" pitchFamily="34" charset="0"/>
                <a:cs typeface="Segoe UI" panose="020B0502040204020203" pitchFamily="34" charset="0"/>
              </a:rPr>
              <a:t>Simpana</a:t>
            </a:r>
            <a:endParaRPr lang="en-US" sz="1000" dirty="0">
              <a:latin typeface="Segoe UI" panose="020B0502040204020203" pitchFamily="34" charset="0"/>
              <a:cs typeface="Segoe UI" panose="020B0502040204020203" pitchFamily="34" charset="0"/>
            </a:endParaRPr>
          </a:p>
        </p:txBody>
      </p:sp>
      <p:pic>
        <p:nvPicPr>
          <p:cNvPr id="429" name="Picture 2" descr="https://swiftstack.com/wp-content/uploads/2015/07/commvault-logo-rgb-pos-stack_tal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41793" y="3820958"/>
            <a:ext cx="469347" cy="294910"/>
          </a:xfrm>
          <a:prstGeom prst="rect">
            <a:avLst/>
          </a:prstGeom>
          <a:noFill/>
          <a:extLst>
            <a:ext uri="{909E8E84-426E-40DD-AFC4-6F175D3DCCD1}">
              <a14:hiddenFill xmlns:a14="http://schemas.microsoft.com/office/drawing/2010/main">
                <a:solidFill>
                  <a:srgbClr val="FFFFFF"/>
                </a:solidFill>
              </a14:hiddenFill>
            </a:ext>
          </a:extLst>
        </p:spPr>
      </p:pic>
      <p:sp>
        <p:nvSpPr>
          <p:cNvPr id="431" name="TextBox 430"/>
          <p:cNvSpPr txBox="1"/>
          <p:nvPr/>
        </p:nvSpPr>
        <p:spPr>
          <a:xfrm>
            <a:off x="5038028" y="5012360"/>
            <a:ext cx="980845" cy="251123"/>
          </a:xfrm>
          <a:prstGeom prst="rect">
            <a:avLst/>
          </a:prstGeom>
          <a:noFill/>
        </p:spPr>
        <p:txBody>
          <a:bodyPr wrap="square" rtlCol="0">
            <a:spAutoFit/>
          </a:bodyPr>
          <a:lstStyle/>
          <a:p>
            <a:pPr algn="ctr"/>
            <a:r>
              <a:rPr lang="en-US" sz="1000" dirty="0">
                <a:latin typeface="Segoe UI" panose="020B0502040204020203" pitchFamily="34" charset="0"/>
                <a:cs typeface="Segoe UI" panose="020B0502040204020203" pitchFamily="34" charset="0"/>
              </a:rPr>
              <a:t>Restore</a:t>
            </a:r>
          </a:p>
        </p:txBody>
      </p:sp>
      <p:sp>
        <p:nvSpPr>
          <p:cNvPr id="432" name="TextBox 431"/>
          <p:cNvSpPr txBox="1"/>
          <p:nvPr/>
        </p:nvSpPr>
        <p:spPr>
          <a:xfrm>
            <a:off x="9461089" y="5010122"/>
            <a:ext cx="980845" cy="251123"/>
          </a:xfrm>
          <a:prstGeom prst="rect">
            <a:avLst/>
          </a:prstGeom>
          <a:noFill/>
        </p:spPr>
        <p:txBody>
          <a:bodyPr wrap="square" rtlCol="0">
            <a:spAutoFit/>
          </a:bodyPr>
          <a:lstStyle/>
          <a:p>
            <a:pPr algn="ctr"/>
            <a:r>
              <a:rPr lang="en-US" sz="1000" dirty="0">
                <a:latin typeface="Segoe UI" panose="020B0502040204020203" pitchFamily="34" charset="0"/>
                <a:cs typeface="Segoe UI" panose="020B0502040204020203" pitchFamily="34" charset="0"/>
              </a:rPr>
              <a:t>Restore</a:t>
            </a:r>
          </a:p>
        </p:txBody>
      </p:sp>
      <p:sp>
        <p:nvSpPr>
          <p:cNvPr id="433" name="TextBox 432"/>
          <p:cNvSpPr txBox="1"/>
          <p:nvPr/>
        </p:nvSpPr>
        <p:spPr>
          <a:xfrm>
            <a:off x="10796005" y="4449710"/>
            <a:ext cx="980845" cy="400110"/>
          </a:xfrm>
          <a:prstGeom prst="rect">
            <a:avLst/>
          </a:prstGeom>
          <a:noFill/>
        </p:spPr>
        <p:txBody>
          <a:bodyPr wrap="square" rtlCol="0">
            <a:spAutoFit/>
          </a:bodyPr>
          <a:lstStyle/>
          <a:p>
            <a:pPr algn="ctr"/>
            <a:r>
              <a:rPr lang="en-US" sz="1000" dirty="0">
                <a:latin typeface="Segoe UI" panose="020B0502040204020203" pitchFamily="34" charset="0"/>
                <a:cs typeface="Segoe UI" panose="020B0502040204020203" pitchFamily="34" charset="0"/>
              </a:rPr>
              <a:t>Azure Storage (blob)</a:t>
            </a:r>
          </a:p>
        </p:txBody>
      </p:sp>
      <p:sp>
        <p:nvSpPr>
          <p:cNvPr id="445" name="TextBox 444"/>
          <p:cNvSpPr txBox="1"/>
          <p:nvPr/>
        </p:nvSpPr>
        <p:spPr>
          <a:xfrm>
            <a:off x="8518599" y="4246929"/>
            <a:ext cx="980845" cy="408075"/>
          </a:xfrm>
          <a:prstGeom prst="rect">
            <a:avLst/>
          </a:prstGeom>
          <a:noFill/>
        </p:spPr>
        <p:txBody>
          <a:bodyPr wrap="square" rtlCol="0">
            <a:spAutoFit/>
          </a:bodyPr>
          <a:lstStyle/>
          <a:p>
            <a:pPr algn="ctr"/>
            <a:r>
              <a:rPr lang="en-US" sz="1000" dirty="0">
                <a:latin typeface="Segoe UI" panose="020B0502040204020203" pitchFamily="34" charset="0"/>
                <a:cs typeface="Segoe UI" panose="020B0502040204020203" pitchFamily="34" charset="0"/>
              </a:rPr>
              <a:t>Virtual Machines</a:t>
            </a:r>
          </a:p>
        </p:txBody>
      </p:sp>
      <p:sp>
        <p:nvSpPr>
          <p:cNvPr id="447" name="TextBox 446"/>
          <p:cNvSpPr txBox="1"/>
          <p:nvPr/>
        </p:nvSpPr>
        <p:spPr>
          <a:xfrm>
            <a:off x="8269747" y="5010122"/>
            <a:ext cx="980845" cy="251123"/>
          </a:xfrm>
          <a:prstGeom prst="rect">
            <a:avLst/>
          </a:prstGeom>
          <a:noFill/>
        </p:spPr>
        <p:txBody>
          <a:bodyPr wrap="square" rtlCol="0">
            <a:spAutoFit/>
          </a:bodyPr>
          <a:lstStyle/>
          <a:p>
            <a:pPr algn="ctr"/>
            <a:r>
              <a:rPr lang="en-US" sz="1000" dirty="0">
                <a:latin typeface="Segoe UI" panose="020B0502040204020203" pitchFamily="34" charset="0"/>
                <a:cs typeface="Segoe UI" panose="020B0502040204020203" pitchFamily="34" charset="0"/>
              </a:rPr>
              <a:t>VPC / tenant</a:t>
            </a:r>
          </a:p>
        </p:txBody>
      </p:sp>
      <p:sp>
        <p:nvSpPr>
          <p:cNvPr id="448" name="Rectangle 447"/>
          <p:cNvSpPr/>
          <p:nvPr/>
        </p:nvSpPr>
        <p:spPr>
          <a:xfrm>
            <a:off x="8610285" y="3461259"/>
            <a:ext cx="745063" cy="2569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27" rIns="0" rtlCol="0" anchor="ctr"/>
          <a:lstStyle/>
          <a:p>
            <a:pPr algn="ctr"/>
            <a:r>
              <a:rPr lang="en-US" sz="1049" b="1" dirty="0">
                <a:solidFill>
                  <a:schemeClr val="tx1"/>
                </a:solidFill>
                <a:latin typeface="Segoe UI" panose="020B0502040204020203" pitchFamily="34" charset="0"/>
                <a:cs typeface="Segoe UI" panose="020B0502040204020203" pitchFamily="34" charset="0"/>
              </a:rPr>
              <a:t>Agent F</a:t>
            </a:r>
          </a:p>
        </p:txBody>
      </p:sp>
      <p:cxnSp>
        <p:nvCxnSpPr>
          <p:cNvPr id="450" name="Straight Arrow Connector 449"/>
          <p:cNvCxnSpPr/>
          <p:nvPr/>
        </p:nvCxnSpPr>
        <p:spPr>
          <a:xfrm>
            <a:off x="9380139" y="4020419"/>
            <a:ext cx="230943" cy="0"/>
          </a:xfrm>
          <a:prstGeom prst="straightConnector1">
            <a:avLst/>
          </a:prstGeom>
          <a:ln w="44450">
            <a:solidFill>
              <a:srgbClr val="B9D532"/>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451" name="Straight Arrow Connector 450"/>
          <p:cNvCxnSpPr/>
          <p:nvPr/>
        </p:nvCxnSpPr>
        <p:spPr>
          <a:xfrm rot="5400000" flipV="1">
            <a:off x="10552361" y="3830961"/>
            <a:ext cx="0" cy="378916"/>
          </a:xfrm>
          <a:prstGeom prst="straightConnector1">
            <a:avLst/>
          </a:prstGeom>
          <a:ln w="44450">
            <a:solidFill>
              <a:srgbClr val="B9D532"/>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452" name="Straight Arrow Connector 451"/>
          <p:cNvCxnSpPr/>
          <p:nvPr/>
        </p:nvCxnSpPr>
        <p:spPr>
          <a:xfrm>
            <a:off x="4922036" y="4026013"/>
            <a:ext cx="437486" cy="0"/>
          </a:xfrm>
          <a:prstGeom prst="straightConnector1">
            <a:avLst/>
          </a:prstGeom>
          <a:ln w="44450">
            <a:solidFill>
              <a:srgbClr val="B9D532"/>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453" name="Straight Arrow Connector 452"/>
          <p:cNvCxnSpPr/>
          <p:nvPr/>
        </p:nvCxnSpPr>
        <p:spPr>
          <a:xfrm flipH="1" flipV="1">
            <a:off x="8991312" y="4942480"/>
            <a:ext cx="2308327" cy="20296"/>
          </a:xfrm>
          <a:prstGeom prst="straightConnector1">
            <a:avLst/>
          </a:prstGeom>
          <a:ln w="44450">
            <a:solidFill>
              <a:srgbClr val="B9D532"/>
            </a:solidFill>
            <a:tailEnd type="none" w="med" len="sm"/>
          </a:ln>
        </p:spPr>
        <p:style>
          <a:lnRef idx="1">
            <a:schemeClr val="accent1"/>
          </a:lnRef>
          <a:fillRef idx="0">
            <a:schemeClr val="accent1"/>
          </a:fillRef>
          <a:effectRef idx="0">
            <a:schemeClr val="accent1"/>
          </a:effectRef>
          <a:fontRef idx="minor">
            <a:schemeClr val="tx1"/>
          </a:fontRef>
        </p:style>
      </p:cxnSp>
      <p:cxnSp>
        <p:nvCxnSpPr>
          <p:cNvPr id="454" name="Straight Arrow Connector 453"/>
          <p:cNvCxnSpPr/>
          <p:nvPr/>
        </p:nvCxnSpPr>
        <p:spPr>
          <a:xfrm flipV="1">
            <a:off x="11314688" y="4765807"/>
            <a:ext cx="0" cy="212710"/>
          </a:xfrm>
          <a:prstGeom prst="straightConnector1">
            <a:avLst/>
          </a:prstGeom>
          <a:ln w="44450">
            <a:solidFill>
              <a:srgbClr val="B9D53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5" name="Straight Arrow Connector 454"/>
          <p:cNvCxnSpPr/>
          <p:nvPr/>
        </p:nvCxnSpPr>
        <p:spPr>
          <a:xfrm flipH="1">
            <a:off x="4922037" y="4888449"/>
            <a:ext cx="1422223" cy="0"/>
          </a:xfrm>
          <a:prstGeom prst="straightConnector1">
            <a:avLst/>
          </a:prstGeom>
          <a:ln w="44450">
            <a:solidFill>
              <a:srgbClr val="B9D532"/>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456" name="Straight Arrow Connector 455"/>
          <p:cNvCxnSpPr/>
          <p:nvPr/>
        </p:nvCxnSpPr>
        <p:spPr>
          <a:xfrm flipH="1" flipV="1">
            <a:off x="6342765" y="4626619"/>
            <a:ext cx="3374" cy="283896"/>
          </a:xfrm>
          <a:prstGeom prst="straightConnector1">
            <a:avLst/>
          </a:prstGeom>
          <a:ln w="44450">
            <a:solidFill>
              <a:srgbClr val="B9D53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7" name="Straight Arrow Connector 456"/>
          <p:cNvCxnSpPr/>
          <p:nvPr/>
        </p:nvCxnSpPr>
        <p:spPr>
          <a:xfrm flipV="1">
            <a:off x="9004676" y="4599387"/>
            <a:ext cx="0" cy="365013"/>
          </a:xfrm>
          <a:prstGeom prst="straightConnector1">
            <a:avLst/>
          </a:prstGeom>
          <a:ln w="44450">
            <a:solidFill>
              <a:srgbClr val="B9D532"/>
            </a:solidFill>
            <a:tailEnd type="triangle" w="med" len="sm"/>
          </a:ln>
        </p:spPr>
        <p:style>
          <a:lnRef idx="1">
            <a:schemeClr val="accent1"/>
          </a:lnRef>
          <a:fillRef idx="0">
            <a:schemeClr val="accent1"/>
          </a:fillRef>
          <a:effectRef idx="0">
            <a:schemeClr val="accent1"/>
          </a:effectRef>
          <a:fontRef idx="minor">
            <a:schemeClr val="tx1"/>
          </a:fontRef>
        </p:style>
      </p:cxnSp>
      <p:grpSp>
        <p:nvGrpSpPr>
          <p:cNvPr id="93" name="Group 92"/>
          <p:cNvGrpSpPr/>
          <p:nvPr/>
        </p:nvGrpSpPr>
        <p:grpSpPr>
          <a:xfrm>
            <a:off x="3240835" y="2857339"/>
            <a:ext cx="4345714" cy="2517793"/>
            <a:chOff x="7649876" y="991492"/>
            <a:chExt cx="3507888" cy="2032380"/>
          </a:xfrm>
        </p:grpSpPr>
        <p:sp>
          <p:nvSpPr>
            <p:cNvPr id="94" name="Freeform 27"/>
            <p:cNvSpPr>
              <a:spLocks/>
            </p:cNvSpPr>
            <p:nvPr/>
          </p:nvSpPr>
          <p:spPr bwMode="auto">
            <a:xfrm>
              <a:off x="7649876" y="991492"/>
              <a:ext cx="3507888" cy="2032380"/>
            </a:xfrm>
            <a:custGeom>
              <a:avLst/>
              <a:gdLst>
                <a:gd name="T0" fmla="*/ 356 w 425"/>
                <a:gd name="T1" fmla="*/ 101 h 247"/>
                <a:gd name="T2" fmla="*/ 356 w 425"/>
                <a:gd name="T3" fmla="*/ 95 h 247"/>
                <a:gd name="T4" fmla="*/ 262 w 425"/>
                <a:gd name="T5" fmla="*/ 0 h 247"/>
                <a:gd name="T6" fmla="*/ 175 w 425"/>
                <a:gd name="T7" fmla="*/ 56 h 247"/>
                <a:gd name="T8" fmla="*/ 128 w 425"/>
                <a:gd name="T9" fmla="*/ 39 h 247"/>
                <a:gd name="T10" fmla="*/ 55 w 425"/>
                <a:gd name="T11" fmla="*/ 112 h 247"/>
                <a:gd name="T12" fmla="*/ 56 w 425"/>
                <a:gd name="T13" fmla="*/ 128 h 247"/>
                <a:gd name="T14" fmla="*/ 0 w 425"/>
                <a:gd name="T15" fmla="*/ 185 h 247"/>
                <a:gd name="T16" fmla="*/ 60 w 425"/>
                <a:gd name="T17" fmla="*/ 247 h 247"/>
                <a:gd name="T18" fmla="*/ 61 w 425"/>
                <a:gd name="T19" fmla="*/ 247 h 247"/>
                <a:gd name="T20" fmla="*/ 352 w 425"/>
                <a:gd name="T21" fmla="*/ 246 h 247"/>
                <a:gd name="T22" fmla="*/ 425 w 425"/>
                <a:gd name="T23" fmla="*/ 173 h 247"/>
                <a:gd name="T24" fmla="*/ 356 w 425"/>
                <a:gd name="T25" fmla="*/ 101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5" h="247">
                  <a:moveTo>
                    <a:pt x="356" y="101"/>
                  </a:moveTo>
                  <a:cubicBezTo>
                    <a:pt x="356" y="98"/>
                    <a:pt x="356" y="97"/>
                    <a:pt x="356" y="95"/>
                  </a:cubicBezTo>
                  <a:cubicBezTo>
                    <a:pt x="356" y="42"/>
                    <a:pt x="314" y="0"/>
                    <a:pt x="262" y="0"/>
                  </a:cubicBezTo>
                  <a:cubicBezTo>
                    <a:pt x="223" y="0"/>
                    <a:pt x="190" y="23"/>
                    <a:pt x="175" y="56"/>
                  </a:cubicBezTo>
                  <a:cubicBezTo>
                    <a:pt x="162" y="45"/>
                    <a:pt x="146" y="39"/>
                    <a:pt x="128" y="39"/>
                  </a:cubicBezTo>
                  <a:cubicBezTo>
                    <a:pt x="88" y="39"/>
                    <a:pt x="55" y="72"/>
                    <a:pt x="55" y="112"/>
                  </a:cubicBezTo>
                  <a:cubicBezTo>
                    <a:pt x="55" y="118"/>
                    <a:pt x="56" y="122"/>
                    <a:pt x="56" y="128"/>
                  </a:cubicBezTo>
                  <a:cubicBezTo>
                    <a:pt x="25" y="130"/>
                    <a:pt x="0" y="152"/>
                    <a:pt x="0" y="185"/>
                  </a:cubicBezTo>
                  <a:cubicBezTo>
                    <a:pt x="0" y="219"/>
                    <a:pt x="26" y="246"/>
                    <a:pt x="60" y="247"/>
                  </a:cubicBezTo>
                  <a:cubicBezTo>
                    <a:pt x="61" y="247"/>
                    <a:pt x="61" y="247"/>
                    <a:pt x="61" y="247"/>
                  </a:cubicBezTo>
                  <a:cubicBezTo>
                    <a:pt x="352" y="246"/>
                    <a:pt x="352" y="246"/>
                    <a:pt x="352" y="246"/>
                  </a:cubicBezTo>
                  <a:cubicBezTo>
                    <a:pt x="392" y="246"/>
                    <a:pt x="425" y="214"/>
                    <a:pt x="425" y="173"/>
                  </a:cubicBezTo>
                  <a:cubicBezTo>
                    <a:pt x="425" y="134"/>
                    <a:pt x="395" y="103"/>
                    <a:pt x="356" y="101"/>
                  </a:cubicBezTo>
                  <a:close/>
                </a:path>
              </a:pathLst>
            </a:custGeom>
            <a:noFill/>
            <a:ln w="25400">
              <a:solidFill>
                <a:srgbClr val="2072B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5" name="TextBox 94"/>
            <p:cNvSpPr txBox="1"/>
            <p:nvPr/>
          </p:nvSpPr>
          <p:spPr>
            <a:xfrm>
              <a:off x="8047661" y="1070447"/>
              <a:ext cx="384037" cy="159527"/>
            </a:xfrm>
            <a:prstGeom prst="rect">
              <a:avLst/>
            </a:prstGeom>
            <a:noFill/>
          </p:spPr>
          <p:txBody>
            <a:bodyPr wrap="none" lIns="0" tIns="0" rIns="0" bIns="0" rtlCol="0">
              <a:spAutoFit/>
            </a:bodyPr>
            <a:lstStyle/>
            <a:p>
              <a:pPr algn="ctr">
                <a:lnSpc>
                  <a:spcPct val="90000"/>
                </a:lnSpc>
                <a:spcAft>
                  <a:spcPts val="600"/>
                </a:spcAft>
              </a:pPr>
              <a:r>
                <a:rPr lang="en-US" sz="1399" dirty="0">
                  <a:solidFill>
                    <a:schemeClr val="accent1"/>
                  </a:solidFill>
                  <a:latin typeface="Segoe UI Semibold" panose="020B0702040204020203" pitchFamily="34" charset="0"/>
                  <a:cs typeface="Segoe UI Semibold" panose="020B0702040204020203" pitchFamily="34" charset="0"/>
                </a:rPr>
                <a:t>Azure</a:t>
              </a:r>
            </a:p>
          </p:txBody>
        </p:sp>
      </p:grpSp>
      <p:grpSp>
        <p:nvGrpSpPr>
          <p:cNvPr id="92" name="Group 91"/>
          <p:cNvGrpSpPr/>
          <p:nvPr/>
        </p:nvGrpSpPr>
        <p:grpSpPr>
          <a:xfrm>
            <a:off x="7781296" y="2755572"/>
            <a:ext cx="4521361" cy="2619560"/>
            <a:chOff x="7649876" y="991492"/>
            <a:chExt cx="3507888" cy="2032380"/>
          </a:xfrm>
        </p:grpSpPr>
        <p:sp>
          <p:nvSpPr>
            <p:cNvPr id="96" name="Freeform 27"/>
            <p:cNvSpPr>
              <a:spLocks/>
            </p:cNvSpPr>
            <p:nvPr/>
          </p:nvSpPr>
          <p:spPr bwMode="auto">
            <a:xfrm>
              <a:off x="7649876" y="991492"/>
              <a:ext cx="3507888" cy="2032380"/>
            </a:xfrm>
            <a:custGeom>
              <a:avLst/>
              <a:gdLst>
                <a:gd name="T0" fmla="*/ 356 w 425"/>
                <a:gd name="T1" fmla="*/ 101 h 247"/>
                <a:gd name="T2" fmla="*/ 356 w 425"/>
                <a:gd name="T3" fmla="*/ 95 h 247"/>
                <a:gd name="T4" fmla="*/ 262 w 425"/>
                <a:gd name="T5" fmla="*/ 0 h 247"/>
                <a:gd name="T6" fmla="*/ 175 w 425"/>
                <a:gd name="T7" fmla="*/ 56 h 247"/>
                <a:gd name="T8" fmla="*/ 128 w 425"/>
                <a:gd name="T9" fmla="*/ 39 h 247"/>
                <a:gd name="T10" fmla="*/ 55 w 425"/>
                <a:gd name="T11" fmla="*/ 112 h 247"/>
                <a:gd name="T12" fmla="*/ 56 w 425"/>
                <a:gd name="T13" fmla="*/ 128 h 247"/>
                <a:gd name="T14" fmla="*/ 0 w 425"/>
                <a:gd name="T15" fmla="*/ 185 h 247"/>
                <a:gd name="T16" fmla="*/ 60 w 425"/>
                <a:gd name="T17" fmla="*/ 247 h 247"/>
                <a:gd name="T18" fmla="*/ 61 w 425"/>
                <a:gd name="T19" fmla="*/ 247 h 247"/>
                <a:gd name="T20" fmla="*/ 352 w 425"/>
                <a:gd name="T21" fmla="*/ 246 h 247"/>
                <a:gd name="T22" fmla="*/ 425 w 425"/>
                <a:gd name="T23" fmla="*/ 173 h 247"/>
                <a:gd name="T24" fmla="*/ 356 w 425"/>
                <a:gd name="T25" fmla="*/ 101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5" h="247">
                  <a:moveTo>
                    <a:pt x="356" y="101"/>
                  </a:moveTo>
                  <a:cubicBezTo>
                    <a:pt x="356" y="98"/>
                    <a:pt x="356" y="97"/>
                    <a:pt x="356" y="95"/>
                  </a:cubicBezTo>
                  <a:cubicBezTo>
                    <a:pt x="356" y="42"/>
                    <a:pt x="314" y="0"/>
                    <a:pt x="262" y="0"/>
                  </a:cubicBezTo>
                  <a:cubicBezTo>
                    <a:pt x="223" y="0"/>
                    <a:pt x="190" y="23"/>
                    <a:pt x="175" y="56"/>
                  </a:cubicBezTo>
                  <a:cubicBezTo>
                    <a:pt x="162" y="45"/>
                    <a:pt x="146" y="39"/>
                    <a:pt x="128" y="39"/>
                  </a:cubicBezTo>
                  <a:cubicBezTo>
                    <a:pt x="88" y="39"/>
                    <a:pt x="55" y="72"/>
                    <a:pt x="55" y="112"/>
                  </a:cubicBezTo>
                  <a:cubicBezTo>
                    <a:pt x="55" y="118"/>
                    <a:pt x="56" y="122"/>
                    <a:pt x="56" y="128"/>
                  </a:cubicBezTo>
                  <a:cubicBezTo>
                    <a:pt x="25" y="130"/>
                    <a:pt x="0" y="152"/>
                    <a:pt x="0" y="185"/>
                  </a:cubicBezTo>
                  <a:cubicBezTo>
                    <a:pt x="0" y="219"/>
                    <a:pt x="26" y="246"/>
                    <a:pt x="60" y="247"/>
                  </a:cubicBezTo>
                  <a:cubicBezTo>
                    <a:pt x="61" y="247"/>
                    <a:pt x="61" y="247"/>
                    <a:pt x="61" y="247"/>
                  </a:cubicBezTo>
                  <a:cubicBezTo>
                    <a:pt x="352" y="246"/>
                    <a:pt x="352" y="246"/>
                    <a:pt x="352" y="246"/>
                  </a:cubicBezTo>
                  <a:cubicBezTo>
                    <a:pt x="392" y="246"/>
                    <a:pt x="425" y="214"/>
                    <a:pt x="425" y="173"/>
                  </a:cubicBezTo>
                  <a:cubicBezTo>
                    <a:pt x="425" y="134"/>
                    <a:pt x="395" y="103"/>
                    <a:pt x="356" y="101"/>
                  </a:cubicBezTo>
                  <a:close/>
                </a:path>
              </a:pathLst>
            </a:custGeom>
            <a:noFill/>
            <a:ln w="25400">
              <a:solidFill>
                <a:srgbClr val="2072B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algn="ctr" defTabSz="932293"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97" name="TextBox 96"/>
            <p:cNvSpPr txBox="1"/>
            <p:nvPr/>
          </p:nvSpPr>
          <p:spPr>
            <a:xfrm>
              <a:off x="8055120" y="1070447"/>
              <a:ext cx="369118" cy="153330"/>
            </a:xfrm>
            <a:prstGeom prst="rect">
              <a:avLst/>
            </a:prstGeom>
            <a:noFill/>
          </p:spPr>
          <p:txBody>
            <a:bodyPr wrap="none" lIns="0" tIns="0" rIns="0" bIns="0" rtlCol="0">
              <a:spAutoFit/>
            </a:bodyPr>
            <a:lstStyle/>
            <a:p>
              <a:pPr algn="ctr">
                <a:lnSpc>
                  <a:spcPct val="90000"/>
                </a:lnSpc>
                <a:spcAft>
                  <a:spcPts val="600"/>
                </a:spcAft>
              </a:pPr>
              <a:r>
                <a:rPr lang="en-US" sz="1399" dirty="0">
                  <a:solidFill>
                    <a:schemeClr val="accent1"/>
                  </a:solidFill>
                  <a:latin typeface="Segoe UI Semibold" panose="020B0702040204020203" pitchFamily="34" charset="0"/>
                  <a:cs typeface="Segoe UI Semibold" panose="020B0702040204020203" pitchFamily="34" charset="0"/>
                </a:rPr>
                <a:t>Azure</a:t>
              </a:r>
            </a:p>
          </p:txBody>
        </p:sp>
      </p:grpSp>
      <p:grpSp>
        <p:nvGrpSpPr>
          <p:cNvPr id="10" name="Group 9"/>
          <p:cNvGrpSpPr/>
          <p:nvPr/>
        </p:nvGrpSpPr>
        <p:grpSpPr>
          <a:xfrm>
            <a:off x="5431035" y="3292189"/>
            <a:ext cx="1049189" cy="874590"/>
            <a:chOff x="6365538" y="2434795"/>
            <a:chExt cx="1049338" cy="874714"/>
          </a:xfrm>
        </p:grpSpPr>
        <p:pic>
          <p:nvPicPr>
            <p:cNvPr id="423" name="Picture 422"/>
            <p:cNvPicPr>
              <a:picLocks noChangeAspect="1"/>
            </p:cNvPicPr>
            <p:nvPr/>
          </p:nvPicPr>
          <p:blipFill>
            <a:blip r:embed="rId5"/>
            <a:stretch>
              <a:fillRect/>
            </a:stretch>
          </p:blipFill>
          <p:spPr>
            <a:xfrm>
              <a:off x="6643345" y="2898342"/>
              <a:ext cx="314380" cy="291488"/>
            </a:xfrm>
            <a:prstGeom prst="rect">
              <a:avLst/>
            </a:prstGeom>
          </p:spPr>
        </p:pic>
        <p:grpSp>
          <p:nvGrpSpPr>
            <p:cNvPr id="3" name="Group 4"/>
            <p:cNvGrpSpPr>
              <a:grpSpLocks noChangeAspect="1"/>
            </p:cNvGrpSpPr>
            <p:nvPr/>
          </p:nvGrpSpPr>
          <p:grpSpPr bwMode="auto">
            <a:xfrm>
              <a:off x="6365538" y="2434795"/>
              <a:ext cx="1049338" cy="874714"/>
              <a:chOff x="4119" y="1413"/>
              <a:chExt cx="661" cy="551"/>
            </a:xfrm>
          </p:grpSpPr>
          <p:sp>
            <p:nvSpPr>
              <p:cNvPr id="5" name="AutoShape 3"/>
              <p:cNvSpPr>
                <a:spLocks noChangeAspect="1" noChangeArrowheads="1" noTextEdit="1"/>
              </p:cNvSpPr>
              <p:nvPr/>
            </p:nvSpPr>
            <p:spPr bwMode="auto">
              <a:xfrm>
                <a:off x="4119" y="1416"/>
                <a:ext cx="661"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6" name="Freeform 5"/>
              <p:cNvSpPr>
                <a:spLocks/>
              </p:cNvSpPr>
              <p:nvPr/>
            </p:nvSpPr>
            <p:spPr bwMode="auto">
              <a:xfrm>
                <a:off x="4297" y="1413"/>
                <a:ext cx="480" cy="363"/>
              </a:xfrm>
              <a:custGeom>
                <a:avLst/>
                <a:gdLst>
                  <a:gd name="T0" fmla="*/ 126 w 146"/>
                  <a:gd name="T1" fmla="*/ 47 h 110"/>
                  <a:gd name="T2" fmla="*/ 127 w 146"/>
                  <a:gd name="T3" fmla="*/ 43 h 110"/>
                  <a:gd name="T4" fmla="*/ 84 w 146"/>
                  <a:gd name="T5" fmla="*/ 0 h 110"/>
                  <a:gd name="T6" fmla="*/ 49 w 146"/>
                  <a:gd name="T7" fmla="*/ 18 h 110"/>
                  <a:gd name="T8" fmla="*/ 32 w 146"/>
                  <a:gd name="T9" fmla="*/ 13 h 110"/>
                  <a:gd name="T10" fmla="*/ 0 w 146"/>
                  <a:gd name="T11" fmla="*/ 42 h 110"/>
                  <a:gd name="T12" fmla="*/ 8 w 146"/>
                  <a:gd name="T13" fmla="*/ 41 h 110"/>
                  <a:gd name="T14" fmla="*/ 42 w 146"/>
                  <a:gd name="T15" fmla="*/ 52 h 110"/>
                  <a:gd name="T16" fmla="*/ 88 w 146"/>
                  <a:gd name="T17" fmla="*/ 24 h 110"/>
                  <a:gd name="T18" fmla="*/ 88 w 146"/>
                  <a:gd name="T19" fmla="*/ 10 h 110"/>
                  <a:gd name="T20" fmla="*/ 113 w 146"/>
                  <a:gd name="T21" fmla="*/ 31 h 110"/>
                  <a:gd name="T22" fmla="*/ 88 w 146"/>
                  <a:gd name="T23" fmla="*/ 53 h 110"/>
                  <a:gd name="T24" fmla="*/ 88 w 146"/>
                  <a:gd name="T25" fmla="*/ 39 h 110"/>
                  <a:gd name="T26" fmla="*/ 58 w 146"/>
                  <a:gd name="T27" fmla="*/ 54 h 110"/>
                  <a:gd name="T28" fmla="*/ 60 w 146"/>
                  <a:gd name="T29" fmla="*/ 54 h 110"/>
                  <a:gd name="T30" fmla="*/ 106 w 146"/>
                  <a:gd name="T31" fmla="*/ 95 h 110"/>
                  <a:gd name="T32" fmla="*/ 119 w 146"/>
                  <a:gd name="T33" fmla="*/ 110 h 110"/>
                  <a:gd name="T34" fmla="*/ 146 w 146"/>
                  <a:gd name="T35" fmla="*/ 76 h 110"/>
                  <a:gd name="T36" fmla="*/ 126 w 146"/>
                  <a:gd name="T37" fmla="*/ 47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6" h="110">
                    <a:moveTo>
                      <a:pt x="126" y="47"/>
                    </a:moveTo>
                    <a:cubicBezTo>
                      <a:pt x="126" y="45"/>
                      <a:pt x="127" y="44"/>
                      <a:pt x="127" y="43"/>
                    </a:cubicBezTo>
                    <a:cubicBezTo>
                      <a:pt x="127" y="19"/>
                      <a:pt x="107" y="0"/>
                      <a:pt x="84" y="0"/>
                    </a:cubicBezTo>
                    <a:cubicBezTo>
                      <a:pt x="70" y="0"/>
                      <a:pt x="57" y="7"/>
                      <a:pt x="49" y="18"/>
                    </a:cubicBezTo>
                    <a:cubicBezTo>
                      <a:pt x="44" y="15"/>
                      <a:pt x="38" y="13"/>
                      <a:pt x="32" y="13"/>
                    </a:cubicBezTo>
                    <a:cubicBezTo>
                      <a:pt x="16" y="13"/>
                      <a:pt x="2" y="26"/>
                      <a:pt x="0" y="42"/>
                    </a:cubicBezTo>
                    <a:cubicBezTo>
                      <a:pt x="3" y="42"/>
                      <a:pt x="5" y="41"/>
                      <a:pt x="8" y="41"/>
                    </a:cubicBezTo>
                    <a:cubicBezTo>
                      <a:pt x="20" y="41"/>
                      <a:pt x="32" y="45"/>
                      <a:pt x="42" y="52"/>
                    </a:cubicBezTo>
                    <a:cubicBezTo>
                      <a:pt x="49" y="36"/>
                      <a:pt x="68" y="25"/>
                      <a:pt x="88" y="24"/>
                    </a:cubicBezTo>
                    <a:cubicBezTo>
                      <a:pt x="88" y="10"/>
                      <a:pt x="88" y="10"/>
                      <a:pt x="88" y="10"/>
                    </a:cubicBezTo>
                    <a:cubicBezTo>
                      <a:pt x="113" y="31"/>
                      <a:pt x="113" y="31"/>
                      <a:pt x="113" y="31"/>
                    </a:cubicBezTo>
                    <a:cubicBezTo>
                      <a:pt x="88" y="53"/>
                      <a:pt x="88" y="53"/>
                      <a:pt x="88" y="53"/>
                    </a:cubicBezTo>
                    <a:cubicBezTo>
                      <a:pt x="88" y="39"/>
                      <a:pt x="88" y="39"/>
                      <a:pt x="88" y="39"/>
                    </a:cubicBezTo>
                    <a:cubicBezTo>
                      <a:pt x="76" y="39"/>
                      <a:pt x="65" y="44"/>
                      <a:pt x="58" y="54"/>
                    </a:cubicBezTo>
                    <a:cubicBezTo>
                      <a:pt x="60" y="54"/>
                      <a:pt x="60" y="54"/>
                      <a:pt x="60" y="54"/>
                    </a:cubicBezTo>
                    <a:cubicBezTo>
                      <a:pt x="84" y="54"/>
                      <a:pt x="103" y="72"/>
                      <a:pt x="106" y="95"/>
                    </a:cubicBezTo>
                    <a:cubicBezTo>
                      <a:pt x="112" y="99"/>
                      <a:pt x="116" y="104"/>
                      <a:pt x="119" y="110"/>
                    </a:cubicBezTo>
                    <a:cubicBezTo>
                      <a:pt x="135" y="106"/>
                      <a:pt x="146" y="93"/>
                      <a:pt x="146" y="76"/>
                    </a:cubicBezTo>
                    <a:cubicBezTo>
                      <a:pt x="146" y="63"/>
                      <a:pt x="139" y="53"/>
                      <a:pt x="126" y="47"/>
                    </a:cubicBezTo>
                    <a:close/>
                  </a:path>
                </a:pathLst>
              </a:custGeom>
              <a:noFill/>
              <a:ln w="19050">
                <a:solidFill>
                  <a:srgbClr val="2072B9"/>
                </a:solidFill>
                <a:round/>
                <a:headEnd/>
                <a:tailEnd/>
              </a:ln>
            </p:spPr>
            <p:txBody>
              <a:bodyPr vert="horz" wrap="square" lIns="91427" tIns="45713" rIns="91427" bIns="45713" numCol="1" anchor="t" anchorCtr="0" compatLnSpc="1">
                <a:prstTxWarp prst="textNoShape">
                  <a:avLst/>
                </a:prstTxWarp>
              </a:bodyPr>
              <a:lstStyle/>
              <a:p>
                <a:endParaRPr lang="en-US"/>
              </a:p>
            </p:txBody>
          </p:sp>
          <p:sp>
            <p:nvSpPr>
              <p:cNvPr id="7" name="Freeform 6"/>
              <p:cNvSpPr>
                <a:spLocks/>
              </p:cNvSpPr>
              <p:nvPr/>
            </p:nvSpPr>
            <p:spPr bwMode="auto">
              <a:xfrm>
                <a:off x="4119" y="1598"/>
                <a:ext cx="539" cy="366"/>
              </a:xfrm>
              <a:custGeom>
                <a:avLst/>
                <a:gdLst>
                  <a:gd name="T0" fmla="*/ 20 w 164"/>
                  <a:gd name="T1" fmla="*/ 46 h 111"/>
                  <a:gd name="T2" fmla="*/ 19 w 164"/>
                  <a:gd name="T3" fmla="*/ 42 h 111"/>
                  <a:gd name="T4" fmla="*/ 62 w 164"/>
                  <a:gd name="T5" fmla="*/ 0 h 111"/>
                  <a:gd name="T6" fmla="*/ 97 w 164"/>
                  <a:gd name="T7" fmla="*/ 17 h 111"/>
                  <a:gd name="T8" fmla="*/ 114 w 164"/>
                  <a:gd name="T9" fmla="*/ 13 h 111"/>
                  <a:gd name="T10" fmla="*/ 146 w 164"/>
                  <a:gd name="T11" fmla="*/ 44 h 111"/>
                  <a:gd name="T12" fmla="*/ 146 w 164"/>
                  <a:gd name="T13" fmla="*/ 47 h 111"/>
                  <a:gd name="T14" fmla="*/ 164 w 164"/>
                  <a:gd name="T15" fmla="*/ 76 h 111"/>
                  <a:gd name="T16" fmla="*/ 128 w 164"/>
                  <a:gd name="T17" fmla="*/ 111 h 111"/>
                  <a:gd name="T18" fmla="*/ 37 w 164"/>
                  <a:gd name="T19" fmla="*/ 111 h 111"/>
                  <a:gd name="T20" fmla="*/ 0 w 164"/>
                  <a:gd name="T21" fmla="*/ 76 h 111"/>
                  <a:gd name="T22" fmla="*/ 20 w 164"/>
                  <a:gd name="T23" fmla="*/ 46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4" h="111">
                    <a:moveTo>
                      <a:pt x="20" y="46"/>
                    </a:moveTo>
                    <a:cubicBezTo>
                      <a:pt x="20" y="45"/>
                      <a:pt x="19" y="43"/>
                      <a:pt x="19" y="42"/>
                    </a:cubicBezTo>
                    <a:cubicBezTo>
                      <a:pt x="19" y="19"/>
                      <a:pt x="39" y="0"/>
                      <a:pt x="62" y="0"/>
                    </a:cubicBezTo>
                    <a:cubicBezTo>
                      <a:pt x="76" y="0"/>
                      <a:pt x="89" y="6"/>
                      <a:pt x="97" y="17"/>
                    </a:cubicBezTo>
                    <a:cubicBezTo>
                      <a:pt x="102" y="14"/>
                      <a:pt x="108" y="13"/>
                      <a:pt x="114" y="13"/>
                    </a:cubicBezTo>
                    <a:cubicBezTo>
                      <a:pt x="131" y="13"/>
                      <a:pt x="146" y="27"/>
                      <a:pt x="146" y="44"/>
                    </a:cubicBezTo>
                    <a:cubicBezTo>
                      <a:pt x="146" y="47"/>
                      <a:pt x="146" y="47"/>
                      <a:pt x="146" y="47"/>
                    </a:cubicBezTo>
                    <a:cubicBezTo>
                      <a:pt x="158" y="53"/>
                      <a:pt x="164" y="63"/>
                      <a:pt x="164" y="76"/>
                    </a:cubicBezTo>
                    <a:cubicBezTo>
                      <a:pt x="164" y="96"/>
                      <a:pt x="148" y="111"/>
                      <a:pt x="128" y="111"/>
                    </a:cubicBezTo>
                    <a:cubicBezTo>
                      <a:pt x="37" y="111"/>
                      <a:pt x="37" y="111"/>
                      <a:pt x="37" y="111"/>
                    </a:cubicBezTo>
                    <a:cubicBezTo>
                      <a:pt x="16" y="111"/>
                      <a:pt x="0" y="96"/>
                      <a:pt x="0" y="76"/>
                    </a:cubicBezTo>
                    <a:cubicBezTo>
                      <a:pt x="0" y="63"/>
                      <a:pt x="7" y="52"/>
                      <a:pt x="20" y="46"/>
                    </a:cubicBezTo>
                    <a:close/>
                  </a:path>
                </a:pathLst>
              </a:custGeom>
              <a:noFill/>
              <a:ln w="19050">
                <a:solidFill>
                  <a:srgbClr val="1EBBEE"/>
                </a:solidFill>
                <a:round/>
                <a:headEnd/>
                <a:tailEnd/>
              </a:ln>
            </p:spPr>
            <p:txBody>
              <a:bodyPr vert="horz" wrap="square" lIns="91427" tIns="45713" rIns="91427" bIns="45713" numCol="1" anchor="t" anchorCtr="0" compatLnSpc="1">
                <a:prstTxWarp prst="textNoShape">
                  <a:avLst/>
                </a:prstTxWarp>
              </a:bodyPr>
              <a:lstStyle/>
              <a:p>
                <a:endParaRPr lang="en-US"/>
              </a:p>
            </p:txBody>
          </p:sp>
        </p:grpSp>
      </p:grpSp>
      <p:grpSp>
        <p:nvGrpSpPr>
          <p:cNvPr id="104" name="Group 14"/>
          <p:cNvGrpSpPr>
            <a:grpSpLocks noChangeAspect="1"/>
          </p:cNvGrpSpPr>
          <p:nvPr/>
        </p:nvGrpSpPr>
        <p:grpSpPr bwMode="auto">
          <a:xfrm>
            <a:off x="4087480" y="4319742"/>
            <a:ext cx="599911" cy="484087"/>
            <a:chOff x="5728" y="1601"/>
            <a:chExt cx="404" cy="326"/>
          </a:xfrm>
        </p:grpSpPr>
        <p:sp>
          <p:nvSpPr>
            <p:cNvPr id="105" name="AutoShape 13"/>
            <p:cNvSpPr>
              <a:spLocks noChangeAspect="1" noChangeArrowheads="1" noTextEdit="1"/>
            </p:cNvSpPr>
            <p:nvPr/>
          </p:nvSpPr>
          <p:spPr bwMode="auto">
            <a:xfrm>
              <a:off x="5728" y="1601"/>
              <a:ext cx="40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106" name="Line 15"/>
            <p:cNvSpPr>
              <a:spLocks noChangeShapeType="1"/>
            </p:cNvSpPr>
            <p:nvPr/>
          </p:nvSpPr>
          <p:spPr bwMode="auto">
            <a:xfrm>
              <a:off x="5931" y="1861"/>
              <a:ext cx="0" cy="58"/>
            </a:xfrm>
            <a:prstGeom prst="line">
              <a:avLst/>
            </a:prstGeom>
            <a:noFill/>
            <a:ln w="15875"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07" name="Line 16"/>
            <p:cNvSpPr>
              <a:spLocks noChangeShapeType="1"/>
            </p:cNvSpPr>
            <p:nvPr/>
          </p:nvSpPr>
          <p:spPr bwMode="auto">
            <a:xfrm>
              <a:off x="5869" y="1923"/>
              <a:ext cx="125" cy="0"/>
            </a:xfrm>
            <a:prstGeom prst="line">
              <a:avLst/>
            </a:prstGeom>
            <a:noFill/>
            <a:ln w="15875"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08" name="Rectangle 17"/>
            <p:cNvSpPr>
              <a:spLocks noChangeArrowheads="1"/>
            </p:cNvSpPr>
            <p:nvPr/>
          </p:nvSpPr>
          <p:spPr bwMode="auto">
            <a:xfrm>
              <a:off x="5734" y="1607"/>
              <a:ext cx="394" cy="253"/>
            </a:xfrm>
            <a:prstGeom prst="rect">
              <a:avLst/>
            </a:prstGeom>
            <a:noFill/>
            <a:ln w="15875"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09" name="Freeform 18"/>
            <p:cNvSpPr>
              <a:spLocks/>
            </p:cNvSpPr>
            <p:nvPr/>
          </p:nvSpPr>
          <p:spPr bwMode="auto">
            <a:xfrm>
              <a:off x="5833" y="1657"/>
              <a:ext cx="201" cy="153"/>
            </a:xfrm>
            <a:custGeom>
              <a:avLst/>
              <a:gdLst>
                <a:gd name="T0" fmla="*/ 198 w 204"/>
                <a:gd name="T1" fmla="*/ 155 h 155"/>
                <a:gd name="T2" fmla="*/ 11 w 204"/>
                <a:gd name="T3" fmla="*/ 155 h 155"/>
                <a:gd name="T4" fmla="*/ 0 w 204"/>
                <a:gd name="T5" fmla="*/ 147 h 155"/>
                <a:gd name="T6" fmla="*/ 0 w 204"/>
                <a:gd name="T7" fmla="*/ 9 h 155"/>
                <a:gd name="T8" fmla="*/ 10 w 204"/>
                <a:gd name="T9" fmla="*/ 0 h 155"/>
                <a:gd name="T10" fmla="*/ 194 w 204"/>
                <a:gd name="T11" fmla="*/ 0 h 155"/>
                <a:gd name="T12" fmla="*/ 204 w 204"/>
                <a:gd name="T13" fmla="*/ 11 h 155"/>
                <a:gd name="T14" fmla="*/ 204 w 204"/>
                <a:gd name="T15" fmla="*/ 149 h 155"/>
                <a:gd name="T16" fmla="*/ 198 w 204"/>
                <a:gd name="T17"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155">
                  <a:moveTo>
                    <a:pt x="198" y="155"/>
                  </a:moveTo>
                  <a:cubicBezTo>
                    <a:pt x="11" y="155"/>
                    <a:pt x="11" y="155"/>
                    <a:pt x="11" y="155"/>
                  </a:cubicBezTo>
                  <a:cubicBezTo>
                    <a:pt x="5" y="155"/>
                    <a:pt x="0" y="152"/>
                    <a:pt x="0" y="147"/>
                  </a:cubicBezTo>
                  <a:cubicBezTo>
                    <a:pt x="0" y="9"/>
                    <a:pt x="0" y="9"/>
                    <a:pt x="0" y="9"/>
                  </a:cubicBezTo>
                  <a:cubicBezTo>
                    <a:pt x="0" y="4"/>
                    <a:pt x="5" y="0"/>
                    <a:pt x="10" y="0"/>
                  </a:cubicBezTo>
                  <a:cubicBezTo>
                    <a:pt x="194" y="0"/>
                    <a:pt x="194" y="0"/>
                    <a:pt x="194" y="0"/>
                  </a:cubicBezTo>
                  <a:cubicBezTo>
                    <a:pt x="200" y="0"/>
                    <a:pt x="204" y="5"/>
                    <a:pt x="204" y="11"/>
                  </a:cubicBezTo>
                  <a:cubicBezTo>
                    <a:pt x="204" y="149"/>
                    <a:pt x="204" y="149"/>
                    <a:pt x="204" y="149"/>
                  </a:cubicBezTo>
                  <a:cubicBezTo>
                    <a:pt x="204" y="152"/>
                    <a:pt x="202" y="155"/>
                    <a:pt x="198" y="155"/>
                  </a:cubicBezTo>
                  <a:close/>
                </a:path>
              </a:pathLst>
            </a:custGeom>
            <a:noFill/>
            <a:ln w="1270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10" name="Line 19"/>
            <p:cNvSpPr>
              <a:spLocks noChangeShapeType="1"/>
            </p:cNvSpPr>
            <p:nvPr/>
          </p:nvSpPr>
          <p:spPr bwMode="auto">
            <a:xfrm>
              <a:off x="5835" y="1701"/>
              <a:ext cx="199" cy="0"/>
            </a:xfrm>
            <a:prstGeom prst="line">
              <a:avLst/>
            </a:prstGeom>
            <a:noFill/>
            <a:ln w="12700"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11" name="Line 20"/>
            <p:cNvSpPr>
              <a:spLocks noChangeShapeType="1"/>
            </p:cNvSpPr>
            <p:nvPr/>
          </p:nvSpPr>
          <p:spPr bwMode="auto">
            <a:xfrm>
              <a:off x="5860" y="1734"/>
              <a:ext cx="73" cy="0"/>
            </a:xfrm>
            <a:prstGeom prst="line">
              <a:avLst/>
            </a:prstGeom>
            <a:noFill/>
            <a:ln w="7938"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12" name="Line 21"/>
            <p:cNvSpPr>
              <a:spLocks noChangeShapeType="1"/>
            </p:cNvSpPr>
            <p:nvPr/>
          </p:nvSpPr>
          <p:spPr bwMode="auto">
            <a:xfrm>
              <a:off x="5860" y="1753"/>
              <a:ext cx="73" cy="0"/>
            </a:xfrm>
            <a:prstGeom prst="line">
              <a:avLst/>
            </a:prstGeom>
            <a:noFill/>
            <a:ln w="7938"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13" name="Line 22"/>
            <p:cNvSpPr>
              <a:spLocks noChangeShapeType="1"/>
            </p:cNvSpPr>
            <p:nvPr/>
          </p:nvSpPr>
          <p:spPr bwMode="auto">
            <a:xfrm>
              <a:off x="5860" y="1771"/>
              <a:ext cx="73" cy="0"/>
            </a:xfrm>
            <a:prstGeom prst="line">
              <a:avLst/>
            </a:prstGeom>
            <a:noFill/>
            <a:ln w="7938"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14" name="Oval 23"/>
            <p:cNvSpPr>
              <a:spLocks noChangeArrowheads="1"/>
            </p:cNvSpPr>
            <p:nvPr/>
          </p:nvSpPr>
          <p:spPr bwMode="auto">
            <a:xfrm>
              <a:off x="6001" y="1675"/>
              <a:ext cx="10" cy="10"/>
            </a:xfrm>
            <a:prstGeom prst="ellipse">
              <a:avLst/>
            </a:prstGeom>
            <a:noFill/>
            <a:ln w="635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15" name="Oval 24"/>
            <p:cNvSpPr>
              <a:spLocks noChangeArrowheads="1"/>
            </p:cNvSpPr>
            <p:nvPr/>
          </p:nvSpPr>
          <p:spPr bwMode="auto">
            <a:xfrm>
              <a:off x="5973" y="1675"/>
              <a:ext cx="9" cy="10"/>
            </a:xfrm>
            <a:prstGeom prst="ellipse">
              <a:avLst/>
            </a:prstGeom>
            <a:noFill/>
            <a:ln w="635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16" name="Oval 25"/>
            <p:cNvSpPr>
              <a:spLocks noChangeArrowheads="1"/>
            </p:cNvSpPr>
            <p:nvPr/>
          </p:nvSpPr>
          <p:spPr bwMode="auto">
            <a:xfrm>
              <a:off x="5943" y="1675"/>
              <a:ext cx="10" cy="10"/>
            </a:xfrm>
            <a:prstGeom prst="ellipse">
              <a:avLst/>
            </a:prstGeom>
            <a:noFill/>
            <a:ln w="635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grpSp>
      <p:grpSp>
        <p:nvGrpSpPr>
          <p:cNvPr id="130" name="Group 14"/>
          <p:cNvGrpSpPr>
            <a:grpSpLocks noChangeAspect="1"/>
          </p:cNvGrpSpPr>
          <p:nvPr/>
        </p:nvGrpSpPr>
        <p:grpSpPr bwMode="auto">
          <a:xfrm>
            <a:off x="8707564" y="3762391"/>
            <a:ext cx="599911" cy="484087"/>
            <a:chOff x="5728" y="1601"/>
            <a:chExt cx="404" cy="326"/>
          </a:xfrm>
        </p:grpSpPr>
        <p:sp>
          <p:nvSpPr>
            <p:cNvPr id="131" name="AutoShape 13"/>
            <p:cNvSpPr>
              <a:spLocks noChangeAspect="1" noChangeArrowheads="1" noTextEdit="1"/>
            </p:cNvSpPr>
            <p:nvPr/>
          </p:nvSpPr>
          <p:spPr bwMode="auto">
            <a:xfrm>
              <a:off x="5728" y="1601"/>
              <a:ext cx="40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132" name="Line 15"/>
            <p:cNvSpPr>
              <a:spLocks noChangeShapeType="1"/>
            </p:cNvSpPr>
            <p:nvPr/>
          </p:nvSpPr>
          <p:spPr bwMode="auto">
            <a:xfrm>
              <a:off x="5931" y="1861"/>
              <a:ext cx="0" cy="58"/>
            </a:xfrm>
            <a:prstGeom prst="line">
              <a:avLst/>
            </a:prstGeom>
            <a:noFill/>
            <a:ln w="15875"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33" name="Line 16"/>
            <p:cNvSpPr>
              <a:spLocks noChangeShapeType="1"/>
            </p:cNvSpPr>
            <p:nvPr/>
          </p:nvSpPr>
          <p:spPr bwMode="auto">
            <a:xfrm>
              <a:off x="5869" y="1923"/>
              <a:ext cx="125" cy="0"/>
            </a:xfrm>
            <a:prstGeom prst="line">
              <a:avLst/>
            </a:prstGeom>
            <a:noFill/>
            <a:ln w="15875"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34" name="Rectangle 17"/>
            <p:cNvSpPr>
              <a:spLocks noChangeArrowheads="1"/>
            </p:cNvSpPr>
            <p:nvPr/>
          </p:nvSpPr>
          <p:spPr bwMode="auto">
            <a:xfrm>
              <a:off x="5734" y="1607"/>
              <a:ext cx="394" cy="253"/>
            </a:xfrm>
            <a:prstGeom prst="rect">
              <a:avLst/>
            </a:prstGeom>
            <a:noFill/>
            <a:ln w="15875"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35" name="Freeform 18"/>
            <p:cNvSpPr>
              <a:spLocks/>
            </p:cNvSpPr>
            <p:nvPr/>
          </p:nvSpPr>
          <p:spPr bwMode="auto">
            <a:xfrm>
              <a:off x="5833" y="1657"/>
              <a:ext cx="201" cy="153"/>
            </a:xfrm>
            <a:custGeom>
              <a:avLst/>
              <a:gdLst>
                <a:gd name="T0" fmla="*/ 198 w 204"/>
                <a:gd name="T1" fmla="*/ 155 h 155"/>
                <a:gd name="T2" fmla="*/ 11 w 204"/>
                <a:gd name="T3" fmla="*/ 155 h 155"/>
                <a:gd name="T4" fmla="*/ 0 w 204"/>
                <a:gd name="T5" fmla="*/ 147 h 155"/>
                <a:gd name="T6" fmla="*/ 0 w 204"/>
                <a:gd name="T7" fmla="*/ 9 h 155"/>
                <a:gd name="T8" fmla="*/ 10 w 204"/>
                <a:gd name="T9" fmla="*/ 0 h 155"/>
                <a:gd name="T10" fmla="*/ 194 w 204"/>
                <a:gd name="T11" fmla="*/ 0 h 155"/>
                <a:gd name="T12" fmla="*/ 204 w 204"/>
                <a:gd name="T13" fmla="*/ 11 h 155"/>
                <a:gd name="T14" fmla="*/ 204 w 204"/>
                <a:gd name="T15" fmla="*/ 149 h 155"/>
                <a:gd name="T16" fmla="*/ 198 w 204"/>
                <a:gd name="T17"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155">
                  <a:moveTo>
                    <a:pt x="198" y="155"/>
                  </a:moveTo>
                  <a:cubicBezTo>
                    <a:pt x="11" y="155"/>
                    <a:pt x="11" y="155"/>
                    <a:pt x="11" y="155"/>
                  </a:cubicBezTo>
                  <a:cubicBezTo>
                    <a:pt x="5" y="155"/>
                    <a:pt x="0" y="152"/>
                    <a:pt x="0" y="147"/>
                  </a:cubicBezTo>
                  <a:cubicBezTo>
                    <a:pt x="0" y="9"/>
                    <a:pt x="0" y="9"/>
                    <a:pt x="0" y="9"/>
                  </a:cubicBezTo>
                  <a:cubicBezTo>
                    <a:pt x="0" y="4"/>
                    <a:pt x="5" y="0"/>
                    <a:pt x="10" y="0"/>
                  </a:cubicBezTo>
                  <a:cubicBezTo>
                    <a:pt x="194" y="0"/>
                    <a:pt x="194" y="0"/>
                    <a:pt x="194" y="0"/>
                  </a:cubicBezTo>
                  <a:cubicBezTo>
                    <a:pt x="200" y="0"/>
                    <a:pt x="204" y="5"/>
                    <a:pt x="204" y="11"/>
                  </a:cubicBezTo>
                  <a:cubicBezTo>
                    <a:pt x="204" y="149"/>
                    <a:pt x="204" y="149"/>
                    <a:pt x="204" y="149"/>
                  </a:cubicBezTo>
                  <a:cubicBezTo>
                    <a:pt x="204" y="152"/>
                    <a:pt x="202" y="155"/>
                    <a:pt x="198" y="155"/>
                  </a:cubicBezTo>
                  <a:close/>
                </a:path>
              </a:pathLst>
            </a:custGeom>
            <a:noFill/>
            <a:ln w="1270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36" name="Line 19"/>
            <p:cNvSpPr>
              <a:spLocks noChangeShapeType="1"/>
            </p:cNvSpPr>
            <p:nvPr/>
          </p:nvSpPr>
          <p:spPr bwMode="auto">
            <a:xfrm>
              <a:off x="5835" y="1701"/>
              <a:ext cx="199" cy="0"/>
            </a:xfrm>
            <a:prstGeom prst="line">
              <a:avLst/>
            </a:prstGeom>
            <a:noFill/>
            <a:ln w="12700"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37" name="Line 20"/>
            <p:cNvSpPr>
              <a:spLocks noChangeShapeType="1"/>
            </p:cNvSpPr>
            <p:nvPr/>
          </p:nvSpPr>
          <p:spPr bwMode="auto">
            <a:xfrm>
              <a:off x="5860" y="1734"/>
              <a:ext cx="73" cy="0"/>
            </a:xfrm>
            <a:prstGeom prst="line">
              <a:avLst/>
            </a:prstGeom>
            <a:noFill/>
            <a:ln w="7938"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38" name="Line 21"/>
            <p:cNvSpPr>
              <a:spLocks noChangeShapeType="1"/>
            </p:cNvSpPr>
            <p:nvPr/>
          </p:nvSpPr>
          <p:spPr bwMode="auto">
            <a:xfrm>
              <a:off x="5860" y="1753"/>
              <a:ext cx="73" cy="0"/>
            </a:xfrm>
            <a:prstGeom prst="line">
              <a:avLst/>
            </a:prstGeom>
            <a:noFill/>
            <a:ln w="7938"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39" name="Line 22"/>
            <p:cNvSpPr>
              <a:spLocks noChangeShapeType="1"/>
            </p:cNvSpPr>
            <p:nvPr/>
          </p:nvSpPr>
          <p:spPr bwMode="auto">
            <a:xfrm>
              <a:off x="5860" y="1771"/>
              <a:ext cx="73" cy="0"/>
            </a:xfrm>
            <a:prstGeom prst="line">
              <a:avLst/>
            </a:prstGeom>
            <a:noFill/>
            <a:ln w="7938"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40" name="Oval 23"/>
            <p:cNvSpPr>
              <a:spLocks noChangeArrowheads="1"/>
            </p:cNvSpPr>
            <p:nvPr/>
          </p:nvSpPr>
          <p:spPr bwMode="auto">
            <a:xfrm>
              <a:off x="6001" y="1675"/>
              <a:ext cx="10" cy="10"/>
            </a:xfrm>
            <a:prstGeom prst="ellipse">
              <a:avLst/>
            </a:prstGeom>
            <a:noFill/>
            <a:ln w="635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41" name="Oval 24"/>
            <p:cNvSpPr>
              <a:spLocks noChangeArrowheads="1"/>
            </p:cNvSpPr>
            <p:nvPr/>
          </p:nvSpPr>
          <p:spPr bwMode="auto">
            <a:xfrm>
              <a:off x="5973" y="1675"/>
              <a:ext cx="9" cy="10"/>
            </a:xfrm>
            <a:prstGeom prst="ellipse">
              <a:avLst/>
            </a:prstGeom>
            <a:noFill/>
            <a:ln w="635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42" name="Oval 25"/>
            <p:cNvSpPr>
              <a:spLocks noChangeArrowheads="1"/>
            </p:cNvSpPr>
            <p:nvPr/>
          </p:nvSpPr>
          <p:spPr bwMode="auto">
            <a:xfrm>
              <a:off x="5943" y="1675"/>
              <a:ext cx="10" cy="10"/>
            </a:xfrm>
            <a:prstGeom prst="ellipse">
              <a:avLst/>
            </a:prstGeom>
            <a:noFill/>
            <a:ln w="635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grpSp>
      <p:pic>
        <p:nvPicPr>
          <p:cNvPr id="449" name="Picture 448"/>
          <p:cNvPicPr>
            <a:picLocks noChangeAspect="1"/>
          </p:cNvPicPr>
          <p:nvPr/>
        </p:nvPicPr>
        <p:blipFill>
          <a:blip r:embed="rId3"/>
          <a:stretch>
            <a:fillRect/>
          </a:stretch>
        </p:blipFill>
        <p:spPr>
          <a:xfrm>
            <a:off x="8527222" y="3999884"/>
            <a:ext cx="224906" cy="295693"/>
          </a:xfrm>
          <a:prstGeom prst="rect">
            <a:avLst/>
          </a:prstGeom>
        </p:spPr>
      </p:pic>
      <p:grpSp>
        <p:nvGrpSpPr>
          <p:cNvPr id="146" name="Group 14"/>
          <p:cNvGrpSpPr>
            <a:grpSpLocks noChangeAspect="1"/>
          </p:cNvGrpSpPr>
          <p:nvPr/>
        </p:nvGrpSpPr>
        <p:grpSpPr bwMode="auto">
          <a:xfrm>
            <a:off x="10846423" y="3762390"/>
            <a:ext cx="599911" cy="484087"/>
            <a:chOff x="5728" y="1601"/>
            <a:chExt cx="404" cy="326"/>
          </a:xfrm>
        </p:grpSpPr>
        <p:sp>
          <p:nvSpPr>
            <p:cNvPr id="147" name="AutoShape 13"/>
            <p:cNvSpPr>
              <a:spLocks noChangeAspect="1" noChangeArrowheads="1" noTextEdit="1"/>
            </p:cNvSpPr>
            <p:nvPr/>
          </p:nvSpPr>
          <p:spPr bwMode="auto">
            <a:xfrm>
              <a:off x="5728" y="1601"/>
              <a:ext cx="40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endParaRPr lang="en-US"/>
            </a:p>
          </p:txBody>
        </p:sp>
        <p:sp>
          <p:nvSpPr>
            <p:cNvPr id="148" name="Line 15"/>
            <p:cNvSpPr>
              <a:spLocks noChangeShapeType="1"/>
            </p:cNvSpPr>
            <p:nvPr/>
          </p:nvSpPr>
          <p:spPr bwMode="auto">
            <a:xfrm>
              <a:off x="5931" y="1861"/>
              <a:ext cx="0" cy="58"/>
            </a:xfrm>
            <a:prstGeom prst="line">
              <a:avLst/>
            </a:prstGeom>
            <a:noFill/>
            <a:ln w="15875"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49" name="Line 16"/>
            <p:cNvSpPr>
              <a:spLocks noChangeShapeType="1"/>
            </p:cNvSpPr>
            <p:nvPr/>
          </p:nvSpPr>
          <p:spPr bwMode="auto">
            <a:xfrm>
              <a:off x="5869" y="1923"/>
              <a:ext cx="125" cy="0"/>
            </a:xfrm>
            <a:prstGeom prst="line">
              <a:avLst/>
            </a:prstGeom>
            <a:noFill/>
            <a:ln w="15875"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50" name="Rectangle 17"/>
            <p:cNvSpPr>
              <a:spLocks noChangeArrowheads="1"/>
            </p:cNvSpPr>
            <p:nvPr/>
          </p:nvSpPr>
          <p:spPr bwMode="auto">
            <a:xfrm>
              <a:off x="5734" y="1607"/>
              <a:ext cx="394" cy="253"/>
            </a:xfrm>
            <a:prstGeom prst="rect">
              <a:avLst/>
            </a:prstGeom>
            <a:noFill/>
            <a:ln w="15875"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51" name="Freeform 18"/>
            <p:cNvSpPr>
              <a:spLocks/>
            </p:cNvSpPr>
            <p:nvPr/>
          </p:nvSpPr>
          <p:spPr bwMode="auto">
            <a:xfrm>
              <a:off x="5833" y="1657"/>
              <a:ext cx="201" cy="153"/>
            </a:xfrm>
            <a:custGeom>
              <a:avLst/>
              <a:gdLst>
                <a:gd name="T0" fmla="*/ 198 w 204"/>
                <a:gd name="T1" fmla="*/ 155 h 155"/>
                <a:gd name="T2" fmla="*/ 11 w 204"/>
                <a:gd name="T3" fmla="*/ 155 h 155"/>
                <a:gd name="T4" fmla="*/ 0 w 204"/>
                <a:gd name="T5" fmla="*/ 147 h 155"/>
                <a:gd name="T6" fmla="*/ 0 w 204"/>
                <a:gd name="T7" fmla="*/ 9 h 155"/>
                <a:gd name="T8" fmla="*/ 10 w 204"/>
                <a:gd name="T9" fmla="*/ 0 h 155"/>
                <a:gd name="T10" fmla="*/ 194 w 204"/>
                <a:gd name="T11" fmla="*/ 0 h 155"/>
                <a:gd name="T12" fmla="*/ 204 w 204"/>
                <a:gd name="T13" fmla="*/ 11 h 155"/>
                <a:gd name="T14" fmla="*/ 204 w 204"/>
                <a:gd name="T15" fmla="*/ 149 h 155"/>
                <a:gd name="T16" fmla="*/ 198 w 204"/>
                <a:gd name="T17" fmla="*/ 15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4" h="155">
                  <a:moveTo>
                    <a:pt x="198" y="155"/>
                  </a:moveTo>
                  <a:cubicBezTo>
                    <a:pt x="11" y="155"/>
                    <a:pt x="11" y="155"/>
                    <a:pt x="11" y="155"/>
                  </a:cubicBezTo>
                  <a:cubicBezTo>
                    <a:pt x="5" y="155"/>
                    <a:pt x="0" y="152"/>
                    <a:pt x="0" y="147"/>
                  </a:cubicBezTo>
                  <a:cubicBezTo>
                    <a:pt x="0" y="9"/>
                    <a:pt x="0" y="9"/>
                    <a:pt x="0" y="9"/>
                  </a:cubicBezTo>
                  <a:cubicBezTo>
                    <a:pt x="0" y="4"/>
                    <a:pt x="5" y="0"/>
                    <a:pt x="10" y="0"/>
                  </a:cubicBezTo>
                  <a:cubicBezTo>
                    <a:pt x="194" y="0"/>
                    <a:pt x="194" y="0"/>
                    <a:pt x="194" y="0"/>
                  </a:cubicBezTo>
                  <a:cubicBezTo>
                    <a:pt x="200" y="0"/>
                    <a:pt x="204" y="5"/>
                    <a:pt x="204" y="11"/>
                  </a:cubicBezTo>
                  <a:cubicBezTo>
                    <a:pt x="204" y="149"/>
                    <a:pt x="204" y="149"/>
                    <a:pt x="204" y="149"/>
                  </a:cubicBezTo>
                  <a:cubicBezTo>
                    <a:pt x="204" y="152"/>
                    <a:pt x="202" y="155"/>
                    <a:pt x="198" y="155"/>
                  </a:cubicBezTo>
                  <a:close/>
                </a:path>
              </a:pathLst>
            </a:custGeom>
            <a:noFill/>
            <a:ln w="1270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52" name="Line 19"/>
            <p:cNvSpPr>
              <a:spLocks noChangeShapeType="1"/>
            </p:cNvSpPr>
            <p:nvPr/>
          </p:nvSpPr>
          <p:spPr bwMode="auto">
            <a:xfrm>
              <a:off x="5835" y="1701"/>
              <a:ext cx="199" cy="0"/>
            </a:xfrm>
            <a:prstGeom prst="line">
              <a:avLst/>
            </a:prstGeom>
            <a:noFill/>
            <a:ln w="12700"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53" name="Line 20"/>
            <p:cNvSpPr>
              <a:spLocks noChangeShapeType="1"/>
            </p:cNvSpPr>
            <p:nvPr/>
          </p:nvSpPr>
          <p:spPr bwMode="auto">
            <a:xfrm>
              <a:off x="5860" y="1734"/>
              <a:ext cx="73" cy="0"/>
            </a:xfrm>
            <a:prstGeom prst="line">
              <a:avLst/>
            </a:prstGeom>
            <a:noFill/>
            <a:ln w="7938"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54" name="Line 21"/>
            <p:cNvSpPr>
              <a:spLocks noChangeShapeType="1"/>
            </p:cNvSpPr>
            <p:nvPr/>
          </p:nvSpPr>
          <p:spPr bwMode="auto">
            <a:xfrm>
              <a:off x="5860" y="1753"/>
              <a:ext cx="73" cy="0"/>
            </a:xfrm>
            <a:prstGeom prst="line">
              <a:avLst/>
            </a:prstGeom>
            <a:noFill/>
            <a:ln w="7938"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55" name="Line 22"/>
            <p:cNvSpPr>
              <a:spLocks noChangeShapeType="1"/>
            </p:cNvSpPr>
            <p:nvPr/>
          </p:nvSpPr>
          <p:spPr bwMode="auto">
            <a:xfrm>
              <a:off x="5860" y="1771"/>
              <a:ext cx="73" cy="0"/>
            </a:xfrm>
            <a:prstGeom prst="line">
              <a:avLst/>
            </a:prstGeom>
            <a:noFill/>
            <a:ln w="7938" cap="rnd">
              <a:solidFill>
                <a:srgbClr val="2072B9">
                  <a:alpha val="75000"/>
                </a:srgbClr>
              </a:solidFill>
              <a:prstDash val="solid"/>
              <a:round/>
              <a:headEnd/>
              <a:tailEnd/>
            </a:ln>
            <a:extLst>
              <a:ext uri="{909E8E84-426E-40DD-AFC4-6F175D3DCCD1}">
                <a14:hiddenFill xmlns:a14="http://schemas.microsoft.com/office/drawing/2010/main">
                  <a:no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56" name="Oval 23"/>
            <p:cNvSpPr>
              <a:spLocks noChangeArrowheads="1"/>
            </p:cNvSpPr>
            <p:nvPr/>
          </p:nvSpPr>
          <p:spPr bwMode="auto">
            <a:xfrm>
              <a:off x="6001" y="1675"/>
              <a:ext cx="10" cy="10"/>
            </a:xfrm>
            <a:prstGeom prst="ellipse">
              <a:avLst/>
            </a:prstGeom>
            <a:noFill/>
            <a:ln w="635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57" name="Oval 24"/>
            <p:cNvSpPr>
              <a:spLocks noChangeArrowheads="1"/>
            </p:cNvSpPr>
            <p:nvPr/>
          </p:nvSpPr>
          <p:spPr bwMode="auto">
            <a:xfrm>
              <a:off x="5973" y="1675"/>
              <a:ext cx="9" cy="10"/>
            </a:xfrm>
            <a:prstGeom prst="ellipse">
              <a:avLst/>
            </a:prstGeom>
            <a:noFill/>
            <a:ln w="635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sp>
          <p:nvSpPr>
            <p:cNvPr id="158" name="Oval 25"/>
            <p:cNvSpPr>
              <a:spLocks noChangeArrowheads="1"/>
            </p:cNvSpPr>
            <p:nvPr/>
          </p:nvSpPr>
          <p:spPr bwMode="auto">
            <a:xfrm>
              <a:off x="5943" y="1675"/>
              <a:ext cx="10" cy="10"/>
            </a:xfrm>
            <a:prstGeom prst="ellipse">
              <a:avLst/>
            </a:prstGeom>
            <a:noFill/>
            <a:ln w="6350" cap="rnd">
              <a:solidFill>
                <a:srgbClr val="2072B9">
                  <a:alpha val="7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endParaRPr lang="en-US"/>
            </a:p>
          </p:txBody>
        </p:sp>
      </p:grpSp>
      <p:pic>
        <p:nvPicPr>
          <p:cNvPr id="430" name="Picture 429"/>
          <p:cNvPicPr>
            <a:picLocks noChangeAspect="1"/>
          </p:cNvPicPr>
          <p:nvPr/>
        </p:nvPicPr>
        <p:blipFill>
          <a:blip r:embed="rId3"/>
          <a:stretch>
            <a:fillRect/>
          </a:stretch>
        </p:blipFill>
        <p:spPr>
          <a:xfrm>
            <a:off x="11375061" y="3959885"/>
            <a:ext cx="212341" cy="279172"/>
          </a:xfrm>
          <a:prstGeom prst="rect">
            <a:avLst/>
          </a:prstGeom>
        </p:spPr>
      </p:pic>
    </p:spTree>
    <p:extLst>
      <p:ext uri="{BB962C8B-B14F-4D97-AF65-F5344CB8AC3E}">
        <p14:creationId xmlns:p14="http://schemas.microsoft.com/office/powerpoint/2010/main" val="517155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2050"/>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BE889F2D-1F6C-4EDF-87CC-70F22883BA33}"/>
              </a:ext>
            </a:extLst>
          </p:cNvPr>
          <p:cNvSpPr/>
          <p:nvPr/>
        </p:nvSpPr>
        <p:spPr>
          <a:xfrm>
            <a:off x="4237037" y="2811462"/>
            <a:ext cx="4297358" cy="923330"/>
          </a:xfrm>
          <a:prstGeom prst="rect">
            <a:avLst/>
          </a:prstGeom>
        </p:spPr>
        <p:txBody>
          <a:bodyPr wrap="square">
            <a:spAutoFit/>
          </a:bodyPr>
          <a:lstStyle/>
          <a:p>
            <a:r>
              <a:rPr lang="en-US" sz="5400" dirty="0"/>
              <a:t>   DEMO</a:t>
            </a:r>
          </a:p>
        </p:txBody>
      </p:sp>
      <p:pic>
        <p:nvPicPr>
          <p:cNvPr id="4" name="x__x0000_i1032">
            <a:extLst>
              <a:ext uri="{FF2B5EF4-FFF2-40B4-BE49-F238E27FC236}">
                <a16:creationId xmlns:a16="http://schemas.microsoft.com/office/drawing/2014/main" id="{E4FBC68B-1C47-4DCB-B772-702F27B197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9462489"/>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0D10-43C0-4285-B085-6F1A936855D7}"/>
              </a:ext>
            </a:extLst>
          </p:cNvPr>
          <p:cNvSpPr>
            <a:spLocks noGrp="1"/>
          </p:cNvSpPr>
          <p:nvPr>
            <p:ph type="title"/>
          </p:nvPr>
        </p:nvSpPr>
        <p:spPr/>
        <p:txBody>
          <a:bodyPr/>
          <a:lstStyle/>
          <a:p>
            <a:r>
              <a:rPr lang="en-US" sz="3997" b="1" u="sng" spc="0" dirty="0">
                <a:gradFill>
                  <a:gsLst>
                    <a:gs pos="1250">
                      <a:schemeClr val="tx2"/>
                    </a:gs>
                    <a:gs pos="99000">
                      <a:schemeClr val="tx2"/>
                    </a:gs>
                  </a:gsLst>
                  <a:lin ang="5400000" scaled="0"/>
                </a:gradFill>
                <a:cs typeface="+mn-cs"/>
              </a:rPr>
              <a:t>Azure File Sync:</a:t>
            </a:r>
          </a:p>
        </p:txBody>
      </p:sp>
      <p:sp>
        <p:nvSpPr>
          <p:cNvPr id="3" name="Text Placeholder 2">
            <a:extLst>
              <a:ext uri="{FF2B5EF4-FFF2-40B4-BE49-F238E27FC236}">
                <a16:creationId xmlns:a16="http://schemas.microsoft.com/office/drawing/2014/main" id="{2670E00D-7D25-4D78-B5EF-224CED787FF4}"/>
              </a:ext>
            </a:extLst>
          </p:cNvPr>
          <p:cNvSpPr>
            <a:spLocks noGrp="1"/>
          </p:cNvSpPr>
          <p:nvPr>
            <p:ph type="body" sz="quarter" idx="10"/>
          </p:nvPr>
        </p:nvSpPr>
        <p:spPr>
          <a:xfrm>
            <a:off x="274641" y="1839931"/>
            <a:ext cx="11887200" cy="3506344"/>
          </a:xfrm>
        </p:spPr>
        <p:txBody>
          <a:bodyPr/>
          <a:lstStyle/>
          <a:p>
            <a:pPr algn="just"/>
            <a:r>
              <a:rPr lang="en-GB" dirty="0">
                <a:solidFill>
                  <a:srgbClr val="444444"/>
                </a:solidFill>
                <a:latin typeface="minion"/>
              </a:rPr>
              <a:t>Microsoft Azure has an offering called </a:t>
            </a:r>
            <a:r>
              <a:rPr lang="en-GB" i="1" u="sng" dirty="0">
                <a:solidFill>
                  <a:srgbClr val="444444"/>
                </a:solidFill>
                <a:latin typeface="minion"/>
              </a:rPr>
              <a:t>Azure File Sync</a:t>
            </a:r>
            <a:r>
              <a:rPr lang="en-GB" dirty="0">
                <a:solidFill>
                  <a:srgbClr val="444444"/>
                </a:solidFill>
                <a:latin typeface="minion"/>
              </a:rPr>
              <a:t>, which allows the synchronization of on-premises file servers with </a:t>
            </a:r>
            <a:r>
              <a:rPr lang="en-GB" dirty="0">
                <a:solidFill>
                  <a:srgbClr val="DD3333"/>
                </a:solidFill>
                <a:latin typeface="minion"/>
              </a:rPr>
              <a:t>Azure Files</a:t>
            </a:r>
            <a:r>
              <a:rPr lang="en-GB" dirty="0">
                <a:solidFill>
                  <a:srgbClr val="444444"/>
                </a:solidFill>
                <a:latin typeface="minion"/>
              </a:rPr>
              <a:t> supported by </a:t>
            </a:r>
            <a:r>
              <a:rPr lang="en-GB" dirty="0">
                <a:solidFill>
                  <a:srgbClr val="DD3333"/>
                </a:solidFill>
                <a:latin typeface="minion"/>
              </a:rPr>
              <a:t>Storage Accounts</a:t>
            </a:r>
            <a:r>
              <a:rPr lang="en-GB" dirty="0">
                <a:solidFill>
                  <a:srgbClr val="444444"/>
                </a:solidFill>
                <a:latin typeface="minion"/>
              </a:rPr>
              <a:t>. There are several benefits of using this approach — it could be used for transition between on-premises and cloud, backup, and disaster recovery.</a:t>
            </a:r>
            <a:endParaRPr lang="en-US" dirty="0"/>
          </a:p>
        </p:txBody>
      </p:sp>
    </p:spTree>
    <p:extLst>
      <p:ext uri="{BB962C8B-B14F-4D97-AF65-F5344CB8AC3E}">
        <p14:creationId xmlns:p14="http://schemas.microsoft.com/office/powerpoint/2010/main" val="2539808320"/>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0D10-43C0-4285-B085-6F1A936855D7}"/>
              </a:ext>
            </a:extLst>
          </p:cNvPr>
          <p:cNvSpPr>
            <a:spLocks noGrp="1"/>
          </p:cNvSpPr>
          <p:nvPr>
            <p:ph type="title"/>
          </p:nvPr>
        </p:nvSpPr>
        <p:spPr/>
        <p:txBody>
          <a:bodyPr/>
          <a:lstStyle/>
          <a:p>
            <a:r>
              <a:rPr lang="en-US" sz="3997" b="1" u="sng" spc="0" dirty="0">
                <a:gradFill>
                  <a:gsLst>
                    <a:gs pos="1250">
                      <a:schemeClr val="tx2"/>
                    </a:gs>
                    <a:gs pos="99000">
                      <a:schemeClr val="tx2"/>
                    </a:gs>
                  </a:gsLst>
                  <a:lin ang="5400000" scaled="0"/>
                </a:gradFill>
                <a:cs typeface="+mn-cs"/>
              </a:rPr>
              <a:t>Azure File Sync:</a:t>
            </a:r>
          </a:p>
        </p:txBody>
      </p:sp>
      <p:sp>
        <p:nvSpPr>
          <p:cNvPr id="3" name="Text Placeholder 2">
            <a:extLst>
              <a:ext uri="{FF2B5EF4-FFF2-40B4-BE49-F238E27FC236}">
                <a16:creationId xmlns:a16="http://schemas.microsoft.com/office/drawing/2014/main" id="{2670E00D-7D25-4D78-B5EF-224CED787FF4}"/>
              </a:ext>
            </a:extLst>
          </p:cNvPr>
          <p:cNvSpPr>
            <a:spLocks noGrp="1"/>
          </p:cNvSpPr>
          <p:nvPr>
            <p:ph type="body" sz="quarter" idx="10"/>
          </p:nvPr>
        </p:nvSpPr>
        <p:spPr>
          <a:xfrm>
            <a:off x="274641" y="1516062"/>
            <a:ext cx="11887200" cy="4613571"/>
          </a:xfrm>
        </p:spPr>
        <p:txBody>
          <a:bodyPr/>
          <a:lstStyle/>
          <a:p>
            <a:pPr algn="just"/>
            <a:r>
              <a:rPr lang="en-GB" dirty="0">
                <a:solidFill>
                  <a:srgbClr val="444444"/>
                </a:solidFill>
                <a:latin typeface="minion"/>
              </a:rPr>
              <a:t>Azure File Sync can be used as a transition tool to move file server data to the cloud, but also as a synchronization tool to keep more than one server synchronized without the use of DFS or any other replication technology. We can leverage the cloud and use tiering, where unused files on the local file servers can be moved to Azure Files and a local reference of the file stays locally.</a:t>
            </a:r>
            <a:endParaRPr lang="en-US" dirty="0">
              <a:solidFill>
                <a:srgbClr val="444444"/>
              </a:solidFill>
              <a:latin typeface="minion"/>
            </a:endParaRPr>
          </a:p>
        </p:txBody>
      </p:sp>
    </p:spTree>
    <p:extLst>
      <p:ext uri="{BB962C8B-B14F-4D97-AF65-F5344CB8AC3E}">
        <p14:creationId xmlns:p14="http://schemas.microsoft.com/office/powerpoint/2010/main" val="940297904"/>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466E14-F2C8-4323-99F4-EE1C635A2D51}"/>
              </a:ext>
            </a:extLst>
          </p:cNvPr>
          <p:cNvSpPr/>
          <p:nvPr/>
        </p:nvSpPr>
        <p:spPr>
          <a:xfrm>
            <a:off x="4237037" y="2811462"/>
            <a:ext cx="4297358" cy="923330"/>
          </a:xfrm>
          <a:prstGeom prst="rect">
            <a:avLst/>
          </a:prstGeom>
        </p:spPr>
        <p:txBody>
          <a:bodyPr wrap="square">
            <a:spAutoFit/>
          </a:bodyPr>
          <a:lstStyle/>
          <a:p>
            <a:r>
              <a:rPr lang="en-US" sz="5400" dirty="0"/>
              <a:t>Questions?</a:t>
            </a:r>
          </a:p>
        </p:txBody>
      </p:sp>
      <p:pic>
        <p:nvPicPr>
          <p:cNvPr id="4" name="x__x0000_i1032">
            <a:extLst>
              <a:ext uri="{FF2B5EF4-FFF2-40B4-BE49-F238E27FC236}">
                <a16:creationId xmlns:a16="http://schemas.microsoft.com/office/drawing/2014/main" id="{E828DA47-133C-4B9D-A72B-246108CF9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373062"/>
            <a:ext cx="2438400" cy="707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2828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F0D10E-2325-469B-862B-39CB97CE13DC}"/>
              </a:ext>
            </a:extLst>
          </p:cNvPr>
          <p:cNvSpPr/>
          <p:nvPr/>
        </p:nvSpPr>
        <p:spPr>
          <a:xfrm>
            <a:off x="4770436" y="3312597"/>
            <a:ext cx="5181601" cy="707886"/>
          </a:xfrm>
          <a:prstGeom prst="rect">
            <a:avLst/>
          </a:prstGeom>
        </p:spPr>
        <p:txBody>
          <a:bodyPr wrap="square">
            <a:spAutoFit/>
          </a:bodyPr>
          <a:lstStyle/>
          <a:p>
            <a:r>
              <a:rPr lang="en-US" sz="4000" dirty="0"/>
              <a:t>Thank you</a:t>
            </a:r>
          </a:p>
        </p:txBody>
      </p:sp>
      <p:pic>
        <p:nvPicPr>
          <p:cNvPr id="4" name="x__x0000_i1032">
            <a:extLst>
              <a:ext uri="{FF2B5EF4-FFF2-40B4-BE49-F238E27FC236}">
                <a16:creationId xmlns:a16="http://schemas.microsoft.com/office/drawing/2014/main" id="{7AA3B185-CB5C-4694-9D7E-62F31E74DD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24571" y="220663"/>
            <a:ext cx="1837266"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453014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IMING" val="|49.5|15.4|5.8"/>
</p:tagLst>
</file>

<file path=ppt/tags/tag2.xml><?xml version="1.0" encoding="utf-8"?>
<p:tagLst xmlns:a="http://schemas.openxmlformats.org/drawingml/2006/main" xmlns:r="http://schemas.openxmlformats.org/officeDocument/2006/relationships" xmlns:p="http://schemas.openxmlformats.org/presentationml/2006/main">
  <p:tag name="TIMING" val="|24|27.5"/>
</p:tagLst>
</file>

<file path=ppt/tags/tag3.xml><?xml version="1.0" encoding="utf-8"?>
<p:tagLst xmlns:a="http://schemas.openxmlformats.org/drawingml/2006/main" xmlns:r="http://schemas.openxmlformats.org/officeDocument/2006/relationships" xmlns:p="http://schemas.openxmlformats.org/presentationml/2006/main">
  <p:tag name="TIMING" val="|4.8|.5|2.3|.5"/>
</p:tagLst>
</file>

<file path=ppt/theme/theme1.xml><?xml version="1.0" encoding="utf-8"?>
<a:theme xmlns:a="http://schemas.openxmlformats.org/drawingml/2006/main" name="WHITE TEMPLATE">
  <a:themeElements>
    <a:clrScheme name="2016 - Template BLUE, light back">
      <a:dk1>
        <a:srgbClr val="353535"/>
      </a:dk1>
      <a:lt1>
        <a:srgbClr val="FFFFFF"/>
      </a:lt1>
      <a:dk2>
        <a:srgbClr val="0078D7"/>
      </a:dk2>
      <a:lt2>
        <a:srgbClr val="EAEAEA"/>
      </a:lt2>
      <a:accent1>
        <a:srgbClr val="0078D7"/>
      </a:accent1>
      <a:accent2>
        <a:srgbClr val="002050"/>
      </a:accent2>
      <a:accent3>
        <a:srgbClr val="00BCF2"/>
      </a:accent3>
      <a:accent4>
        <a:srgbClr val="B4009E"/>
      </a:accent4>
      <a:accent5>
        <a:srgbClr val="737373"/>
      </a:accent5>
      <a:accent6>
        <a:srgbClr val="E6E6E6"/>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Business_BLUE_2017_13.potx" id="{BA7D5050-3AD0-4CB6-9A61-7BECC949B49C}" vid="{7868751D-28D7-49DA-9A1E-005CDB50450F}"/>
    </a:ext>
  </a:extLst>
</a:theme>
</file>

<file path=ppt/theme/theme2.xml><?xml version="1.0" encoding="utf-8"?>
<a:theme xmlns:a="http://schemas.openxmlformats.org/drawingml/2006/main" name="6-50001_WPC 2016 Breakout Template">
  <a:themeElements>
    <a:clrScheme name="WPC 2016 colors">
      <a:dk1>
        <a:srgbClr val="505050"/>
      </a:dk1>
      <a:lt1>
        <a:srgbClr val="FFFFFF"/>
      </a:lt1>
      <a:dk2>
        <a:srgbClr val="5C2D91"/>
      </a:dk2>
      <a:lt2>
        <a:srgbClr val="EAEAEA"/>
      </a:lt2>
      <a:accent1>
        <a:srgbClr val="5C2D91"/>
      </a:accent1>
      <a:accent2>
        <a:srgbClr val="0078D7"/>
      </a:accent2>
      <a:accent3>
        <a:srgbClr val="002050"/>
      </a:accent3>
      <a:accent4>
        <a:srgbClr val="32145A"/>
      </a:accent4>
      <a:accent5>
        <a:srgbClr val="B4009E"/>
      </a:accent5>
      <a:accent6>
        <a:srgbClr val="50505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WPC_2016_Session_16x9_Template.potx" id="{085148F9-3FB5-45CD-9508-2D9F57AE2938}" vid="{2AB61A27-A5F8-4D15-B4C3-BC1FC60C2EA2}"/>
    </a:ext>
  </a:extLst>
</a:theme>
</file>

<file path=ppt/theme/theme3.xml><?xml version="1.0" encoding="utf-8"?>
<a:theme xmlns:a="http://schemas.openxmlformats.org/drawingml/2006/main" name="5-30055_SharePoint Template 2012 - 16x9 - Colored Accent Slides">
  <a:themeElements>
    <a:clrScheme name="Exchange-Lync-SharePoint_Template_2012_Accent">
      <a:dk1>
        <a:srgbClr val="000000"/>
      </a:dk1>
      <a:lt1>
        <a:srgbClr val="FFFFFF"/>
      </a:lt1>
      <a:dk2>
        <a:srgbClr val="000000"/>
      </a:dk2>
      <a:lt2>
        <a:srgbClr val="FFFFFF"/>
      </a:lt2>
      <a:accent1>
        <a:srgbClr val="0072C6"/>
      </a:accent1>
      <a:accent2>
        <a:srgbClr val="EB3C00"/>
      </a:accent2>
      <a:accent3>
        <a:srgbClr val="007233"/>
      </a:accent3>
      <a:accent4>
        <a:srgbClr val="00188F"/>
      </a:accent4>
      <a:accent5>
        <a:srgbClr val="68217A"/>
      </a:accent5>
      <a:accent6>
        <a:srgbClr val="505050"/>
      </a:accent6>
      <a:hlink>
        <a:srgbClr val="82CAFF"/>
      </a:hlink>
      <a:folHlink>
        <a:srgbClr val="C0E4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defPPr algn="ctr" defTabSz="914099" fontAlgn="base">
          <a:spcBef>
            <a:spcPct val="0"/>
          </a:spcBef>
          <a:spcAft>
            <a:spcPct val="0"/>
          </a:spcAft>
          <a:defRPr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2400" spc="-70" dirty="0" err="1">
            <a:gradFill>
              <a:gsLst>
                <a:gs pos="2917">
                  <a:schemeClr val="tx1"/>
                </a:gs>
                <a:gs pos="30000">
                  <a:schemeClr val="tx1"/>
                </a:gs>
              </a:gsLst>
              <a:lin ang="5400000" scaled="0"/>
            </a:gradFill>
          </a:defRPr>
        </a:defPPr>
      </a:lstStyle>
    </a:txDef>
  </a:objectDefaults>
  <a:extraClrSchemeLst/>
</a:theme>
</file>

<file path=ppt/theme/theme4.xml><?xml version="1.0" encoding="utf-8"?>
<a:theme xmlns:a="http://schemas.openxmlformats.org/drawingml/2006/main" name="5_COLOR TEMPLATE">
  <a:themeElements>
    <a:clrScheme name="Custom 11">
      <a:dk1>
        <a:srgbClr val="505050"/>
      </a:dk1>
      <a:lt1>
        <a:srgbClr val="FFFFFF"/>
      </a:lt1>
      <a:dk2>
        <a:srgbClr val="5C2D91"/>
      </a:dk2>
      <a:lt2>
        <a:srgbClr val="FFFFFF"/>
      </a:lt2>
      <a:accent1>
        <a:srgbClr val="32145A"/>
      </a:accent1>
      <a:accent2>
        <a:srgbClr val="B4009E"/>
      </a:accent2>
      <a:accent3>
        <a:srgbClr val="107C10"/>
      </a:accent3>
      <a:accent4>
        <a:srgbClr val="0078D7"/>
      </a:accent4>
      <a:accent5>
        <a:srgbClr val="008272"/>
      </a:accent5>
      <a:accent6>
        <a:srgbClr val="D83B01"/>
      </a:accent6>
      <a:hlink>
        <a:srgbClr val="FFFFFF"/>
      </a:hlink>
      <a:folHlink>
        <a:srgbClr val="FFFFFF"/>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rg_ID_template_16-9_Business_PURPLE_1.potx" id="{EA1C931B-0CA8-4C29-AF2A-5CCE0B71BADB}" vid="{779B47EC-C2D9-42C6-B399-0FB5A6F745B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11">
    <a:dk1>
      <a:srgbClr val="505050"/>
    </a:dk1>
    <a:lt1>
      <a:srgbClr val="FFFFFF"/>
    </a:lt1>
    <a:dk2>
      <a:srgbClr val="5C2D91"/>
    </a:dk2>
    <a:lt2>
      <a:srgbClr val="FFFFFF"/>
    </a:lt2>
    <a:accent1>
      <a:srgbClr val="32145A"/>
    </a:accent1>
    <a:accent2>
      <a:srgbClr val="B4009E"/>
    </a:accent2>
    <a:accent3>
      <a:srgbClr val="107C10"/>
    </a:accent3>
    <a:accent4>
      <a:srgbClr val="0078D7"/>
    </a:accent4>
    <a:accent5>
      <a:srgbClr val="008272"/>
    </a:accent5>
    <a:accent6>
      <a:srgbClr val="D83B01"/>
    </a:accent6>
    <a:hlink>
      <a:srgbClr val="FFFFFF"/>
    </a:hlink>
    <a:folHlink>
      <a:srgbClr val="FFFF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280E50E37FE80499A5278BAAD72714A" ma:contentTypeVersion="1" ma:contentTypeDescription="Create a new document." ma:contentTypeScope="" ma:versionID="a1cd42ba2ffab6379308fbd636a4d73f">
  <xsd:schema xmlns:xsd="http://www.w3.org/2001/XMLSchema" xmlns:xs="http://www.w3.org/2001/XMLSchema" xmlns:p="http://schemas.microsoft.com/office/2006/metadata/properties" xmlns:ns2="670da6a4-462a-4f1c-b094-cf1bbbb6826b" targetNamespace="http://schemas.microsoft.com/office/2006/metadata/properties" ma:root="true" ma:fieldsID="f4fe5078471d77765453353b86284be1" ns2:_="">
    <xsd:import namespace="670da6a4-462a-4f1c-b094-cf1bbbb6826b"/>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0da6a4-462a-4f1c-b094-cf1bbbb6826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CC37CFBB-F869-472A-B563-5E826E12A4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0da6a4-462a-4f1c-b094-cf1bbbb682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990F116-B58F-4255-B05B-DA3808E0E5C6}">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a7a471ca-2c4b-4a75-8ee2-a41ce8b6c322}" enabled="1" method="Privileged" siteId="{e79918f6-a69b-4b33-8166-e897131f7346}" contentBits="3" removed="0"/>
</clbl:labelList>
</file>

<file path=docProps/app.xml><?xml version="1.0" encoding="utf-8"?>
<Properties xmlns="http://schemas.openxmlformats.org/officeDocument/2006/extended-properties" xmlns:vt="http://schemas.openxmlformats.org/officeDocument/2006/docPropsVTypes">
  <Template>16-9_Business_BLUE_2017_13</Template>
  <TotalTime>3377</TotalTime>
  <Words>1853</Words>
  <Application>Microsoft Office PowerPoint</Application>
  <PresentationFormat>Custom</PresentationFormat>
  <Paragraphs>387</Paragraphs>
  <Slides>53</Slides>
  <Notes>28</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53</vt:i4>
      </vt:variant>
    </vt:vector>
  </HeadingPairs>
  <TitlesOfParts>
    <vt:vector size="68" baseType="lpstr">
      <vt:lpstr>Arial</vt:lpstr>
      <vt:lpstr>Calibri</vt:lpstr>
      <vt:lpstr>Calibri Light</vt:lpstr>
      <vt:lpstr>Consolas</vt:lpstr>
      <vt:lpstr>minion</vt:lpstr>
      <vt:lpstr>Segoe UI</vt:lpstr>
      <vt:lpstr>Segoe UI Light</vt:lpstr>
      <vt:lpstr>Segoe UI Semibold</vt:lpstr>
      <vt:lpstr>Segoe UI Semilight</vt:lpstr>
      <vt:lpstr>Times New Roman</vt:lpstr>
      <vt:lpstr>Wingdings</vt:lpstr>
      <vt:lpstr>WHITE TEMPLATE</vt:lpstr>
      <vt:lpstr>6-50001_WPC 2016 Breakout Template</vt:lpstr>
      <vt:lpstr>5-30055_SharePoint Template 2012 - 16x9 - Colored Accent Slides</vt:lpstr>
      <vt:lpstr>5_COLOR TEMPLATE</vt:lpstr>
      <vt:lpstr>Azure Overview | Partner Enablement</vt:lpstr>
      <vt:lpstr>PowerPoint Presentation</vt:lpstr>
      <vt:lpstr>What is a “Cloud”?</vt:lpstr>
      <vt:lpstr>Cloud: Efficiency Versus Control</vt:lpstr>
      <vt:lpstr>Cloud Terminology</vt:lpstr>
      <vt:lpstr>IaaS </vt:lpstr>
      <vt:lpstr>PaaS</vt:lpstr>
      <vt:lpstr>Azure services everywhere</vt:lpstr>
      <vt:lpstr>PowerPoint Presentation</vt:lpstr>
      <vt:lpstr>PowerPoint Presentation</vt:lpstr>
      <vt:lpstr>PowerPoint Presentation</vt:lpstr>
      <vt:lpstr>A Growing Marketplace</vt:lpstr>
      <vt:lpstr>Security Partnerships</vt:lpstr>
      <vt:lpstr>pay only for what you use</vt:lpstr>
      <vt:lpstr>no upfront costs</vt:lpstr>
      <vt:lpstr>per minute billing</vt:lpstr>
      <vt:lpstr>no charge for  stopped VMs</vt:lpstr>
      <vt:lpstr>Resource Groups:</vt:lpstr>
      <vt:lpstr>PowerPoint Presentation</vt:lpstr>
      <vt:lpstr>Virtual Networks(Vnet):</vt:lpstr>
      <vt:lpstr>PowerPoint Presentation</vt:lpstr>
      <vt:lpstr>Network Security Groups:</vt:lpstr>
      <vt:lpstr>PowerPoint Presentation</vt:lpstr>
      <vt:lpstr>Azure Disk Storages: </vt:lpstr>
      <vt:lpstr>Azure Storages:</vt:lpstr>
      <vt:lpstr>PowerPoint Presentation</vt:lpstr>
      <vt:lpstr>Azure Virtual Machines:</vt:lpstr>
      <vt:lpstr>PowerPoint Presentation</vt:lpstr>
      <vt:lpstr>Azure Virtual Network Gateways(VPN):</vt:lpstr>
      <vt:lpstr>PowerPoint Presentation</vt:lpstr>
      <vt:lpstr>Azure Price Calculator:</vt:lpstr>
      <vt:lpstr>PowerPoint Presentation</vt:lpstr>
      <vt:lpstr>PowerPoint Presentation</vt:lpstr>
      <vt:lpstr>Impacts of disruptions on your business</vt:lpstr>
      <vt:lpstr>Azure can help safeguard your data and applications</vt:lpstr>
      <vt:lpstr>PowerPoint Presentation</vt:lpstr>
      <vt:lpstr>Migrate Applications to Azure</vt:lpstr>
      <vt:lpstr>Migrations offering from CSP Partners </vt:lpstr>
      <vt:lpstr>PowerPoint Presentation</vt:lpstr>
      <vt:lpstr>Deployment Planning</vt:lpstr>
      <vt:lpstr>Migrate VMware and Physical Servers to Azure </vt:lpstr>
      <vt:lpstr>Migrate Hyper-V to Azure </vt:lpstr>
      <vt:lpstr>Migration using Site recovery &amp; Azure Migrate </vt:lpstr>
      <vt:lpstr>Migration using Site recovery &amp; Azure Migrate </vt:lpstr>
      <vt:lpstr>Application DR with ASR</vt:lpstr>
      <vt:lpstr>Managed services for migrated workloads - BCDR</vt:lpstr>
      <vt:lpstr>Azure IaaS VM backup</vt:lpstr>
      <vt:lpstr>PowerPoint Presentation</vt:lpstr>
      <vt:lpstr>PowerPoint Presentation</vt:lpstr>
      <vt:lpstr>Azure File Sync:</vt:lpstr>
      <vt:lpstr>Azure File Sync:</vt:lpstr>
      <vt:lpstr>PowerPoint Presentation</vt:lpstr>
      <vt:lpstr>PowerPoint Presentation</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Name]</dc:title>
  <dc:subject>&lt;Speech title here&gt;</dc:subject>
  <dc:creator>Joel Yoker</dc:creator>
  <cp:keywords/>
  <dc:description>Template: _x000d_
Formatting: _x000d_
Audience Type:</dc:description>
  <cp:lastModifiedBy>Salin Kumar</cp:lastModifiedBy>
  <cp:revision>51</cp:revision>
  <dcterms:created xsi:type="dcterms:W3CDTF">2017-04-23T14:28:23Z</dcterms:created>
  <dcterms:modified xsi:type="dcterms:W3CDTF">2025-06-17T12:30:47Z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0x010100B280E50E37FE80499A5278BAAD72714A</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ies>
</file>