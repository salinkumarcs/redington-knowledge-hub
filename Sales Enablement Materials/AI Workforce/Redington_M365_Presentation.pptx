
<file path=[Content_Types].xml><?xml version="1.0" encoding="utf-8"?>
<Types xmlns="http://schemas.openxmlformats.org/package/2006/content-types">
  <Default Extension="bin" ContentType="image/png"/>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5.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6.xml" ContentType="application/vnd.openxmlformats-officedocument.theme+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theme/theme7.xml" ContentType="application/vnd.openxmlformats-officedocument.theme+xml"/>
  <Override PartName="/ppt/tags/tag1.xml" ContentType="application/vnd.openxmlformats-officedocument.presentationml.tags+xml"/>
  <Override PartName="/ppt/embeddings/oleObject1.bin" ContentType="application/vnd.openxmlformats-officedocument.oleObject"/>
  <Override PartName="/ppt/media/image19.bin" ContentType="image/x-emf"/>
  <Override PartName="/ppt/tags/tag2.xml" ContentType="application/vnd.openxmlformats-officedocument.presentationml.tags+xml"/>
  <Override PartName="/ppt/embeddings/oleObject2.bin" ContentType="application/vnd.openxmlformats-officedocument.oleObject"/>
  <Override PartName="/ppt/tags/tag3.xml" ContentType="application/vnd.openxmlformats-officedocument.presentationml.tags+xml"/>
  <Override PartName="/ppt/embeddings/oleObject3.bin" ContentType="application/vnd.openxmlformats-officedocument.oleObject"/>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8.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theme/theme9.xml" ContentType="application/vnd.openxmlformats-officedocument.theme+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theme/theme10.xml" ContentType="application/vnd.openxmlformats-officedocument.theme+xml"/>
  <Override PartName="/ppt/media/image30.bin" ContentType="image/jpeg"/>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theme/theme11.xml" ContentType="application/vnd.openxmlformats-officedocument.theme+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theme/theme12.xml" ContentType="application/vnd.openxmlformats-officedocument.theme+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theme/theme13.xml" ContentType="application/vnd.openxmlformats-officedocument.theme+xml"/>
  <Override PartName="/ppt/tags/tag4.xml" ContentType="application/vnd.openxmlformats-officedocument.presentationml.tags+xml"/>
  <Override PartName="/ppt/embeddings/oleObject4.bin" ContentType="application/vnd.openxmlformats-officedocument.oleObject"/>
  <Override PartName="/ppt/tags/tag5.xml" ContentType="application/vnd.openxmlformats-officedocument.presentationml.tags+xml"/>
  <Override PartName="/ppt/embeddings/oleObject5.bin" ContentType="application/vnd.openxmlformats-officedocument.oleObject"/>
  <Override PartName="/ppt/tags/tag6.xml" ContentType="application/vnd.openxmlformats-officedocument.presentationml.tags+xml"/>
  <Override PartName="/ppt/embeddings/oleObject6.bin" ContentType="application/vnd.openxmlformats-officedocument.oleObject"/>
  <Override PartName="/ppt/tags/tag7.xml" ContentType="application/vnd.openxmlformats-officedocument.presentationml.tags+xml"/>
  <Override PartName="/ppt/embeddings/oleObject7.bin" ContentType="application/vnd.openxmlformats-officedocument.oleObject"/>
  <Override PartName="/ppt/tags/tag8.xml" ContentType="application/vnd.openxmlformats-officedocument.presentationml.tags+xml"/>
  <Override PartName="/ppt/embeddings/oleObject8.bin" ContentType="application/vnd.openxmlformats-officedocument.oleObject"/>
  <Override PartName="/ppt/tags/tag9.xml" ContentType="application/vnd.openxmlformats-officedocument.presentationml.tags+xml"/>
  <Override PartName="/ppt/embeddings/oleObject9.bin" ContentType="application/vnd.openxmlformats-officedocument.oleObject"/>
  <Override PartName="/ppt/tags/tag10.xml" ContentType="application/vnd.openxmlformats-officedocument.presentationml.tags+xml"/>
  <Override PartName="/ppt/embeddings/oleObject10.bin" ContentType="application/vnd.openxmlformats-officedocument.oleObject"/>
  <Override PartName="/ppt/tags/tag11.xml" ContentType="application/vnd.openxmlformats-officedocument.presentationml.tags+xml"/>
  <Override PartName="/ppt/embeddings/oleObject11.bin" ContentType="application/vnd.openxmlformats-officedocument.oleObject"/>
  <Override PartName="/ppt/tags/tag12.xml" ContentType="application/vnd.openxmlformats-officedocument.presentationml.tags+xml"/>
  <Override PartName="/ppt/embeddings/oleObject12.bin" ContentType="application/vnd.openxmlformats-officedocument.oleObject"/>
  <Override PartName="/ppt/tags/tag13.xml" ContentType="application/vnd.openxmlformats-officedocument.presentationml.tags+xml"/>
  <Override PartName="/ppt/embeddings/oleObject13.bin" ContentType="application/vnd.openxmlformats-officedocument.oleObject"/>
  <Override PartName="/ppt/tags/tag14.xml" ContentType="application/vnd.openxmlformats-officedocument.presentationml.tags+xml"/>
  <Override PartName="/ppt/embeddings/oleObject14.bin" ContentType="application/vnd.openxmlformats-officedocument.oleObject"/>
  <Override PartName="/ppt/tags/tag15.xml" ContentType="application/vnd.openxmlformats-officedocument.presentationml.tags+xml"/>
  <Override PartName="/ppt/embeddings/oleObject15.bin" ContentType="application/vnd.openxmlformats-officedocument.oleObject"/>
  <Override PartName="/ppt/tags/tag16.xml" ContentType="application/vnd.openxmlformats-officedocument.presentationml.tags+xml"/>
  <Override PartName="/ppt/embeddings/oleObject16.bin" ContentType="application/vnd.openxmlformats-officedocument.oleObject"/>
  <Override PartName="/ppt/tags/tag17.xml" ContentType="application/vnd.openxmlformats-officedocument.presentationml.tags+xml"/>
  <Override PartName="/ppt/embeddings/oleObject17.bin" ContentType="application/vnd.openxmlformats-officedocument.oleObject"/>
  <Override PartName="/ppt/tags/tag18.xml" ContentType="application/vnd.openxmlformats-officedocument.presentationml.tags+xml"/>
  <Override PartName="/ppt/embeddings/oleObject18.bin" ContentType="application/vnd.openxmlformats-officedocument.oleObject"/>
  <Override PartName="/ppt/tags/tag19.xml" ContentType="application/vnd.openxmlformats-officedocument.presentationml.tags+xml"/>
  <Override PartName="/ppt/embeddings/oleObject19.bin" ContentType="application/vnd.openxmlformats-officedocument.oleObject"/>
  <Override PartName="/ppt/tags/tag20.xml" ContentType="application/vnd.openxmlformats-officedocument.presentationml.tags+xml"/>
  <Override PartName="/ppt/embeddings/oleObject20.bin" ContentType="application/vnd.openxmlformats-officedocument.oleObject"/>
  <Override PartName="/ppt/tags/tag21.xml" ContentType="application/vnd.openxmlformats-officedocument.presentationml.tags+xml"/>
  <Override PartName="/ppt/embeddings/oleObject21.bin" ContentType="application/vnd.openxmlformats-officedocument.oleObject"/>
  <Override PartName="/ppt/tags/tag22.xml" ContentType="application/vnd.openxmlformats-officedocument.presentationml.tags+xml"/>
  <Override PartName="/ppt/embeddings/oleObject22.bin" ContentType="application/vnd.openxmlformats-officedocument.oleObject"/>
  <Override PartName="/ppt/tags/tag23.xml" ContentType="application/vnd.openxmlformats-officedocument.presentationml.tags+xml"/>
  <Override PartName="/ppt/embeddings/oleObject23.bin" ContentType="application/vnd.openxmlformats-officedocument.oleObject"/>
  <Override PartName="/ppt/tags/tag24.xml" ContentType="application/vnd.openxmlformats-officedocument.presentationml.tags+xml"/>
  <Override PartName="/ppt/embeddings/oleObject24.bin" ContentType="application/vnd.openxmlformats-officedocument.oleObject"/>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theme/theme14.xml" ContentType="application/vnd.openxmlformats-officedocument.theme+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theme/theme15.xml" ContentType="application/vnd.openxmlformats-officedocument.theme+xml"/>
  <Override PartName="/ppt/tags/tag25.xml" ContentType="application/vnd.openxmlformats-officedocument.presentationml.tags+xml"/>
  <Override PartName="/ppt/embeddings/oleObject25.bin" ContentType="application/vnd.openxmlformats-officedocument.oleObject"/>
  <Override PartName="/ppt/tags/tag26.xml" ContentType="application/vnd.openxmlformats-officedocument.presentationml.tags+xml"/>
  <Override PartName="/ppt/embeddings/oleObject26.bin" ContentType="application/vnd.openxmlformats-officedocument.oleObject"/>
  <Override PartName="/ppt/tags/tag27.xml" ContentType="application/vnd.openxmlformats-officedocument.presentationml.tags+xml"/>
  <Override PartName="/ppt/embeddings/oleObject27.bin" ContentType="application/vnd.openxmlformats-officedocument.oleObject"/>
  <Override PartName="/ppt/tags/tag28.xml" ContentType="application/vnd.openxmlformats-officedocument.presentationml.tags+xml"/>
  <Override PartName="/ppt/embeddings/oleObject28.bin" ContentType="application/vnd.openxmlformats-officedocument.oleObject"/>
  <Override PartName="/ppt/tags/tag29.xml" ContentType="application/vnd.openxmlformats-officedocument.presentationml.tags+xml"/>
  <Override PartName="/ppt/embeddings/oleObject29.bin" ContentType="application/vnd.openxmlformats-officedocument.oleObject"/>
  <Override PartName="/ppt/tags/tag30.xml" ContentType="application/vnd.openxmlformats-officedocument.presentationml.tags+xml"/>
  <Override PartName="/ppt/embeddings/oleObject30.bin" ContentType="application/vnd.openxmlformats-officedocument.oleObject"/>
  <Override PartName="/ppt/tags/tag31.xml" ContentType="application/vnd.openxmlformats-officedocument.presentationml.tags+xml"/>
  <Override PartName="/ppt/embeddings/oleObject31.bin" ContentType="application/vnd.openxmlformats-officedocument.oleObject"/>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theme/theme16.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theme/theme17.xml" ContentType="application/vnd.openxmlformats-officedocument.theme+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theme/theme18.xml" ContentType="application/vnd.openxmlformats-officedocument.theme+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theme/theme19.xml" ContentType="application/vnd.openxmlformats-officedocument.theme+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3.xml" ContentType="application/vnd.openxmlformats-officedocument.presentationml.tags+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882" r:id="rId5"/>
    <p:sldMasterId id="2147484475" r:id="rId6"/>
    <p:sldMasterId id="2147484495" r:id="rId7"/>
    <p:sldMasterId id="2147484518" r:id="rId8"/>
    <p:sldMasterId id="2147484562" r:id="rId9"/>
    <p:sldMasterId id="2147484606" r:id="rId10"/>
    <p:sldMasterId id="2147484611" r:id="rId11"/>
    <p:sldMasterId id="2147484633" r:id="rId12"/>
    <p:sldMasterId id="2147484659" r:id="rId13"/>
    <p:sldMasterId id="2147484681" r:id="rId14"/>
    <p:sldMasterId id="2147484686" r:id="rId15"/>
    <p:sldMasterId id="2147484707" r:id="rId16"/>
    <p:sldMasterId id="2147484729" r:id="rId17"/>
    <p:sldMasterId id="2147484755" r:id="rId18"/>
    <p:sldMasterId id="2147484772" r:id="rId19"/>
    <p:sldMasterId id="2147484794" r:id="rId20"/>
    <p:sldMasterId id="2147484815" r:id="rId21"/>
    <p:sldMasterId id="2147484896" r:id="rId22"/>
    <p:sldMasterId id="2147484940" r:id="rId23"/>
  </p:sldMasterIdLst>
  <p:notesMasterIdLst>
    <p:notesMasterId r:id="rId76"/>
  </p:notesMasterIdLst>
  <p:handoutMasterIdLst>
    <p:handoutMasterId r:id="rId77"/>
  </p:handoutMasterIdLst>
  <p:sldIdLst>
    <p:sldId id="1489" r:id="rId24"/>
    <p:sldId id="1567" r:id="rId25"/>
    <p:sldId id="1609" r:id="rId26"/>
    <p:sldId id="1607" r:id="rId27"/>
    <p:sldId id="310" r:id="rId28"/>
    <p:sldId id="309" r:id="rId29"/>
    <p:sldId id="1576" r:id="rId30"/>
    <p:sldId id="267" r:id="rId31"/>
    <p:sldId id="284" r:id="rId32"/>
    <p:sldId id="274" r:id="rId33"/>
    <p:sldId id="258" r:id="rId34"/>
    <p:sldId id="306" r:id="rId35"/>
    <p:sldId id="259" r:id="rId36"/>
    <p:sldId id="1594" r:id="rId37"/>
    <p:sldId id="340" r:id="rId38"/>
    <p:sldId id="1601" r:id="rId39"/>
    <p:sldId id="313" r:id="rId40"/>
    <p:sldId id="1605" r:id="rId41"/>
    <p:sldId id="319" r:id="rId42"/>
    <p:sldId id="345" r:id="rId43"/>
    <p:sldId id="324" r:id="rId44"/>
    <p:sldId id="285" r:id="rId45"/>
    <p:sldId id="347" r:id="rId46"/>
    <p:sldId id="333" r:id="rId47"/>
    <p:sldId id="348" r:id="rId48"/>
    <p:sldId id="335" r:id="rId49"/>
    <p:sldId id="339" r:id="rId50"/>
    <p:sldId id="1610" r:id="rId51"/>
    <p:sldId id="349" r:id="rId52"/>
    <p:sldId id="350" r:id="rId53"/>
    <p:sldId id="351" r:id="rId54"/>
    <p:sldId id="1611" r:id="rId55"/>
    <p:sldId id="1612" r:id="rId56"/>
    <p:sldId id="1613" r:id="rId57"/>
    <p:sldId id="1614" r:id="rId58"/>
    <p:sldId id="1615" r:id="rId59"/>
    <p:sldId id="266" r:id="rId60"/>
    <p:sldId id="1616" r:id="rId61"/>
    <p:sldId id="1617" r:id="rId62"/>
    <p:sldId id="1618" r:id="rId63"/>
    <p:sldId id="1619" r:id="rId64"/>
    <p:sldId id="1620" r:id="rId65"/>
    <p:sldId id="1621" r:id="rId66"/>
    <p:sldId id="1622" r:id="rId67"/>
    <p:sldId id="1623" r:id="rId68"/>
    <p:sldId id="1625" r:id="rId69"/>
    <p:sldId id="1626" r:id="rId70"/>
    <p:sldId id="1627" r:id="rId71"/>
    <p:sldId id="1628" r:id="rId72"/>
    <p:sldId id="1624" r:id="rId73"/>
    <p:sldId id="1532" r:id="rId74"/>
    <p:sldId id="1608" r:id="rId75"/>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3D714C-4BE0-4021-94CD-884139E5525A}">
          <p14:sldIdLst>
            <p14:sldId id="1489"/>
          </p14:sldIdLst>
        </p14:section>
        <p14:section name="Untitled Section" id="{C72720C2-8D1B-443D-9C52-E637DA5A8083}">
          <p14:sldIdLst>
            <p14:sldId id="1567"/>
            <p14:sldId id="1609"/>
            <p14:sldId id="1607"/>
            <p14:sldId id="310"/>
            <p14:sldId id="309"/>
            <p14:sldId id="1576"/>
            <p14:sldId id="267"/>
            <p14:sldId id="284"/>
            <p14:sldId id="274"/>
            <p14:sldId id="258"/>
            <p14:sldId id="306"/>
            <p14:sldId id="259"/>
            <p14:sldId id="1594"/>
            <p14:sldId id="340"/>
            <p14:sldId id="1601"/>
            <p14:sldId id="313"/>
            <p14:sldId id="1605"/>
            <p14:sldId id="319"/>
            <p14:sldId id="345"/>
            <p14:sldId id="324"/>
            <p14:sldId id="285"/>
            <p14:sldId id="347"/>
            <p14:sldId id="333"/>
            <p14:sldId id="348"/>
            <p14:sldId id="335"/>
            <p14:sldId id="339"/>
            <p14:sldId id="1610"/>
            <p14:sldId id="349"/>
            <p14:sldId id="350"/>
            <p14:sldId id="351"/>
            <p14:sldId id="1611"/>
            <p14:sldId id="1612"/>
            <p14:sldId id="1613"/>
            <p14:sldId id="1614"/>
            <p14:sldId id="1615"/>
            <p14:sldId id="266"/>
            <p14:sldId id="1616"/>
            <p14:sldId id="1617"/>
            <p14:sldId id="1618"/>
            <p14:sldId id="1619"/>
            <p14:sldId id="1620"/>
            <p14:sldId id="1621"/>
            <p14:sldId id="1622"/>
            <p14:sldId id="1623"/>
            <p14:sldId id="1625"/>
            <p14:sldId id="1626"/>
            <p14:sldId id="1627"/>
            <p14:sldId id="1628"/>
            <p14:sldId id="1624"/>
            <p14:sldId id="1532"/>
            <p14:sldId id="160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353535"/>
    <a:srgbClr val="0078D7"/>
    <a:srgbClr val="FF8C00"/>
    <a:srgbClr val="D83B01"/>
    <a:srgbClr val="FFB900"/>
    <a:srgbClr val="107C10"/>
    <a:srgbClr val="FF505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26105F-388C-4122-BA92-AF82707D6B6C}" v="1" dt="2022-09-11T13:48:16.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390" autoAdjust="0"/>
    <p:restoredTop sz="95268" autoAdjust="0"/>
  </p:normalViewPr>
  <p:slideViewPr>
    <p:cSldViewPr>
      <p:cViewPr varScale="1">
        <p:scale>
          <a:sx n="67" d="100"/>
          <a:sy n="67" d="100"/>
        </p:scale>
        <p:origin x="318" y="7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showGuides="1">
      <p:cViewPr varScale="1">
        <p:scale>
          <a:sx n="60" d="100"/>
          <a:sy n="60" d="100"/>
        </p:scale>
        <p:origin x="3187" y="3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3.xml"/><Relationship Id="rId21" Type="http://schemas.openxmlformats.org/officeDocument/2006/relationships/slideMaster" Target="slideMasters/slideMaster18.xml"/><Relationship Id="rId42" Type="http://schemas.openxmlformats.org/officeDocument/2006/relationships/slide" Target="slides/slide19.xml"/><Relationship Id="rId47" Type="http://schemas.openxmlformats.org/officeDocument/2006/relationships/slide" Target="slides/slide24.xml"/><Relationship Id="rId63" Type="http://schemas.openxmlformats.org/officeDocument/2006/relationships/slide" Target="slides/slide40.xml"/><Relationship Id="rId68" Type="http://schemas.openxmlformats.org/officeDocument/2006/relationships/slide" Target="slides/slide45.xml"/><Relationship Id="rId84" Type="http://schemas.microsoft.com/office/2015/10/relationships/revisionInfo" Target="revisionInfo.xml"/><Relationship Id="rId16" Type="http://schemas.openxmlformats.org/officeDocument/2006/relationships/slideMaster" Target="slideMasters/slideMaster13.xml"/><Relationship Id="rId11" Type="http://schemas.openxmlformats.org/officeDocument/2006/relationships/slideMaster" Target="slideMasters/slideMaster8.xml"/><Relationship Id="rId32" Type="http://schemas.openxmlformats.org/officeDocument/2006/relationships/slide" Target="slides/slide9.xml"/><Relationship Id="rId37" Type="http://schemas.openxmlformats.org/officeDocument/2006/relationships/slide" Target="slides/slide14.xml"/><Relationship Id="rId53" Type="http://schemas.openxmlformats.org/officeDocument/2006/relationships/slide" Target="slides/slide30.xml"/><Relationship Id="rId58" Type="http://schemas.openxmlformats.org/officeDocument/2006/relationships/slide" Target="slides/slide35.xml"/><Relationship Id="rId74" Type="http://schemas.openxmlformats.org/officeDocument/2006/relationships/slide" Target="slides/slide51.xml"/><Relationship Id="rId79"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38.xml"/><Relationship Id="rId82" Type="http://schemas.openxmlformats.org/officeDocument/2006/relationships/tableStyles" Target="tableStyles.xml"/><Relationship Id="rId19" Type="http://schemas.openxmlformats.org/officeDocument/2006/relationships/slideMaster" Target="slideMasters/slideMaster16.xml"/><Relationship Id="rId14" Type="http://schemas.openxmlformats.org/officeDocument/2006/relationships/slideMaster" Target="slideMasters/slideMaster11.xml"/><Relationship Id="rId22" Type="http://schemas.openxmlformats.org/officeDocument/2006/relationships/slideMaster" Target="slideMasters/slideMaster19.xml"/><Relationship Id="rId27" Type="http://schemas.openxmlformats.org/officeDocument/2006/relationships/slide" Target="slides/slide4.xml"/><Relationship Id="rId30" Type="http://schemas.openxmlformats.org/officeDocument/2006/relationships/slide" Target="slides/slide7.xml"/><Relationship Id="rId35" Type="http://schemas.openxmlformats.org/officeDocument/2006/relationships/slide" Target="slides/slide12.xml"/><Relationship Id="rId43" Type="http://schemas.openxmlformats.org/officeDocument/2006/relationships/slide" Target="slides/slide20.xml"/><Relationship Id="rId48" Type="http://schemas.openxmlformats.org/officeDocument/2006/relationships/slide" Target="slides/slide25.xml"/><Relationship Id="rId56" Type="http://schemas.openxmlformats.org/officeDocument/2006/relationships/slide" Target="slides/slide33.xml"/><Relationship Id="rId64" Type="http://schemas.openxmlformats.org/officeDocument/2006/relationships/slide" Target="slides/slide41.xml"/><Relationship Id="rId69" Type="http://schemas.openxmlformats.org/officeDocument/2006/relationships/slide" Target="slides/slide46.xml"/><Relationship Id="rId77" Type="http://schemas.openxmlformats.org/officeDocument/2006/relationships/handoutMaster" Target="handoutMasters/handoutMaster1.xml"/><Relationship Id="rId8" Type="http://schemas.openxmlformats.org/officeDocument/2006/relationships/slideMaster" Target="slideMasters/slideMaster5.xml"/><Relationship Id="rId51" Type="http://schemas.openxmlformats.org/officeDocument/2006/relationships/slide" Target="slides/slide28.xml"/><Relationship Id="rId72" Type="http://schemas.openxmlformats.org/officeDocument/2006/relationships/slide" Target="slides/slide49.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2.xml"/><Relationship Id="rId33" Type="http://schemas.openxmlformats.org/officeDocument/2006/relationships/slide" Target="slides/slide10.xml"/><Relationship Id="rId38" Type="http://schemas.openxmlformats.org/officeDocument/2006/relationships/slide" Target="slides/slide15.xml"/><Relationship Id="rId46" Type="http://schemas.openxmlformats.org/officeDocument/2006/relationships/slide" Target="slides/slide23.xml"/><Relationship Id="rId59" Type="http://schemas.openxmlformats.org/officeDocument/2006/relationships/slide" Target="slides/slide36.xml"/><Relationship Id="rId67" Type="http://schemas.openxmlformats.org/officeDocument/2006/relationships/slide" Target="slides/slide44.xml"/><Relationship Id="rId20" Type="http://schemas.openxmlformats.org/officeDocument/2006/relationships/slideMaster" Target="slideMasters/slideMaster17.xml"/><Relationship Id="rId41" Type="http://schemas.openxmlformats.org/officeDocument/2006/relationships/slide" Target="slides/slide18.xml"/><Relationship Id="rId54" Type="http://schemas.openxmlformats.org/officeDocument/2006/relationships/slide" Target="slides/slide31.xml"/><Relationship Id="rId62" Type="http://schemas.openxmlformats.org/officeDocument/2006/relationships/slide" Target="slides/slide39.xml"/><Relationship Id="rId70" Type="http://schemas.openxmlformats.org/officeDocument/2006/relationships/slide" Target="slides/slide47.xml"/><Relationship Id="rId75" Type="http://schemas.openxmlformats.org/officeDocument/2006/relationships/slide" Target="slides/slide52.xml"/><Relationship Id="rId83"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Master" Target="slideMasters/slideMaster20.xml"/><Relationship Id="rId28" Type="http://schemas.openxmlformats.org/officeDocument/2006/relationships/slide" Target="slides/slide5.xml"/><Relationship Id="rId36" Type="http://schemas.openxmlformats.org/officeDocument/2006/relationships/slide" Target="slides/slide13.xml"/><Relationship Id="rId49" Type="http://schemas.openxmlformats.org/officeDocument/2006/relationships/slide" Target="slides/slide26.xml"/><Relationship Id="rId57" Type="http://schemas.openxmlformats.org/officeDocument/2006/relationships/slide" Target="slides/slide34.xml"/><Relationship Id="rId10" Type="http://schemas.openxmlformats.org/officeDocument/2006/relationships/slideMaster" Target="slideMasters/slideMaster7.xml"/><Relationship Id="rId31" Type="http://schemas.openxmlformats.org/officeDocument/2006/relationships/slide" Target="slides/slide8.xml"/><Relationship Id="rId44" Type="http://schemas.openxmlformats.org/officeDocument/2006/relationships/slide" Target="slides/slide21.xml"/><Relationship Id="rId52" Type="http://schemas.openxmlformats.org/officeDocument/2006/relationships/slide" Target="slides/slide29.xml"/><Relationship Id="rId60" Type="http://schemas.openxmlformats.org/officeDocument/2006/relationships/slide" Target="slides/slide37.xml"/><Relationship Id="rId65" Type="http://schemas.openxmlformats.org/officeDocument/2006/relationships/slide" Target="slides/slide42.xml"/><Relationship Id="rId73" Type="http://schemas.openxmlformats.org/officeDocument/2006/relationships/slide" Target="slides/slide50.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Master" Target="slideMasters/slideMaster15.xml"/><Relationship Id="rId39" Type="http://schemas.openxmlformats.org/officeDocument/2006/relationships/slide" Target="slides/slide16.xml"/><Relationship Id="rId34" Type="http://schemas.openxmlformats.org/officeDocument/2006/relationships/slide" Target="slides/slide11.xml"/><Relationship Id="rId50" Type="http://schemas.openxmlformats.org/officeDocument/2006/relationships/slide" Target="slides/slide27.xml"/><Relationship Id="rId55" Type="http://schemas.openxmlformats.org/officeDocument/2006/relationships/slide" Target="slides/slide32.xml"/><Relationship Id="rId76"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48.xml"/><Relationship Id="rId2" Type="http://schemas.openxmlformats.org/officeDocument/2006/relationships/customXml" Target="../customXml/item2.xml"/><Relationship Id="rId29" Type="http://schemas.openxmlformats.org/officeDocument/2006/relationships/slide" Target="slides/slide6.xml"/><Relationship Id="rId24" Type="http://schemas.openxmlformats.org/officeDocument/2006/relationships/slide" Target="slides/slide1.xml"/><Relationship Id="rId40" Type="http://schemas.openxmlformats.org/officeDocument/2006/relationships/slide" Target="slides/slide17.xml"/><Relationship Id="rId45" Type="http://schemas.openxmlformats.org/officeDocument/2006/relationships/slide" Target="slides/slide22.xml"/><Relationship Id="rId66"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in Kumar" userId="285015fa-8ca7-4b4f-93a6-38ccd96422c0" providerId="ADAL" clId="{9226C642-B35D-4C68-B662-639465C8ADA0}"/>
    <pc:docChg chg="custSel delSld modSld modSection">
      <pc:chgData name="Salin Kumar" userId="285015fa-8ca7-4b4f-93a6-38ccd96422c0" providerId="ADAL" clId="{9226C642-B35D-4C68-B662-639465C8ADA0}" dt="2022-08-16T19:51:21.515" v="197" actId="1076"/>
      <pc:docMkLst>
        <pc:docMk/>
      </pc:docMkLst>
      <pc:sldChg chg="delSp modSp mod">
        <pc:chgData name="Salin Kumar" userId="285015fa-8ca7-4b4f-93a6-38ccd96422c0" providerId="ADAL" clId="{9226C642-B35D-4C68-B662-639465C8ADA0}" dt="2022-08-16T19:47:05.697" v="17" actId="478"/>
        <pc:sldMkLst>
          <pc:docMk/>
          <pc:sldMk cId="1358024264" sldId="258"/>
        </pc:sldMkLst>
        <pc:picChg chg="del mod">
          <ac:chgData name="Salin Kumar" userId="285015fa-8ca7-4b4f-93a6-38ccd96422c0" providerId="ADAL" clId="{9226C642-B35D-4C68-B662-639465C8ADA0}" dt="2022-08-16T19:47:05.697" v="17" actId="478"/>
          <ac:picMkLst>
            <pc:docMk/>
            <pc:sldMk cId="1358024264" sldId="258"/>
            <ac:picMk id="5" creationId="{CCE5BF31-8FE6-4080-9592-A4A7FBEE1D56}"/>
          </ac:picMkLst>
        </pc:picChg>
      </pc:sldChg>
      <pc:sldChg chg="delSp modSp mod">
        <pc:chgData name="Salin Kumar" userId="285015fa-8ca7-4b4f-93a6-38ccd96422c0" providerId="ADAL" clId="{9226C642-B35D-4C68-B662-639465C8ADA0}" dt="2022-08-16T19:47:09.260" v="21" actId="478"/>
        <pc:sldMkLst>
          <pc:docMk/>
          <pc:sldMk cId="3926004621" sldId="259"/>
        </pc:sldMkLst>
        <pc:picChg chg="del mod">
          <ac:chgData name="Salin Kumar" userId="285015fa-8ca7-4b4f-93a6-38ccd96422c0" providerId="ADAL" clId="{9226C642-B35D-4C68-B662-639465C8ADA0}" dt="2022-08-16T19:47:09.260" v="21" actId="478"/>
          <ac:picMkLst>
            <pc:docMk/>
            <pc:sldMk cId="3926004621" sldId="259"/>
            <ac:picMk id="4" creationId="{068AB049-F5C5-490B-8146-C66A0AA7CEAD}"/>
          </ac:picMkLst>
        </pc:picChg>
      </pc:sldChg>
      <pc:sldChg chg="delSp modSp mod">
        <pc:chgData name="Salin Kumar" userId="285015fa-8ca7-4b4f-93a6-38ccd96422c0" providerId="ADAL" clId="{9226C642-B35D-4C68-B662-639465C8ADA0}" dt="2022-08-16T19:48:04.594" v="71" actId="478"/>
        <pc:sldMkLst>
          <pc:docMk/>
          <pc:sldMk cId="4061725598" sldId="266"/>
        </pc:sldMkLst>
        <pc:picChg chg="del mod">
          <ac:chgData name="Salin Kumar" userId="285015fa-8ca7-4b4f-93a6-38ccd96422c0" providerId="ADAL" clId="{9226C642-B35D-4C68-B662-639465C8ADA0}" dt="2022-08-16T19:48:04.594" v="71" actId="478"/>
          <ac:picMkLst>
            <pc:docMk/>
            <pc:sldMk cId="4061725598" sldId="266"/>
            <ac:picMk id="5" creationId="{C6887B52-CC9A-4FC0-8AFD-BB21863E3B7D}"/>
          </ac:picMkLst>
        </pc:picChg>
      </pc:sldChg>
      <pc:sldChg chg="delSp mod">
        <pc:chgData name="Salin Kumar" userId="285015fa-8ca7-4b4f-93a6-38ccd96422c0" providerId="ADAL" clId="{9226C642-B35D-4C68-B662-639465C8ADA0}" dt="2022-08-16T19:46:57.900" v="13" actId="478"/>
        <pc:sldMkLst>
          <pc:docMk/>
          <pc:sldMk cId="2735474045" sldId="267"/>
        </pc:sldMkLst>
        <pc:picChg chg="del">
          <ac:chgData name="Salin Kumar" userId="285015fa-8ca7-4b4f-93a6-38ccd96422c0" providerId="ADAL" clId="{9226C642-B35D-4C68-B662-639465C8ADA0}" dt="2022-08-16T19:46:57.900" v="13" actId="478"/>
          <ac:picMkLst>
            <pc:docMk/>
            <pc:sldMk cId="2735474045" sldId="267"/>
            <ac:picMk id="3" creationId="{BED50CBB-DF1F-4AD7-A14C-DD9A252092D9}"/>
          </ac:picMkLst>
        </pc:picChg>
      </pc:sldChg>
      <pc:sldChg chg="delSp mod">
        <pc:chgData name="Salin Kumar" userId="285015fa-8ca7-4b4f-93a6-38ccd96422c0" providerId="ADAL" clId="{9226C642-B35D-4C68-B662-639465C8ADA0}" dt="2022-08-16T19:47:02.188" v="15" actId="478"/>
        <pc:sldMkLst>
          <pc:docMk/>
          <pc:sldMk cId="1462458296" sldId="274"/>
        </pc:sldMkLst>
        <pc:picChg chg="del">
          <ac:chgData name="Salin Kumar" userId="285015fa-8ca7-4b4f-93a6-38ccd96422c0" providerId="ADAL" clId="{9226C642-B35D-4C68-B662-639465C8ADA0}" dt="2022-08-16T19:47:02.188" v="15" actId="478"/>
          <ac:picMkLst>
            <pc:docMk/>
            <pc:sldMk cId="1462458296" sldId="274"/>
            <ac:picMk id="6" creationId="{B48F0B85-284A-4EDF-AF30-2A749C3E1D3D}"/>
          </ac:picMkLst>
        </pc:picChg>
      </pc:sldChg>
      <pc:sldChg chg="delSp del mod">
        <pc:chgData name="Salin Kumar" userId="285015fa-8ca7-4b4f-93a6-38ccd96422c0" providerId="ADAL" clId="{9226C642-B35D-4C68-B662-639465C8ADA0}" dt="2022-08-16T19:50:52.469" v="190" actId="47"/>
        <pc:sldMkLst>
          <pc:docMk/>
          <pc:sldMk cId="2402704924" sldId="280"/>
        </pc:sldMkLst>
        <pc:picChg chg="del">
          <ac:chgData name="Salin Kumar" userId="285015fa-8ca7-4b4f-93a6-38ccd96422c0" providerId="ADAL" clId="{9226C642-B35D-4C68-B662-639465C8ADA0}" dt="2022-08-16T19:47:46.611" v="55" actId="478"/>
          <ac:picMkLst>
            <pc:docMk/>
            <pc:sldMk cId="2402704924" sldId="280"/>
            <ac:picMk id="7" creationId="{9A189F17-B0FE-4C7D-84B7-EFE7E3D2063D}"/>
          </ac:picMkLst>
        </pc:picChg>
      </pc:sldChg>
      <pc:sldChg chg="delSp mod">
        <pc:chgData name="Salin Kumar" userId="285015fa-8ca7-4b4f-93a6-38ccd96422c0" providerId="ADAL" clId="{9226C642-B35D-4C68-B662-639465C8ADA0}" dt="2022-08-16T19:46:59.837" v="14" actId="478"/>
        <pc:sldMkLst>
          <pc:docMk/>
          <pc:sldMk cId="4095911677" sldId="284"/>
        </pc:sldMkLst>
        <pc:picChg chg="del">
          <ac:chgData name="Salin Kumar" userId="285015fa-8ca7-4b4f-93a6-38ccd96422c0" providerId="ADAL" clId="{9226C642-B35D-4C68-B662-639465C8ADA0}" dt="2022-08-16T19:46:59.837" v="14" actId="478"/>
          <ac:picMkLst>
            <pc:docMk/>
            <pc:sldMk cId="4095911677" sldId="284"/>
            <ac:picMk id="6" creationId="{ADAD703B-E497-4606-B4A1-B08DEF393851}"/>
          </ac:picMkLst>
        </pc:picChg>
      </pc:sldChg>
      <pc:sldChg chg="delSp modSp mod">
        <pc:chgData name="Salin Kumar" userId="285015fa-8ca7-4b4f-93a6-38ccd96422c0" providerId="ADAL" clId="{9226C642-B35D-4C68-B662-639465C8ADA0}" dt="2022-08-16T19:47:28.190" v="38" actId="478"/>
        <pc:sldMkLst>
          <pc:docMk/>
          <pc:sldMk cId="720859352" sldId="285"/>
        </pc:sldMkLst>
        <pc:picChg chg="del mod">
          <ac:chgData name="Salin Kumar" userId="285015fa-8ca7-4b4f-93a6-38ccd96422c0" providerId="ADAL" clId="{9226C642-B35D-4C68-B662-639465C8ADA0}" dt="2022-08-16T19:47:28.190" v="38" actId="478"/>
          <ac:picMkLst>
            <pc:docMk/>
            <pc:sldMk cId="720859352" sldId="285"/>
            <ac:picMk id="5" creationId="{552691A5-467A-4D86-BB2D-EA0EB03830D0}"/>
          </ac:picMkLst>
        </pc:picChg>
      </pc:sldChg>
      <pc:sldChg chg="delSp modSp mod">
        <pc:chgData name="Salin Kumar" userId="285015fa-8ca7-4b4f-93a6-38ccd96422c0" providerId="ADAL" clId="{9226C642-B35D-4C68-B662-639465C8ADA0}" dt="2022-08-16T19:47:07.530" v="19" actId="478"/>
        <pc:sldMkLst>
          <pc:docMk/>
          <pc:sldMk cId="3495006990" sldId="306"/>
        </pc:sldMkLst>
        <pc:picChg chg="del mod">
          <ac:chgData name="Salin Kumar" userId="285015fa-8ca7-4b4f-93a6-38ccd96422c0" providerId="ADAL" clId="{9226C642-B35D-4C68-B662-639465C8ADA0}" dt="2022-08-16T19:47:07.530" v="19" actId="478"/>
          <ac:picMkLst>
            <pc:docMk/>
            <pc:sldMk cId="3495006990" sldId="306"/>
            <ac:picMk id="4" creationId="{96770CC8-A691-437F-A9C0-A4B892A0DE7E}"/>
          </ac:picMkLst>
        </pc:picChg>
      </pc:sldChg>
      <pc:sldChg chg="delSp modSp mod">
        <pc:chgData name="Salin Kumar" userId="285015fa-8ca7-4b4f-93a6-38ccd96422c0" providerId="ADAL" clId="{9226C642-B35D-4C68-B662-639465C8ADA0}" dt="2022-08-16T19:46:54.045" v="10" actId="478"/>
        <pc:sldMkLst>
          <pc:docMk/>
          <pc:sldMk cId="1452032062" sldId="309"/>
        </pc:sldMkLst>
        <pc:picChg chg="del mod">
          <ac:chgData name="Salin Kumar" userId="285015fa-8ca7-4b4f-93a6-38ccd96422c0" providerId="ADAL" clId="{9226C642-B35D-4C68-B662-639465C8ADA0}" dt="2022-08-16T19:46:54.045" v="10" actId="478"/>
          <ac:picMkLst>
            <pc:docMk/>
            <pc:sldMk cId="1452032062" sldId="309"/>
            <ac:picMk id="4" creationId="{3EBDECF1-1DDF-4614-AA60-DB05184E2F5F}"/>
          </ac:picMkLst>
        </pc:picChg>
      </pc:sldChg>
      <pc:sldChg chg="delSp modSp mod">
        <pc:chgData name="Salin Kumar" userId="285015fa-8ca7-4b4f-93a6-38ccd96422c0" providerId="ADAL" clId="{9226C642-B35D-4C68-B662-639465C8ADA0}" dt="2022-08-16T19:49:52.149" v="182" actId="20577"/>
        <pc:sldMkLst>
          <pc:docMk/>
          <pc:sldMk cId="319451701" sldId="310"/>
        </pc:sldMkLst>
        <pc:spChg chg="mod">
          <ac:chgData name="Salin Kumar" userId="285015fa-8ca7-4b4f-93a6-38ccd96422c0" providerId="ADAL" clId="{9226C642-B35D-4C68-B662-639465C8ADA0}" dt="2022-08-16T19:49:52.149" v="182" actId="20577"/>
          <ac:spMkLst>
            <pc:docMk/>
            <pc:sldMk cId="319451701" sldId="310"/>
            <ac:spMk id="32" creationId="{00000000-0000-0000-0000-000000000000}"/>
          </ac:spMkLst>
        </pc:spChg>
        <pc:picChg chg="del mod">
          <ac:chgData name="Salin Kumar" userId="285015fa-8ca7-4b4f-93a6-38ccd96422c0" providerId="ADAL" clId="{9226C642-B35D-4C68-B662-639465C8ADA0}" dt="2022-08-16T19:46:51.648" v="8" actId="478"/>
          <ac:picMkLst>
            <pc:docMk/>
            <pc:sldMk cId="319451701" sldId="310"/>
            <ac:picMk id="43" creationId="{CFB711F2-8723-44DC-9F22-80064175E502}"/>
          </ac:picMkLst>
        </pc:picChg>
      </pc:sldChg>
      <pc:sldChg chg="delSp modSp mod">
        <pc:chgData name="Salin Kumar" userId="285015fa-8ca7-4b4f-93a6-38ccd96422c0" providerId="ADAL" clId="{9226C642-B35D-4C68-B662-639465C8ADA0}" dt="2022-08-16T19:47:17.797" v="29" actId="478"/>
        <pc:sldMkLst>
          <pc:docMk/>
          <pc:sldMk cId="1824397031" sldId="313"/>
        </pc:sldMkLst>
        <pc:picChg chg="del mod">
          <ac:chgData name="Salin Kumar" userId="285015fa-8ca7-4b4f-93a6-38ccd96422c0" providerId="ADAL" clId="{9226C642-B35D-4C68-B662-639465C8ADA0}" dt="2022-08-16T19:47:17.797" v="29" actId="478"/>
          <ac:picMkLst>
            <pc:docMk/>
            <pc:sldMk cId="1824397031" sldId="313"/>
            <ac:picMk id="4" creationId="{2E4B3839-DB3B-4E59-BB20-C3EB96544FD3}"/>
          </ac:picMkLst>
        </pc:picChg>
      </pc:sldChg>
      <pc:sldChg chg="delSp modSp mod">
        <pc:chgData name="Salin Kumar" userId="285015fa-8ca7-4b4f-93a6-38ccd96422c0" providerId="ADAL" clId="{9226C642-B35D-4C68-B662-639465C8ADA0}" dt="2022-08-16T19:47:23.291" v="33" actId="478"/>
        <pc:sldMkLst>
          <pc:docMk/>
          <pc:sldMk cId="3053233278" sldId="319"/>
        </pc:sldMkLst>
        <pc:picChg chg="del mod">
          <ac:chgData name="Salin Kumar" userId="285015fa-8ca7-4b4f-93a6-38ccd96422c0" providerId="ADAL" clId="{9226C642-B35D-4C68-B662-639465C8ADA0}" dt="2022-08-16T19:47:23.291" v="33" actId="478"/>
          <ac:picMkLst>
            <pc:docMk/>
            <pc:sldMk cId="3053233278" sldId="319"/>
            <ac:picMk id="4" creationId="{9F673067-FCA4-451E-9144-13A093F09CEE}"/>
          </ac:picMkLst>
        </pc:picChg>
      </pc:sldChg>
      <pc:sldChg chg="delSp modSp mod">
        <pc:chgData name="Salin Kumar" userId="285015fa-8ca7-4b4f-93a6-38ccd96422c0" providerId="ADAL" clId="{9226C642-B35D-4C68-B662-639465C8ADA0}" dt="2022-08-16T19:47:26.524" v="36" actId="478"/>
        <pc:sldMkLst>
          <pc:docMk/>
          <pc:sldMk cId="1586188966" sldId="324"/>
        </pc:sldMkLst>
        <pc:picChg chg="del mod">
          <ac:chgData name="Salin Kumar" userId="285015fa-8ca7-4b4f-93a6-38ccd96422c0" providerId="ADAL" clId="{9226C642-B35D-4C68-B662-639465C8ADA0}" dt="2022-08-16T19:47:26.524" v="36" actId="478"/>
          <ac:picMkLst>
            <pc:docMk/>
            <pc:sldMk cId="1586188966" sldId="324"/>
            <ac:picMk id="5" creationId="{BE6E605D-60B3-4D7D-BA93-BDD9DD2C1376}"/>
          </ac:picMkLst>
        </pc:picChg>
      </pc:sldChg>
      <pc:sldChg chg="delSp modSp mod">
        <pc:chgData name="Salin Kumar" userId="285015fa-8ca7-4b4f-93a6-38ccd96422c0" providerId="ADAL" clId="{9226C642-B35D-4C68-B662-639465C8ADA0}" dt="2022-08-16T19:47:33.637" v="42" actId="478"/>
        <pc:sldMkLst>
          <pc:docMk/>
          <pc:sldMk cId="1192568824" sldId="333"/>
        </pc:sldMkLst>
        <pc:picChg chg="del mod">
          <ac:chgData name="Salin Kumar" userId="285015fa-8ca7-4b4f-93a6-38ccd96422c0" providerId="ADAL" clId="{9226C642-B35D-4C68-B662-639465C8ADA0}" dt="2022-08-16T19:47:33.637" v="42" actId="478"/>
          <ac:picMkLst>
            <pc:docMk/>
            <pc:sldMk cId="1192568824" sldId="333"/>
            <ac:picMk id="5" creationId="{47E5AB65-366F-4880-99FF-823A82E23179}"/>
          </ac:picMkLst>
        </pc:picChg>
      </pc:sldChg>
      <pc:sldChg chg="delSp modSp mod">
        <pc:chgData name="Salin Kumar" userId="285015fa-8ca7-4b4f-93a6-38ccd96422c0" providerId="ADAL" clId="{9226C642-B35D-4C68-B662-639465C8ADA0}" dt="2022-08-16T19:47:38.119" v="46" actId="478"/>
        <pc:sldMkLst>
          <pc:docMk/>
          <pc:sldMk cId="1541283857" sldId="335"/>
        </pc:sldMkLst>
        <pc:picChg chg="del mod">
          <ac:chgData name="Salin Kumar" userId="285015fa-8ca7-4b4f-93a6-38ccd96422c0" providerId="ADAL" clId="{9226C642-B35D-4C68-B662-639465C8ADA0}" dt="2022-08-16T19:47:38.119" v="46" actId="478"/>
          <ac:picMkLst>
            <pc:docMk/>
            <pc:sldMk cId="1541283857" sldId="335"/>
            <ac:picMk id="4" creationId="{295C0883-B086-418E-A844-64B84DD764B3}"/>
          </ac:picMkLst>
        </pc:picChg>
      </pc:sldChg>
      <pc:sldChg chg="delSp modSp mod">
        <pc:chgData name="Salin Kumar" userId="285015fa-8ca7-4b4f-93a6-38ccd96422c0" providerId="ADAL" clId="{9226C642-B35D-4C68-B662-639465C8ADA0}" dt="2022-08-16T19:47:39.701" v="48" actId="478"/>
        <pc:sldMkLst>
          <pc:docMk/>
          <pc:sldMk cId="3869937334" sldId="339"/>
        </pc:sldMkLst>
        <pc:picChg chg="del mod">
          <ac:chgData name="Salin Kumar" userId="285015fa-8ca7-4b4f-93a6-38ccd96422c0" providerId="ADAL" clId="{9226C642-B35D-4C68-B662-639465C8ADA0}" dt="2022-08-16T19:47:39.701" v="48" actId="478"/>
          <ac:picMkLst>
            <pc:docMk/>
            <pc:sldMk cId="3869937334" sldId="339"/>
            <ac:picMk id="5" creationId="{DCE29014-48F7-4FFE-9E68-1D2A5C696D8E}"/>
          </ac:picMkLst>
        </pc:picChg>
      </pc:sldChg>
      <pc:sldChg chg="delSp modSp mod">
        <pc:chgData name="Salin Kumar" userId="285015fa-8ca7-4b4f-93a6-38ccd96422c0" providerId="ADAL" clId="{9226C642-B35D-4C68-B662-639465C8ADA0}" dt="2022-08-16T19:47:12.681" v="25" actId="478"/>
        <pc:sldMkLst>
          <pc:docMk/>
          <pc:sldMk cId="298568058" sldId="340"/>
        </pc:sldMkLst>
        <pc:picChg chg="del mod">
          <ac:chgData name="Salin Kumar" userId="285015fa-8ca7-4b4f-93a6-38ccd96422c0" providerId="ADAL" clId="{9226C642-B35D-4C68-B662-639465C8ADA0}" dt="2022-08-16T19:47:12.681" v="25" actId="478"/>
          <ac:picMkLst>
            <pc:docMk/>
            <pc:sldMk cId="298568058" sldId="340"/>
            <ac:picMk id="4" creationId="{44282314-A7F5-4D1F-9244-DC049EFEAA9E}"/>
          </ac:picMkLst>
        </pc:picChg>
      </pc:sldChg>
      <pc:sldChg chg="delSp mod">
        <pc:chgData name="Salin Kumar" userId="285015fa-8ca7-4b4f-93a6-38ccd96422c0" providerId="ADAL" clId="{9226C642-B35D-4C68-B662-639465C8ADA0}" dt="2022-08-16T19:47:24.822" v="34" actId="478"/>
        <pc:sldMkLst>
          <pc:docMk/>
          <pc:sldMk cId="608056463" sldId="345"/>
        </pc:sldMkLst>
        <pc:picChg chg="del">
          <ac:chgData name="Salin Kumar" userId="285015fa-8ca7-4b4f-93a6-38ccd96422c0" providerId="ADAL" clId="{9226C642-B35D-4C68-B662-639465C8ADA0}" dt="2022-08-16T19:47:24.822" v="34" actId="478"/>
          <ac:picMkLst>
            <pc:docMk/>
            <pc:sldMk cId="608056463" sldId="345"/>
            <ac:picMk id="4" creationId="{DE9EFC8D-3C9D-455B-AA12-2A4BFFC8355C}"/>
          </ac:picMkLst>
        </pc:picChg>
      </pc:sldChg>
      <pc:sldChg chg="delSp modSp mod">
        <pc:chgData name="Salin Kumar" userId="285015fa-8ca7-4b4f-93a6-38ccd96422c0" providerId="ADAL" clId="{9226C642-B35D-4C68-B662-639465C8ADA0}" dt="2022-08-16T19:47:29.848" v="40" actId="478"/>
        <pc:sldMkLst>
          <pc:docMk/>
          <pc:sldMk cId="327218329" sldId="347"/>
        </pc:sldMkLst>
        <pc:picChg chg="del mod">
          <ac:chgData name="Salin Kumar" userId="285015fa-8ca7-4b4f-93a6-38ccd96422c0" providerId="ADAL" clId="{9226C642-B35D-4C68-B662-639465C8ADA0}" dt="2022-08-16T19:47:29.848" v="40" actId="478"/>
          <ac:picMkLst>
            <pc:docMk/>
            <pc:sldMk cId="327218329" sldId="347"/>
            <ac:picMk id="4" creationId="{71810CB2-D937-4692-84BA-42EFF38ECE07}"/>
          </ac:picMkLst>
        </pc:picChg>
      </pc:sldChg>
      <pc:sldChg chg="delSp modSp mod">
        <pc:chgData name="Salin Kumar" userId="285015fa-8ca7-4b4f-93a6-38ccd96422c0" providerId="ADAL" clId="{9226C642-B35D-4C68-B662-639465C8ADA0}" dt="2022-08-16T19:47:36.591" v="44" actId="478"/>
        <pc:sldMkLst>
          <pc:docMk/>
          <pc:sldMk cId="487746999" sldId="348"/>
        </pc:sldMkLst>
        <pc:picChg chg="del mod">
          <ac:chgData name="Salin Kumar" userId="285015fa-8ca7-4b4f-93a6-38ccd96422c0" providerId="ADAL" clId="{9226C642-B35D-4C68-B662-639465C8ADA0}" dt="2022-08-16T19:47:36.591" v="44" actId="478"/>
          <ac:picMkLst>
            <pc:docMk/>
            <pc:sldMk cId="487746999" sldId="348"/>
            <ac:picMk id="4" creationId="{B1E59D22-5209-47BF-8CA9-D9150E729CAF}"/>
          </ac:picMkLst>
        </pc:picChg>
      </pc:sldChg>
      <pc:sldChg chg="delSp modSp mod">
        <pc:chgData name="Salin Kumar" userId="285015fa-8ca7-4b4f-93a6-38ccd96422c0" providerId="ADAL" clId="{9226C642-B35D-4C68-B662-639465C8ADA0}" dt="2022-08-16T19:47:42.774" v="52" actId="478"/>
        <pc:sldMkLst>
          <pc:docMk/>
          <pc:sldMk cId="298749601" sldId="349"/>
        </pc:sldMkLst>
        <pc:picChg chg="del mod">
          <ac:chgData name="Salin Kumar" userId="285015fa-8ca7-4b4f-93a6-38ccd96422c0" providerId="ADAL" clId="{9226C642-B35D-4C68-B662-639465C8ADA0}" dt="2022-08-16T19:47:42.774" v="52" actId="478"/>
          <ac:picMkLst>
            <pc:docMk/>
            <pc:sldMk cId="298749601" sldId="349"/>
            <ac:picMk id="7" creationId="{3CD8C5BB-4B1C-4F4B-9D07-27C9709DBFEE}"/>
          </ac:picMkLst>
        </pc:picChg>
      </pc:sldChg>
      <pc:sldChg chg="delSp modSp mod">
        <pc:chgData name="Salin Kumar" userId="285015fa-8ca7-4b4f-93a6-38ccd96422c0" providerId="ADAL" clId="{9226C642-B35D-4C68-B662-639465C8ADA0}" dt="2022-08-16T19:47:48.364" v="57" actId="478"/>
        <pc:sldMkLst>
          <pc:docMk/>
          <pc:sldMk cId="224037023" sldId="350"/>
        </pc:sldMkLst>
        <pc:picChg chg="del mod">
          <ac:chgData name="Salin Kumar" userId="285015fa-8ca7-4b4f-93a6-38ccd96422c0" providerId="ADAL" clId="{9226C642-B35D-4C68-B662-639465C8ADA0}" dt="2022-08-16T19:47:48.364" v="57" actId="478"/>
          <ac:picMkLst>
            <pc:docMk/>
            <pc:sldMk cId="224037023" sldId="350"/>
            <ac:picMk id="4" creationId="{6C8135DA-17D3-4345-9690-EC0CFC5419C1}"/>
          </ac:picMkLst>
        </pc:picChg>
      </pc:sldChg>
      <pc:sldChg chg="delSp modSp mod">
        <pc:chgData name="Salin Kumar" userId="285015fa-8ca7-4b4f-93a6-38ccd96422c0" providerId="ADAL" clId="{9226C642-B35D-4C68-B662-639465C8ADA0}" dt="2022-08-16T19:47:49.995" v="59" actId="478"/>
        <pc:sldMkLst>
          <pc:docMk/>
          <pc:sldMk cId="2033479911" sldId="351"/>
        </pc:sldMkLst>
        <pc:picChg chg="del mod">
          <ac:chgData name="Salin Kumar" userId="285015fa-8ca7-4b4f-93a6-38ccd96422c0" providerId="ADAL" clId="{9226C642-B35D-4C68-B662-639465C8ADA0}" dt="2022-08-16T19:47:49.995" v="59" actId="478"/>
          <ac:picMkLst>
            <pc:docMk/>
            <pc:sldMk cId="2033479911" sldId="351"/>
            <ac:picMk id="4" creationId="{3CA3EF70-7B14-4928-9A05-70558528BBFE}"/>
          </ac:picMkLst>
        </pc:picChg>
      </pc:sldChg>
      <pc:sldChg chg="delSp modSp del mod">
        <pc:chgData name="Salin Kumar" userId="285015fa-8ca7-4b4f-93a6-38ccd96422c0" providerId="ADAL" clId="{9226C642-B35D-4C68-B662-639465C8ADA0}" dt="2022-08-16T19:50:38.116" v="189" actId="47"/>
        <pc:sldMkLst>
          <pc:docMk/>
          <pc:sldMk cId="2889197373" sldId="352"/>
        </pc:sldMkLst>
        <pc:picChg chg="del mod">
          <ac:chgData name="Salin Kumar" userId="285015fa-8ca7-4b4f-93a6-38ccd96422c0" providerId="ADAL" clId="{9226C642-B35D-4C68-B662-639465C8ADA0}" dt="2022-08-16T19:47:44.243" v="54" actId="478"/>
          <ac:picMkLst>
            <pc:docMk/>
            <pc:sldMk cId="2889197373" sldId="352"/>
            <ac:picMk id="4" creationId="{6334B04F-9CAE-4914-8A0B-66B00EF9D040}"/>
          </ac:picMkLst>
        </pc:picChg>
      </pc:sldChg>
      <pc:sldChg chg="addSp delSp modSp mod">
        <pc:chgData name="Salin Kumar" userId="285015fa-8ca7-4b4f-93a6-38ccd96422c0" providerId="ADAL" clId="{9226C642-B35D-4C68-B662-639465C8ADA0}" dt="2022-08-16T19:49:36.270" v="173" actId="20577"/>
        <pc:sldMkLst>
          <pc:docMk/>
          <pc:sldMk cId="1140389734" sldId="1489"/>
        </pc:sldMkLst>
        <pc:spChg chg="mod">
          <ac:chgData name="Salin Kumar" userId="285015fa-8ca7-4b4f-93a6-38ccd96422c0" providerId="ADAL" clId="{9226C642-B35D-4C68-B662-639465C8ADA0}" dt="2022-08-16T19:49:36.270" v="173" actId="20577"/>
          <ac:spMkLst>
            <pc:docMk/>
            <pc:sldMk cId="1140389734" sldId="1489"/>
            <ac:spMk id="3" creationId="{00000000-0000-0000-0000-000000000000}"/>
          </ac:spMkLst>
        </pc:spChg>
        <pc:picChg chg="add mod">
          <ac:chgData name="Salin Kumar" userId="285015fa-8ca7-4b4f-93a6-38ccd96422c0" providerId="ADAL" clId="{9226C642-B35D-4C68-B662-639465C8ADA0}" dt="2022-08-16T19:49:10.221" v="103" actId="14100"/>
          <ac:picMkLst>
            <pc:docMk/>
            <pc:sldMk cId="1140389734" sldId="1489"/>
            <ac:picMk id="4" creationId="{76E180EC-5B25-4080-B7F3-1E079BB67BAD}"/>
          </ac:picMkLst>
        </pc:picChg>
        <pc:picChg chg="del mod">
          <ac:chgData name="Salin Kumar" userId="285015fa-8ca7-4b4f-93a6-38ccd96422c0" providerId="ADAL" clId="{9226C642-B35D-4C68-B662-639465C8ADA0}" dt="2022-08-16T19:46:30.530" v="1" actId="478"/>
          <ac:picMkLst>
            <pc:docMk/>
            <pc:sldMk cId="1140389734" sldId="1489"/>
            <ac:picMk id="5" creationId="{861320E5-5671-4498-957B-381E2131769A}"/>
          </ac:picMkLst>
        </pc:picChg>
        <pc:picChg chg="del mod">
          <ac:chgData name="Salin Kumar" userId="285015fa-8ca7-4b4f-93a6-38ccd96422c0" providerId="ADAL" clId="{9226C642-B35D-4C68-B662-639465C8ADA0}" dt="2022-08-16T19:49:03.683" v="100" actId="478"/>
          <ac:picMkLst>
            <pc:docMk/>
            <pc:sldMk cId="1140389734" sldId="1489"/>
            <ac:picMk id="54274" creationId="{4B4582C2-7F16-43D0-A130-28978E62BD4C}"/>
          </ac:picMkLst>
        </pc:picChg>
      </pc:sldChg>
      <pc:sldChg chg="addSp delSp modSp mod">
        <pc:chgData name="Salin Kumar" userId="285015fa-8ca7-4b4f-93a6-38ccd96422c0" providerId="ADAL" clId="{9226C642-B35D-4C68-B662-639465C8ADA0}" dt="2022-08-16T19:51:16.148" v="194" actId="1076"/>
        <pc:sldMkLst>
          <pc:docMk/>
          <pc:sldMk cId="2402828649" sldId="1532"/>
        </pc:sldMkLst>
        <pc:picChg chg="del mod">
          <ac:chgData name="Salin Kumar" userId="285015fa-8ca7-4b4f-93a6-38ccd96422c0" providerId="ADAL" clId="{9226C642-B35D-4C68-B662-639465C8ADA0}" dt="2022-08-16T19:51:12.965" v="192" actId="478"/>
          <ac:picMkLst>
            <pc:docMk/>
            <pc:sldMk cId="2402828649" sldId="1532"/>
            <ac:picMk id="3" creationId="{F9E2C6EB-1459-43EF-8EEA-DD0EEACC1F6A}"/>
          </ac:picMkLst>
        </pc:picChg>
        <pc:picChg chg="del">
          <ac:chgData name="Salin Kumar" userId="285015fa-8ca7-4b4f-93a6-38ccd96422c0" providerId="ADAL" clId="{9226C642-B35D-4C68-B662-639465C8ADA0}" dt="2022-08-16T19:48:26.942" v="96" actId="478"/>
          <ac:picMkLst>
            <pc:docMk/>
            <pc:sldMk cId="2402828649" sldId="1532"/>
            <ac:picMk id="4" creationId="{70559BD0-8CDD-48DE-9871-1AAADA2555C5}"/>
          </ac:picMkLst>
        </pc:picChg>
        <pc:picChg chg="add mod">
          <ac:chgData name="Salin Kumar" userId="285015fa-8ca7-4b4f-93a6-38ccd96422c0" providerId="ADAL" clId="{9226C642-B35D-4C68-B662-639465C8ADA0}" dt="2022-08-16T19:51:16.148" v="194" actId="1076"/>
          <ac:picMkLst>
            <pc:docMk/>
            <pc:sldMk cId="2402828649" sldId="1532"/>
            <ac:picMk id="55298" creationId="{2884E245-7638-4A93-8C09-9592E97DFF01}"/>
          </ac:picMkLst>
        </pc:picChg>
      </pc:sldChg>
      <pc:sldChg chg="delSp modSp mod">
        <pc:chgData name="Salin Kumar" userId="285015fa-8ca7-4b4f-93a6-38ccd96422c0" providerId="ADAL" clId="{9226C642-B35D-4C68-B662-639465C8ADA0}" dt="2022-08-16T19:46:40.215" v="3" actId="478"/>
        <pc:sldMkLst>
          <pc:docMk/>
          <pc:sldMk cId="3207763006" sldId="1567"/>
        </pc:sldMkLst>
        <pc:picChg chg="del mod">
          <ac:chgData name="Salin Kumar" userId="285015fa-8ca7-4b4f-93a6-38ccd96422c0" providerId="ADAL" clId="{9226C642-B35D-4C68-B662-639465C8ADA0}" dt="2022-08-16T19:46:40.215" v="3" actId="478"/>
          <ac:picMkLst>
            <pc:docMk/>
            <pc:sldMk cId="3207763006" sldId="1567"/>
            <ac:picMk id="8" creationId="{70048E0B-0DA5-476C-9243-425E0D8FD94F}"/>
          </ac:picMkLst>
        </pc:picChg>
      </pc:sldChg>
      <pc:sldChg chg="delSp modSp mod">
        <pc:chgData name="Salin Kumar" userId="285015fa-8ca7-4b4f-93a6-38ccd96422c0" providerId="ADAL" clId="{9226C642-B35D-4C68-B662-639465C8ADA0}" dt="2022-08-16T19:50:06.875" v="188" actId="20577"/>
        <pc:sldMkLst>
          <pc:docMk/>
          <pc:sldMk cId="1782500254" sldId="1576"/>
        </pc:sldMkLst>
        <pc:spChg chg="mod">
          <ac:chgData name="Salin Kumar" userId="285015fa-8ca7-4b4f-93a6-38ccd96422c0" providerId="ADAL" clId="{9226C642-B35D-4C68-B662-639465C8ADA0}" dt="2022-08-16T19:49:59.847" v="186" actId="20577"/>
          <ac:spMkLst>
            <pc:docMk/>
            <pc:sldMk cId="1782500254" sldId="1576"/>
            <ac:spMk id="132" creationId="{00000000-0000-0000-0000-000000000000}"/>
          </ac:spMkLst>
        </pc:spChg>
        <pc:spChg chg="mod">
          <ac:chgData name="Salin Kumar" userId="285015fa-8ca7-4b4f-93a6-38ccd96422c0" providerId="ADAL" clId="{9226C642-B35D-4C68-B662-639465C8ADA0}" dt="2022-08-16T19:50:04.477" v="187" actId="20577"/>
          <ac:spMkLst>
            <pc:docMk/>
            <pc:sldMk cId="1782500254" sldId="1576"/>
            <ac:spMk id="134" creationId="{00000000-0000-0000-0000-000000000000}"/>
          </ac:spMkLst>
        </pc:spChg>
        <pc:spChg chg="mod">
          <ac:chgData name="Salin Kumar" userId="285015fa-8ca7-4b4f-93a6-38ccd96422c0" providerId="ADAL" clId="{9226C642-B35D-4C68-B662-639465C8ADA0}" dt="2022-08-16T19:50:06.875" v="188" actId="20577"/>
          <ac:spMkLst>
            <pc:docMk/>
            <pc:sldMk cId="1782500254" sldId="1576"/>
            <ac:spMk id="136" creationId="{00000000-0000-0000-0000-000000000000}"/>
          </ac:spMkLst>
        </pc:spChg>
        <pc:picChg chg="del mod">
          <ac:chgData name="Salin Kumar" userId="285015fa-8ca7-4b4f-93a6-38ccd96422c0" providerId="ADAL" clId="{9226C642-B35D-4C68-B662-639465C8ADA0}" dt="2022-08-16T19:46:55.936" v="12" actId="478"/>
          <ac:picMkLst>
            <pc:docMk/>
            <pc:sldMk cId="1782500254" sldId="1576"/>
            <ac:picMk id="1010" creationId="{0CA73D8C-ACAC-4AF8-8766-E356DD3AAE1D}"/>
          </ac:picMkLst>
        </pc:picChg>
      </pc:sldChg>
      <pc:sldChg chg="delSp modSp mod">
        <pc:chgData name="Salin Kumar" userId="285015fa-8ca7-4b4f-93a6-38ccd96422c0" providerId="ADAL" clId="{9226C642-B35D-4C68-B662-639465C8ADA0}" dt="2022-08-16T19:47:10.934" v="23" actId="478"/>
        <pc:sldMkLst>
          <pc:docMk/>
          <pc:sldMk cId="1685281798" sldId="1594"/>
        </pc:sldMkLst>
        <pc:picChg chg="del mod">
          <ac:chgData name="Salin Kumar" userId="285015fa-8ca7-4b4f-93a6-38ccd96422c0" providerId="ADAL" clId="{9226C642-B35D-4C68-B662-639465C8ADA0}" dt="2022-08-16T19:47:10.934" v="23" actId="478"/>
          <ac:picMkLst>
            <pc:docMk/>
            <pc:sldMk cId="1685281798" sldId="1594"/>
            <ac:picMk id="4" creationId="{ED66C20B-88A2-4F2D-BCE9-492C55270E88}"/>
          </ac:picMkLst>
        </pc:picChg>
      </pc:sldChg>
      <pc:sldChg chg="delSp modSp mod">
        <pc:chgData name="Salin Kumar" userId="285015fa-8ca7-4b4f-93a6-38ccd96422c0" providerId="ADAL" clId="{9226C642-B35D-4C68-B662-639465C8ADA0}" dt="2022-08-16T19:47:15.719" v="27" actId="478"/>
        <pc:sldMkLst>
          <pc:docMk/>
          <pc:sldMk cId="1615527267" sldId="1601"/>
        </pc:sldMkLst>
        <pc:picChg chg="del mod">
          <ac:chgData name="Salin Kumar" userId="285015fa-8ca7-4b4f-93a6-38ccd96422c0" providerId="ADAL" clId="{9226C642-B35D-4C68-B662-639465C8ADA0}" dt="2022-08-16T19:47:15.719" v="27" actId="478"/>
          <ac:picMkLst>
            <pc:docMk/>
            <pc:sldMk cId="1615527267" sldId="1601"/>
            <ac:picMk id="4" creationId="{323DAD53-EAA3-40C2-8505-8F48072616E8}"/>
          </ac:picMkLst>
        </pc:picChg>
      </pc:sldChg>
      <pc:sldChg chg="delSp modSp mod">
        <pc:chgData name="Salin Kumar" userId="285015fa-8ca7-4b4f-93a6-38ccd96422c0" providerId="ADAL" clId="{9226C642-B35D-4C68-B662-639465C8ADA0}" dt="2022-08-16T19:47:21.426" v="31" actId="478"/>
        <pc:sldMkLst>
          <pc:docMk/>
          <pc:sldMk cId="2781911037" sldId="1605"/>
        </pc:sldMkLst>
        <pc:picChg chg="del mod">
          <ac:chgData name="Salin Kumar" userId="285015fa-8ca7-4b4f-93a6-38ccd96422c0" providerId="ADAL" clId="{9226C642-B35D-4C68-B662-639465C8ADA0}" dt="2022-08-16T19:47:21.426" v="31" actId="478"/>
          <ac:picMkLst>
            <pc:docMk/>
            <pc:sldMk cId="2781911037" sldId="1605"/>
            <ac:picMk id="4" creationId="{4CFA3F77-9997-423B-ABA6-EB76B15C02EC}"/>
          </ac:picMkLst>
        </pc:picChg>
      </pc:sldChg>
      <pc:sldChg chg="delSp modSp mod">
        <pc:chgData name="Salin Kumar" userId="285015fa-8ca7-4b4f-93a6-38ccd96422c0" providerId="ADAL" clId="{9226C642-B35D-4C68-B662-639465C8ADA0}" dt="2022-08-16T19:46:48.095" v="6" actId="478"/>
        <pc:sldMkLst>
          <pc:docMk/>
          <pc:sldMk cId="1526200903" sldId="1607"/>
        </pc:sldMkLst>
        <pc:picChg chg="del mod">
          <ac:chgData name="Salin Kumar" userId="285015fa-8ca7-4b4f-93a6-38ccd96422c0" providerId="ADAL" clId="{9226C642-B35D-4C68-B662-639465C8ADA0}" dt="2022-08-16T19:46:48.095" v="6" actId="478"/>
          <ac:picMkLst>
            <pc:docMk/>
            <pc:sldMk cId="1526200903" sldId="1607"/>
            <ac:picMk id="6" creationId="{2D592DE9-9558-407E-BFCA-DAC30FA9CB04}"/>
          </ac:picMkLst>
        </pc:picChg>
      </pc:sldChg>
      <pc:sldChg chg="addSp delSp modSp mod">
        <pc:chgData name="Salin Kumar" userId="285015fa-8ca7-4b4f-93a6-38ccd96422c0" providerId="ADAL" clId="{9226C642-B35D-4C68-B662-639465C8ADA0}" dt="2022-08-16T19:51:21.515" v="197" actId="1076"/>
        <pc:sldMkLst>
          <pc:docMk/>
          <pc:sldMk cId="4018471737" sldId="1608"/>
        </pc:sldMkLst>
        <pc:picChg chg="del mod">
          <ac:chgData name="Salin Kumar" userId="285015fa-8ca7-4b4f-93a6-38ccd96422c0" providerId="ADAL" clId="{9226C642-B35D-4C68-B662-639465C8ADA0}" dt="2022-08-16T19:48:28.558" v="98" actId="478"/>
          <ac:picMkLst>
            <pc:docMk/>
            <pc:sldMk cId="4018471737" sldId="1608"/>
            <ac:picMk id="4" creationId="{FB21E860-FC19-4ECD-B020-598CB6C11D5A}"/>
          </ac:picMkLst>
        </pc:picChg>
        <pc:picChg chg="del">
          <ac:chgData name="Salin Kumar" userId="285015fa-8ca7-4b4f-93a6-38ccd96422c0" providerId="ADAL" clId="{9226C642-B35D-4C68-B662-639465C8ADA0}" dt="2022-08-16T19:51:18.751" v="195" actId="478"/>
          <ac:picMkLst>
            <pc:docMk/>
            <pc:sldMk cId="4018471737" sldId="1608"/>
            <ac:picMk id="64" creationId="{310590FC-95DB-485F-9D66-0B1D51F9925A}"/>
          </ac:picMkLst>
        </pc:picChg>
        <pc:picChg chg="add mod">
          <ac:chgData name="Salin Kumar" userId="285015fa-8ca7-4b4f-93a6-38ccd96422c0" providerId="ADAL" clId="{9226C642-B35D-4C68-B662-639465C8ADA0}" dt="2022-08-16T19:51:21.515" v="197" actId="1076"/>
          <ac:picMkLst>
            <pc:docMk/>
            <pc:sldMk cId="4018471737" sldId="1608"/>
            <ac:picMk id="56322" creationId="{D8100C8F-B649-421D-8092-E0A7C71F4691}"/>
          </ac:picMkLst>
        </pc:picChg>
      </pc:sldChg>
      <pc:sldChg chg="delSp mod">
        <pc:chgData name="Salin Kumar" userId="285015fa-8ca7-4b4f-93a6-38ccd96422c0" providerId="ADAL" clId="{9226C642-B35D-4C68-B662-639465C8ADA0}" dt="2022-08-16T19:46:44.832" v="4" actId="478"/>
        <pc:sldMkLst>
          <pc:docMk/>
          <pc:sldMk cId="3588942872" sldId="1609"/>
        </pc:sldMkLst>
        <pc:picChg chg="del">
          <ac:chgData name="Salin Kumar" userId="285015fa-8ca7-4b4f-93a6-38ccd96422c0" providerId="ADAL" clId="{9226C642-B35D-4C68-B662-639465C8ADA0}" dt="2022-08-16T19:46:44.832" v="4" actId="478"/>
          <ac:picMkLst>
            <pc:docMk/>
            <pc:sldMk cId="3588942872" sldId="1609"/>
            <ac:picMk id="4" creationId="{E2E32D7C-B548-4C99-9293-11786B0E5493}"/>
          </ac:picMkLst>
        </pc:picChg>
      </pc:sldChg>
      <pc:sldChg chg="delSp modSp mod">
        <pc:chgData name="Salin Kumar" userId="285015fa-8ca7-4b4f-93a6-38ccd96422c0" providerId="ADAL" clId="{9226C642-B35D-4C68-B662-639465C8ADA0}" dt="2022-08-16T19:47:41.206" v="50" actId="478"/>
        <pc:sldMkLst>
          <pc:docMk/>
          <pc:sldMk cId="70390159" sldId="1610"/>
        </pc:sldMkLst>
        <pc:picChg chg="del mod">
          <ac:chgData name="Salin Kumar" userId="285015fa-8ca7-4b4f-93a6-38ccd96422c0" providerId="ADAL" clId="{9226C642-B35D-4C68-B662-639465C8ADA0}" dt="2022-08-16T19:47:41.206" v="50" actId="478"/>
          <ac:picMkLst>
            <pc:docMk/>
            <pc:sldMk cId="70390159" sldId="1610"/>
            <ac:picMk id="4" creationId="{AD6DFB35-ADF9-42D9-A5BD-37AF485C23F8}"/>
          </ac:picMkLst>
        </pc:picChg>
      </pc:sldChg>
      <pc:sldChg chg="delSp modSp mod">
        <pc:chgData name="Salin Kumar" userId="285015fa-8ca7-4b4f-93a6-38ccd96422c0" providerId="ADAL" clId="{9226C642-B35D-4C68-B662-639465C8ADA0}" dt="2022-08-16T19:47:51.529" v="61" actId="478"/>
        <pc:sldMkLst>
          <pc:docMk/>
          <pc:sldMk cId="1005019020" sldId="1611"/>
        </pc:sldMkLst>
        <pc:picChg chg="del mod">
          <ac:chgData name="Salin Kumar" userId="285015fa-8ca7-4b4f-93a6-38ccd96422c0" providerId="ADAL" clId="{9226C642-B35D-4C68-B662-639465C8ADA0}" dt="2022-08-16T19:47:51.529" v="61" actId="478"/>
          <ac:picMkLst>
            <pc:docMk/>
            <pc:sldMk cId="1005019020" sldId="1611"/>
            <ac:picMk id="5" creationId="{B9823A85-A774-4FEF-BCAF-1A199E990252}"/>
          </ac:picMkLst>
        </pc:picChg>
      </pc:sldChg>
      <pc:sldChg chg="delSp modSp mod">
        <pc:chgData name="Salin Kumar" userId="285015fa-8ca7-4b4f-93a6-38ccd96422c0" providerId="ADAL" clId="{9226C642-B35D-4C68-B662-639465C8ADA0}" dt="2022-08-16T19:47:53.030" v="63" actId="478"/>
        <pc:sldMkLst>
          <pc:docMk/>
          <pc:sldMk cId="1557108" sldId="1612"/>
        </pc:sldMkLst>
        <pc:picChg chg="del mod">
          <ac:chgData name="Salin Kumar" userId="285015fa-8ca7-4b4f-93a6-38ccd96422c0" providerId="ADAL" clId="{9226C642-B35D-4C68-B662-639465C8ADA0}" dt="2022-08-16T19:47:53.030" v="63" actId="478"/>
          <ac:picMkLst>
            <pc:docMk/>
            <pc:sldMk cId="1557108" sldId="1612"/>
            <ac:picMk id="5" creationId="{60E02ED1-ECD7-4176-81EA-E4B500282EFD}"/>
          </ac:picMkLst>
        </pc:picChg>
      </pc:sldChg>
      <pc:sldChg chg="delSp modSp mod">
        <pc:chgData name="Salin Kumar" userId="285015fa-8ca7-4b4f-93a6-38ccd96422c0" providerId="ADAL" clId="{9226C642-B35D-4C68-B662-639465C8ADA0}" dt="2022-08-16T19:47:54.620" v="65" actId="478"/>
        <pc:sldMkLst>
          <pc:docMk/>
          <pc:sldMk cId="2975563597" sldId="1613"/>
        </pc:sldMkLst>
        <pc:picChg chg="del mod">
          <ac:chgData name="Salin Kumar" userId="285015fa-8ca7-4b4f-93a6-38ccd96422c0" providerId="ADAL" clId="{9226C642-B35D-4C68-B662-639465C8ADA0}" dt="2022-08-16T19:47:54.620" v="65" actId="478"/>
          <ac:picMkLst>
            <pc:docMk/>
            <pc:sldMk cId="2975563597" sldId="1613"/>
            <ac:picMk id="5" creationId="{9BBB9107-2C54-427B-B6B3-C76CF5E5546D}"/>
          </ac:picMkLst>
        </pc:picChg>
      </pc:sldChg>
      <pc:sldChg chg="delSp modSp mod">
        <pc:chgData name="Salin Kumar" userId="285015fa-8ca7-4b4f-93a6-38ccd96422c0" providerId="ADAL" clId="{9226C642-B35D-4C68-B662-639465C8ADA0}" dt="2022-08-16T19:47:57.548" v="67" actId="478"/>
        <pc:sldMkLst>
          <pc:docMk/>
          <pc:sldMk cId="4167607757" sldId="1614"/>
        </pc:sldMkLst>
        <pc:picChg chg="del mod">
          <ac:chgData name="Salin Kumar" userId="285015fa-8ca7-4b4f-93a6-38ccd96422c0" providerId="ADAL" clId="{9226C642-B35D-4C68-B662-639465C8ADA0}" dt="2022-08-16T19:47:57.548" v="67" actId="478"/>
          <ac:picMkLst>
            <pc:docMk/>
            <pc:sldMk cId="4167607757" sldId="1614"/>
            <ac:picMk id="5" creationId="{84D0A3FB-6A68-40DC-970F-FA528CBB9480}"/>
          </ac:picMkLst>
        </pc:picChg>
      </pc:sldChg>
      <pc:sldChg chg="delSp modSp mod">
        <pc:chgData name="Salin Kumar" userId="285015fa-8ca7-4b4f-93a6-38ccd96422c0" providerId="ADAL" clId="{9226C642-B35D-4C68-B662-639465C8ADA0}" dt="2022-08-16T19:48:01.850" v="69" actId="478"/>
        <pc:sldMkLst>
          <pc:docMk/>
          <pc:sldMk cId="603483960" sldId="1615"/>
        </pc:sldMkLst>
        <pc:picChg chg="del mod">
          <ac:chgData name="Salin Kumar" userId="285015fa-8ca7-4b4f-93a6-38ccd96422c0" providerId="ADAL" clId="{9226C642-B35D-4C68-B662-639465C8ADA0}" dt="2022-08-16T19:48:01.850" v="69" actId="478"/>
          <ac:picMkLst>
            <pc:docMk/>
            <pc:sldMk cId="603483960" sldId="1615"/>
            <ac:picMk id="6" creationId="{3EB9484B-DBD4-43B5-A701-D3C786701A0B}"/>
          </ac:picMkLst>
        </pc:picChg>
      </pc:sldChg>
      <pc:sldChg chg="delSp modSp mod">
        <pc:chgData name="Salin Kumar" userId="285015fa-8ca7-4b4f-93a6-38ccd96422c0" providerId="ADAL" clId="{9226C642-B35D-4C68-B662-639465C8ADA0}" dt="2022-08-16T19:48:06.160" v="73" actId="478"/>
        <pc:sldMkLst>
          <pc:docMk/>
          <pc:sldMk cId="1824048166" sldId="1616"/>
        </pc:sldMkLst>
        <pc:picChg chg="del mod">
          <ac:chgData name="Salin Kumar" userId="285015fa-8ca7-4b4f-93a6-38ccd96422c0" providerId="ADAL" clId="{9226C642-B35D-4C68-B662-639465C8ADA0}" dt="2022-08-16T19:48:06.160" v="73" actId="478"/>
          <ac:picMkLst>
            <pc:docMk/>
            <pc:sldMk cId="1824048166" sldId="1616"/>
            <ac:picMk id="5" creationId="{797690AD-CE03-47AB-A09A-F1CE4B0F2A4C}"/>
          </ac:picMkLst>
        </pc:picChg>
      </pc:sldChg>
      <pc:sldChg chg="delSp modSp mod">
        <pc:chgData name="Salin Kumar" userId="285015fa-8ca7-4b4f-93a6-38ccd96422c0" providerId="ADAL" clId="{9226C642-B35D-4C68-B662-639465C8ADA0}" dt="2022-08-16T19:48:07.634" v="75" actId="478"/>
        <pc:sldMkLst>
          <pc:docMk/>
          <pc:sldMk cId="3306324962" sldId="1617"/>
        </pc:sldMkLst>
        <pc:picChg chg="del mod">
          <ac:chgData name="Salin Kumar" userId="285015fa-8ca7-4b4f-93a6-38ccd96422c0" providerId="ADAL" clId="{9226C642-B35D-4C68-B662-639465C8ADA0}" dt="2022-08-16T19:48:07.634" v="75" actId="478"/>
          <ac:picMkLst>
            <pc:docMk/>
            <pc:sldMk cId="3306324962" sldId="1617"/>
            <ac:picMk id="5" creationId="{451A0587-BB28-486C-A8E3-CC5BD6D34EDE}"/>
          </ac:picMkLst>
        </pc:picChg>
      </pc:sldChg>
      <pc:sldChg chg="delSp mod">
        <pc:chgData name="Salin Kumar" userId="285015fa-8ca7-4b4f-93a6-38ccd96422c0" providerId="ADAL" clId="{9226C642-B35D-4C68-B662-639465C8ADA0}" dt="2022-08-16T19:48:09.236" v="76" actId="478"/>
        <pc:sldMkLst>
          <pc:docMk/>
          <pc:sldMk cId="2712413329" sldId="1618"/>
        </pc:sldMkLst>
        <pc:picChg chg="del">
          <ac:chgData name="Salin Kumar" userId="285015fa-8ca7-4b4f-93a6-38ccd96422c0" providerId="ADAL" clId="{9226C642-B35D-4C68-B662-639465C8ADA0}" dt="2022-08-16T19:48:09.236" v="76" actId="478"/>
          <ac:picMkLst>
            <pc:docMk/>
            <pc:sldMk cId="2712413329" sldId="1618"/>
            <ac:picMk id="5" creationId="{A304F44E-510A-4D1A-A38C-2BFF60AC2143}"/>
          </ac:picMkLst>
        </pc:picChg>
      </pc:sldChg>
      <pc:sldChg chg="delSp modSp mod">
        <pc:chgData name="Salin Kumar" userId="285015fa-8ca7-4b4f-93a6-38ccd96422c0" providerId="ADAL" clId="{9226C642-B35D-4C68-B662-639465C8ADA0}" dt="2022-08-16T19:48:10.731" v="78" actId="478"/>
        <pc:sldMkLst>
          <pc:docMk/>
          <pc:sldMk cId="2150590774" sldId="1619"/>
        </pc:sldMkLst>
        <pc:picChg chg="del mod">
          <ac:chgData name="Salin Kumar" userId="285015fa-8ca7-4b4f-93a6-38ccd96422c0" providerId="ADAL" clId="{9226C642-B35D-4C68-B662-639465C8ADA0}" dt="2022-08-16T19:48:10.731" v="78" actId="478"/>
          <ac:picMkLst>
            <pc:docMk/>
            <pc:sldMk cId="2150590774" sldId="1619"/>
            <ac:picMk id="5" creationId="{1617A56A-8D45-4869-BDDE-D4AF390BE94B}"/>
          </ac:picMkLst>
        </pc:picChg>
      </pc:sldChg>
      <pc:sldChg chg="delSp modSp mod">
        <pc:chgData name="Salin Kumar" userId="285015fa-8ca7-4b4f-93a6-38ccd96422c0" providerId="ADAL" clId="{9226C642-B35D-4C68-B662-639465C8ADA0}" dt="2022-08-16T19:48:12.256" v="80" actId="478"/>
        <pc:sldMkLst>
          <pc:docMk/>
          <pc:sldMk cId="269216320" sldId="1620"/>
        </pc:sldMkLst>
        <pc:picChg chg="del mod">
          <ac:chgData name="Salin Kumar" userId="285015fa-8ca7-4b4f-93a6-38ccd96422c0" providerId="ADAL" clId="{9226C642-B35D-4C68-B662-639465C8ADA0}" dt="2022-08-16T19:48:12.256" v="80" actId="478"/>
          <ac:picMkLst>
            <pc:docMk/>
            <pc:sldMk cId="269216320" sldId="1620"/>
            <ac:picMk id="5" creationId="{BD1E8069-231B-4952-87D6-77C425F24801}"/>
          </ac:picMkLst>
        </pc:picChg>
      </pc:sldChg>
      <pc:sldChg chg="delSp mod">
        <pc:chgData name="Salin Kumar" userId="285015fa-8ca7-4b4f-93a6-38ccd96422c0" providerId="ADAL" clId="{9226C642-B35D-4C68-B662-639465C8ADA0}" dt="2022-08-16T19:48:13.758" v="81" actId="478"/>
        <pc:sldMkLst>
          <pc:docMk/>
          <pc:sldMk cId="2057574668" sldId="1621"/>
        </pc:sldMkLst>
        <pc:picChg chg="del">
          <ac:chgData name="Salin Kumar" userId="285015fa-8ca7-4b4f-93a6-38ccd96422c0" providerId="ADAL" clId="{9226C642-B35D-4C68-B662-639465C8ADA0}" dt="2022-08-16T19:48:13.758" v="81" actId="478"/>
          <ac:picMkLst>
            <pc:docMk/>
            <pc:sldMk cId="2057574668" sldId="1621"/>
            <ac:picMk id="5" creationId="{D8144746-2890-446A-B2D5-A08D99D7F7B2}"/>
          </ac:picMkLst>
        </pc:picChg>
      </pc:sldChg>
      <pc:sldChg chg="delSp modSp mod">
        <pc:chgData name="Salin Kumar" userId="285015fa-8ca7-4b4f-93a6-38ccd96422c0" providerId="ADAL" clId="{9226C642-B35D-4C68-B662-639465C8ADA0}" dt="2022-08-16T19:48:15.202" v="83" actId="478"/>
        <pc:sldMkLst>
          <pc:docMk/>
          <pc:sldMk cId="3007999403" sldId="1622"/>
        </pc:sldMkLst>
        <pc:picChg chg="del mod">
          <ac:chgData name="Salin Kumar" userId="285015fa-8ca7-4b4f-93a6-38ccd96422c0" providerId="ADAL" clId="{9226C642-B35D-4C68-B662-639465C8ADA0}" dt="2022-08-16T19:48:15.202" v="83" actId="478"/>
          <ac:picMkLst>
            <pc:docMk/>
            <pc:sldMk cId="3007999403" sldId="1622"/>
            <ac:picMk id="5" creationId="{7CD964D4-C57A-423E-9857-28FA72F4C1E4}"/>
          </ac:picMkLst>
        </pc:picChg>
      </pc:sldChg>
      <pc:sldChg chg="delSp modSp mod">
        <pc:chgData name="Salin Kumar" userId="285015fa-8ca7-4b4f-93a6-38ccd96422c0" providerId="ADAL" clId="{9226C642-B35D-4C68-B662-639465C8ADA0}" dt="2022-08-16T19:48:16.889" v="85" actId="478"/>
        <pc:sldMkLst>
          <pc:docMk/>
          <pc:sldMk cId="413400544" sldId="1623"/>
        </pc:sldMkLst>
        <pc:picChg chg="del mod">
          <ac:chgData name="Salin Kumar" userId="285015fa-8ca7-4b4f-93a6-38ccd96422c0" providerId="ADAL" clId="{9226C642-B35D-4C68-B662-639465C8ADA0}" dt="2022-08-16T19:48:16.889" v="85" actId="478"/>
          <ac:picMkLst>
            <pc:docMk/>
            <pc:sldMk cId="413400544" sldId="1623"/>
            <ac:picMk id="5" creationId="{4709BC84-938A-4CB4-BF41-74F2DFA98724}"/>
          </ac:picMkLst>
        </pc:picChg>
      </pc:sldChg>
      <pc:sldChg chg="delSp modSp mod">
        <pc:chgData name="Salin Kumar" userId="285015fa-8ca7-4b4f-93a6-38ccd96422c0" providerId="ADAL" clId="{9226C642-B35D-4C68-B662-639465C8ADA0}" dt="2022-08-16T19:48:24.666" v="95" actId="478"/>
        <pc:sldMkLst>
          <pc:docMk/>
          <pc:sldMk cId="2402958129" sldId="1624"/>
        </pc:sldMkLst>
        <pc:picChg chg="del mod">
          <ac:chgData name="Salin Kumar" userId="285015fa-8ca7-4b4f-93a6-38ccd96422c0" providerId="ADAL" clId="{9226C642-B35D-4C68-B662-639465C8ADA0}" dt="2022-08-16T19:48:24.666" v="95" actId="478"/>
          <ac:picMkLst>
            <pc:docMk/>
            <pc:sldMk cId="2402958129" sldId="1624"/>
            <ac:picMk id="5" creationId="{0FED718D-EAB1-4B08-A710-C1367921BAB8}"/>
          </ac:picMkLst>
        </pc:picChg>
      </pc:sldChg>
      <pc:sldChg chg="delSp modSp mod">
        <pc:chgData name="Salin Kumar" userId="285015fa-8ca7-4b4f-93a6-38ccd96422c0" providerId="ADAL" clId="{9226C642-B35D-4C68-B662-639465C8ADA0}" dt="2022-08-16T19:48:18.464" v="87" actId="478"/>
        <pc:sldMkLst>
          <pc:docMk/>
          <pc:sldMk cId="3663771211" sldId="1625"/>
        </pc:sldMkLst>
        <pc:picChg chg="del mod">
          <ac:chgData name="Salin Kumar" userId="285015fa-8ca7-4b4f-93a6-38ccd96422c0" providerId="ADAL" clId="{9226C642-B35D-4C68-B662-639465C8ADA0}" dt="2022-08-16T19:48:18.464" v="87" actId="478"/>
          <ac:picMkLst>
            <pc:docMk/>
            <pc:sldMk cId="3663771211" sldId="1625"/>
            <ac:picMk id="5" creationId="{808416E3-4536-4912-89F6-4A1CC0060B55}"/>
          </ac:picMkLst>
        </pc:picChg>
      </pc:sldChg>
      <pc:sldChg chg="delSp modSp mod">
        <pc:chgData name="Salin Kumar" userId="285015fa-8ca7-4b4f-93a6-38ccd96422c0" providerId="ADAL" clId="{9226C642-B35D-4C68-B662-639465C8ADA0}" dt="2022-08-16T19:48:20.005" v="89" actId="478"/>
        <pc:sldMkLst>
          <pc:docMk/>
          <pc:sldMk cId="4249158282" sldId="1626"/>
        </pc:sldMkLst>
        <pc:picChg chg="del mod">
          <ac:chgData name="Salin Kumar" userId="285015fa-8ca7-4b4f-93a6-38ccd96422c0" providerId="ADAL" clId="{9226C642-B35D-4C68-B662-639465C8ADA0}" dt="2022-08-16T19:48:20.005" v="89" actId="478"/>
          <ac:picMkLst>
            <pc:docMk/>
            <pc:sldMk cId="4249158282" sldId="1626"/>
            <ac:picMk id="5" creationId="{C1978EC3-720C-4D5A-BBC1-2B5F613FB5BD}"/>
          </ac:picMkLst>
        </pc:picChg>
      </pc:sldChg>
      <pc:sldChg chg="delSp modSp mod">
        <pc:chgData name="Salin Kumar" userId="285015fa-8ca7-4b4f-93a6-38ccd96422c0" providerId="ADAL" clId="{9226C642-B35D-4C68-B662-639465C8ADA0}" dt="2022-08-16T19:48:21.451" v="91" actId="478"/>
        <pc:sldMkLst>
          <pc:docMk/>
          <pc:sldMk cId="2052620543" sldId="1627"/>
        </pc:sldMkLst>
        <pc:picChg chg="del mod">
          <ac:chgData name="Salin Kumar" userId="285015fa-8ca7-4b4f-93a6-38ccd96422c0" providerId="ADAL" clId="{9226C642-B35D-4C68-B662-639465C8ADA0}" dt="2022-08-16T19:48:21.451" v="91" actId="478"/>
          <ac:picMkLst>
            <pc:docMk/>
            <pc:sldMk cId="2052620543" sldId="1627"/>
            <ac:picMk id="5" creationId="{148D7588-0043-4B93-8704-92D2104B6864}"/>
          </ac:picMkLst>
        </pc:picChg>
      </pc:sldChg>
      <pc:sldChg chg="delSp modSp mod">
        <pc:chgData name="Salin Kumar" userId="285015fa-8ca7-4b4f-93a6-38ccd96422c0" providerId="ADAL" clId="{9226C642-B35D-4C68-B662-639465C8ADA0}" dt="2022-08-16T19:48:23.033" v="93" actId="478"/>
        <pc:sldMkLst>
          <pc:docMk/>
          <pc:sldMk cId="222796721" sldId="1628"/>
        </pc:sldMkLst>
        <pc:picChg chg="del mod">
          <ac:chgData name="Salin Kumar" userId="285015fa-8ca7-4b4f-93a6-38ccd96422c0" providerId="ADAL" clId="{9226C642-B35D-4C68-B662-639465C8ADA0}" dt="2022-08-16T19:48:23.033" v="93" actId="478"/>
          <ac:picMkLst>
            <pc:docMk/>
            <pc:sldMk cId="222796721" sldId="1628"/>
            <ac:picMk id="5" creationId="{2199600C-BBE1-4125-B4DA-1DF7A2126350}"/>
          </ac:picMkLst>
        </pc:picChg>
      </pc:sldChg>
    </pc:docChg>
  </pc:docChgLst>
  <pc:docChgLst>
    <pc:chgData name="Salin Kumar" userId="9ea55fcd-e04b-4ee3-9a41-b760379a9fa2" providerId="ADAL" clId="{B2856A77-9CA5-41F7-860E-D75559359311}"/>
    <pc:docChg chg="custSel addSld delSld modSld modSection">
      <pc:chgData name="Salin Kumar" userId="9ea55fcd-e04b-4ee3-9a41-b760379a9fa2" providerId="ADAL" clId="{B2856A77-9CA5-41F7-860E-D75559359311}" dt="2019-04-13T20:10:07.645" v="62" actId="1035"/>
      <pc:docMkLst>
        <pc:docMk/>
      </pc:docMkLst>
      <pc:sldChg chg="addSp">
        <pc:chgData name="Salin Kumar" userId="9ea55fcd-e04b-4ee3-9a41-b760379a9fa2" providerId="ADAL" clId="{B2856A77-9CA5-41F7-860E-D75559359311}" dt="2019-04-13T19:50:09.268" v="13"/>
        <pc:sldMkLst>
          <pc:docMk/>
          <pc:sldMk cId="2735474045" sldId="267"/>
        </pc:sldMkLst>
        <pc:picChg chg="add">
          <ac:chgData name="Salin Kumar" userId="9ea55fcd-e04b-4ee3-9a41-b760379a9fa2" providerId="ADAL" clId="{B2856A77-9CA5-41F7-860E-D75559359311}" dt="2019-04-13T19:50:09.268" v="13"/>
          <ac:picMkLst>
            <pc:docMk/>
            <pc:sldMk cId="2735474045" sldId="267"/>
            <ac:picMk id="5" creationId="{92204198-C8F8-4368-9BE5-A5EF2DDF4E49}"/>
          </ac:picMkLst>
        </pc:picChg>
      </pc:sldChg>
      <pc:sldChg chg="addSp add">
        <pc:chgData name="Salin Kumar" userId="9ea55fcd-e04b-4ee3-9a41-b760379a9fa2" providerId="ADAL" clId="{B2856A77-9CA5-41F7-860E-D75559359311}" dt="2019-04-13T19:49:56.354" v="9"/>
        <pc:sldMkLst>
          <pc:docMk/>
          <pc:sldMk cId="1452032062" sldId="309"/>
        </pc:sldMkLst>
        <pc:picChg chg="add">
          <ac:chgData name="Salin Kumar" userId="9ea55fcd-e04b-4ee3-9a41-b760379a9fa2" providerId="ADAL" clId="{B2856A77-9CA5-41F7-860E-D75559359311}" dt="2019-04-13T19:49:56.354" v="9"/>
          <ac:picMkLst>
            <pc:docMk/>
            <pc:sldMk cId="1452032062" sldId="309"/>
            <ac:picMk id="4" creationId="{F027529B-EE37-44CB-866F-11B0987A3320}"/>
          </ac:picMkLst>
        </pc:picChg>
      </pc:sldChg>
      <pc:sldChg chg="addSp">
        <pc:chgData name="Salin Kumar" userId="9ea55fcd-e04b-4ee3-9a41-b760379a9fa2" providerId="ADAL" clId="{B2856A77-9CA5-41F7-860E-D75559359311}" dt="2019-04-13T19:49:54.176" v="8"/>
        <pc:sldMkLst>
          <pc:docMk/>
          <pc:sldMk cId="319451701" sldId="310"/>
        </pc:sldMkLst>
        <pc:picChg chg="add">
          <ac:chgData name="Salin Kumar" userId="9ea55fcd-e04b-4ee3-9a41-b760379a9fa2" providerId="ADAL" clId="{B2856A77-9CA5-41F7-860E-D75559359311}" dt="2019-04-13T19:49:54.176" v="8"/>
          <ac:picMkLst>
            <pc:docMk/>
            <pc:sldMk cId="319451701" sldId="310"/>
            <ac:picMk id="43" creationId="{751E27DB-BC34-4ED7-A98D-E3432D2591CF}"/>
          </ac:picMkLst>
        </pc:picChg>
      </pc:sldChg>
      <pc:sldChg chg="addSp modSp">
        <pc:chgData name="Salin Kumar" userId="9ea55fcd-e04b-4ee3-9a41-b760379a9fa2" providerId="ADAL" clId="{B2856A77-9CA5-41F7-860E-D75559359311}" dt="2019-04-13T19:49:40.696" v="5" actId="1076"/>
        <pc:sldMkLst>
          <pc:docMk/>
          <pc:sldMk cId="1140389734" sldId="1489"/>
        </pc:sldMkLst>
        <pc:picChg chg="add mod">
          <ac:chgData name="Salin Kumar" userId="9ea55fcd-e04b-4ee3-9a41-b760379a9fa2" providerId="ADAL" clId="{B2856A77-9CA5-41F7-860E-D75559359311}" dt="2019-04-13T19:49:40.696" v="5" actId="1076"/>
          <ac:picMkLst>
            <pc:docMk/>
            <pc:sldMk cId="1140389734" sldId="1489"/>
            <ac:picMk id="5" creationId="{A9781E4F-6727-4DBE-A488-DFA23FE5C3C9}"/>
          </ac:picMkLst>
        </pc:picChg>
      </pc:sldChg>
      <pc:sldChg chg="addSp modSp setBg">
        <pc:chgData name="Salin Kumar" userId="9ea55fcd-e04b-4ee3-9a41-b760379a9fa2" providerId="ADAL" clId="{B2856A77-9CA5-41F7-860E-D75559359311}" dt="2019-04-13T20:10:07.645" v="62" actId="1035"/>
        <pc:sldMkLst>
          <pc:docMk/>
          <pc:sldMk cId="2402828649" sldId="1532"/>
        </pc:sldMkLst>
        <pc:picChg chg="mod">
          <ac:chgData name="Salin Kumar" userId="9ea55fcd-e04b-4ee3-9a41-b760379a9fa2" providerId="ADAL" clId="{B2856A77-9CA5-41F7-860E-D75559359311}" dt="2019-04-13T20:10:07.645" v="62" actId="1035"/>
          <ac:picMkLst>
            <pc:docMk/>
            <pc:sldMk cId="2402828649" sldId="1532"/>
            <ac:picMk id="3" creationId="{F9E2C6EB-1459-43EF-8EEA-DD0EEACC1F6A}"/>
          </ac:picMkLst>
        </pc:picChg>
        <pc:picChg chg="add">
          <ac:chgData name="Salin Kumar" userId="9ea55fcd-e04b-4ee3-9a41-b760379a9fa2" providerId="ADAL" clId="{B2856A77-9CA5-41F7-860E-D75559359311}" dt="2019-04-13T19:52:00.387" v="46"/>
          <ac:picMkLst>
            <pc:docMk/>
            <pc:sldMk cId="2402828649" sldId="1532"/>
            <ac:picMk id="4" creationId="{36A94E87-C368-4626-80EF-346EC51D48C2}"/>
          </ac:picMkLst>
        </pc:picChg>
      </pc:sldChg>
      <pc:sldChg chg="addSp">
        <pc:chgData name="Salin Kumar" userId="9ea55fcd-e04b-4ee3-9a41-b760379a9fa2" providerId="ADAL" clId="{B2856A77-9CA5-41F7-860E-D75559359311}" dt="2019-04-13T19:49:44.806" v="6"/>
        <pc:sldMkLst>
          <pc:docMk/>
          <pc:sldMk cId="3207763006" sldId="1567"/>
        </pc:sldMkLst>
        <pc:picChg chg="add">
          <ac:chgData name="Salin Kumar" userId="9ea55fcd-e04b-4ee3-9a41-b760379a9fa2" providerId="ADAL" clId="{B2856A77-9CA5-41F7-860E-D75559359311}" dt="2019-04-13T19:49:44.806" v="6"/>
          <ac:picMkLst>
            <pc:docMk/>
            <pc:sldMk cId="3207763006" sldId="1567"/>
            <ac:picMk id="8" creationId="{FF5A69FB-6B67-48B6-BBCD-6200503DF03F}"/>
          </ac:picMkLst>
        </pc:picChg>
      </pc:sldChg>
      <pc:sldChg chg="addSp">
        <pc:chgData name="Salin Kumar" userId="9ea55fcd-e04b-4ee3-9a41-b760379a9fa2" providerId="ADAL" clId="{B2856A77-9CA5-41F7-860E-D75559359311}" dt="2019-04-13T19:50:06.612" v="12"/>
        <pc:sldMkLst>
          <pc:docMk/>
          <pc:sldMk cId="1782500254" sldId="1576"/>
        </pc:sldMkLst>
        <pc:picChg chg="add">
          <ac:chgData name="Salin Kumar" userId="9ea55fcd-e04b-4ee3-9a41-b760379a9fa2" providerId="ADAL" clId="{B2856A77-9CA5-41F7-860E-D75559359311}" dt="2019-04-13T19:50:06.612" v="12"/>
          <ac:picMkLst>
            <pc:docMk/>
            <pc:sldMk cId="1782500254" sldId="1576"/>
            <ac:picMk id="1010" creationId="{448EDCBA-7BCF-4F75-AA4D-6CCF35314150}"/>
          </ac:picMkLst>
        </pc:picChg>
      </pc:sldChg>
    </pc:docChg>
  </pc:docChgLst>
  <pc:docChgLst>
    <pc:chgData name="Salin Kumar" userId="9ea55fcd-e04b-4ee3-9a41-b760379a9fa2" providerId="ADAL" clId="{90F2883A-9E82-4960-AADE-AA1D535C4366}"/>
    <pc:docChg chg="modSld">
      <pc:chgData name="Salin Kumar" userId="9ea55fcd-e04b-4ee3-9a41-b760379a9fa2" providerId="ADAL" clId="{90F2883A-9E82-4960-AADE-AA1D535C4366}" dt="2019-05-12T19:11:33.923" v="55"/>
      <pc:docMkLst>
        <pc:docMk/>
      </pc:docMkLst>
      <pc:sldChg chg="addSp">
        <pc:chgData name="Salin Kumar" userId="9ea55fcd-e04b-4ee3-9a41-b760379a9fa2" providerId="ADAL" clId="{90F2883A-9E82-4960-AADE-AA1D535C4366}" dt="2019-05-12T19:10:04.752" v="12"/>
        <pc:sldMkLst>
          <pc:docMk/>
          <pc:sldMk cId="1358024264" sldId="258"/>
        </pc:sldMkLst>
        <pc:picChg chg="add">
          <ac:chgData name="Salin Kumar" userId="9ea55fcd-e04b-4ee3-9a41-b760379a9fa2" providerId="ADAL" clId="{90F2883A-9E82-4960-AADE-AA1D535C4366}" dt="2019-05-12T19:10:04.752" v="12"/>
          <ac:picMkLst>
            <pc:docMk/>
            <pc:sldMk cId="1358024264" sldId="258"/>
            <ac:picMk id="5" creationId="{CCE5BF31-8FE6-4080-9592-A4A7FBEE1D56}"/>
          </ac:picMkLst>
        </pc:picChg>
      </pc:sldChg>
      <pc:sldChg chg="addSp">
        <pc:chgData name="Salin Kumar" userId="9ea55fcd-e04b-4ee3-9a41-b760379a9fa2" providerId="ADAL" clId="{90F2883A-9E82-4960-AADE-AA1D535C4366}" dt="2019-05-12T19:10:09.490" v="14"/>
        <pc:sldMkLst>
          <pc:docMk/>
          <pc:sldMk cId="3926004621" sldId="259"/>
        </pc:sldMkLst>
        <pc:picChg chg="add">
          <ac:chgData name="Salin Kumar" userId="9ea55fcd-e04b-4ee3-9a41-b760379a9fa2" providerId="ADAL" clId="{90F2883A-9E82-4960-AADE-AA1D535C4366}" dt="2019-05-12T19:10:09.490" v="14"/>
          <ac:picMkLst>
            <pc:docMk/>
            <pc:sldMk cId="3926004621" sldId="259"/>
            <ac:picMk id="4" creationId="{068AB049-F5C5-490B-8146-C66A0AA7CEAD}"/>
          </ac:picMkLst>
        </pc:picChg>
      </pc:sldChg>
      <pc:sldChg chg="addSp">
        <pc:chgData name="Salin Kumar" userId="9ea55fcd-e04b-4ee3-9a41-b760379a9fa2" providerId="ADAL" clId="{90F2883A-9E82-4960-AADE-AA1D535C4366}" dt="2019-05-12T19:11:07.037" v="40"/>
        <pc:sldMkLst>
          <pc:docMk/>
          <pc:sldMk cId="4061725598" sldId="266"/>
        </pc:sldMkLst>
        <pc:picChg chg="add">
          <ac:chgData name="Salin Kumar" userId="9ea55fcd-e04b-4ee3-9a41-b760379a9fa2" providerId="ADAL" clId="{90F2883A-9E82-4960-AADE-AA1D535C4366}" dt="2019-05-12T19:11:07.037" v="40"/>
          <ac:picMkLst>
            <pc:docMk/>
            <pc:sldMk cId="4061725598" sldId="266"/>
            <ac:picMk id="5" creationId="{C6887B52-CC9A-4FC0-8AFD-BB21863E3B7D}"/>
          </ac:picMkLst>
        </pc:picChg>
      </pc:sldChg>
      <pc:sldChg chg="addSp">
        <pc:chgData name="Salin Kumar" userId="9ea55fcd-e04b-4ee3-9a41-b760379a9fa2" providerId="ADAL" clId="{90F2883A-9E82-4960-AADE-AA1D535C4366}" dt="2019-05-12T19:09:55.233" v="9"/>
        <pc:sldMkLst>
          <pc:docMk/>
          <pc:sldMk cId="2735474045" sldId="267"/>
        </pc:sldMkLst>
        <pc:picChg chg="add">
          <ac:chgData name="Salin Kumar" userId="9ea55fcd-e04b-4ee3-9a41-b760379a9fa2" providerId="ADAL" clId="{90F2883A-9E82-4960-AADE-AA1D535C4366}" dt="2019-05-12T19:09:55.233" v="9"/>
          <ac:picMkLst>
            <pc:docMk/>
            <pc:sldMk cId="2735474045" sldId="267"/>
            <ac:picMk id="3" creationId="{BED50CBB-DF1F-4AD7-A14C-DD9A252092D9}"/>
          </ac:picMkLst>
        </pc:picChg>
      </pc:sldChg>
      <pc:sldChg chg="addSp">
        <pc:chgData name="Salin Kumar" userId="9ea55fcd-e04b-4ee3-9a41-b760379a9fa2" providerId="ADAL" clId="{90F2883A-9E82-4960-AADE-AA1D535C4366}" dt="2019-05-12T19:10:02.022" v="11"/>
        <pc:sldMkLst>
          <pc:docMk/>
          <pc:sldMk cId="1462458296" sldId="274"/>
        </pc:sldMkLst>
        <pc:picChg chg="add">
          <ac:chgData name="Salin Kumar" userId="9ea55fcd-e04b-4ee3-9a41-b760379a9fa2" providerId="ADAL" clId="{90F2883A-9E82-4960-AADE-AA1D535C4366}" dt="2019-05-12T19:10:02.022" v="11"/>
          <ac:picMkLst>
            <pc:docMk/>
            <pc:sldMk cId="1462458296" sldId="274"/>
            <ac:picMk id="6" creationId="{B48F0B85-284A-4EDF-AF30-2A749C3E1D3D}"/>
          </ac:picMkLst>
        </pc:picChg>
      </pc:sldChg>
      <pc:sldChg chg="addSp">
        <pc:chgData name="Salin Kumar" userId="9ea55fcd-e04b-4ee3-9a41-b760379a9fa2" providerId="ADAL" clId="{90F2883A-9E82-4960-AADE-AA1D535C4366}" dt="2019-05-12T19:10:50.427" v="32"/>
        <pc:sldMkLst>
          <pc:docMk/>
          <pc:sldMk cId="2402704924" sldId="280"/>
        </pc:sldMkLst>
        <pc:picChg chg="add">
          <ac:chgData name="Salin Kumar" userId="9ea55fcd-e04b-4ee3-9a41-b760379a9fa2" providerId="ADAL" clId="{90F2883A-9E82-4960-AADE-AA1D535C4366}" dt="2019-05-12T19:10:50.427" v="32"/>
          <ac:picMkLst>
            <pc:docMk/>
            <pc:sldMk cId="2402704924" sldId="280"/>
            <ac:picMk id="7" creationId="{9A189F17-B0FE-4C7D-84B7-EFE7E3D2063D}"/>
          </ac:picMkLst>
        </pc:picChg>
      </pc:sldChg>
      <pc:sldChg chg="addSp">
        <pc:chgData name="Salin Kumar" userId="9ea55fcd-e04b-4ee3-9a41-b760379a9fa2" providerId="ADAL" clId="{90F2883A-9E82-4960-AADE-AA1D535C4366}" dt="2019-05-12T19:09:58.654" v="10"/>
        <pc:sldMkLst>
          <pc:docMk/>
          <pc:sldMk cId="4095911677" sldId="284"/>
        </pc:sldMkLst>
        <pc:picChg chg="add">
          <ac:chgData name="Salin Kumar" userId="9ea55fcd-e04b-4ee3-9a41-b760379a9fa2" providerId="ADAL" clId="{90F2883A-9E82-4960-AADE-AA1D535C4366}" dt="2019-05-12T19:09:58.654" v="10"/>
          <ac:picMkLst>
            <pc:docMk/>
            <pc:sldMk cId="4095911677" sldId="284"/>
            <ac:picMk id="6" creationId="{ADAD703B-E497-4606-B4A1-B08DEF393851}"/>
          </ac:picMkLst>
        </pc:picChg>
      </pc:sldChg>
      <pc:sldChg chg="addSp">
        <pc:chgData name="Salin Kumar" userId="9ea55fcd-e04b-4ee3-9a41-b760379a9fa2" providerId="ADAL" clId="{90F2883A-9E82-4960-AADE-AA1D535C4366}" dt="2019-05-12T19:10:29.450" v="23"/>
        <pc:sldMkLst>
          <pc:docMk/>
          <pc:sldMk cId="720859352" sldId="285"/>
        </pc:sldMkLst>
        <pc:picChg chg="add">
          <ac:chgData name="Salin Kumar" userId="9ea55fcd-e04b-4ee3-9a41-b760379a9fa2" providerId="ADAL" clId="{90F2883A-9E82-4960-AADE-AA1D535C4366}" dt="2019-05-12T19:10:29.450" v="23"/>
          <ac:picMkLst>
            <pc:docMk/>
            <pc:sldMk cId="720859352" sldId="285"/>
            <ac:picMk id="5" creationId="{552691A5-467A-4D86-BB2D-EA0EB03830D0}"/>
          </ac:picMkLst>
        </pc:picChg>
      </pc:sldChg>
      <pc:sldChg chg="addSp">
        <pc:chgData name="Salin Kumar" userId="9ea55fcd-e04b-4ee3-9a41-b760379a9fa2" providerId="ADAL" clId="{90F2883A-9E82-4960-AADE-AA1D535C4366}" dt="2019-05-12T19:10:06.874" v="13"/>
        <pc:sldMkLst>
          <pc:docMk/>
          <pc:sldMk cId="3495006990" sldId="306"/>
        </pc:sldMkLst>
        <pc:picChg chg="add">
          <ac:chgData name="Salin Kumar" userId="9ea55fcd-e04b-4ee3-9a41-b760379a9fa2" providerId="ADAL" clId="{90F2883A-9E82-4960-AADE-AA1D535C4366}" dt="2019-05-12T19:10:06.874" v="13"/>
          <ac:picMkLst>
            <pc:docMk/>
            <pc:sldMk cId="3495006990" sldId="306"/>
            <ac:picMk id="4" creationId="{96770CC8-A691-437F-A9C0-A4B892A0DE7E}"/>
          </ac:picMkLst>
        </pc:picChg>
      </pc:sldChg>
      <pc:sldChg chg="addSp">
        <pc:chgData name="Salin Kumar" userId="9ea55fcd-e04b-4ee3-9a41-b760379a9fa2" providerId="ADAL" clId="{90F2883A-9E82-4960-AADE-AA1D535C4366}" dt="2019-05-12T19:09:49.002" v="7"/>
        <pc:sldMkLst>
          <pc:docMk/>
          <pc:sldMk cId="1452032062" sldId="309"/>
        </pc:sldMkLst>
        <pc:picChg chg="add">
          <ac:chgData name="Salin Kumar" userId="9ea55fcd-e04b-4ee3-9a41-b760379a9fa2" providerId="ADAL" clId="{90F2883A-9E82-4960-AADE-AA1D535C4366}" dt="2019-05-12T19:09:49.002" v="7"/>
          <ac:picMkLst>
            <pc:docMk/>
            <pc:sldMk cId="1452032062" sldId="309"/>
            <ac:picMk id="4" creationId="{3EBDECF1-1DDF-4614-AA60-DB05184E2F5F}"/>
          </ac:picMkLst>
        </pc:picChg>
      </pc:sldChg>
      <pc:sldChg chg="addSp">
        <pc:chgData name="Salin Kumar" userId="9ea55fcd-e04b-4ee3-9a41-b760379a9fa2" providerId="ADAL" clId="{90F2883A-9E82-4960-AADE-AA1D535C4366}" dt="2019-05-12T19:09:45.140" v="6"/>
        <pc:sldMkLst>
          <pc:docMk/>
          <pc:sldMk cId="319451701" sldId="310"/>
        </pc:sldMkLst>
        <pc:picChg chg="add">
          <ac:chgData name="Salin Kumar" userId="9ea55fcd-e04b-4ee3-9a41-b760379a9fa2" providerId="ADAL" clId="{90F2883A-9E82-4960-AADE-AA1D535C4366}" dt="2019-05-12T19:09:45.140" v="6"/>
          <ac:picMkLst>
            <pc:docMk/>
            <pc:sldMk cId="319451701" sldId="310"/>
            <ac:picMk id="43" creationId="{CFB711F2-8723-44DC-9F22-80064175E502}"/>
          </ac:picMkLst>
        </pc:picChg>
      </pc:sldChg>
      <pc:sldChg chg="addSp">
        <pc:chgData name="Salin Kumar" userId="9ea55fcd-e04b-4ee3-9a41-b760379a9fa2" providerId="ADAL" clId="{90F2883A-9E82-4960-AADE-AA1D535C4366}" dt="2019-05-12T19:10:19.280" v="18"/>
        <pc:sldMkLst>
          <pc:docMk/>
          <pc:sldMk cId="1824397031" sldId="313"/>
        </pc:sldMkLst>
        <pc:picChg chg="add">
          <ac:chgData name="Salin Kumar" userId="9ea55fcd-e04b-4ee3-9a41-b760379a9fa2" providerId="ADAL" clId="{90F2883A-9E82-4960-AADE-AA1D535C4366}" dt="2019-05-12T19:10:19.280" v="18"/>
          <ac:picMkLst>
            <pc:docMk/>
            <pc:sldMk cId="1824397031" sldId="313"/>
            <ac:picMk id="4" creationId="{2E4B3839-DB3B-4E59-BB20-C3EB96544FD3}"/>
          </ac:picMkLst>
        </pc:picChg>
      </pc:sldChg>
      <pc:sldChg chg="addSp">
        <pc:chgData name="Salin Kumar" userId="9ea55fcd-e04b-4ee3-9a41-b760379a9fa2" providerId="ADAL" clId="{90F2883A-9E82-4960-AADE-AA1D535C4366}" dt="2019-05-12T19:10:23.406" v="20"/>
        <pc:sldMkLst>
          <pc:docMk/>
          <pc:sldMk cId="3053233278" sldId="319"/>
        </pc:sldMkLst>
        <pc:picChg chg="add">
          <ac:chgData name="Salin Kumar" userId="9ea55fcd-e04b-4ee3-9a41-b760379a9fa2" providerId="ADAL" clId="{90F2883A-9E82-4960-AADE-AA1D535C4366}" dt="2019-05-12T19:10:23.406" v="20"/>
          <ac:picMkLst>
            <pc:docMk/>
            <pc:sldMk cId="3053233278" sldId="319"/>
            <ac:picMk id="4" creationId="{9F673067-FCA4-451E-9144-13A093F09CEE}"/>
          </ac:picMkLst>
        </pc:picChg>
      </pc:sldChg>
      <pc:sldChg chg="addSp">
        <pc:chgData name="Salin Kumar" userId="9ea55fcd-e04b-4ee3-9a41-b760379a9fa2" providerId="ADAL" clId="{90F2883A-9E82-4960-AADE-AA1D535C4366}" dt="2019-05-12T19:10:27.113" v="22"/>
        <pc:sldMkLst>
          <pc:docMk/>
          <pc:sldMk cId="1586188966" sldId="324"/>
        </pc:sldMkLst>
        <pc:picChg chg="add">
          <ac:chgData name="Salin Kumar" userId="9ea55fcd-e04b-4ee3-9a41-b760379a9fa2" providerId="ADAL" clId="{90F2883A-9E82-4960-AADE-AA1D535C4366}" dt="2019-05-12T19:10:27.113" v="22"/>
          <ac:picMkLst>
            <pc:docMk/>
            <pc:sldMk cId="1586188966" sldId="324"/>
            <ac:picMk id="5" creationId="{BE6E605D-60B3-4D7D-BA93-BDD9DD2C1376}"/>
          </ac:picMkLst>
        </pc:picChg>
      </pc:sldChg>
      <pc:sldChg chg="addSp">
        <pc:chgData name="Salin Kumar" userId="9ea55fcd-e04b-4ee3-9a41-b760379a9fa2" providerId="ADAL" clId="{90F2883A-9E82-4960-AADE-AA1D535C4366}" dt="2019-05-12T19:10:33.454" v="25"/>
        <pc:sldMkLst>
          <pc:docMk/>
          <pc:sldMk cId="1192568824" sldId="333"/>
        </pc:sldMkLst>
        <pc:picChg chg="add">
          <ac:chgData name="Salin Kumar" userId="9ea55fcd-e04b-4ee3-9a41-b760379a9fa2" providerId="ADAL" clId="{90F2883A-9E82-4960-AADE-AA1D535C4366}" dt="2019-05-12T19:10:33.454" v="25"/>
          <ac:picMkLst>
            <pc:docMk/>
            <pc:sldMk cId="1192568824" sldId="333"/>
            <ac:picMk id="5" creationId="{47E5AB65-366F-4880-99FF-823A82E23179}"/>
          </ac:picMkLst>
        </pc:picChg>
      </pc:sldChg>
      <pc:sldChg chg="addSp">
        <pc:chgData name="Salin Kumar" userId="9ea55fcd-e04b-4ee3-9a41-b760379a9fa2" providerId="ADAL" clId="{90F2883A-9E82-4960-AADE-AA1D535C4366}" dt="2019-05-12T19:10:37.433" v="27"/>
        <pc:sldMkLst>
          <pc:docMk/>
          <pc:sldMk cId="1541283857" sldId="335"/>
        </pc:sldMkLst>
        <pc:picChg chg="add">
          <ac:chgData name="Salin Kumar" userId="9ea55fcd-e04b-4ee3-9a41-b760379a9fa2" providerId="ADAL" clId="{90F2883A-9E82-4960-AADE-AA1D535C4366}" dt="2019-05-12T19:10:37.433" v="27"/>
          <ac:picMkLst>
            <pc:docMk/>
            <pc:sldMk cId="1541283857" sldId="335"/>
            <ac:picMk id="4" creationId="{295C0883-B086-418E-A844-64B84DD764B3}"/>
          </ac:picMkLst>
        </pc:picChg>
      </pc:sldChg>
      <pc:sldChg chg="addSp">
        <pc:chgData name="Salin Kumar" userId="9ea55fcd-e04b-4ee3-9a41-b760379a9fa2" providerId="ADAL" clId="{90F2883A-9E82-4960-AADE-AA1D535C4366}" dt="2019-05-12T19:10:39.804" v="28"/>
        <pc:sldMkLst>
          <pc:docMk/>
          <pc:sldMk cId="3869937334" sldId="339"/>
        </pc:sldMkLst>
        <pc:picChg chg="add">
          <ac:chgData name="Salin Kumar" userId="9ea55fcd-e04b-4ee3-9a41-b760379a9fa2" providerId="ADAL" clId="{90F2883A-9E82-4960-AADE-AA1D535C4366}" dt="2019-05-12T19:10:39.804" v="28"/>
          <ac:picMkLst>
            <pc:docMk/>
            <pc:sldMk cId="3869937334" sldId="339"/>
            <ac:picMk id="5" creationId="{DCE29014-48F7-4FFE-9E68-1D2A5C696D8E}"/>
          </ac:picMkLst>
        </pc:picChg>
      </pc:sldChg>
      <pc:sldChg chg="addSp">
        <pc:chgData name="Salin Kumar" userId="9ea55fcd-e04b-4ee3-9a41-b760379a9fa2" providerId="ADAL" clId="{90F2883A-9E82-4960-AADE-AA1D535C4366}" dt="2019-05-12T19:10:14.354" v="16"/>
        <pc:sldMkLst>
          <pc:docMk/>
          <pc:sldMk cId="298568058" sldId="340"/>
        </pc:sldMkLst>
        <pc:picChg chg="add">
          <ac:chgData name="Salin Kumar" userId="9ea55fcd-e04b-4ee3-9a41-b760379a9fa2" providerId="ADAL" clId="{90F2883A-9E82-4960-AADE-AA1D535C4366}" dt="2019-05-12T19:10:14.354" v="16"/>
          <ac:picMkLst>
            <pc:docMk/>
            <pc:sldMk cId="298568058" sldId="340"/>
            <ac:picMk id="4" creationId="{44282314-A7F5-4D1F-9244-DC049EFEAA9E}"/>
          </ac:picMkLst>
        </pc:picChg>
      </pc:sldChg>
      <pc:sldChg chg="addSp">
        <pc:chgData name="Salin Kumar" userId="9ea55fcd-e04b-4ee3-9a41-b760379a9fa2" providerId="ADAL" clId="{90F2883A-9E82-4960-AADE-AA1D535C4366}" dt="2019-05-12T19:10:25.315" v="21"/>
        <pc:sldMkLst>
          <pc:docMk/>
          <pc:sldMk cId="608056463" sldId="345"/>
        </pc:sldMkLst>
        <pc:picChg chg="add">
          <ac:chgData name="Salin Kumar" userId="9ea55fcd-e04b-4ee3-9a41-b760379a9fa2" providerId="ADAL" clId="{90F2883A-9E82-4960-AADE-AA1D535C4366}" dt="2019-05-12T19:10:25.315" v="21"/>
          <ac:picMkLst>
            <pc:docMk/>
            <pc:sldMk cId="608056463" sldId="345"/>
            <ac:picMk id="4" creationId="{DE9EFC8D-3C9D-455B-AA12-2A4BFFC8355C}"/>
          </ac:picMkLst>
        </pc:picChg>
      </pc:sldChg>
      <pc:sldChg chg="addSp">
        <pc:chgData name="Salin Kumar" userId="9ea55fcd-e04b-4ee3-9a41-b760379a9fa2" providerId="ADAL" clId="{90F2883A-9E82-4960-AADE-AA1D535C4366}" dt="2019-05-12T19:10:31.393" v="24"/>
        <pc:sldMkLst>
          <pc:docMk/>
          <pc:sldMk cId="327218329" sldId="347"/>
        </pc:sldMkLst>
        <pc:picChg chg="add">
          <ac:chgData name="Salin Kumar" userId="9ea55fcd-e04b-4ee3-9a41-b760379a9fa2" providerId="ADAL" clId="{90F2883A-9E82-4960-AADE-AA1D535C4366}" dt="2019-05-12T19:10:31.393" v="24"/>
          <ac:picMkLst>
            <pc:docMk/>
            <pc:sldMk cId="327218329" sldId="347"/>
            <ac:picMk id="4" creationId="{71810CB2-D937-4692-84BA-42EFF38ECE07}"/>
          </ac:picMkLst>
        </pc:picChg>
      </pc:sldChg>
      <pc:sldChg chg="addSp">
        <pc:chgData name="Salin Kumar" userId="9ea55fcd-e04b-4ee3-9a41-b760379a9fa2" providerId="ADAL" clId="{90F2883A-9E82-4960-AADE-AA1D535C4366}" dt="2019-05-12T19:10:35.515" v="26"/>
        <pc:sldMkLst>
          <pc:docMk/>
          <pc:sldMk cId="487746999" sldId="348"/>
        </pc:sldMkLst>
        <pc:picChg chg="add">
          <ac:chgData name="Salin Kumar" userId="9ea55fcd-e04b-4ee3-9a41-b760379a9fa2" providerId="ADAL" clId="{90F2883A-9E82-4960-AADE-AA1D535C4366}" dt="2019-05-12T19:10:35.515" v="26"/>
          <ac:picMkLst>
            <pc:docMk/>
            <pc:sldMk cId="487746999" sldId="348"/>
            <ac:picMk id="4" creationId="{B1E59D22-5209-47BF-8CA9-D9150E729CAF}"/>
          </ac:picMkLst>
        </pc:picChg>
      </pc:sldChg>
      <pc:sldChg chg="addSp">
        <pc:chgData name="Salin Kumar" userId="9ea55fcd-e04b-4ee3-9a41-b760379a9fa2" providerId="ADAL" clId="{90F2883A-9E82-4960-AADE-AA1D535C4366}" dt="2019-05-12T19:10:46.325" v="30"/>
        <pc:sldMkLst>
          <pc:docMk/>
          <pc:sldMk cId="298749601" sldId="349"/>
        </pc:sldMkLst>
        <pc:picChg chg="add">
          <ac:chgData name="Salin Kumar" userId="9ea55fcd-e04b-4ee3-9a41-b760379a9fa2" providerId="ADAL" clId="{90F2883A-9E82-4960-AADE-AA1D535C4366}" dt="2019-05-12T19:10:46.325" v="30"/>
          <ac:picMkLst>
            <pc:docMk/>
            <pc:sldMk cId="298749601" sldId="349"/>
            <ac:picMk id="7" creationId="{3CD8C5BB-4B1C-4F4B-9D07-27C9709DBFEE}"/>
          </ac:picMkLst>
        </pc:picChg>
      </pc:sldChg>
      <pc:sldChg chg="addSp">
        <pc:chgData name="Salin Kumar" userId="9ea55fcd-e04b-4ee3-9a41-b760379a9fa2" providerId="ADAL" clId="{90F2883A-9E82-4960-AADE-AA1D535C4366}" dt="2019-05-12T19:10:52.573" v="33"/>
        <pc:sldMkLst>
          <pc:docMk/>
          <pc:sldMk cId="224037023" sldId="350"/>
        </pc:sldMkLst>
        <pc:picChg chg="add">
          <ac:chgData name="Salin Kumar" userId="9ea55fcd-e04b-4ee3-9a41-b760379a9fa2" providerId="ADAL" clId="{90F2883A-9E82-4960-AADE-AA1D535C4366}" dt="2019-05-12T19:10:52.573" v="33"/>
          <ac:picMkLst>
            <pc:docMk/>
            <pc:sldMk cId="224037023" sldId="350"/>
            <ac:picMk id="4" creationId="{6C8135DA-17D3-4345-9690-EC0CFC5419C1}"/>
          </ac:picMkLst>
        </pc:picChg>
      </pc:sldChg>
      <pc:sldChg chg="addSp">
        <pc:chgData name="Salin Kumar" userId="9ea55fcd-e04b-4ee3-9a41-b760379a9fa2" providerId="ADAL" clId="{90F2883A-9E82-4960-AADE-AA1D535C4366}" dt="2019-05-12T19:10:54.259" v="34"/>
        <pc:sldMkLst>
          <pc:docMk/>
          <pc:sldMk cId="2033479911" sldId="351"/>
        </pc:sldMkLst>
        <pc:picChg chg="add">
          <ac:chgData name="Salin Kumar" userId="9ea55fcd-e04b-4ee3-9a41-b760379a9fa2" providerId="ADAL" clId="{90F2883A-9E82-4960-AADE-AA1D535C4366}" dt="2019-05-12T19:10:54.259" v="34"/>
          <ac:picMkLst>
            <pc:docMk/>
            <pc:sldMk cId="2033479911" sldId="351"/>
            <ac:picMk id="4" creationId="{3CA3EF70-7B14-4928-9A05-70558528BBFE}"/>
          </ac:picMkLst>
        </pc:picChg>
      </pc:sldChg>
      <pc:sldChg chg="addSp">
        <pc:chgData name="Salin Kumar" userId="9ea55fcd-e04b-4ee3-9a41-b760379a9fa2" providerId="ADAL" clId="{90F2883A-9E82-4960-AADE-AA1D535C4366}" dt="2019-05-12T19:10:48.476" v="31"/>
        <pc:sldMkLst>
          <pc:docMk/>
          <pc:sldMk cId="2889197373" sldId="352"/>
        </pc:sldMkLst>
        <pc:picChg chg="add">
          <ac:chgData name="Salin Kumar" userId="9ea55fcd-e04b-4ee3-9a41-b760379a9fa2" providerId="ADAL" clId="{90F2883A-9E82-4960-AADE-AA1D535C4366}" dt="2019-05-12T19:10:48.476" v="31"/>
          <ac:picMkLst>
            <pc:docMk/>
            <pc:sldMk cId="2889197373" sldId="352"/>
            <ac:picMk id="4" creationId="{6334B04F-9CAE-4914-8A0B-66B00EF9D040}"/>
          </ac:picMkLst>
        </pc:picChg>
      </pc:sldChg>
      <pc:sldChg chg="addSp">
        <pc:chgData name="Salin Kumar" userId="9ea55fcd-e04b-4ee3-9a41-b760379a9fa2" providerId="ADAL" clId="{90F2883A-9E82-4960-AADE-AA1D535C4366}" dt="2019-05-12T19:09:13.568" v="0"/>
        <pc:sldMkLst>
          <pc:docMk/>
          <pc:sldMk cId="1140389734" sldId="1489"/>
        </pc:sldMkLst>
        <pc:picChg chg="add">
          <ac:chgData name="Salin Kumar" userId="9ea55fcd-e04b-4ee3-9a41-b760379a9fa2" providerId="ADAL" clId="{90F2883A-9E82-4960-AADE-AA1D535C4366}" dt="2019-05-12T19:09:13.568" v="0"/>
          <ac:picMkLst>
            <pc:docMk/>
            <pc:sldMk cId="1140389734" sldId="1489"/>
            <ac:picMk id="5" creationId="{861320E5-5671-4498-957B-381E2131769A}"/>
          </ac:picMkLst>
        </pc:picChg>
      </pc:sldChg>
      <pc:sldChg chg="addSp">
        <pc:chgData name="Salin Kumar" userId="9ea55fcd-e04b-4ee3-9a41-b760379a9fa2" providerId="ADAL" clId="{90F2883A-9E82-4960-AADE-AA1D535C4366}" dt="2019-05-12T19:11:31.971" v="54"/>
        <pc:sldMkLst>
          <pc:docMk/>
          <pc:sldMk cId="2402828649" sldId="1532"/>
        </pc:sldMkLst>
        <pc:picChg chg="add">
          <ac:chgData name="Salin Kumar" userId="9ea55fcd-e04b-4ee3-9a41-b760379a9fa2" providerId="ADAL" clId="{90F2883A-9E82-4960-AADE-AA1D535C4366}" dt="2019-05-12T19:11:31.971" v="54"/>
          <ac:picMkLst>
            <pc:docMk/>
            <pc:sldMk cId="2402828649" sldId="1532"/>
            <ac:picMk id="4" creationId="{70559BD0-8CDD-48DE-9871-1AAADA2555C5}"/>
          </ac:picMkLst>
        </pc:picChg>
      </pc:sldChg>
      <pc:sldChg chg="addSp modSp">
        <pc:chgData name="Salin Kumar" userId="9ea55fcd-e04b-4ee3-9a41-b760379a9fa2" providerId="ADAL" clId="{90F2883A-9E82-4960-AADE-AA1D535C4366}" dt="2019-05-12T19:09:29.434" v="2" actId="1036"/>
        <pc:sldMkLst>
          <pc:docMk/>
          <pc:sldMk cId="3207763006" sldId="1567"/>
        </pc:sldMkLst>
        <pc:picChg chg="add mod">
          <ac:chgData name="Salin Kumar" userId="9ea55fcd-e04b-4ee3-9a41-b760379a9fa2" providerId="ADAL" clId="{90F2883A-9E82-4960-AADE-AA1D535C4366}" dt="2019-05-12T19:09:29.434" v="2" actId="1036"/>
          <ac:picMkLst>
            <pc:docMk/>
            <pc:sldMk cId="3207763006" sldId="1567"/>
            <ac:picMk id="8" creationId="{70048E0B-0DA5-476C-9243-425E0D8FD94F}"/>
          </ac:picMkLst>
        </pc:picChg>
      </pc:sldChg>
      <pc:sldChg chg="addSp">
        <pc:chgData name="Salin Kumar" userId="9ea55fcd-e04b-4ee3-9a41-b760379a9fa2" providerId="ADAL" clId="{90F2883A-9E82-4960-AADE-AA1D535C4366}" dt="2019-05-12T19:09:52.106" v="8"/>
        <pc:sldMkLst>
          <pc:docMk/>
          <pc:sldMk cId="1782500254" sldId="1576"/>
        </pc:sldMkLst>
        <pc:picChg chg="add">
          <ac:chgData name="Salin Kumar" userId="9ea55fcd-e04b-4ee3-9a41-b760379a9fa2" providerId="ADAL" clId="{90F2883A-9E82-4960-AADE-AA1D535C4366}" dt="2019-05-12T19:09:52.106" v="8"/>
          <ac:picMkLst>
            <pc:docMk/>
            <pc:sldMk cId="1782500254" sldId="1576"/>
            <ac:picMk id="1010" creationId="{0CA73D8C-ACAC-4AF8-8766-E356DD3AAE1D}"/>
          </ac:picMkLst>
        </pc:picChg>
      </pc:sldChg>
      <pc:sldChg chg="addSp">
        <pc:chgData name="Salin Kumar" userId="9ea55fcd-e04b-4ee3-9a41-b760379a9fa2" providerId="ADAL" clId="{90F2883A-9E82-4960-AADE-AA1D535C4366}" dt="2019-05-12T19:10:11.923" v="15"/>
        <pc:sldMkLst>
          <pc:docMk/>
          <pc:sldMk cId="1685281798" sldId="1594"/>
        </pc:sldMkLst>
        <pc:picChg chg="add">
          <ac:chgData name="Salin Kumar" userId="9ea55fcd-e04b-4ee3-9a41-b760379a9fa2" providerId="ADAL" clId="{90F2883A-9E82-4960-AADE-AA1D535C4366}" dt="2019-05-12T19:10:11.923" v="15"/>
          <ac:picMkLst>
            <pc:docMk/>
            <pc:sldMk cId="1685281798" sldId="1594"/>
            <ac:picMk id="4" creationId="{ED66C20B-88A2-4F2D-BCE9-492C55270E88}"/>
          </ac:picMkLst>
        </pc:picChg>
      </pc:sldChg>
      <pc:sldChg chg="addSp">
        <pc:chgData name="Salin Kumar" userId="9ea55fcd-e04b-4ee3-9a41-b760379a9fa2" providerId="ADAL" clId="{90F2883A-9E82-4960-AADE-AA1D535C4366}" dt="2019-05-12T19:10:17.013" v="17"/>
        <pc:sldMkLst>
          <pc:docMk/>
          <pc:sldMk cId="1615527267" sldId="1601"/>
        </pc:sldMkLst>
        <pc:picChg chg="add">
          <ac:chgData name="Salin Kumar" userId="9ea55fcd-e04b-4ee3-9a41-b760379a9fa2" providerId="ADAL" clId="{90F2883A-9E82-4960-AADE-AA1D535C4366}" dt="2019-05-12T19:10:17.013" v="17"/>
          <ac:picMkLst>
            <pc:docMk/>
            <pc:sldMk cId="1615527267" sldId="1601"/>
            <ac:picMk id="4" creationId="{323DAD53-EAA3-40C2-8505-8F48072616E8}"/>
          </ac:picMkLst>
        </pc:picChg>
      </pc:sldChg>
      <pc:sldChg chg="addSp">
        <pc:chgData name="Salin Kumar" userId="9ea55fcd-e04b-4ee3-9a41-b760379a9fa2" providerId="ADAL" clId="{90F2883A-9E82-4960-AADE-AA1D535C4366}" dt="2019-05-12T19:10:21.200" v="19"/>
        <pc:sldMkLst>
          <pc:docMk/>
          <pc:sldMk cId="2781911037" sldId="1605"/>
        </pc:sldMkLst>
        <pc:picChg chg="add">
          <ac:chgData name="Salin Kumar" userId="9ea55fcd-e04b-4ee3-9a41-b760379a9fa2" providerId="ADAL" clId="{90F2883A-9E82-4960-AADE-AA1D535C4366}" dt="2019-05-12T19:10:21.200" v="19"/>
          <ac:picMkLst>
            <pc:docMk/>
            <pc:sldMk cId="2781911037" sldId="1605"/>
            <ac:picMk id="4" creationId="{4CFA3F77-9997-423B-ABA6-EB76B15C02EC}"/>
          </ac:picMkLst>
        </pc:picChg>
      </pc:sldChg>
      <pc:sldChg chg="addSp">
        <pc:chgData name="Salin Kumar" userId="9ea55fcd-e04b-4ee3-9a41-b760379a9fa2" providerId="ADAL" clId="{90F2883A-9E82-4960-AADE-AA1D535C4366}" dt="2019-05-12T19:09:41.773" v="5"/>
        <pc:sldMkLst>
          <pc:docMk/>
          <pc:sldMk cId="1526200903" sldId="1607"/>
        </pc:sldMkLst>
        <pc:picChg chg="add">
          <ac:chgData name="Salin Kumar" userId="9ea55fcd-e04b-4ee3-9a41-b760379a9fa2" providerId="ADAL" clId="{90F2883A-9E82-4960-AADE-AA1D535C4366}" dt="2019-05-12T19:09:41.773" v="5"/>
          <ac:picMkLst>
            <pc:docMk/>
            <pc:sldMk cId="1526200903" sldId="1607"/>
            <ac:picMk id="6" creationId="{2D592DE9-9558-407E-BFCA-DAC30FA9CB04}"/>
          </ac:picMkLst>
        </pc:picChg>
      </pc:sldChg>
      <pc:sldChg chg="addSp">
        <pc:chgData name="Salin Kumar" userId="9ea55fcd-e04b-4ee3-9a41-b760379a9fa2" providerId="ADAL" clId="{90F2883A-9E82-4960-AADE-AA1D535C4366}" dt="2019-05-12T19:11:33.923" v="55"/>
        <pc:sldMkLst>
          <pc:docMk/>
          <pc:sldMk cId="4018471737" sldId="1608"/>
        </pc:sldMkLst>
        <pc:picChg chg="add">
          <ac:chgData name="Salin Kumar" userId="9ea55fcd-e04b-4ee3-9a41-b760379a9fa2" providerId="ADAL" clId="{90F2883A-9E82-4960-AADE-AA1D535C4366}" dt="2019-05-12T19:11:33.923" v="55"/>
          <ac:picMkLst>
            <pc:docMk/>
            <pc:sldMk cId="4018471737" sldId="1608"/>
            <ac:picMk id="4" creationId="{FB21E860-FC19-4ECD-B020-598CB6C11D5A}"/>
          </ac:picMkLst>
        </pc:picChg>
      </pc:sldChg>
      <pc:sldChg chg="addSp modSp">
        <pc:chgData name="Salin Kumar" userId="9ea55fcd-e04b-4ee3-9a41-b760379a9fa2" providerId="ADAL" clId="{90F2883A-9E82-4960-AADE-AA1D535C4366}" dt="2019-05-12T19:09:36.172" v="4" actId="1036"/>
        <pc:sldMkLst>
          <pc:docMk/>
          <pc:sldMk cId="3588942872" sldId="1609"/>
        </pc:sldMkLst>
        <pc:picChg chg="add mod">
          <ac:chgData name="Salin Kumar" userId="9ea55fcd-e04b-4ee3-9a41-b760379a9fa2" providerId="ADAL" clId="{90F2883A-9E82-4960-AADE-AA1D535C4366}" dt="2019-05-12T19:09:36.172" v="4" actId="1036"/>
          <ac:picMkLst>
            <pc:docMk/>
            <pc:sldMk cId="3588942872" sldId="1609"/>
            <ac:picMk id="4" creationId="{E2E32D7C-B548-4C99-9293-11786B0E5493}"/>
          </ac:picMkLst>
        </pc:picChg>
      </pc:sldChg>
      <pc:sldChg chg="addSp">
        <pc:chgData name="Salin Kumar" userId="9ea55fcd-e04b-4ee3-9a41-b760379a9fa2" providerId="ADAL" clId="{90F2883A-9E82-4960-AADE-AA1D535C4366}" dt="2019-05-12T19:10:44.035" v="29"/>
        <pc:sldMkLst>
          <pc:docMk/>
          <pc:sldMk cId="70390159" sldId="1610"/>
        </pc:sldMkLst>
        <pc:picChg chg="add">
          <ac:chgData name="Salin Kumar" userId="9ea55fcd-e04b-4ee3-9a41-b760379a9fa2" providerId="ADAL" clId="{90F2883A-9E82-4960-AADE-AA1D535C4366}" dt="2019-05-12T19:10:44.035" v="29"/>
          <ac:picMkLst>
            <pc:docMk/>
            <pc:sldMk cId="70390159" sldId="1610"/>
            <ac:picMk id="4" creationId="{AD6DFB35-ADF9-42D9-A5BD-37AF485C23F8}"/>
          </ac:picMkLst>
        </pc:picChg>
      </pc:sldChg>
      <pc:sldChg chg="addSp">
        <pc:chgData name="Salin Kumar" userId="9ea55fcd-e04b-4ee3-9a41-b760379a9fa2" providerId="ADAL" clId="{90F2883A-9E82-4960-AADE-AA1D535C4366}" dt="2019-05-12T19:10:57.021" v="35"/>
        <pc:sldMkLst>
          <pc:docMk/>
          <pc:sldMk cId="1005019020" sldId="1611"/>
        </pc:sldMkLst>
        <pc:picChg chg="add">
          <ac:chgData name="Salin Kumar" userId="9ea55fcd-e04b-4ee3-9a41-b760379a9fa2" providerId="ADAL" clId="{90F2883A-9E82-4960-AADE-AA1D535C4366}" dt="2019-05-12T19:10:57.021" v="35"/>
          <ac:picMkLst>
            <pc:docMk/>
            <pc:sldMk cId="1005019020" sldId="1611"/>
            <ac:picMk id="5" creationId="{B9823A85-A774-4FEF-BCAF-1A199E990252}"/>
          </ac:picMkLst>
        </pc:picChg>
      </pc:sldChg>
      <pc:sldChg chg="addSp">
        <pc:chgData name="Salin Kumar" userId="9ea55fcd-e04b-4ee3-9a41-b760379a9fa2" providerId="ADAL" clId="{90F2883A-9E82-4960-AADE-AA1D535C4366}" dt="2019-05-12T19:10:59.545" v="36"/>
        <pc:sldMkLst>
          <pc:docMk/>
          <pc:sldMk cId="1557108" sldId="1612"/>
        </pc:sldMkLst>
        <pc:picChg chg="add">
          <ac:chgData name="Salin Kumar" userId="9ea55fcd-e04b-4ee3-9a41-b760379a9fa2" providerId="ADAL" clId="{90F2883A-9E82-4960-AADE-AA1D535C4366}" dt="2019-05-12T19:10:59.545" v="36"/>
          <ac:picMkLst>
            <pc:docMk/>
            <pc:sldMk cId="1557108" sldId="1612"/>
            <ac:picMk id="5" creationId="{60E02ED1-ECD7-4176-81EA-E4B500282EFD}"/>
          </ac:picMkLst>
        </pc:picChg>
      </pc:sldChg>
      <pc:sldChg chg="addSp">
        <pc:chgData name="Salin Kumar" userId="9ea55fcd-e04b-4ee3-9a41-b760379a9fa2" providerId="ADAL" clId="{90F2883A-9E82-4960-AADE-AA1D535C4366}" dt="2019-05-12T19:11:01.238" v="37"/>
        <pc:sldMkLst>
          <pc:docMk/>
          <pc:sldMk cId="2975563597" sldId="1613"/>
        </pc:sldMkLst>
        <pc:picChg chg="add">
          <ac:chgData name="Salin Kumar" userId="9ea55fcd-e04b-4ee3-9a41-b760379a9fa2" providerId="ADAL" clId="{90F2883A-9E82-4960-AADE-AA1D535C4366}" dt="2019-05-12T19:11:01.238" v="37"/>
          <ac:picMkLst>
            <pc:docMk/>
            <pc:sldMk cId="2975563597" sldId="1613"/>
            <ac:picMk id="5" creationId="{9BBB9107-2C54-427B-B6B3-C76CF5E5546D}"/>
          </ac:picMkLst>
        </pc:picChg>
      </pc:sldChg>
      <pc:sldChg chg="addSp">
        <pc:chgData name="Salin Kumar" userId="9ea55fcd-e04b-4ee3-9a41-b760379a9fa2" providerId="ADAL" clId="{90F2883A-9E82-4960-AADE-AA1D535C4366}" dt="2019-05-12T19:11:03.698" v="38"/>
        <pc:sldMkLst>
          <pc:docMk/>
          <pc:sldMk cId="4167607757" sldId="1614"/>
        </pc:sldMkLst>
        <pc:picChg chg="add">
          <ac:chgData name="Salin Kumar" userId="9ea55fcd-e04b-4ee3-9a41-b760379a9fa2" providerId="ADAL" clId="{90F2883A-9E82-4960-AADE-AA1D535C4366}" dt="2019-05-12T19:11:03.698" v="38"/>
          <ac:picMkLst>
            <pc:docMk/>
            <pc:sldMk cId="4167607757" sldId="1614"/>
            <ac:picMk id="5" creationId="{84D0A3FB-6A68-40DC-970F-FA528CBB9480}"/>
          </ac:picMkLst>
        </pc:picChg>
      </pc:sldChg>
      <pc:sldChg chg="addSp">
        <pc:chgData name="Salin Kumar" userId="9ea55fcd-e04b-4ee3-9a41-b760379a9fa2" providerId="ADAL" clId="{90F2883A-9E82-4960-AADE-AA1D535C4366}" dt="2019-05-12T19:11:05.239" v="39"/>
        <pc:sldMkLst>
          <pc:docMk/>
          <pc:sldMk cId="603483960" sldId="1615"/>
        </pc:sldMkLst>
        <pc:picChg chg="add">
          <ac:chgData name="Salin Kumar" userId="9ea55fcd-e04b-4ee3-9a41-b760379a9fa2" providerId="ADAL" clId="{90F2883A-9E82-4960-AADE-AA1D535C4366}" dt="2019-05-12T19:11:05.239" v="39"/>
          <ac:picMkLst>
            <pc:docMk/>
            <pc:sldMk cId="603483960" sldId="1615"/>
            <ac:picMk id="6" creationId="{3EB9484B-DBD4-43B5-A701-D3C786701A0B}"/>
          </ac:picMkLst>
        </pc:picChg>
      </pc:sldChg>
      <pc:sldChg chg="addSp">
        <pc:chgData name="Salin Kumar" userId="9ea55fcd-e04b-4ee3-9a41-b760379a9fa2" providerId="ADAL" clId="{90F2883A-9E82-4960-AADE-AA1D535C4366}" dt="2019-05-12T19:11:08.643" v="41"/>
        <pc:sldMkLst>
          <pc:docMk/>
          <pc:sldMk cId="1824048166" sldId="1616"/>
        </pc:sldMkLst>
        <pc:picChg chg="add">
          <ac:chgData name="Salin Kumar" userId="9ea55fcd-e04b-4ee3-9a41-b760379a9fa2" providerId="ADAL" clId="{90F2883A-9E82-4960-AADE-AA1D535C4366}" dt="2019-05-12T19:11:08.643" v="41"/>
          <ac:picMkLst>
            <pc:docMk/>
            <pc:sldMk cId="1824048166" sldId="1616"/>
            <ac:picMk id="5" creationId="{797690AD-CE03-47AB-A09A-F1CE4B0F2A4C}"/>
          </ac:picMkLst>
        </pc:picChg>
      </pc:sldChg>
      <pc:sldChg chg="addSp">
        <pc:chgData name="Salin Kumar" userId="9ea55fcd-e04b-4ee3-9a41-b760379a9fa2" providerId="ADAL" clId="{90F2883A-9E82-4960-AADE-AA1D535C4366}" dt="2019-05-12T19:11:10.231" v="42"/>
        <pc:sldMkLst>
          <pc:docMk/>
          <pc:sldMk cId="3306324962" sldId="1617"/>
        </pc:sldMkLst>
        <pc:picChg chg="add">
          <ac:chgData name="Salin Kumar" userId="9ea55fcd-e04b-4ee3-9a41-b760379a9fa2" providerId="ADAL" clId="{90F2883A-9E82-4960-AADE-AA1D535C4366}" dt="2019-05-12T19:11:10.231" v="42"/>
          <ac:picMkLst>
            <pc:docMk/>
            <pc:sldMk cId="3306324962" sldId="1617"/>
            <ac:picMk id="5" creationId="{451A0587-BB28-486C-A8E3-CC5BD6D34EDE}"/>
          </ac:picMkLst>
        </pc:picChg>
      </pc:sldChg>
      <pc:sldChg chg="addSp">
        <pc:chgData name="Salin Kumar" userId="9ea55fcd-e04b-4ee3-9a41-b760379a9fa2" providerId="ADAL" clId="{90F2883A-9E82-4960-AADE-AA1D535C4366}" dt="2019-05-12T19:11:11.791" v="43"/>
        <pc:sldMkLst>
          <pc:docMk/>
          <pc:sldMk cId="2712413329" sldId="1618"/>
        </pc:sldMkLst>
        <pc:picChg chg="add">
          <ac:chgData name="Salin Kumar" userId="9ea55fcd-e04b-4ee3-9a41-b760379a9fa2" providerId="ADAL" clId="{90F2883A-9E82-4960-AADE-AA1D535C4366}" dt="2019-05-12T19:11:11.791" v="43"/>
          <ac:picMkLst>
            <pc:docMk/>
            <pc:sldMk cId="2712413329" sldId="1618"/>
            <ac:picMk id="5" creationId="{A304F44E-510A-4D1A-A38C-2BFF60AC2143}"/>
          </ac:picMkLst>
        </pc:picChg>
      </pc:sldChg>
      <pc:sldChg chg="addSp">
        <pc:chgData name="Salin Kumar" userId="9ea55fcd-e04b-4ee3-9a41-b760379a9fa2" providerId="ADAL" clId="{90F2883A-9E82-4960-AADE-AA1D535C4366}" dt="2019-05-12T19:11:13.392" v="44"/>
        <pc:sldMkLst>
          <pc:docMk/>
          <pc:sldMk cId="2150590774" sldId="1619"/>
        </pc:sldMkLst>
        <pc:picChg chg="add">
          <ac:chgData name="Salin Kumar" userId="9ea55fcd-e04b-4ee3-9a41-b760379a9fa2" providerId="ADAL" clId="{90F2883A-9E82-4960-AADE-AA1D535C4366}" dt="2019-05-12T19:11:13.392" v="44"/>
          <ac:picMkLst>
            <pc:docMk/>
            <pc:sldMk cId="2150590774" sldId="1619"/>
            <ac:picMk id="5" creationId="{1617A56A-8D45-4869-BDDE-D4AF390BE94B}"/>
          </ac:picMkLst>
        </pc:picChg>
      </pc:sldChg>
      <pc:sldChg chg="addSp">
        <pc:chgData name="Salin Kumar" userId="9ea55fcd-e04b-4ee3-9a41-b760379a9fa2" providerId="ADAL" clId="{90F2883A-9E82-4960-AADE-AA1D535C4366}" dt="2019-05-12T19:11:14.996" v="45"/>
        <pc:sldMkLst>
          <pc:docMk/>
          <pc:sldMk cId="269216320" sldId="1620"/>
        </pc:sldMkLst>
        <pc:picChg chg="add">
          <ac:chgData name="Salin Kumar" userId="9ea55fcd-e04b-4ee3-9a41-b760379a9fa2" providerId="ADAL" clId="{90F2883A-9E82-4960-AADE-AA1D535C4366}" dt="2019-05-12T19:11:14.996" v="45"/>
          <ac:picMkLst>
            <pc:docMk/>
            <pc:sldMk cId="269216320" sldId="1620"/>
            <ac:picMk id="5" creationId="{BD1E8069-231B-4952-87D6-77C425F24801}"/>
          </ac:picMkLst>
        </pc:picChg>
      </pc:sldChg>
      <pc:sldChg chg="addSp">
        <pc:chgData name="Salin Kumar" userId="9ea55fcd-e04b-4ee3-9a41-b760379a9fa2" providerId="ADAL" clId="{90F2883A-9E82-4960-AADE-AA1D535C4366}" dt="2019-05-12T19:11:17.163" v="46"/>
        <pc:sldMkLst>
          <pc:docMk/>
          <pc:sldMk cId="2057574668" sldId="1621"/>
        </pc:sldMkLst>
        <pc:picChg chg="add">
          <ac:chgData name="Salin Kumar" userId="9ea55fcd-e04b-4ee3-9a41-b760379a9fa2" providerId="ADAL" clId="{90F2883A-9E82-4960-AADE-AA1D535C4366}" dt="2019-05-12T19:11:17.163" v="46"/>
          <ac:picMkLst>
            <pc:docMk/>
            <pc:sldMk cId="2057574668" sldId="1621"/>
            <ac:picMk id="5" creationId="{D8144746-2890-446A-B2D5-A08D99D7F7B2}"/>
          </ac:picMkLst>
        </pc:picChg>
      </pc:sldChg>
      <pc:sldChg chg="addSp">
        <pc:chgData name="Salin Kumar" userId="9ea55fcd-e04b-4ee3-9a41-b760379a9fa2" providerId="ADAL" clId="{90F2883A-9E82-4960-AADE-AA1D535C4366}" dt="2019-05-12T19:11:18.828" v="47"/>
        <pc:sldMkLst>
          <pc:docMk/>
          <pc:sldMk cId="3007999403" sldId="1622"/>
        </pc:sldMkLst>
        <pc:picChg chg="add">
          <ac:chgData name="Salin Kumar" userId="9ea55fcd-e04b-4ee3-9a41-b760379a9fa2" providerId="ADAL" clId="{90F2883A-9E82-4960-AADE-AA1D535C4366}" dt="2019-05-12T19:11:18.828" v="47"/>
          <ac:picMkLst>
            <pc:docMk/>
            <pc:sldMk cId="3007999403" sldId="1622"/>
            <ac:picMk id="5" creationId="{7CD964D4-C57A-423E-9857-28FA72F4C1E4}"/>
          </ac:picMkLst>
        </pc:picChg>
      </pc:sldChg>
      <pc:sldChg chg="addSp">
        <pc:chgData name="Salin Kumar" userId="9ea55fcd-e04b-4ee3-9a41-b760379a9fa2" providerId="ADAL" clId="{90F2883A-9E82-4960-AADE-AA1D535C4366}" dt="2019-05-12T19:11:20.583" v="48"/>
        <pc:sldMkLst>
          <pc:docMk/>
          <pc:sldMk cId="413400544" sldId="1623"/>
        </pc:sldMkLst>
        <pc:picChg chg="add">
          <ac:chgData name="Salin Kumar" userId="9ea55fcd-e04b-4ee3-9a41-b760379a9fa2" providerId="ADAL" clId="{90F2883A-9E82-4960-AADE-AA1D535C4366}" dt="2019-05-12T19:11:20.583" v="48"/>
          <ac:picMkLst>
            <pc:docMk/>
            <pc:sldMk cId="413400544" sldId="1623"/>
            <ac:picMk id="5" creationId="{4709BC84-938A-4CB4-BF41-74F2DFA98724}"/>
          </ac:picMkLst>
        </pc:picChg>
      </pc:sldChg>
      <pc:sldChg chg="addSp">
        <pc:chgData name="Salin Kumar" userId="9ea55fcd-e04b-4ee3-9a41-b760379a9fa2" providerId="ADAL" clId="{90F2883A-9E82-4960-AADE-AA1D535C4366}" dt="2019-05-12T19:11:29.964" v="53"/>
        <pc:sldMkLst>
          <pc:docMk/>
          <pc:sldMk cId="2402958129" sldId="1624"/>
        </pc:sldMkLst>
        <pc:picChg chg="add">
          <ac:chgData name="Salin Kumar" userId="9ea55fcd-e04b-4ee3-9a41-b760379a9fa2" providerId="ADAL" clId="{90F2883A-9E82-4960-AADE-AA1D535C4366}" dt="2019-05-12T19:11:29.964" v="53"/>
          <ac:picMkLst>
            <pc:docMk/>
            <pc:sldMk cId="2402958129" sldId="1624"/>
            <ac:picMk id="5" creationId="{0FED718D-EAB1-4B08-A710-C1367921BAB8}"/>
          </ac:picMkLst>
        </pc:picChg>
      </pc:sldChg>
      <pc:sldChg chg="addSp">
        <pc:chgData name="Salin Kumar" userId="9ea55fcd-e04b-4ee3-9a41-b760379a9fa2" providerId="ADAL" clId="{90F2883A-9E82-4960-AADE-AA1D535C4366}" dt="2019-05-12T19:11:22.673" v="49"/>
        <pc:sldMkLst>
          <pc:docMk/>
          <pc:sldMk cId="3663771211" sldId="1625"/>
        </pc:sldMkLst>
        <pc:picChg chg="add">
          <ac:chgData name="Salin Kumar" userId="9ea55fcd-e04b-4ee3-9a41-b760379a9fa2" providerId="ADAL" clId="{90F2883A-9E82-4960-AADE-AA1D535C4366}" dt="2019-05-12T19:11:22.673" v="49"/>
          <ac:picMkLst>
            <pc:docMk/>
            <pc:sldMk cId="3663771211" sldId="1625"/>
            <ac:picMk id="5" creationId="{808416E3-4536-4912-89F6-4A1CC0060B55}"/>
          </ac:picMkLst>
        </pc:picChg>
      </pc:sldChg>
      <pc:sldChg chg="addSp">
        <pc:chgData name="Salin Kumar" userId="9ea55fcd-e04b-4ee3-9a41-b760379a9fa2" providerId="ADAL" clId="{90F2883A-9E82-4960-AADE-AA1D535C4366}" dt="2019-05-12T19:11:24.491" v="50"/>
        <pc:sldMkLst>
          <pc:docMk/>
          <pc:sldMk cId="4249158282" sldId="1626"/>
        </pc:sldMkLst>
        <pc:picChg chg="add">
          <ac:chgData name="Salin Kumar" userId="9ea55fcd-e04b-4ee3-9a41-b760379a9fa2" providerId="ADAL" clId="{90F2883A-9E82-4960-AADE-AA1D535C4366}" dt="2019-05-12T19:11:24.491" v="50"/>
          <ac:picMkLst>
            <pc:docMk/>
            <pc:sldMk cId="4249158282" sldId="1626"/>
            <ac:picMk id="5" creationId="{C1978EC3-720C-4D5A-BBC1-2B5F613FB5BD}"/>
          </ac:picMkLst>
        </pc:picChg>
      </pc:sldChg>
      <pc:sldChg chg="addSp">
        <pc:chgData name="Salin Kumar" userId="9ea55fcd-e04b-4ee3-9a41-b760379a9fa2" providerId="ADAL" clId="{90F2883A-9E82-4960-AADE-AA1D535C4366}" dt="2019-05-12T19:11:26.465" v="51"/>
        <pc:sldMkLst>
          <pc:docMk/>
          <pc:sldMk cId="2052620543" sldId="1627"/>
        </pc:sldMkLst>
        <pc:picChg chg="add">
          <ac:chgData name="Salin Kumar" userId="9ea55fcd-e04b-4ee3-9a41-b760379a9fa2" providerId="ADAL" clId="{90F2883A-9E82-4960-AADE-AA1D535C4366}" dt="2019-05-12T19:11:26.465" v="51"/>
          <ac:picMkLst>
            <pc:docMk/>
            <pc:sldMk cId="2052620543" sldId="1627"/>
            <ac:picMk id="5" creationId="{148D7588-0043-4B93-8704-92D2104B6864}"/>
          </ac:picMkLst>
        </pc:picChg>
      </pc:sldChg>
      <pc:sldChg chg="addSp">
        <pc:chgData name="Salin Kumar" userId="9ea55fcd-e04b-4ee3-9a41-b760379a9fa2" providerId="ADAL" clId="{90F2883A-9E82-4960-AADE-AA1D535C4366}" dt="2019-05-12T19:11:28.275" v="52"/>
        <pc:sldMkLst>
          <pc:docMk/>
          <pc:sldMk cId="222796721" sldId="1628"/>
        </pc:sldMkLst>
        <pc:picChg chg="add">
          <ac:chgData name="Salin Kumar" userId="9ea55fcd-e04b-4ee3-9a41-b760379a9fa2" providerId="ADAL" clId="{90F2883A-9E82-4960-AADE-AA1D535C4366}" dt="2019-05-12T19:11:28.275" v="52"/>
          <ac:picMkLst>
            <pc:docMk/>
            <pc:sldMk cId="222796721" sldId="1628"/>
            <ac:picMk id="5" creationId="{2199600C-BBE1-4125-B4DA-1DF7A2126350}"/>
          </ac:picMkLst>
        </pc:picChg>
      </pc:sldChg>
    </pc:docChg>
  </pc:docChgLst>
  <pc:docChgLst>
    <pc:chgData name="Salin Kumar" userId="285015fa-8ca7-4b4f-93a6-38ccd96422c0" providerId="ADAL" clId="{8126105F-388C-4122-BA92-AF82707D6B6C}"/>
    <pc:docChg chg="modSld">
      <pc:chgData name="Salin Kumar" userId="285015fa-8ca7-4b4f-93a6-38ccd96422c0" providerId="ADAL" clId="{8126105F-388C-4122-BA92-AF82707D6B6C}" dt="2022-09-11T13:52:35.715" v="25" actId="20577"/>
      <pc:docMkLst>
        <pc:docMk/>
      </pc:docMkLst>
      <pc:sldChg chg="modSp mod">
        <pc:chgData name="Salin Kumar" userId="285015fa-8ca7-4b4f-93a6-38ccd96422c0" providerId="ADAL" clId="{8126105F-388C-4122-BA92-AF82707D6B6C}" dt="2022-09-11T13:48:29.759" v="11" actId="20577"/>
        <pc:sldMkLst>
          <pc:docMk/>
          <pc:sldMk cId="1824397031" sldId="313"/>
        </pc:sldMkLst>
        <pc:spChg chg="mod">
          <ac:chgData name="Salin Kumar" userId="285015fa-8ca7-4b4f-93a6-38ccd96422c0" providerId="ADAL" clId="{8126105F-388C-4122-BA92-AF82707D6B6C}" dt="2022-09-11T13:48:29.759" v="11" actId="20577"/>
          <ac:spMkLst>
            <pc:docMk/>
            <pc:sldMk cId="1824397031" sldId="313"/>
            <ac:spMk id="3" creationId="{00000000-0000-0000-0000-000000000000}"/>
          </ac:spMkLst>
        </pc:spChg>
      </pc:sldChg>
      <pc:sldChg chg="modSp mod">
        <pc:chgData name="Salin Kumar" userId="285015fa-8ca7-4b4f-93a6-38ccd96422c0" providerId="ADAL" clId="{8126105F-388C-4122-BA92-AF82707D6B6C}" dt="2022-09-11T13:48:41.629" v="17" actId="20577"/>
        <pc:sldMkLst>
          <pc:docMk/>
          <pc:sldMk cId="3053233278" sldId="319"/>
        </pc:sldMkLst>
        <pc:spChg chg="mod">
          <ac:chgData name="Salin Kumar" userId="285015fa-8ca7-4b4f-93a6-38ccd96422c0" providerId="ADAL" clId="{8126105F-388C-4122-BA92-AF82707D6B6C}" dt="2022-09-11T13:48:41.629" v="17" actId="20577"/>
          <ac:spMkLst>
            <pc:docMk/>
            <pc:sldMk cId="3053233278" sldId="319"/>
            <ac:spMk id="3" creationId="{00000000-0000-0000-0000-000000000000}"/>
          </ac:spMkLst>
        </pc:spChg>
      </pc:sldChg>
      <pc:sldChg chg="modSp mod">
        <pc:chgData name="Salin Kumar" userId="285015fa-8ca7-4b4f-93a6-38ccd96422c0" providerId="ADAL" clId="{8126105F-388C-4122-BA92-AF82707D6B6C}" dt="2022-09-11T13:48:55.465" v="23" actId="20577"/>
        <pc:sldMkLst>
          <pc:docMk/>
          <pc:sldMk cId="1586188966" sldId="324"/>
        </pc:sldMkLst>
        <pc:spChg chg="mod">
          <ac:chgData name="Salin Kumar" userId="285015fa-8ca7-4b4f-93a6-38ccd96422c0" providerId="ADAL" clId="{8126105F-388C-4122-BA92-AF82707D6B6C}" dt="2022-09-11T13:48:55.465" v="23" actId="20577"/>
          <ac:spMkLst>
            <pc:docMk/>
            <pc:sldMk cId="1586188966" sldId="324"/>
            <ac:spMk id="3" creationId="{00000000-0000-0000-0000-000000000000}"/>
          </ac:spMkLst>
        </pc:spChg>
      </pc:sldChg>
      <pc:sldChg chg="modSp mod">
        <pc:chgData name="Salin Kumar" userId="285015fa-8ca7-4b4f-93a6-38ccd96422c0" providerId="ADAL" clId="{8126105F-388C-4122-BA92-AF82707D6B6C}" dt="2022-09-11T13:48:14.493" v="5" actId="20577"/>
        <pc:sldMkLst>
          <pc:docMk/>
          <pc:sldMk cId="298568058" sldId="340"/>
        </pc:sldMkLst>
        <pc:spChg chg="mod">
          <ac:chgData name="Salin Kumar" userId="285015fa-8ca7-4b4f-93a6-38ccd96422c0" providerId="ADAL" clId="{8126105F-388C-4122-BA92-AF82707D6B6C}" dt="2022-09-11T13:48:14.493" v="5" actId="20577"/>
          <ac:spMkLst>
            <pc:docMk/>
            <pc:sldMk cId="298568058" sldId="340"/>
            <ac:spMk id="3" creationId="{00000000-0000-0000-0000-000000000000}"/>
          </ac:spMkLst>
        </pc:spChg>
      </pc:sldChg>
      <pc:sldChg chg="modSp mod">
        <pc:chgData name="Salin Kumar" userId="285015fa-8ca7-4b4f-93a6-38ccd96422c0" providerId="ADAL" clId="{8126105F-388C-4122-BA92-AF82707D6B6C}" dt="2022-09-11T13:48:50.516" v="20" actId="20577"/>
        <pc:sldMkLst>
          <pc:docMk/>
          <pc:sldMk cId="608056463" sldId="345"/>
        </pc:sldMkLst>
        <pc:spChg chg="mod">
          <ac:chgData name="Salin Kumar" userId="285015fa-8ca7-4b4f-93a6-38ccd96422c0" providerId="ADAL" clId="{8126105F-388C-4122-BA92-AF82707D6B6C}" dt="2022-09-11T13:48:50.516" v="20" actId="20577"/>
          <ac:spMkLst>
            <pc:docMk/>
            <pc:sldMk cId="608056463" sldId="345"/>
            <ac:spMk id="3" creationId="{00000000-0000-0000-0000-000000000000}"/>
          </ac:spMkLst>
        </pc:spChg>
      </pc:sldChg>
      <pc:sldChg chg="modSp mod">
        <pc:chgData name="Salin Kumar" userId="285015fa-8ca7-4b4f-93a6-38ccd96422c0" providerId="ADAL" clId="{8126105F-388C-4122-BA92-AF82707D6B6C}" dt="2022-09-11T13:48:08.059" v="2" actId="20577"/>
        <pc:sldMkLst>
          <pc:docMk/>
          <pc:sldMk cId="1685281798" sldId="1594"/>
        </pc:sldMkLst>
        <pc:spChg chg="mod">
          <ac:chgData name="Salin Kumar" userId="285015fa-8ca7-4b4f-93a6-38ccd96422c0" providerId="ADAL" clId="{8126105F-388C-4122-BA92-AF82707D6B6C}" dt="2022-09-11T13:48:08.059" v="2" actId="20577"/>
          <ac:spMkLst>
            <pc:docMk/>
            <pc:sldMk cId="1685281798" sldId="1594"/>
            <ac:spMk id="7" creationId="{498DD179-20A5-4DC5-957B-13804658C730}"/>
          </ac:spMkLst>
        </pc:spChg>
      </pc:sldChg>
      <pc:sldChg chg="modSp mod">
        <pc:chgData name="Salin Kumar" userId="285015fa-8ca7-4b4f-93a6-38ccd96422c0" providerId="ADAL" clId="{8126105F-388C-4122-BA92-AF82707D6B6C}" dt="2022-09-11T13:48:21.963" v="8" actId="20577"/>
        <pc:sldMkLst>
          <pc:docMk/>
          <pc:sldMk cId="1615527267" sldId="1601"/>
        </pc:sldMkLst>
        <pc:spChg chg="mod">
          <ac:chgData name="Salin Kumar" userId="285015fa-8ca7-4b4f-93a6-38ccd96422c0" providerId="ADAL" clId="{8126105F-388C-4122-BA92-AF82707D6B6C}" dt="2022-09-11T13:48:21.963" v="8" actId="20577"/>
          <ac:spMkLst>
            <pc:docMk/>
            <pc:sldMk cId="1615527267" sldId="1601"/>
            <ac:spMk id="2" creationId="{630AF8A4-40F4-4E6B-9F77-58A3DC744C18}"/>
          </ac:spMkLst>
        </pc:spChg>
      </pc:sldChg>
      <pc:sldChg chg="modSp mod">
        <pc:chgData name="Salin Kumar" userId="285015fa-8ca7-4b4f-93a6-38ccd96422c0" providerId="ADAL" clId="{8126105F-388C-4122-BA92-AF82707D6B6C}" dt="2022-09-11T13:48:36.869" v="14" actId="20577"/>
        <pc:sldMkLst>
          <pc:docMk/>
          <pc:sldMk cId="2781911037" sldId="1605"/>
        </pc:sldMkLst>
        <pc:spChg chg="mod">
          <ac:chgData name="Salin Kumar" userId="285015fa-8ca7-4b4f-93a6-38ccd96422c0" providerId="ADAL" clId="{8126105F-388C-4122-BA92-AF82707D6B6C}" dt="2022-09-11T13:48:36.869" v="14" actId="20577"/>
          <ac:spMkLst>
            <pc:docMk/>
            <pc:sldMk cId="2781911037" sldId="1605"/>
            <ac:spMk id="5" creationId="{9E931492-C982-4925-984A-361657155877}"/>
          </ac:spMkLst>
        </pc:spChg>
      </pc:sldChg>
      <pc:sldChg chg="modSp mod">
        <pc:chgData name="Salin Kumar" userId="285015fa-8ca7-4b4f-93a6-38ccd96422c0" providerId="ADAL" clId="{8126105F-388C-4122-BA92-AF82707D6B6C}" dt="2022-09-11T13:52:35.715" v="25" actId="20577"/>
        <pc:sldMkLst>
          <pc:docMk/>
          <pc:sldMk cId="2402958129" sldId="1624"/>
        </pc:sldMkLst>
        <pc:spChg chg="mod">
          <ac:chgData name="Salin Kumar" userId="285015fa-8ca7-4b4f-93a6-38ccd96422c0" providerId="ADAL" clId="{8126105F-388C-4122-BA92-AF82707D6B6C}" dt="2022-09-11T13:52:35.715" v="25" actId="20577"/>
          <ac:spMkLst>
            <pc:docMk/>
            <pc:sldMk cId="2402958129" sldId="1624"/>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F47189-32C2-4FD6-9574-EABC8E2879EF}" type="datetime8">
              <a:rPr lang="en-US" smtClean="0">
                <a:latin typeface="Segoe UI" pitchFamily="34" charset="0"/>
              </a:rPr>
              <a:t>9/11/2022 4:48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MOTC - Confidential</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72FEC49E-D386-4400-BF2C-F10AFE14B7CE}" type="datetime8">
              <a:rPr lang="en-US" smtClean="0"/>
              <a:t>9/11/2022 4:41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sldNum="0" hdr="0" ftr="0" dt="0"/>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3785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4182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85770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5830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7847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82951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72737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defRPr/>
            </a:pPr>
            <a:endParaRPr lang="en-US" dirty="0"/>
          </a:p>
          <a:p>
            <a:pPr defTabSz="948507">
              <a:defRPr/>
            </a:pPr>
            <a:endParaRPr lang="en-US" dirty="0"/>
          </a:p>
        </p:txBody>
      </p:sp>
    </p:spTree>
    <p:extLst>
      <p:ext uri="{BB962C8B-B14F-4D97-AF65-F5344CB8AC3E}">
        <p14:creationId xmlns:p14="http://schemas.microsoft.com/office/powerpoint/2010/main" val="3785850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5669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1251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7278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54738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30645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5400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79432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Tree>
    <p:extLst>
      <p:ext uri="{BB962C8B-B14F-4D97-AF65-F5344CB8AC3E}">
        <p14:creationId xmlns:p14="http://schemas.microsoft.com/office/powerpoint/2010/main" val="3801805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1732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40805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89891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80862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51675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75601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26599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56935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957002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536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881952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67928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80050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3649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050376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330727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343787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69315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9134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769242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31135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1855107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Tree>
    <p:extLst>
      <p:ext uri="{BB962C8B-B14F-4D97-AF65-F5344CB8AC3E}">
        <p14:creationId xmlns:p14="http://schemas.microsoft.com/office/powerpoint/2010/main" val="25258013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emf"/><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emf"/><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emf"/><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emf"/><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emf"/><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emf"/><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emf"/><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emf"/><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emf"/><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emf"/><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emf"/><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emf"/><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emf"/><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emf"/><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emf"/><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emf"/><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emf"/><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emf"/><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emf"/><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emf"/><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emf"/><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emf"/><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emf"/><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emf"/><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emf"/><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emf"/><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emf"/><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emf"/><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emf"/><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emf"/><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0.bin"/><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2.xml"/><Relationship Id="rId4" Type="http://schemas.openxmlformats.org/officeDocument/2006/relationships/image" Target="../media/image19.bin"/></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7.xml"/><Relationship Id="rId1" Type="http://schemas.openxmlformats.org/officeDocument/2006/relationships/tags" Target="../tags/tag3.xml"/><Relationship Id="rId4" Type="http://schemas.openxmlformats.org/officeDocument/2006/relationships/image" Target="../media/image19.bin"/></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29.bin"/><Relationship Id="rId1" Type="http://schemas.openxmlformats.org/officeDocument/2006/relationships/slideMaster" Target="../slideMasters/slideMaster1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31.bin"/><Relationship Id="rId2" Type="http://schemas.openxmlformats.org/officeDocument/2006/relationships/image" Target="../media/image30.bin"/><Relationship Id="rId1" Type="http://schemas.openxmlformats.org/officeDocument/2006/relationships/slideMaster" Target="../slideMasters/slideMaster10.xml"/><Relationship Id="rId4" Type="http://schemas.openxmlformats.org/officeDocument/2006/relationships/image" Target="../media/image32.bin"/></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0.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Master" Target="../slideMasters/slideMaster11.xml"/><Relationship Id="rId4" Type="http://schemas.openxmlformats.org/officeDocument/2006/relationships/image" Target="../media/image37.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2.xml"/></Relationships>
</file>

<file path=ppt/slideLayouts/_rels/slideLayout25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3.xml"/><Relationship Id="rId1" Type="http://schemas.openxmlformats.org/officeDocument/2006/relationships/tags" Target="../tags/tag5.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9.bin"/></Relationships>
</file>

<file path=ppt/slideLayouts/_rels/slideLayout25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3.xml"/><Relationship Id="rId1" Type="http://schemas.openxmlformats.org/officeDocument/2006/relationships/tags" Target="../tags/tag6.xml"/><Relationship Id="rId6" Type="http://schemas.openxmlformats.org/officeDocument/2006/relationships/image" Target="../media/image41.png"/><Relationship Id="rId5" Type="http://schemas.openxmlformats.org/officeDocument/2006/relationships/image" Target="../media/image42.jpg"/><Relationship Id="rId4" Type="http://schemas.openxmlformats.org/officeDocument/2006/relationships/image" Target="../media/image19.bin"/></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3.xml"/></Relationships>
</file>

<file path=ppt/slideLayouts/_rels/slideLayout26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3.xml"/><Relationship Id="rId1" Type="http://schemas.openxmlformats.org/officeDocument/2006/relationships/tags" Target="../tags/tag7.xml"/><Relationship Id="rId5" Type="http://schemas.openxmlformats.org/officeDocument/2006/relationships/image" Target="../media/image41.png"/><Relationship Id="rId4" Type="http://schemas.openxmlformats.org/officeDocument/2006/relationships/image" Target="../media/image19.bin"/></Relationships>
</file>

<file path=ppt/slideLayouts/_rels/slideLayout26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3.xml"/><Relationship Id="rId1" Type="http://schemas.openxmlformats.org/officeDocument/2006/relationships/tags" Target="../tags/tag8.xml"/><Relationship Id="rId4" Type="http://schemas.openxmlformats.org/officeDocument/2006/relationships/image" Target="../media/image19.bin"/></Relationships>
</file>

<file path=ppt/slideLayouts/_rels/slideLayout26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3.xml"/><Relationship Id="rId1" Type="http://schemas.openxmlformats.org/officeDocument/2006/relationships/tags" Target="../tags/tag9.xml"/><Relationship Id="rId4" Type="http://schemas.openxmlformats.org/officeDocument/2006/relationships/image" Target="../media/image19.bin"/></Relationships>
</file>

<file path=ppt/slideLayouts/_rels/slideLayout26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3.xml"/><Relationship Id="rId1" Type="http://schemas.openxmlformats.org/officeDocument/2006/relationships/tags" Target="../tags/tag10.xml"/><Relationship Id="rId4" Type="http://schemas.openxmlformats.org/officeDocument/2006/relationships/image" Target="../media/image19.bin"/></Relationships>
</file>

<file path=ppt/slideLayouts/_rels/slideLayout26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3.xml"/><Relationship Id="rId1" Type="http://schemas.openxmlformats.org/officeDocument/2006/relationships/tags" Target="../tags/tag11.xml"/><Relationship Id="rId4" Type="http://schemas.openxmlformats.org/officeDocument/2006/relationships/image" Target="../media/image19.bin"/></Relationships>
</file>

<file path=ppt/slideLayouts/_rels/slideLayout26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3.xml"/><Relationship Id="rId1" Type="http://schemas.openxmlformats.org/officeDocument/2006/relationships/tags" Target="../tags/tag12.xml"/><Relationship Id="rId4" Type="http://schemas.openxmlformats.org/officeDocument/2006/relationships/image" Target="../media/image19.bin"/></Relationships>
</file>

<file path=ppt/slideLayouts/_rels/slideLayout26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3.xml"/><Relationship Id="rId1" Type="http://schemas.openxmlformats.org/officeDocument/2006/relationships/tags" Target="../tags/tag13.xml"/><Relationship Id="rId4" Type="http://schemas.openxmlformats.org/officeDocument/2006/relationships/image" Target="../media/image19.bin"/></Relationships>
</file>

<file path=ppt/slideLayouts/_rels/slideLayout26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3.xml"/><Relationship Id="rId1" Type="http://schemas.openxmlformats.org/officeDocument/2006/relationships/tags" Target="../tags/tag14.xml"/><Relationship Id="rId4" Type="http://schemas.openxmlformats.org/officeDocument/2006/relationships/image" Target="../media/image19.bin"/></Relationships>
</file>

<file path=ppt/slideLayouts/_rels/slideLayout26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3.xml"/><Relationship Id="rId1" Type="http://schemas.openxmlformats.org/officeDocument/2006/relationships/tags" Target="../tags/tag15.xml"/><Relationship Id="rId4" Type="http://schemas.openxmlformats.org/officeDocument/2006/relationships/image" Target="../media/image19.bin"/></Relationships>
</file>

<file path=ppt/slideLayouts/_rels/slideLayout26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3.xml"/><Relationship Id="rId1" Type="http://schemas.openxmlformats.org/officeDocument/2006/relationships/tags" Target="../tags/tag16.xml"/><Relationship Id="rId4" Type="http://schemas.openxmlformats.org/officeDocument/2006/relationships/image" Target="../media/image19.bin"/></Relationships>
</file>

<file path=ppt/slideLayouts/_rels/slideLayout27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3.xml"/><Relationship Id="rId1" Type="http://schemas.openxmlformats.org/officeDocument/2006/relationships/tags" Target="../tags/tag17.xml"/><Relationship Id="rId4" Type="http://schemas.openxmlformats.org/officeDocument/2006/relationships/image" Target="../media/image19.bin"/></Relationships>
</file>

<file path=ppt/slideLayouts/_rels/slideLayout27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3.xml"/><Relationship Id="rId1" Type="http://schemas.openxmlformats.org/officeDocument/2006/relationships/tags" Target="../tags/tag18.xml"/><Relationship Id="rId4" Type="http://schemas.openxmlformats.org/officeDocument/2006/relationships/image" Target="../media/image19.bin"/></Relationships>
</file>

<file path=ppt/slideLayouts/_rels/slideLayout27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3.xml"/><Relationship Id="rId1" Type="http://schemas.openxmlformats.org/officeDocument/2006/relationships/tags" Target="../tags/tag19.xml"/><Relationship Id="rId4" Type="http://schemas.openxmlformats.org/officeDocument/2006/relationships/image" Target="../media/image19.bin"/></Relationships>
</file>

<file path=ppt/slideLayouts/_rels/slideLayout27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3.xml"/><Relationship Id="rId1" Type="http://schemas.openxmlformats.org/officeDocument/2006/relationships/tags" Target="../tags/tag20.xml"/><Relationship Id="rId4" Type="http://schemas.openxmlformats.org/officeDocument/2006/relationships/image" Target="../media/image19.bin"/></Relationships>
</file>

<file path=ppt/slideLayouts/_rels/slideLayout27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3.xml"/><Relationship Id="rId1" Type="http://schemas.openxmlformats.org/officeDocument/2006/relationships/tags" Target="../tags/tag21.xml"/><Relationship Id="rId4" Type="http://schemas.openxmlformats.org/officeDocument/2006/relationships/image" Target="../media/image19.bin"/></Relationships>
</file>

<file path=ppt/slideLayouts/_rels/slideLayout27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3.xml"/><Relationship Id="rId1" Type="http://schemas.openxmlformats.org/officeDocument/2006/relationships/tags" Target="../tags/tag22.xml"/><Relationship Id="rId4" Type="http://schemas.openxmlformats.org/officeDocument/2006/relationships/image" Target="../media/image19.bin"/></Relationships>
</file>

<file path=ppt/slideLayouts/_rels/slideLayout27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3.xml"/><Relationship Id="rId1" Type="http://schemas.openxmlformats.org/officeDocument/2006/relationships/tags" Target="../tags/tag23.xml"/><Relationship Id="rId5" Type="http://schemas.openxmlformats.org/officeDocument/2006/relationships/image" Target="../media/image44.bin"/><Relationship Id="rId4" Type="http://schemas.openxmlformats.org/officeDocument/2006/relationships/image" Target="../media/image19.bin"/></Relationships>
</file>

<file path=ppt/slideLayouts/_rels/slideLayout27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3.xml"/><Relationship Id="rId1" Type="http://schemas.openxmlformats.org/officeDocument/2006/relationships/tags" Target="../tags/tag24.xml"/><Relationship Id="rId4" Type="http://schemas.openxmlformats.org/officeDocument/2006/relationships/image" Target="../media/image19.bin"/></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44.bin"/><Relationship Id="rId2" Type="http://schemas.openxmlformats.org/officeDocument/2006/relationships/image" Target="../media/image45.jpg"/><Relationship Id="rId1" Type="http://schemas.openxmlformats.org/officeDocument/2006/relationships/slideMaster" Target="../slideMasters/slideMaster14.xml"/><Relationship Id="rId4" Type="http://schemas.openxmlformats.org/officeDocument/2006/relationships/image" Target="../media/image46.png"/></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44.bin"/><Relationship Id="rId1" Type="http://schemas.openxmlformats.org/officeDocument/2006/relationships/slideMaster" Target="../slideMasters/slideMaster1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44.bin"/><Relationship Id="rId1" Type="http://schemas.openxmlformats.org/officeDocument/2006/relationships/slideMaster" Target="../slideMasters/slideMaster1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5.xml"/><Relationship Id="rId1" Type="http://schemas.openxmlformats.org/officeDocument/2006/relationships/tags" Target="../tags/tag26.xml"/><Relationship Id="rId4" Type="http://schemas.openxmlformats.org/officeDocument/2006/relationships/image" Target="../media/image19.bin"/></Relationships>
</file>

<file path=ppt/slideLayouts/_rels/slideLayout30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5.xml"/><Relationship Id="rId1" Type="http://schemas.openxmlformats.org/officeDocument/2006/relationships/tags" Target="../tags/tag27.xml"/><Relationship Id="rId5" Type="http://schemas.openxmlformats.org/officeDocument/2006/relationships/image" Target="../media/image47.emf"/><Relationship Id="rId4" Type="http://schemas.openxmlformats.org/officeDocument/2006/relationships/image" Target="../media/image19.bin"/></Relationships>
</file>

<file path=ppt/slideLayouts/_rels/slideLayout30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5.xml"/><Relationship Id="rId1" Type="http://schemas.openxmlformats.org/officeDocument/2006/relationships/tags" Target="../tags/tag28.xml"/><Relationship Id="rId4" Type="http://schemas.openxmlformats.org/officeDocument/2006/relationships/image" Target="../media/image19.bin"/></Relationships>
</file>

<file path=ppt/slideLayouts/_rels/slideLayout30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5.xml"/><Relationship Id="rId1" Type="http://schemas.openxmlformats.org/officeDocument/2006/relationships/tags" Target="../tags/tag29.xml"/><Relationship Id="rId4" Type="http://schemas.openxmlformats.org/officeDocument/2006/relationships/image" Target="../media/image19.bin"/></Relationships>
</file>

<file path=ppt/slideLayouts/_rels/slideLayout30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5.xml"/><Relationship Id="rId1" Type="http://schemas.openxmlformats.org/officeDocument/2006/relationships/tags" Target="../tags/tag30.xml"/><Relationship Id="rId4" Type="http://schemas.openxmlformats.org/officeDocument/2006/relationships/image" Target="../media/image19.bin"/></Relationships>
</file>

<file path=ppt/slideLayouts/_rels/slideLayout30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5.xml"/><Relationship Id="rId1" Type="http://schemas.openxmlformats.org/officeDocument/2006/relationships/tags" Target="../tags/tag31.xml"/><Relationship Id="rId4" Type="http://schemas.openxmlformats.org/officeDocument/2006/relationships/image" Target="../media/image19.bin"/></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48.bin"/><Relationship Id="rId1" Type="http://schemas.openxmlformats.org/officeDocument/2006/relationships/slideMaster" Target="../slideMasters/slideMaster15.xml"/></Relationships>
</file>

<file path=ppt/slideLayouts/_rels/slideLayout311.xml.rels><?xml version="1.0" encoding="UTF-8" standalone="yes"?>
<Relationships xmlns="http://schemas.openxmlformats.org/package/2006/relationships"><Relationship Id="rId2" Type="http://schemas.openxmlformats.org/officeDocument/2006/relationships/image" Target="../media/image49.bin"/><Relationship Id="rId1" Type="http://schemas.openxmlformats.org/officeDocument/2006/relationships/slideMaster" Target="../slideMasters/slideMaster15.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15.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Master" Target="../slideMasters/slideMaster15.xml"/></Relationships>
</file>

<file path=ppt/slideLayouts/_rels/slideLayout3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6.xml"/><Relationship Id="rId1" Type="http://schemas.openxmlformats.org/officeDocument/2006/relationships/tags" Target="../tags/tag3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9.bin"/></Relationships>
</file>

<file path=ppt/slideLayouts/_rels/slideLayout3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6.xml"/><Relationship Id="rId1" Type="http://schemas.openxmlformats.org/officeDocument/2006/relationships/tags" Target="../tags/tag34.xml"/><Relationship Id="rId6" Type="http://schemas.openxmlformats.org/officeDocument/2006/relationships/image" Target="../media/image41.png"/><Relationship Id="rId5" Type="http://schemas.openxmlformats.org/officeDocument/2006/relationships/image" Target="../media/image42.jpg"/><Relationship Id="rId4" Type="http://schemas.openxmlformats.org/officeDocument/2006/relationships/image" Target="../media/image19.bin"/></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6.xml"/></Relationships>
</file>

<file path=ppt/slideLayouts/_rels/slideLayout3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6.xml"/><Relationship Id="rId1" Type="http://schemas.openxmlformats.org/officeDocument/2006/relationships/tags" Target="../tags/tag35.xml"/><Relationship Id="rId5" Type="http://schemas.openxmlformats.org/officeDocument/2006/relationships/image" Target="../media/image41.png"/><Relationship Id="rId4" Type="http://schemas.openxmlformats.org/officeDocument/2006/relationships/image" Target="../media/image19.bin"/></Relationships>
</file>

<file path=ppt/slideLayouts/_rels/slideLayout3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6.xml"/><Relationship Id="rId1" Type="http://schemas.openxmlformats.org/officeDocument/2006/relationships/tags" Target="../tags/tag36.xml"/><Relationship Id="rId4" Type="http://schemas.openxmlformats.org/officeDocument/2006/relationships/image" Target="../media/image19.bin"/></Relationships>
</file>

<file path=ppt/slideLayouts/_rels/slideLayout3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6.xml"/><Relationship Id="rId1" Type="http://schemas.openxmlformats.org/officeDocument/2006/relationships/tags" Target="../tags/tag37.xml"/><Relationship Id="rId4" Type="http://schemas.openxmlformats.org/officeDocument/2006/relationships/image" Target="../media/image19.bin"/></Relationships>
</file>

<file path=ppt/slideLayouts/_rels/slideLayout32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6.xml"/><Relationship Id="rId1" Type="http://schemas.openxmlformats.org/officeDocument/2006/relationships/tags" Target="../tags/tag38.xml"/><Relationship Id="rId4" Type="http://schemas.openxmlformats.org/officeDocument/2006/relationships/image" Target="../media/image19.bin"/></Relationships>
</file>

<file path=ppt/slideLayouts/_rels/slideLayout32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6.xml"/><Relationship Id="rId1" Type="http://schemas.openxmlformats.org/officeDocument/2006/relationships/tags" Target="../tags/tag39.xml"/><Relationship Id="rId4" Type="http://schemas.openxmlformats.org/officeDocument/2006/relationships/image" Target="../media/image19.bin"/></Relationships>
</file>

<file path=ppt/slideLayouts/_rels/slideLayout32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6.xml"/><Relationship Id="rId1" Type="http://schemas.openxmlformats.org/officeDocument/2006/relationships/tags" Target="../tags/tag40.xml"/><Relationship Id="rId4" Type="http://schemas.openxmlformats.org/officeDocument/2006/relationships/image" Target="../media/image19.bin"/></Relationships>
</file>

<file path=ppt/slideLayouts/_rels/slideLayout3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6.xml"/><Relationship Id="rId1" Type="http://schemas.openxmlformats.org/officeDocument/2006/relationships/tags" Target="../tags/tag41.xml"/><Relationship Id="rId4" Type="http://schemas.openxmlformats.org/officeDocument/2006/relationships/image" Target="../media/image19.bin"/></Relationships>
</file>

<file path=ppt/slideLayouts/_rels/slideLayout32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6.xml"/><Relationship Id="rId1" Type="http://schemas.openxmlformats.org/officeDocument/2006/relationships/tags" Target="../tags/tag42.xml"/><Relationship Id="rId4" Type="http://schemas.openxmlformats.org/officeDocument/2006/relationships/image" Target="../media/image19.bin"/></Relationships>
</file>

<file path=ppt/slideLayouts/_rels/slideLayout33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6.xml"/><Relationship Id="rId1" Type="http://schemas.openxmlformats.org/officeDocument/2006/relationships/tags" Target="../tags/tag43.xml"/><Relationship Id="rId4" Type="http://schemas.openxmlformats.org/officeDocument/2006/relationships/image" Target="../media/image19.bin"/></Relationships>
</file>

<file path=ppt/slideLayouts/_rels/slideLayout3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6.xml"/><Relationship Id="rId1" Type="http://schemas.openxmlformats.org/officeDocument/2006/relationships/tags" Target="../tags/tag44.xml"/><Relationship Id="rId4" Type="http://schemas.openxmlformats.org/officeDocument/2006/relationships/image" Target="../media/image19.bin"/></Relationships>
</file>

<file path=ppt/slideLayouts/_rels/slideLayout33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6.xml"/><Relationship Id="rId1" Type="http://schemas.openxmlformats.org/officeDocument/2006/relationships/tags" Target="../tags/tag45.xml"/><Relationship Id="rId4" Type="http://schemas.openxmlformats.org/officeDocument/2006/relationships/image" Target="../media/image19.bin"/></Relationships>
</file>

<file path=ppt/slideLayouts/_rels/slideLayout33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6.xml"/><Relationship Id="rId1" Type="http://schemas.openxmlformats.org/officeDocument/2006/relationships/tags" Target="../tags/tag46.xml"/><Relationship Id="rId4" Type="http://schemas.openxmlformats.org/officeDocument/2006/relationships/image" Target="../media/image19.bin"/></Relationships>
</file>

<file path=ppt/slideLayouts/_rels/slideLayout33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6.xml"/><Relationship Id="rId1" Type="http://schemas.openxmlformats.org/officeDocument/2006/relationships/tags" Target="../tags/tag47.xml"/><Relationship Id="rId4" Type="http://schemas.openxmlformats.org/officeDocument/2006/relationships/image" Target="../media/image19.bin"/></Relationships>
</file>

<file path=ppt/slideLayouts/_rels/slideLayout33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6.xml"/><Relationship Id="rId1" Type="http://schemas.openxmlformats.org/officeDocument/2006/relationships/tags" Target="../tags/tag48.xml"/><Relationship Id="rId4" Type="http://schemas.openxmlformats.org/officeDocument/2006/relationships/image" Target="../media/image19.bin"/></Relationships>
</file>

<file path=ppt/slideLayouts/_rels/slideLayout33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6.xml"/><Relationship Id="rId1" Type="http://schemas.openxmlformats.org/officeDocument/2006/relationships/tags" Target="../tags/tag49.xml"/><Relationship Id="rId4" Type="http://schemas.openxmlformats.org/officeDocument/2006/relationships/image" Target="../media/image19.bin"/></Relationships>
</file>

<file path=ppt/slideLayouts/_rels/slideLayout33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6.xml"/><Relationship Id="rId1" Type="http://schemas.openxmlformats.org/officeDocument/2006/relationships/tags" Target="../tags/tag50.xml"/><Relationship Id="rId4" Type="http://schemas.openxmlformats.org/officeDocument/2006/relationships/image" Target="../media/image19.bin"/></Relationships>
</file>

<file path=ppt/slideLayouts/_rels/slideLayout33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6.xml"/><Relationship Id="rId1" Type="http://schemas.openxmlformats.org/officeDocument/2006/relationships/tags" Target="../tags/tag51.xml"/><Relationship Id="rId5" Type="http://schemas.openxmlformats.org/officeDocument/2006/relationships/image" Target="../media/image44.bin"/><Relationship Id="rId4" Type="http://schemas.openxmlformats.org/officeDocument/2006/relationships/image" Target="../media/image19.bin"/></Relationships>
</file>

<file path=ppt/slideLayouts/_rels/slideLayout33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6.xml"/><Relationship Id="rId1" Type="http://schemas.openxmlformats.org/officeDocument/2006/relationships/tags" Target="../tags/tag52.xml"/><Relationship Id="rId4" Type="http://schemas.openxmlformats.org/officeDocument/2006/relationships/image" Target="../media/image19.bin"/></Relationships>
</file>

<file path=ppt/slideLayouts/_rels/slideLayout3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Master" Target="../slideMasters/slideMaster17.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Master" Target="../slideMasters/slideMaster17.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17.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17.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Master" Target="../slideMasters/slideMaster17.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5.emf"/><Relationship Id="rId1" Type="http://schemas.openxmlformats.org/officeDocument/2006/relationships/slideMaster" Target="../slideMasters/slideMaster17.xml"/></Relationships>
</file>

<file path=ppt/slideLayouts/_rels/slideLayout3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Master" Target="../slideMasters/slideMaster18.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53.png"/><Relationship Id="rId1" Type="http://schemas.openxmlformats.org/officeDocument/2006/relationships/slideMaster" Target="../slideMasters/slideMaster18.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8.xml"/></Relationships>
</file>

<file path=ppt/slideLayouts/_rels/slideLayout371.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Master" Target="../slideMasters/slideMaster18.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Master" Target="../slideMasters/slideMaster18.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9.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0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9.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0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9.xml"/></Relationships>
</file>

<file path=ppt/slideLayouts/_rels/slideLayout40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9.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0.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20.xml"/></Relationships>
</file>

<file path=ppt/slideLayouts/_rels/slideLayout4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20.xml"/></Relationships>
</file>

<file path=ppt/slideLayouts/_rels/slideLayout4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event nam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4"/>
            <a:ext cx="9143936" cy="1828800"/>
          </a:xfrm>
          <a:noFill/>
        </p:spPr>
        <p:txBody>
          <a:bodyPr lIns="146304" tIns="91440" rIns="146304" bIns="91440" anchor="b" anchorCtr="0"/>
          <a:lstStyle>
            <a:lvl1pPr>
              <a:defRPr sz="5400" spc="-100" baseline="0">
                <a:gradFill>
                  <a:gsLst>
                    <a:gs pos="62564">
                      <a:schemeClr val="tx1"/>
                    </a:gs>
                    <a:gs pos="55000">
                      <a:schemeClr val="tx1"/>
                    </a:gs>
                  </a:gsLst>
                  <a:lin ang="5400000" scaled="0"/>
                </a:gradFill>
              </a:defRPr>
            </a:lvl1pPr>
          </a:lstStyle>
          <a:p>
            <a:r>
              <a:rPr lang="en-US" dirty="0"/>
              <a:t>Event name</a:t>
            </a:r>
          </a:p>
        </p:txBody>
      </p:sp>
      <p:sp>
        <p:nvSpPr>
          <p:cNvPr id="5" name="Text Placeholder 4"/>
          <p:cNvSpPr>
            <a:spLocks noGrp="1"/>
          </p:cNvSpPr>
          <p:nvPr>
            <p:ph type="body" sz="quarter" idx="12" hasCustomPrompt="1"/>
          </p:nvPr>
        </p:nvSpPr>
        <p:spPr>
          <a:xfrm>
            <a:off x="274701" y="3040063"/>
            <a:ext cx="9143937" cy="730183"/>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Date</a:t>
            </a:r>
          </a:p>
        </p:txBody>
      </p:sp>
      <p:sp>
        <p:nvSpPr>
          <p:cNvPr id="3" name="Text Placeholder 2"/>
          <p:cNvSpPr>
            <a:spLocks noGrp="1"/>
          </p:cNvSpPr>
          <p:nvPr>
            <p:ph type="body" sz="quarter" idx="13" hasCustomPrompt="1"/>
          </p:nvPr>
        </p:nvSpPr>
        <p:spPr>
          <a:xfrm>
            <a:off x="274639" y="3770246"/>
            <a:ext cx="9144000" cy="461665"/>
          </a:xfrm>
        </p:spPr>
        <p:txBody>
          <a:bodyPr/>
          <a:lstStyle>
            <a:lvl1pPr marL="0" indent="0">
              <a:buNone/>
              <a:defRPr lang="en-US" sz="2000" kern="1200" spc="0" baseline="0" dirty="0" smtClean="0">
                <a:gradFill>
                  <a:gsLst>
                    <a:gs pos="91000">
                      <a:schemeClr val="tx1"/>
                    </a:gs>
                    <a:gs pos="0">
                      <a:schemeClr val="tx1"/>
                    </a:gs>
                  </a:gsLst>
                  <a:lin ang="5400000" scaled="0"/>
                </a:gradFill>
                <a:latin typeface="Segoe UI" panose="020B0502040204020203" pitchFamily="34" charset="0"/>
                <a:ea typeface="+mn-ea"/>
                <a:cs typeface="Segoe UI" panose="020B0502040204020203" pitchFamily="34" charset="0"/>
              </a:defRPr>
            </a:lvl1pPr>
          </a:lstStyle>
          <a:p>
            <a:r>
              <a:rPr lang="en-US" dirty="0"/>
              <a:t>Optional (City, State or venue)</a:t>
            </a:r>
          </a:p>
        </p:txBody>
      </p:sp>
      <p:pic>
        <p:nvPicPr>
          <p:cNvPr id="11" name="Picture 10"/>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25882318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photo and tile">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t="21189" r="15525" b="7567"/>
          <a:stretch/>
        </p:blipFill>
        <p:spPr>
          <a:xfrm>
            <a:off x="0" y="0"/>
            <a:ext cx="12436475" cy="6995517"/>
          </a:xfrm>
          <a:prstGeom prst="rect">
            <a:avLst/>
          </a:prstGeom>
        </p:spPr>
      </p:pic>
      <p:pic>
        <p:nvPicPr>
          <p:cNvPr id="10" name="MS logo gray - EMF"/>
          <p:cNvPicPr>
            <a:picLocks noChangeAspect="1"/>
          </p:cNvPicPr>
          <p:nvPr userDrawn="1"/>
        </p:nvPicPr>
        <p:blipFill>
          <a:blip r:embed="rId3"/>
          <a:stretch>
            <a:fillRect/>
          </a:stretch>
        </p:blipFill>
        <p:spPr bwMode="black">
          <a:xfrm>
            <a:off x="460688" y="479425"/>
            <a:ext cx="1451843" cy="310896"/>
          </a:xfrm>
          <a:prstGeom prst="rect">
            <a:avLst/>
          </a:prstGeom>
        </p:spPr>
      </p:pic>
      <p:sp>
        <p:nvSpPr>
          <p:cNvPr id="4" name="Rectangle 3"/>
          <p:cNvSpPr/>
          <p:nvPr userDrawn="1"/>
        </p:nvSpPr>
        <p:spPr bwMode="auto">
          <a:xfrm>
            <a:off x="274702" y="2119177"/>
            <a:ext cx="6400800" cy="3657600"/>
          </a:xfrm>
          <a:prstGeom prst="rect">
            <a:avLst/>
          </a:prstGeom>
          <a:solidFill>
            <a:srgbClr val="FFFFFF">
              <a:alpha val="68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74702" y="2119177"/>
            <a:ext cx="6400736" cy="1828800"/>
          </a:xfrm>
          <a:noFill/>
        </p:spPr>
        <p:txBody>
          <a:bodyPr lIns="146304" tIns="91440" rIns="146304" bIns="91440" anchor="t" anchorCtr="0"/>
          <a:lstStyle>
            <a:lvl1pPr>
              <a:defRPr sz="4800" spc="-100" baseline="0">
                <a:gradFill>
                  <a:gsLst>
                    <a:gs pos="18471">
                      <a:srgbClr val="353535"/>
                    </a:gs>
                    <a:gs pos="46000">
                      <a:srgbClr val="353535"/>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62"/>
            <a:ext cx="6402388" cy="664797"/>
          </a:xfrm>
        </p:spPr>
        <p:txBody>
          <a:bodyPr wrap="square" lIns="164592" tIns="109728" rIns="164592" bIns="109728">
            <a:spAutoFit/>
          </a:bodyPr>
          <a:lstStyle>
            <a:lvl1pPr marL="0" indent="0">
              <a:spcBef>
                <a:spcPts val="0"/>
              </a:spcBef>
              <a:buNone/>
              <a:defRPr sz="3200">
                <a:gradFill>
                  <a:gsLst>
                    <a:gs pos="18471">
                      <a:srgbClr val="353535"/>
                    </a:gs>
                    <a:gs pos="46000">
                      <a:srgbClr val="353535"/>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4090115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pic>
        <p:nvPicPr>
          <p:cNvPr id="11" name="Picture 10"/>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34518501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quare photo">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274702" y="2119178"/>
            <a:ext cx="4937760" cy="1835285"/>
          </a:xfrm>
          <a:noFill/>
        </p:spPr>
        <p:txBody>
          <a:bodyPr lIns="146304" tIns="91440" rIns="146304" bIns="91440" anchor="t" anchorCtr="0"/>
          <a:lstStyle>
            <a:lvl1pPr>
              <a:defRPr sz="4800" spc="-100" baseline="0">
                <a:gradFill>
                  <a:gsLst>
                    <a:gs pos="74359">
                      <a:schemeClr val="tx1"/>
                    </a:gs>
                    <a:gs pos="57576">
                      <a:schemeClr val="tx1"/>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63"/>
            <a:ext cx="4937760" cy="731528"/>
          </a:xfrm>
        </p:spPr>
        <p:txBody>
          <a:bodyPr lIns="164592" tIns="109728" rIns="164592" bIns="109728">
            <a:noAutofit/>
          </a:bodyPr>
          <a:lstStyle>
            <a:lvl1pPr marL="0" indent="0">
              <a:spcBef>
                <a:spcPts val="0"/>
              </a:spcBef>
              <a:buNone/>
              <a:defRPr lang="en-US" sz="3200" kern="1200" spc="0" baseline="0" dirty="0">
                <a:gradFill>
                  <a:gsLst>
                    <a:gs pos="91000">
                      <a:schemeClr val="tx1"/>
                    </a:gs>
                    <a:gs pos="0">
                      <a:schemeClr val="tx1"/>
                    </a:gs>
                  </a:gsLst>
                  <a:lin ang="5400000" scaled="0"/>
                </a:gradFill>
                <a:latin typeface="+mn-lt"/>
                <a:ea typeface="+mn-ea"/>
                <a:cs typeface="+mn-cs"/>
              </a:defRPr>
            </a:lvl1pPr>
          </a:lstStyle>
          <a:p>
            <a:pPr marL="0" marR="0" lvl="0" indent="0" algn="l" defTabSz="932742" rtl="0" eaLnBrk="1" fontAlgn="auto" latinLnBrk="0" hangingPunct="1">
              <a:lnSpc>
                <a:spcPct val="90000"/>
              </a:lnSpc>
              <a:spcBef>
                <a:spcPts val="0"/>
              </a:spcBef>
              <a:spcAft>
                <a:spcPts val="0"/>
              </a:spcAft>
              <a:buClrTx/>
              <a:buSzPct val="90000"/>
              <a:buFont typeface="Arial" pitchFamily="34" charset="0"/>
              <a:buNone/>
              <a:tabLst/>
            </a:pPr>
            <a:r>
              <a:rPr lang="en-US" dirty="0"/>
              <a:t>Speaker name</a:t>
            </a:r>
          </a:p>
        </p:txBody>
      </p:sp>
      <p:pic>
        <p:nvPicPr>
          <p:cNvPr id="12" name="Picture 11"/>
          <p:cNvPicPr>
            <a:picLocks noChangeAspect="1"/>
          </p:cNvPicPr>
          <p:nvPr userDrawn="1"/>
        </p:nvPicPr>
        <p:blipFill>
          <a:blip r:embed="rId2"/>
          <a:stretch>
            <a:fillRect/>
          </a:stretch>
        </p:blipFill>
        <p:spPr bwMode="black">
          <a:xfrm>
            <a:off x="457200" y="479425"/>
            <a:ext cx="1483418" cy="310896"/>
          </a:xfrm>
          <a:prstGeom prst="rect">
            <a:avLst/>
          </a:prstGeom>
        </p:spPr>
      </p:pic>
      <p:pic>
        <p:nvPicPr>
          <p:cNvPr id="7" name="Picture 6"/>
          <p:cNvPicPr>
            <a:picLocks noChangeAspect="1"/>
          </p:cNvPicPr>
          <p:nvPr userDrawn="1"/>
        </p:nvPicPr>
        <p:blipFill rotWithShape="1">
          <a:blip r:embed="rId3"/>
          <a:srcRect l="36954" t="21189" r="15525" b="7567"/>
          <a:stretch/>
        </p:blipFill>
        <p:spPr>
          <a:xfrm>
            <a:off x="5440363" y="0"/>
            <a:ext cx="6996112" cy="6995517"/>
          </a:xfrm>
          <a:prstGeom prst="rect">
            <a:avLst/>
          </a:prstGeom>
        </p:spPr>
      </p:pic>
    </p:spTree>
    <p:extLst>
      <p:ext uri="{BB962C8B-B14F-4D97-AF65-F5344CB8AC3E}">
        <p14:creationId xmlns:p14="http://schemas.microsoft.com/office/powerpoint/2010/main" val="13681652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42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326847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8933552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2025825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7"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3216358242"/>
      </p:ext>
    </p:extLst>
  </p:cSld>
  <p:clrMapOvr>
    <a:masterClrMapping/>
  </p:clrMapOvr>
  <p:transition>
    <p:fade/>
  </p:transition>
  <p:extLst>
    <p:ext uri="{DCECCB84-F9BA-43D5-87BE-67443E8EF086}">
      <p15:sldGuideLst xmlns:p15="http://schemas.microsoft.com/office/powerpoint/2012/main">
        <p15:guide id="1" pos="342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2996245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E1EE6-86ED-4A45-9B5C-48DE6B54A98B}"/>
              </a:ext>
            </a:extLst>
          </p:cNvPr>
          <p:cNvSpPr>
            <a:spLocks noGrp="1"/>
          </p:cNvSpPr>
          <p:nvPr>
            <p:ph type="ctrTitle"/>
          </p:nvPr>
        </p:nvSpPr>
        <p:spPr>
          <a:xfrm>
            <a:off x="1554163" y="1144588"/>
            <a:ext cx="9328150" cy="24352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DCFC46-CD27-4372-B5F4-90CF245412C7}"/>
              </a:ext>
            </a:extLst>
          </p:cNvPr>
          <p:cNvSpPr>
            <a:spLocks noGrp="1"/>
          </p:cNvSpPr>
          <p:nvPr>
            <p:ph type="subTitle" idx="1"/>
          </p:nvPr>
        </p:nvSpPr>
        <p:spPr>
          <a:xfrm>
            <a:off x="1554163" y="3673475"/>
            <a:ext cx="9328150" cy="16891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6F7DD6-05BF-4383-8BE6-19AB8A31AC28}"/>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5" name="Footer Placeholder 4">
            <a:extLst>
              <a:ext uri="{FF2B5EF4-FFF2-40B4-BE49-F238E27FC236}">
                <a16:creationId xmlns:a16="http://schemas.microsoft.com/office/drawing/2014/main" id="{9DB4BDB8-D6A7-4C6B-AA62-27103AD0FF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8E8088-5098-4B13-BFEE-C65924EE3FA7}"/>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32710901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66AB6-17A3-418C-8C77-C184E99529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4CF13D-5D39-48AC-BC8D-B9CED550100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78A155-24CE-4CAE-8267-E3A3453A8C6F}"/>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5" name="Footer Placeholder 4">
            <a:extLst>
              <a:ext uri="{FF2B5EF4-FFF2-40B4-BE49-F238E27FC236}">
                <a16:creationId xmlns:a16="http://schemas.microsoft.com/office/drawing/2014/main" id="{A87A1DFA-E7E7-4A0E-BB6B-67BE460DD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6047A0-67DE-4C40-A23D-ABDA9A08EC0E}"/>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28868861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6991-17FD-4E73-A8A8-3909719D4B96}"/>
              </a:ext>
            </a:extLst>
          </p:cNvPr>
          <p:cNvSpPr>
            <a:spLocks noGrp="1"/>
          </p:cNvSpPr>
          <p:nvPr>
            <p:ph type="title"/>
          </p:nvPr>
        </p:nvSpPr>
        <p:spPr>
          <a:xfrm>
            <a:off x="849313" y="1743075"/>
            <a:ext cx="10725150" cy="2909888"/>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A4334E-E890-40EF-B807-1C2C155AD00C}"/>
              </a:ext>
            </a:extLst>
          </p:cNvPr>
          <p:cNvSpPr>
            <a:spLocks noGrp="1"/>
          </p:cNvSpPr>
          <p:nvPr>
            <p:ph type="body" idx="1"/>
          </p:nvPr>
        </p:nvSpPr>
        <p:spPr>
          <a:xfrm>
            <a:off x="849313" y="4681538"/>
            <a:ext cx="10725150" cy="152876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6C75E95-B13D-4959-81B6-519CA80193F1}"/>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5" name="Footer Placeholder 4">
            <a:extLst>
              <a:ext uri="{FF2B5EF4-FFF2-40B4-BE49-F238E27FC236}">
                <a16:creationId xmlns:a16="http://schemas.microsoft.com/office/drawing/2014/main" id="{CC40A6B3-710C-4C31-BA9A-563B86ABD8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6ED0AE-9244-477F-8B7C-101BC6876AA3}"/>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27024967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E384F-5143-495C-8054-2352FFAB8D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567F81-2F9D-4C5C-BAE6-D78ABA648E69}"/>
              </a:ext>
            </a:extLst>
          </p:cNvPr>
          <p:cNvSpPr>
            <a:spLocks noGrp="1"/>
          </p:cNvSpPr>
          <p:nvPr>
            <p:ph sz="half" idx="1"/>
          </p:nvPr>
        </p:nvSpPr>
        <p:spPr>
          <a:xfrm>
            <a:off x="855663" y="1862138"/>
            <a:ext cx="5286375" cy="4437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E3F91C-5D00-428B-86C4-A8EEBC3CED61}"/>
              </a:ext>
            </a:extLst>
          </p:cNvPr>
          <p:cNvSpPr>
            <a:spLocks noGrp="1"/>
          </p:cNvSpPr>
          <p:nvPr>
            <p:ph sz="half" idx="2"/>
          </p:nvPr>
        </p:nvSpPr>
        <p:spPr>
          <a:xfrm>
            <a:off x="6294438" y="1862138"/>
            <a:ext cx="5286375" cy="4437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DF1805-AB28-4121-938B-918EA64DC984}"/>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6" name="Footer Placeholder 5">
            <a:extLst>
              <a:ext uri="{FF2B5EF4-FFF2-40B4-BE49-F238E27FC236}">
                <a16:creationId xmlns:a16="http://schemas.microsoft.com/office/drawing/2014/main" id="{EBE7CDF7-8848-4AC3-B8B0-EE809731B2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08AE88-B9FA-4F84-9458-A783EC4375F1}"/>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24174865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D56FA-7220-40AD-836C-5E73722C100D}"/>
              </a:ext>
            </a:extLst>
          </p:cNvPr>
          <p:cNvSpPr>
            <a:spLocks noGrp="1"/>
          </p:cNvSpPr>
          <p:nvPr>
            <p:ph type="title"/>
          </p:nvPr>
        </p:nvSpPr>
        <p:spPr>
          <a:xfrm>
            <a:off x="857250" y="373063"/>
            <a:ext cx="10725150" cy="13509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9024E2-D9DE-4C99-91AA-431706D758F3}"/>
              </a:ext>
            </a:extLst>
          </p:cNvPr>
          <p:cNvSpPr>
            <a:spLocks noGrp="1"/>
          </p:cNvSpPr>
          <p:nvPr>
            <p:ph type="body" idx="1"/>
          </p:nvPr>
        </p:nvSpPr>
        <p:spPr>
          <a:xfrm>
            <a:off x="857250" y="1714500"/>
            <a:ext cx="5260975" cy="8397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673449C-9944-4868-AF29-5EC92B6CFB9C}"/>
              </a:ext>
            </a:extLst>
          </p:cNvPr>
          <p:cNvSpPr>
            <a:spLocks noGrp="1"/>
          </p:cNvSpPr>
          <p:nvPr>
            <p:ph sz="half" idx="2"/>
          </p:nvPr>
        </p:nvSpPr>
        <p:spPr>
          <a:xfrm>
            <a:off x="857250" y="2554288"/>
            <a:ext cx="5260975" cy="375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2997AB-F74C-433A-9541-1F8E81BCC64A}"/>
              </a:ext>
            </a:extLst>
          </p:cNvPr>
          <p:cNvSpPr>
            <a:spLocks noGrp="1"/>
          </p:cNvSpPr>
          <p:nvPr>
            <p:ph type="body" sz="quarter" idx="3"/>
          </p:nvPr>
        </p:nvSpPr>
        <p:spPr>
          <a:xfrm>
            <a:off x="6296025" y="1714500"/>
            <a:ext cx="5286375" cy="8397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C217E47-DC65-451D-BCCD-AE9D871B4C76}"/>
              </a:ext>
            </a:extLst>
          </p:cNvPr>
          <p:cNvSpPr>
            <a:spLocks noGrp="1"/>
          </p:cNvSpPr>
          <p:nvPr>
            <p:ph sz="quarter" idx="4"/>
          </p:nvPr>
        </p:nvSpPr>
        <p:spPr>
          <a:xfrm>
            <a:off x="6296025" y="2554288"/>
            <a:ext cx="5286375" cy="375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3A98CC-5831-48DD-B645-64A78AC75E1C}"/>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8" name="Footer Placeholder 7">
            <a:extLst>
              <a:ext uri="{FF2B5EF4-FFF2-40B4-BE49-F238E27FC236}">
                <a16:creationId xmlns:a16="http://schemas.microsoft.com/office/drawing/2014/main" id="{2CFA944B-1A1C-49B4-87DE-92E456E419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932BC8-1A10-4790-96EF-6E29317B36D6}"/>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27785686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500CB-9272-4D45-AE0A-78E704F323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F7DC01-27B1-4226-8FE1-6BA0DBEC5628}"/>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4" name="Footer Placeholder 3">
            <a:extLst>
              <a:ext uri="{FF2B5EF4-FFF2-40B4-BE49-F238E27FC236}">
                <a16:creationId xmlns:a16="http://schemas.microsoft.com/office/drawing/2014/main" id="{ABA27633-FD4C-4EFB-BBD7-74C9C96977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CF35B0-50A9-495B-8A36-D7556DCB4CC2}"/>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13026549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DB076C-856A-4A0D-80E7-713E3E9A8AF9}"/>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3" name="Footer Placeholder 2">
            <a:extLst>
              <a:ext uri="{FF2B5EF4-FFF2-40B4-BE49-F238E27FC236}">
                <a16:creationId xmlns:a16="http://schemas.microsoft.com/office/drawing/2014/main" id="{633E2A9F-0DBC-41CA-AB71-901CCC34D6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BF9311-7046-47D8-9519-208A5DBC8B24}"/>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9595228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7EBA6-48BD-4579-B306-17C7DCC3FA88}"/>
              </a:ext>
            </a:extLst>
          </p:cNvPr>
          <p:cNvSpPr>
            <a:spLocks noGrp="1"/>
          </p:cNvSpPr>
          <p:nvPr>
            <p:ph type="title"/>
          </p:nvPr>
        </p:nvSpPr>
        <p:spPr>
          <a:xfrm>
            <a:off x="857250" y="466725"/>
            <a:ext cx="4010025" cy="163195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782F2F-8B01-4034-BF73-B5A30D1D74DF}"/>
              </a:ext>
            </a:extLst>
          </p:cNvPr>
          <p:cNvSpPr>
            <a:spLocks noGrp="1"/>
          </p:cNvSpPr>
          <p:nvPr>
            <p:ph idx="1"/>
          </p:nvPr>
        </p:nvSpPr>
        <p:spPr>
          <a:xfrm>
            <a:off x="5286375" y="1006475"/>
            <a:ext cx="6296025" cy="49704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199609-9A42-4337-BC1F-0DEE3512383B}"/>
              </a:ext>
            </a:extLst>
          </p:cNvPr>
          <p:cNvSpPr>
            <a:spLocks noGrp="1"/>
          </p:cNvSpPr>
          <p:nvPr>
            <p:ph type="body" sz="half" idx="2"/>
          </p:nvPr>
        </p:nvSpPr>
        <p:spPr>
          <a:xfrm>
            <a:off x="857250" y="2098675"/>
            <a:ext cx="4010025" cy="38877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997C2-3F04-4594-ABCC-77786E9C498B}"/>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6" name="Footer Placeholder 5">
            <a:extLst>
              <a:ext uri="{FF2B5EF4-FFF2-40B4-BE49-F238E27FC236}">
                <a16:creationId xmlns:a16="http://schemas.microsoft.com/office/drawing/2014/main" id="{094F7A2D-F73E-44AE-BE5C-4606EB0B66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3BD41E-518C-4E05-B618-2EE9354B32B0}"/>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42903532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B0AF-BA99-43D7-88BB-35DE1BA06992}"/>
              </a:ext>
            </a:extLst>
          </p:cNvPr>
          <p:cNvSpPr>
            <a:spLocks noGrp="1"/>
          </p:cNvSpPr>
          <p:nvPr>
            <p:ph type="title"/>
          </p:nvPr>
        </p:nvSpPr>
        <p:spPr>
          <a:xfrm>
            <a:off x="857250" y="466725"/>
            <a:ext cx="4010025" cy="163195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E05E68-E5A2-4221-A70A-2C7E71A169EB}"/>
              </a:ext>
            </a:extLst>
          </p:cNvPr>
          <p:cNvSpPr>
            <a:spLocks noGrp="1"/>
          </p:cNvSpPr>
          <p:nvPr>
            <p:ph type="pic" idx="1"/>
          </p:nvPr>
        </p:nvSpPr>
        <p:spPr>
          <a:xfrm>
            <a:off x="5286375" y="1006475"/>
            <a:ext cx="6296025" cy="49704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1BC93C-F0F2-4753-8B33-1E6F9911EBCD}"/>
              </a:ext>
            </a:extLst>
          </p:cNvPr>
          <p:cNvSpPr>
            <a:spLocks noGrp="1"/>
          </p:cNvSpPr>
          <p:nvPr>
            <p:ph type="body" sz="half" idx="2"/>
          </p:nvPr>
        </p:nvSpPr>
        <p:spPr>
          <a:xfrm>
            <a:off x="857250" y="2098675"/>
            <a:ext cx="4010025" cy="38877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6F8D571-1A4C-4065-9A5B-1E75AFA4B62F}"/>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6" name="Footer Placeholder 5">
            <a:extLst>
              <a:ext uri="{FF2B5EF4-FFF2-40B4-BE49-F238E27FC236}">
                <a16:creationId xmlns:a16="http://schemas.microsoft.com/office/drawing/2014/main" id="{0F88B726-6F4D-4FE6-AAAB-3C18024CC1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1F673E-1F70-43E7-9D24-342875E4D1C4}"/>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16023330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13DF4-0979-4EAE-82E8-07271B7481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0BD4D8-6D36-4B3D-9E3A-99C17816E9E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2B6617-B64B-4131-888B-1AD394ECBE23}"/>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5" name="Footer Placeholder 4">
            <a:extLst>
              <a:ext uri="{FF2B5EF4-FFF2-40B4-BE49-F238E27FC236}">
                <a16:creationId xmlns:a16="http://schemas.microsoft.com/office/drawing/2014/main" id="{9DFDDC57-0EE2-468C-BD57-D6CD2B2C1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9479EF-5A71-4E6E-8535-A6B63FEB92BF}"/>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2722203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D67E7B-1CCA-49C2-8EB9-07C2DC55C23D}"/>
              </a:ext>
            </a:extLst>
          </p:cNvPr>
          <p:cNvSpPr>
            <a:spLocks noGrp="1"/>
          </p:cNvSpPr>
          <p:nvPr>
            <p:ph type="title" orient="vert"/>
          </p:nvPr>
        </p:nvSpPr>
        <p:spPr>
          <a:xfrm>
            <a:off x="8899525" y="373063"/>
            <a:ext cx="2681288" cy="59261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D1588C-137D-4BF3-9262-1F61A6D21697}"/>
              </a:ext>
            </a:extLst>
          </p:cNvPr>
          <p:cNvSpPr>
            <a:spLocks noGrp="1"/>
          </p:cNvSpPr>
          <p:nvPr>
            <p:ph type="body" orient="vert" idx="1"/>
          </p:nvPr>
        </p:nvSpPr>
        <p:spPr>
          <a:xfrm>
            <a:off x="855663" y="373063"/>
            <a:ext cx="7891462" cy="59261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B7640-820E-4160-81C4-E8C0C92A20E4}"/>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5" name="Footer Placeholder 4">
            <a:extLst>
              <a:ext uri="{FF2B5EF4-FFF2-40B4-BE49-F238E27FC236}">
                <a16:creationId xmlns:a16="http://schemas.microsoft.com/office/drawing/2014/main" id="{0E3E0AA8-C2CE-4178-8971-C8BEE72576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C82076-9FDB-4435-BEFF-A053E27CD38C}"/>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4504602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2D65-C2E8-49EF-93E2-9DA2D80DAE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0C9D7D-8054-464B-B590-1B5DAD437453}"/>
              </a:ext>
            </a:extLst>
          </p:cNvPr>
          <p:cNvSpPr>
            <a:spLocks noGrp="1"/>
          </p:cNvSpPr>
          <p:nvPr>
            <p:ph type="dt" sz="half" idx="10"/>
          </p:nvPr>
        </p:nvSpPr>
        <p:spPr/>
        <p:txBody>
          <a:bodyPr/>
          <a:lstStyle/>
          <a:p>
            <a:fld id="{13EB6290-080E-4E99-82D7-B932908ACD36}" type="datetimeFigureOut">
              <a:rPr lang="en-US" smtClean="0"/>
              <a:t>9/11/2022</a:t>
            </a:fld>
            <a:endParaRPr lang="en-US"/>
          </a:p>
        </p:txBody>
      </p:sp>
      <p:sp>
        <p:nvSpPr>
          <p:cNvPr id="4" name="Footer Placeholder 3">
            <a:extLst>
              <a:ext uri="{FF2B5EF4-FFF2-40B4-BE49-F238E27FC236}">
                <a16:creationId xmlns:a16="http://schemas.microsoft.com/office/drawing/2014/main" id="{CBECAC12-0D78-4F0E-95A1-008F026704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8ED1E8-8549-406A-96D0-4371932CEAAD}"/>
              </a:ext>
            </a:extLst>
          </p:cNvPr>
          <p:cNvSpPr>
            <a:spLocks noGrp="1"/>
          </p:cNvSpPr>
          <p:nvPr>
            <p:ph type="sldNum" sz="quarter" idx="12"/>
          </p:nvPr>
        </p:nvSpPr>
        <p:spPr/>
        <p:txBody>
          <a:bodyPr/>
          <a:lstStyle/>
          <a:p>
            <a:fld id="{D242B1EB-FD1A-4807-A61B-750809B7AB4B}" type="slidenum">
              <a:rPr lang="en-US" smtClean="0"/>
              <a:t>‹#›</a:t>
            </a:fld>
            <a:endParaRPr lang="en-US"/>
          </a:p>
        </p:txBody>
      </p:sp>
    </p:spTree>
    <p:extLst>
      <p:ext uri="{BB962C8B-B14F-4D97-AF65-F5344CB8AC3E}">
        <p14:creationId xmlns:p14="http://schemas.microsoft.com/office/powerpoint/2010/main" val="30473949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alkin (event nam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4"/>
            <a:ext cx="9143936" cy="1828800"/>
          </a:xfrm>
          <a:noFill/>
        </p:spPr>
        <p:txBody>
          <a:bodyPr lIns="146304" tIns="91440" rIns="146304" bIns="91440" anchor="b" anchorCtr="0"/>
          <a:lstStyle>
            <a:lvl1pPr>
              <a:defRPr sz="5400" spc="-100" baseline="0">
                <a:gradFill>
                  <a:gsLst>
                    <a:gs pos="62564">
                      <a:schemeClr val="tx1"/>
                    </a:gs>
                    <a:gs pos="55000">
                      <a:schemeClr val="tx1"/>
                    </a:gs>
                  </a:gsLst>
                  <a:lin ang="5400000" scaled="0"/>
                </a:gradFill>
              </a:defRPr>
            </a:lvl1pPr>
          </a:lstStyle>
          <a:p>
            <a:r>
              <a:rPr lang="en-US" dirty="0"/>
              <a:t>Event name</a:t>
            </a:r>
          </a:p>
        </p:txBody>
      </p:sp>
      <p:sp>
        <p:nvSpPr>
          <p:cNvPr id="5" name="Text Placeholder 4"/>
          <p:cNvSpPr>
            <a:spLocks noGrp="1"/>
          </p:cNvSpPr>
          <p:nvPr>
            <p:ph type="body" sz="quarter" idx="12" hasCustomPrompt="1"/>
          </p:nvPr>
        </p:nvSpPr>
        <p:spPr>
          <a:xfrm>
            <a:off x="274701" y="3040063"/>
            <a:ext cx="9143937" cy="730183"/>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Date</a:t>
            </a:r>
          </a:p>
        </p:txBody>
      </p:sp>
      <p:sp>
        <p:nvSpPr>
          <p:cNvPr id="3" name="Text Placeholder 2"/>
          <p:cNvSpPr>
            <a:spLocks noGrp="1"/>
          </p:cNvSpPr>
          <p:nvPr>
            <p:ph type="body" sz="quarter" idx="13" hasCustomPrompt="1"/>
          </p:nvPr>
        </p:nvSpPr>
        <p:spPr>
          <a:xfrm>
            <a:off x="274639" y="3770246"/>
            <a:ext cx="9144000" cy="461665"/>
          </a:xfrm>
        </p:spPr>
        <p:txBody>
          <a:bodyPr/>
          <a:lstStyle>
            <a:lvl1pPr marL="0" indent="0">
              <a:buNone/>
              <a:defRPr lang="en-US" sz="2000" kern="1200" spc="0" baseline="0" dirty="0" smtClean="0">
                <a:gradFill>
                  <a:gsLst>
                    <a:gs pos="91000">
                      <a:schemeClr val="tx1"/>
                    </a:gs>
                    <a:gs pos="0">
                      <a:schemeClr val="tx1"/>
                    </a:gs>
                  </a:gsLst>
                  <a:lin ang="5400000" scaled="0"/>
                </a:gradFill>
                <a:latin typeface="Segoe UI" panose="020B0502040204020203" pitchFamily="34" charset="0"/>
                <a:ea typeface="+mn-ea"/>
                <a:cs typeface="Segoe UI" panose="020B0502040204020203" pitchFamily="34" charset="0"/>
              </a:defRPr>
            </a:lvl1pPr>
          </a:lstStyle>
          <a:p>
            <a:r>
              <a:rPr lang="en-US" dirty="0"/>
              <a:t>Optional (City, State or venue)</a:t>
            </a:r>
          </a:p>
        </p:txBody>
      </p:sp>
      <p:pic>
        <p:nvPicPr>
          <p:cNvPr id="11" name="Picture 10"/>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34550102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with photo and tile">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srcRect t="21189" r="15525" b="7567"/>
          <a:stretch/>
        </p:blipFill>
        <p:spPr>
          <a:xfrm>
            <a:off x="0" y="0"/>
            <a:ext cx="12436475" cy="6995517"/>
          </a:xfrm>
          <a:prstGeom prst="rect">
            <a:avLst/>
          </a:prstGeom>
        </p:spPr>
      </p:pic>
      <p:pic>
        <p:nvPicPr>
          <p:cNvPr id="8" name="MS logo gray - EMF"/>
          <p:cNvPicPr>
            <a:picLocks noChangeAspect="1"/>
          </p:cNvPicPr>
          <p:nvPr userDrawn="1"/>
        </p:nvPicPr>
        <p:blipFill>
          <a:blip r:embed="rId3"/>
          <a:stretch>
            <a:fillRect/>
          </a:stretch>
        </p:blipFill>
        <p:spPr bwMode="black">
          <a:xfrm>
            <a:off x="460688" y="479425"/>
            <a:ext cx="1451843" cy="310896"/>
          </a:xfrm>
          <a:prstGeom prst="rect">
            <a:avLst/>
          </a:prstGeom>
        </p:spPr>
      </p:pic>
      <p:sp>
        <p:nvSpPr>
          <p:cNvPr id="4" name="Rectangle 3"/>
          <p:cNvSpPr/>
          <p:nvPr userDrawn="1"/>
        </p:nvSpPr>
        <p:spPr bwMode="auto">
          <a:xfrm>
            <a:off x="274702" y="2119177"/>
            <a:ext cx="6400800" cy="3657600"/>
          </a:xfrm>
          <a:prstGeom prst="rect">
            <a:avLst/>
          </a:prstGeom>
          <a:solidFill>
            <a:srgbClr val="FFFFFF">
              <a:alpha val="68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74702" y="2119177"/>
            <a:ext cx="6400736" cy="1828800"/>
          </a:xfrm>
          <a:noFill/>
        </p:spPr>
        <p:txBody>
          <a:bodyPr lIns="146304" tIns="91440" rIns="146304" bIns="91440" anchor="t" anchorCtr="0"/>
          <a:lstStyle>
            <a:lvl1pPr>
              <a:defRPr sz="4800" spc="-100" baseline="0">
                <a:gradFill>
                  <a:gsLst>
                    <a:gs pos="18471">
                      <a:srgbClr val="353535"/>
                    </a:gs>
                    <a:gs pos="46000">
                      <a:srgbClr val="353535"/>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62"/>
            <a:ext cx="6402388" cy="664797"/>
          </a:xfrm>
        </p:spPr>
        <p:txBody>
          <a:bodyPr wrap="square" lIns="164592" tIns="109728" rIns="164592" bIns="109728">
            <a:spAutoFit/>
          </a:bodyPr>
          <a:lstStyle>
            <a:lvl1pPr marL="0" indent="0">
              <a:spcBef>
                <a:spcPts val="0"/>
              </a:spcBef>
              <a:buNone/>
              <a:defRPr sz="3200">
                <a:gradFill>
                  <a:gsLst>
                    <a:gs pos="18471">
                      <a:srgbClr val="353535"/>
                    </a:gs>
                    <a:gs pos="46000">
                      <a:srgbClr val="353535"/>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3803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pic>
        <p:nvPicPr>
          <p:cNvPr id="11" name="Picture 10"/>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38678132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quare photo">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274702" y="2119178"/>
            <a:ext cx="4937760" cy="1835285"/>
          </a:xfrm>
          <a:noFill/>
        </p:spPr>
        <p:txBody>
          <a:bodyPr lIns="146304" tIns="91440" rIns="146304" bIns="91440" anchor="t" anchorCtr="0"/>
          <a:lstStyle>
            <a:lvl1pPr>
              <a:defRPr sz="4800" spc="-100" baseline="0">
                <a:gradFill>
                  <a:gsLst>
                    <a:gs pos="74359">
                      <a:schemeClr val="tx1"/>
                    </a:gs>
                    <a:gs pos="57576">
                      <a:schemeClr val="tx1"/>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63"/>
            <a:ext cx="4937760" cy="731528"/>
          </a:xfrm>
        </p:spPr>
        <p:txBody>
          <a:bodyPr lIns="164592" tIns="109728" rIns="164592" bIns="109728">
            <a:noAutofit/>
          </a:bodyPr>
          <a:lstStyle>
            <a:lvl1pPr marL="0" indent="0">
              <a:spcBef>
                <a:spcPts val="0"/>
              </a:spcBef>
              <a:buNone/>
              <a:defRPr lang="en-US" sz="3200" kern="1200" spc="0" baseline="0" dirty="0">
                <a:gradFill>
                  <a:gsLst>
                    <a:gs pos="91000">
                      <a:schemeClr val="tx1"/>
                    </a:gs>
                    <a:gs pos="0">
                      <a:schemeClr val="tx1"/>
                    </a:gs>
                  </a:gsLst>
                  <a:lin ang="5400000" scaled="0"/>
                </a:gradFill>
                <a:latin typeface="+mn-lt"/>
                <a:ea typeface="+mn-ea"/>
                <a:cs typeface="+mn-cs"/>
              </a:defRPr>
            </a:lvl1pPr>
          </a:lstStyle>
          <a:p>
            <a:pPr marL="0" marR="0" lvl="0" indent="0" algn="l" defTabSz="932742" rtl="0" eaLnBrk="1" fontAlgn="auto" latinLnBrk="0" hangingPunct="1">
              <a:lnSpc>
                <a:spcPct val="90000"/>
              </a:lnSpc>
              <a:spcBef>
                <a:spcPts val="0"/>
              </a:spcBef>
              <a:spcAft>
                <a:spcPts val="0"/>
              </a:spcAft>
              <a:buClrTx/>
              <a:buSzPct val="90000"/>
              <a:buFont typeface="Arial" pitchFamily="34" charset="0"/>
              <a:buNone/>
              <a:tabLst/>
            </a:pPr>
            <a:r>
              <a:rPr lang="en-US" dirty="0"/>
              <a:t>Speaker name</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pic>
        <p:nvPicPr>
          <p:cNvPr id="7" name="Picture 6"/>
          <p:cNvPicPr>
            <a:picLocks noChangeAspect="1"/>
          </p:cNvPicPr>
          <p:nvPr userDrawn="1"/>
        </p:nvPicPr>
        <p:blipFill rotWithShape="1">
          <a:blip r:embed="rId3"/>
          <a:srcRect l="36954" t="21189" r="15525" b="7567"/>
          <a:stretch/>
        </p:blipFill>
        <p:spPr>
          <a:xfrm>
            <a:off x="5440363" y="0"/>
            <a:ext cx="6996112" cy="6995517"/>
          </a:xfrm>
          <a:prstGeom prst="rect">
            <a:avLst/>
          </a:prstGeom>
        </p:spPr>
      </p:pic>
    </p:spTree>
    <p:extLst>
      <p:ext uri="{BB962C8B-B14F-4D97-AF65-F5344CB8AC3E}">
        <p14:creationId xmlns:p14="http://schemas.microsoft.com/office/powerpoint/2010/main" val="2914041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42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0131958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8578441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dirty="0"/>
              <a:t>Click to edit Master text styles</a:t>
            </a:r>
          </a:p>
          <a:p>
            <a:pPr marL="712788" marR="0" lvl="1" indent="-457200" algn="l" defTabSz="932742" rtl="0" eaLnBrk="1" fontAlgn="auto" latinLnBrk="0" hangingPunct="1">
              <a:lnSpc>
                <a:spcPct val="90000"/>
              </a:lnSpc>
              <a:spcBef>
                <a:spcPct val="20000"/>
              </a:spcBef>
              <a:spcAft>
                <a:spcPts val="0"/>
              </a:spcAft>
              <a:buClrTx/>
              <a:buSzPct val="90000"/>
              <a:tabLst/>
            </a:pPr>
            <a:r>
              <a:rPr lang="en-US" dirty="0"/>
              <a:t>Second level</a:t>
            </a:r>
          </a:p>
          <a:p>
            <a:pPr marL="908050" marR="0" lvl="2" indent="-457200" algn="l" defTabSz="932742" rtl="0" eaLnBrk="1" fontAlgn="auto" latinLnBrk="0" hangingPunct="1">
              <a:lnSpc>
                <a:spcPct val="90000"/>
              </a:lnSpc>
              <a:spcBef>
                <a:spcPct val="20000"/>
              </a:spcBef>
              <a:spcAft>
                <a:spcPts val="0"/>
              </a:spcAft>
              <a:buClrTx/>
              <a:buSzPct val="90000"/>
              <a:tabLst/>
            </a:pPr>
            <a:r>
              <a:rPr lang="en-US" dirty="0"/>
              <a:t>Third level</a:t>
            </a:r>
          </a:p>
          <a:p>
            <a:pPr marL="1109662" marR="0" lvl="3" indent="-457200" algn="l" defTabSz="932742" rtl="0" eaLnBrk="1" fontAlgn="auto" latinLnBrk="0" hangingPunct="1">
              <a:lnSpc>
                <a:spcPct val="90000"/>
              </a:lnSpc>
              <a:spcBef>
                <a:spcPct val="20000"/>
              </a:spcBef>
              <a:spcAft>
                <a:spcPts val="0"/>
              </a:spcAft>
              <a:buClrTx/>
              <a:buSzPct val="90000"/>
              <a:tabLst/>
            </a:pPr>
            <a:r>
              <a:rPr lang="en-US" dirty="0"/>
              <a:t>Fourth level</a:t>
            </a:r>
          </a:p>
          <a:p>
            <a:pPr marL="1311275" marR="0" lvl="4" indent="-457200" algn="l" defTabSz="932742" rtl="0" eaLnBrk="1" fontAlgn="auto" latinLnBrk="0" hangingPunct="1">
              <a:lnSpc>
                <a:spcPct val="90000"/>
              </a:lnSpc>
              <a:spcBef>
                <a:spcPct val="20000"/>
              </a:spcBef>
              <a:spcAft>
                <a:spcPts val="0"/>
              </a:spcAft>
              <a:buClrTx/>
              <a:buSzPct val="90000"/>
              <a:tabLst/>
            </a:pPr>
            <a:r>
              <a:rPr lang="en-US" dirty="0"/>
              <a:t>Fifth level</a:t>
            </a:r>
          </a:p>
        </p:txBody>
      </p:sp>
    </p:spTree>
    <p:extLst>
      <p:ext uri="{BB962C8B-B14F-4D97-AF65-F5344CB8AC3E}">
        <p14:creationId xmlns:p14="http://schemas.microsoft.com/office/powerpoint/2010/main" val="288636596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dirty="0"/>
              <a:t>Click to edit Master text styles</a:t>
            </a:r>
          </a:p>
          <a:p>
            <a:pPr marL="427038" marR="0" lvl="1" indent="-17145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Second level</a:t>
            </a:r>
          </a:p>
          <a:p>
            <a:pPr marL="639763" marR="0" lvl="2" indent="-1889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Third level</a:t>
            </a:r>
          </a:p>
          <a:p>
            <a:pPr marL="828675" marR="0" lvl="3" indent="-1762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Fourth level</a:t>
            </a:r>
          </a:p>
          <a:p>
            <a:pPr marL="1023938" marR="0" lvl="4" indent="-16986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Fifth level</a:t>
            </a:r>
          </a:p>
        </p:txBody>
      </p:sp>
    </p:spTree>
    <p:extLst>
      <p:ext uri="{BB962C8B-B14F-4D97-AF65-F5344CB8AC3E}">
        <p14:creationId xmlns:p14="http://schemas.microsoft.com/office/powerpoint/2010/main" val="409193163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0925205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591993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280903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61863663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1383227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7"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2979381609"/>
      </p:ext>
    </p:extLst>
  </p:cSld>
  <p:clrMapOvr>
    <a:masterClrMapping/>
  </p:clrMapOvr>
  <p:transition>
    <p:fade/>
  </p:transition>
  <p:extLst>
    <p:ext uri="{DCECCB84-F9BA-43D5-87BE-67443E8EF086}">
      <p15:sldGuideLst xmlns:p15="http://schemas.microsoft.com/office/powerpoint/2012/main">
        <p15:guide id="1" pos="342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10967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0384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2771056"/>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394411027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16381127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Walkin (event nam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4"/>
            <a:ext cx="9143936" cy="1828800"/>
          </a:xfrm>
          <a:noFill/>
        </p:spPr>
        <p:txBody>
          <a:bodyPr lIns="146304" tIns="91440" rIns="146304" bIns="91440" anchor="b" anchorCtr="0"/>
          <a:lstStyle>
            <a:lvl1pPr>
              <a:defRPr sz="5400" spc="-100" baseline="0">
                <a:gradFill>
                  <a:gsLst>
                    <a:gs pos="62564">
                      <a:schemeClr val="tx1"/>
                    </a:gs>
                    <a:gs pos="55000">
                      <a:schemeClr val="tx1"/>
                    </a:gs>
                  </a:gsLst>
                  <a:lin ang="5400000" scaled="0"/>
                </a:gradFill>
              </a:defRPr>
            </a:lvl1pPr>
          </a:lstStyle>
          <a:p>
            <a:r>
              <a:rPr lang="en-US" dirty="0"/>
              <a:t>Event name</a:t>
            </a:r>
          </a:p>
        </p:txBody>
      </p:sp>
      <p:sp>
        <p:nvSpPr>
          <p:cNvPr id="5" name="Text Placeholder 4"/>
          <p:cNvSpPr>
            <a:spLocks noGrp="1"/>
          </p:cNvSpPr>
          <p:nvPr>
            <p:ph type="body" sz="quarter" idx="12" hasCustomPrompt="1"/>
          </p:nvPr>
        </p:nvSpPr>
        <p:spPr>
          <a:xfrm>
            <a:off x="274701" y="3040063"/>
            <a:ext cx="9143937" cy="730183"/>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Date</a:t>
            </a:r>
          </a:p>
        </p:txBody>
      </p:sp>
      <p:sp>
        <p:nvSpPr>
          <p:cNvPr id="3" name="Text Placeholder 2"/>
          <p:cNvSpPr>
            <a:spLocks noGrp="1"/>
          </p:cNvSpPr>
          <p:nvPr>
            <p:ph type="body" sz="quarter" idx="13" hasCustomPrompt="1"/>
          </p:nvPr>
        </p:nvSpPr>
        <p:spPr>
          <a:xfrm>
            <a:off x="274639" y="3770246"/>
            <a:ext cx="9144000" cy="461665"/>
          </a:xfrm>
        </p:spPr>
        <p:txBody>
          <a:bodyPr/>
          <a:lstStyle>
            <a:lvl1pPr marL="0" indent="0">
              <a:buNone/>
              <a:defRPr lang="en-US" sz="2000" kern="1200" spc="0" baseline="0" dirty="0" smtClean="0">
                <a:gradFill>
                  <a:gsLst>
                    <a:gs pos="91000">
                      <a:schemeClr val="tx1"/>
                    </a:gs>
                    <a:gs pos="0">
                      <a:schemeClr val="tx1"/>
                    </a:gs>
                  </a:gsLst>
                  <a:lin ang="5400000" scaled="0"/>
                </a:gradFill>
                <a:latin typeface="Segoe UI" panose="020B0502040204020203" pitchFamily="34" charset="0"/>
                <a:ea typeface="+mn-ea"/>
                <a:cs typeface="Segoe UI" panose="020B0502040204020203" pitchFamily="34" charset="0"/>
              </a:defRPr>
            </a:lvl1pPr>
          </a:lstStyle>
          <a:p>
            <a:r>
              <a:rPr lang="en-US" dirty="0"/>
              <a:t>Optional (City, State or venue)</a:t>
            </a:r>
          </a:p>
        </p:txBody>
      </p:sp>
      <p:pic>
        <p:nvPicPr>
          <p:cNvPr id="11" name="Picture 10"/>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2093931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with photo and tile">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srcRect t="21189" r="15525" b="7567"/>
          <a:stretch/>
        </p:blipFill>
        <p:spPr>
          <a:xfrm>
            <a:off x="0" y="0"/>
            <a:ext cx="12436475" cy="6995517"/>
          </a:xfrm>
          <a:prstGeom prst="rect">
            <a:avLst/>
          </a:prstGeom>
        </p:spPr>
      </p:pic>
      <p:pic>
        <p:nvPicPr>
          <p:cNvPr id="8" name="MS logo gray - EMF"/>
          <p:cNvPicPr>
            <a:picLocks noChangeAspect="1"/>
          </p:cNvPicPr>
          <p:nvPr userDrawn="1"/>
        </p:nvPicPr>
        <p:blipFill>
          <a:blip r:embed="rId3"/>
          <a:stretch>
            <a:fillRect/>
          </a:stretch>
        </p:blipFill>
        <p:spPr bwMode="black">
          <a:xfrm>
            <a:off x="460688" y="479425"/>
            <a:ext cx="1451843" cy="310896"/>
          </a:xfrm>
          <a:prstGeom prst="rect">
            <a:avLst/>
          </a:prstGeom>
        </p:spPr>
      </p:pic>
      <p:sp>
        <p:nvSpPr>
          <p:cNvPr id="4" name="Rectangle 3"/>
          <p:cNvSpPr/>
          <p:nvPr userDrawn="1"/>
        </p:nvSpPr>
        <p:spPr bwMode="auto">
          <a:xfrm>
            <a:off x="274702" y="2119177"/>
            <a:ext cx="6400800" cy="3657600"/>
          </a:xfrm>
          <a:prstGeom prst="rect">
            <a:avLst/>
          </a:prstGeom>
          <a:solidFill>
            <a:srgbClr val="FFFFFF">
              <a:alpha val="68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74702" y="2119177"/>
            <a:ext cx="6400736" cy="1828800"/>
          </a:xfrm>
          <a:noFill/>
        </p:spPr>
        <p:txBody>
          <a:bodyPr lIns="146304" tIns="91440" rIns="146304" bIns="91440" anchor="t" anchorCtr="0"/>
          <a:lstStyle>
            <a:lvl1pPr>
              <a:defRPr sz="4800" spc="-100" baseline="0">
                <a:gradFill>
                  <a:gsLst>
                    <a:gs pos="18471">
                      <a:srgbClr val="353535"/>
                    </a:gs>
                    <a:gs pos="46000">
                      <a:srgbClr val="353535"/>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62"/>
            <a:ext cx="6402388" cy="664797"/>
          </a:xfrm>
        </p:spPr>
        <p:txBody>
          <a:bodyPr wrap="square" lIns="164592" tIns="109728" rIns="164592" bIns="109728">
            <a:spAutoFit/>
          </a:bodyPr>
          <a:lstStyle>
            <a:lvl1pPr marL="0" indent="0">
              <a:spcBef>
                <a:spcPts val="0"/>
              </a:spcBef>
              <a:buNone/>
              <a:defRPr sz="3200">
                <a:gradFill>
                  <a:gsLst>
                    <a:gs pos="18471">
                      <a:srgbClr val="353535"/>
                    </a:gs>
                    <a:gs pos="46000">
                      <a:srgbClr val="353535"/>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282965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pic>
        <p:nvPicPr>
          <p:cNvPr id="11" name="Picture 10"/>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40986479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quare photo">
    <p:bg>
      <p:bgPr>
        <a:solidFill>
          <a:schemeClr val="accent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srcRect l="36954" t="21189" r="15525" b="7567"/>
          <a:stretch/>
        </p:blipFill>
        <p:spPr>
          <a:xfrm>
            <a:off x="5440363" y="0"/>
            <a:ext cx="6996112" cy="6995517"/>
          </a:xfrm>
          <a:prstGeom prst="rect">
            <a:avLst/>
          </a:prstGeom>
        </p:spPr>
      </p:pic>
      <p:sp>
        <p:nvSpPr>
          <p:cNvPr id="9" name="Title 1"/>
          <p:cNvSpPr>
            <a:spLocks noGrp="1"/>
          </p:cNvSpPr>
          <p:nvPr>
            <p:ph type="title" hasCustomPrompt="1"/>
          </p:nvPr>
        </p:nvSpPr>
        <p:spPr bwMode="auto">
          <a:xfrm>
            <a:off x="274702" y="2119178"/>
            <a:ext cx="4937760" cy="1835285"/>
          </a:xfrm>
          <a:noFill/>
        </p:spPr>
        <p:txBody>
          <a:bodyPr lIns="146304" tIns="91440" rIns="146304" bIns="91440" anchor="t" anchorCtr="0"/>
          <a:lstStyle>
            <a:lvl1pPr>
              <a:defRPr sz="4800" spc="-100" baseline="0">
                <a:gradFill>
                  <a:gsLst>
                    <a:gs pos="74359">
                      <a:schemeClr val="tx1"/>
                    </a:gs>
                    <a:gs pos="57576">
                      <a:schemeClr val="tx1"/>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63"/>
            <a:ext cx="4937760" cy="731528"/>
          </a:xfrm>
        </p:spPr>
        <p:txBody>
          <a:bodyPr lIns="164592" tIns="109728" rIns="164592" bIns="109728">
            <a:noAutofit/>
          </a:bodyPr>
          <a:lstStyle>
            <a:lvl1pPr marL="0" indent="0">
              <a:spcBef>
                <a:spcPts val="0"/>
              </a:spcBef>
              <a:buNone/>
              <a:defRPr lang="en-US" sz="3200" kern="1200" spc="0" baseline="0" dirty="0">
                <a:gradFill>
                  <a:gsLst>
                    <a:gs pos="91000">
                      <a:schemeClr val="tx1"/>
                    </a:gs>
                    <a:gs pos="0">
                      <a:schemeClr val="tx1"/>
                    </a:gs>
                  </a:gsLst>
                  <a:lin ang="5400000" scaled="0"/>
                </a:gradFill>
                <a:latin typeface="+mn-lt"/>
                <a:ea typeface="+mn-ea"/>
                <a:cs typeface="+mn-cs"/>
              </a:defRPr>
            </a:lvl1pPr>
          </a:lstStyle>
          <a:p>
            <a:pPr marL="0" marR="0" lvl="0" indent="0" algn="l" defTabSz="932742" rtl="0" eaLnBrk="1" fontAlgn="auto" latinLnBrk="0" hangingPunct="1">
              <a:lnSpc>
                <a:spcPct val="90000"/>
              </a:lnSpc>
              <a:spcBef>
                <a:spcPts val="0"/>
              </a:spcBef>
              <a:spcAft>
                <a:spcPts val="0"/>
              </a:spcAft>
              <a:buClrTx/>
              <a:buSzPct val="90000"/>
              <a:buFont typeface="Arial" pitchFamily="34" charset="0"/>
              <a:buNone/>
              <a:tabLst/>
            </a:pPr>
            <a:r>
              <a:rPr lang="en-US" dirty="0"/>
              <a:t>Speaker name</a:t>
            </a:r>
          </a:p>
        </p:txBody>
      </p:sp>
      <p:pic>
        <p:nvPicPr>
          <p:cNvPr id="11" name="Picture 10"/>
          <p:cNvPicPr>
            <a:picLocks noChangeAspect="1"/>
          </p:cNvPicPr>
          <p:nvPr userDrawn="1"/>
        </p:nvPicPr>
        <p:blipFill>
          <a:blip r:embed="rId3"/>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13956632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42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57024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dirty="0"/>
              <a:t>Click to edit Master text styles</a:t>
            </a:r>
          </a:p>
          <a:p>
            <a:pPr marL="712788" marR="0" lvl="1" indent="-457200" algn="l" defTabSz="932742" rtl="0" eaLnBrk="1" fontAlgn="auto" latinLnBrk="0" hangingPunct="1">
              <a:lnSpc>
                <a:spcPct val="90000"/>
              </a:lnSpc>
              <a:spcBef>
                <a:spcPct val="20000"/>
              </a:spcBef>
              <a:spcAft>
                <a:spcPts val="0"/>
              </a:spcAft>
              <a:buClrTx/>
              <a:buSzPct val="90000"/>
              <a:tabLst/>
            </a:pPr>
            <a:r>
              <a:rPr lang="en-US" dirty="0"/>
              <a:t>Second level</a:t>
            </a:r>
          </a:p>
          <a:p>
            <a:pPr marL="908050" marR="0" lvl="2" indent="-457200" algn="l" defTabSz="932742" rtl="0" eaLnBrk="1" fontAlgn="auto" latinLnBrk="0" hangingPunct="1">
              <a:lnSpc>
                <a:spcPct val="90000"/>
              </a:lnSpc>
              <a:spcBef>
                <a:spcPct val="20000"/>
              </a:spcBef>
              <a:spcAft>
                <a:spcPts val="0"/>
              </a:spcAft>
              <a:buClrTx/>
              <a:buSzPct val="90000"/>
              <a:tabLst/>
            </a:pPr>
            <a:r>
              <a:rPr lang="en-US" dirty="0"/>
              <a:t>Third level</a:t>
            </a:r>
          </a:p>
          <a:p>
            <a:pPr marL="1109662" marR="0" lvl="3" indent="-457200" algn="l" defTabSz="932742" rtl="0" eaLnBrk="1" fontAlgn="auto" latinLnBrk="0" hangingPunct="1">
              <a:lnSpc>
                <a:spcPct val="90000"/>
              </a:lnSpc>
              <a:spcBef>
                <a:spcPct val="20000"/>
              </a:spcBef>
              <a:spcAft>
                <a:spcPts val="0"/>
              </a:spcAft>
              <a:buClrTx/>
              <a:buSzPct val="90000"/>
              <a:tabLst/>
            </a:pPr>
            <a:r>
              <a:rPr lang="en-US" dirty="0"/>
              <a:t>Fourth level</a:t>
            </a:r>
          </a:p>
          <a:p>
            <a:pPr marL="1311275" marR="0" lvl="4" indent="-457200" algn="l" defTabSz="932742" rtl="0" eaLnBrk="1" fontAlgn="auto" latinLnBrk="0" hangingPunct="1">
              <a:lnSpc>
                <a:spcPct val="90000"/>
              </a:lnSpc>
              <a:spcBef>
                <a:spcPct val="20000"/>
              </a:spcBef>
              <a:spcAft>
                <a:spcPts val="0"/>
              </a:spcAft>
              <a:buClrTx/>
              <a:buSzPct val="90000"/>
              <a:tabLst/>
            </a:pPr>
            <a:r>
              <a:rPr lang="en-US" dirty="0"/>
              <a:t>Fifth level</a:t>
            </a:r>
          </a:p>
        </p:txBody>
      </p:sp>
    </p:spTree>
    <p:extLst>
      <p:ext uri="{BB962C8B-B14F-4D97-AF65-F5344CB8AC3E}">
        <p14:creationId xmlns:p14="http://schemas.microsoft.com/office/powerpoint/2010/main" val="1954530601"/>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dirty="0"/>
              <a:t>Click to edit Master text styles</a:t>
            </a:r>
          </a:p>
          <a:p>
            <a:pPr marL="427038" marR="0" lvl="1" indent="-17145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Second level</a:t>
            </a:r>
          </a:p>
          <a:p>
            <a:pPr marL="639763" marR="0" lvl="2" indent="-1889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Third level</a:t>
            </a:r>
          </a:p>
          <a:p>
            <a:pPr marL="828675" marR="0" lvl="3" indent="-1762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Fourth level</a:t>
            </a:r>
          </a:p>
          <a:p>
            <a:pPr marL="1023938" marR="0" lvl="4" indent="-16986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Fifth level</a:t>
            </a:r>
          </a:p>
        </p:txBody>
      </p:sp>
    </p:spTree>
    <p:extLst>
      <p:ext uri="{BB962C8B-B14F-4D97-AF65-F5344CB8AC3E}">
        <p14:creationId xmlns:p14="http://schemas.microsoft.com/office/powerpoint/2010/main" val="679650135"/>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681027781"/>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7962452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4050760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57440629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7"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2667155633"/>
      </p:ext>
    </p:extLst>
  </p:cSld>
  <p:clrMapOvr>
    <a:masterClrMapping/>
  </p:clrMapOvr>
  <p:transition>
    <p:fade/>
  </p:transition>
  <p:extLst>
    <p:ext uri="{DCECCB84-F9BA-43D5-87BE-67443E8EF086}">
      <p15:sldGuideLst xmlns:p15="http://schemas.microsoft.com/office/powerpoint/2012/main">
        <p15:guide id="1" pos="342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05857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1737675"/>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40876120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147724681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tart screen">
    <p:bg>
      <p:bgPr>
        <a:solidFill>
          <a:srgbClr val="00BCF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pic>
        <p:nvPicPr>
          <p:cNvPr id="4" name="Picture 3"/>
          <p:cNvPicPr>
            <a:picLocks noChangeAspect="1"/>
          </p:cNvPicPr>
          <p:nvPr userDrawn="1"/>
        </p:nvPicPr>
        <p:blipFill>
          <a:blip r:embed="rId3"/>
          <a:stretch>
            <a:fillRect/>
          </a:stretch>
        </p:blipFill>
        <p:spPr>
          <a:xfrm>
            <a:off x="1489699" y="1624523"/>
            <a:ext cx="9457079" cy="3745480"/>
          </a:xfrm>
          <a:prstGeom prst="rect">
            <a:avLst/>
          </a:prstGeom>
        </p:spPr>
      </p:pic>
    </p:spTree>
    <p:extLst>
      <p:ext uri="{BB962C8B-B14F-4D97-AF65-F5344CB8AC3E}">
        <p14:creationId xmlns:p14="http://schemas.microsoft.com/office/powerpoint/2010/main" val="30228101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hiladelphia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3" name="Picture 2"/>
          <p:cNvPicPr>
            <a:picLocks noChangeAspect="1"/>
          </p:cNvPicPr>
          <p:nvPr userDrawn="1"/>
        </p:nvPicPr>
        <p:blipFill>
          <a:blip r:embed="rId2"/>
          <a:stretch>
            <a:fillRect/>
          </a:stretch>
        </p:blipFill>
        <p:spPr>
          <a:xfrm>
            <a:off x="6218238" y="1039705"/>
            <a:ext cx="5482059" cy="519189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41170409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okyo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3" name="Picture 2"/>
          <p:cNvPicPr>
            <a:picLocks noChangeAspect="1"/>
          </p:cNvPicPr>
          <p:nvPr userDrawn="1"/>
        </p:nvPicPr>
        <p:blipFill>
          <a:blip r:embed="rId2"/>
          <a:stretch>
            <a:fillRect/>
          </a:stretch>
        </p:blipFill>
        <p:spPr>
          <a:xfrm>
            <a:off x="6061934" y="761438"/>
            <a:ext cx="5642641" cy="5471651"/>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28774631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tockholm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4" name="Picture 3"/>
          <p:cNvPicPr>
            <a:picLocks noChangeAspect="1"/>
          </p:cNvPicPr>
          <p:nvPr userDrawn="1"/>
        </p:nvPicPr>
        <p:blipFill>
          <a:blip r:embed="rId2"/>
          <a:stretch>
            <a:fillRect/>
          </a:stretch>
        </p:blipFill>
        <p:spPr>
          <a:xfrm>
            <a:off x="6126798" y="296898"/>
            <a:ext cx="5486340" cy="5929916"/>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20186475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l Aviv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2" name="Picture 1"/>
          <p:cNvPicPr>
            <a:picLocks noChangeAspect="1"/>
          </p:cNvPicPr>
          <p:nvPr userDrawn="1"/>
        </p:nvPicPr>
        <p:blipFill>
          <a:blip r:embed="rId2"/>
          <a:stretch>
            <a:fillRect/>
          </a:stretch>
        </p:blipFill>
        <p:spPr>
          <a:xfrm>
            <a:off x="6213225" y="479425"/>
            <a:ext cx="5501093" cy="579783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28543361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aris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3" name="Picture 2"/>
          <p:cNvPicPr>
            <a:picLocks noChangeAspect="1"/>
          </p:cNvPicPr>
          <p:nvPr userDrawn="1"/>
        </p:nvPicPr>
        <p:blipFill>
          <a:blip r:embed="rId2"/>
          <a:stretch>
            <a:fillRect/>
          </a:stretch>
        </p:blipFill>
        <p:spPr>
          <a:xfrm>
            <a:off x="6309676" y="1099761"/>
            <a:ext cx="5441731" cy="5134537"/>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10415524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Washington, D.C.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2" name="Picture 1"/>
          <p:cNvPicPr>
            <a:picLocks noChangeAspect="1"/>
          </p:cNvPicPr>
          <p:nvPr userDrawn="1"/>
        </p:nvPicPr>
        <p:blipFill>
          <a:blip r:embed="rId2"/>
          <a:stretch>
            <a:fillRect/>
          </a:stretch>
        </p:blipFill>
        <p:spPr>
          <a:xfrm>
            <a:off x="6282977" y="936971"/>
            <a:ext cx="5537370" cy="540231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30016059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Atlanta title">
    <p:bg>
      <p:bgPr>
        <a:solidFill>
          <a:srgbClr val="00BCF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6010756" y="845531"/>
            <a:ext cx="5781235" cy="5471131"/>
          </a:xfrm>
          <a:prstGeom prst="rect">
            <a:avLst/>
          </a:prstGeom>
        </p:spPr>
      </p:pic>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17621303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rankfurt title">
    <p:bg>
      <p:bgPr>
        <a:solidFill>
          <a:srgbClr val="00BCF2"/>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6126798" y="754092"/>
            <a:ext cx="5671214" cy="5562570"/>
          </a:xfrm>
          <a:prstGeom prst="rect">
            <a:avLst/>
          </a:prstGeom>
        </p:spPr>
      </p:pic>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223863057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udapest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pic>
        <p:nvPicPr>
          <p:cNvPr id="7" name="Picture 6"/>
          <p:cNvPicPr>
            <a:picLocks noChangeAspect="1"/>
          </p:cNvPicPr>
          <p:nvPr userDrawn="1"/>
        </p:nvPicPr>
        <p:blipFill>
          <a:blip r:embed="rId3"/>
          <a:stretch>
            <a:fillRect/>
          </a:stretch>
        </p:blipFill>
        <p:spPr>
          <a:xfrm>
            <a:off x="6259174" y="1578257"/>
            <a:ext cx="5720102" cy="4657474"/>
          </a:xfrm>
          <a:prstGeom prst="rect">
            <a:avLst/>
          </a:prstGeom>
        </p:spPr>
      </p:pic>
    </p:spTree>
    <p:extLst>
      <p:ext uri="{BB962C8B-B14F-4D97-AF65-F5344CB8AC3E}">
        <p14:creationId xmlns:p14="http://schemas.microsoft.com/office/powerpoint/2010/main" val="37689661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85347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0078D7"/>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1"/>
            <a:ext cx="11887200" cy="2025170"/>
          </a:xfrm>
        </p:spPr>
        <p:txBody>
          <a:bodyPr>
            <a:spAutoFit/>
          </a:bodyPr>
          <a:lstStyle>
            <a:lvl1pPr>
              <a:defRPr sz="359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8999325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2425279"/>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7841795"/>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7769468"/>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8584363"/>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8D7"/>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702" y="1759920"/>
            <a:ext cx="8046632" cy="1828786"/>
          </a:xfrm>
          <a:noFill/>
        </p:spPr>
        <p:txBody>
          <a:bodyPr lIns="146304" tIns="91440" rIns="146304" bIns="91440" anchor="t" anchorCtr="0"/>
          <a:lstStyle>
            <a:lvl1pPr>
              <a:defRPr sz="5399" spc="-100" baseline="0">
                <a:gradFill>
                  <a:gsLst>
                    <a:gs pos="0">
                      <a:schemeClr val="accent1">
                        <a:lumMod val="5000"/>
                        <a:lumOff val="95000"/>
                      </a:schemeClr>
                    </a:gs>
                    <a:gs pos="100000">
                      <a:schemeClr val="tx1"/>
                    </a:gs>
                  </a:gsLst>
                  <a:lin ang="5400000" scaled="1"/>
                </a:gradFill>
              </a:defRPr>
            </a:lvl1pPr>
          </a:lstStyle>
          <a:p>
            <a:r>
              <a:rPr lang="en-US"/>
              <a:t>Section title</a:t>
            </a:r>
          </a:p>
        </p:txBody>
      </p:sp>
    </p:spTree>
    <p:extLst>
      <p:ext uri="{BB962C8B-B14F-4D97-AF65-F5344CB8AC3E}">
        <p14:creationId xmlns:p14="http://schemas.microsoft.com/office/powerpoint/2010/main" val="334549269"/>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78D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9179751"/>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hiladelphia Thank You!">
    <p:bg>
      <p:bgPr>
        <a:solidFill>
          <a:srgbClr val="00BCF2"/>
        </a:solidFill>
        <a:effectLst/>
      </p:bgPr>
    </p:bg>
    <p:spTree>
      <p:nvGrpSpPr>
        <p:cNvPr id="1" name=""/>
        <p:cNvGrpSpPr/>
        <p:nvPr/>
      </p:nvGrpSpPr>
      <p:grpSpPr>
        <a:xfrm>
          <a:off x="0" y="0"/>
          <a:ext cx="0" cy="0"/>
          <a:chOff x="0" y="0"/>
          <a:chExt cx="0" cy="0"/>
        </a:xfrm>
      </p:grpSpPr>
      <p:sp>
        <p:nvSpPr>
          <p:cNvPr id="5" name="TextBox 4"/>
          <p:cNvSpPr txBox="1"/>
          <p:nvPr userDrawn="1"/>
        </p:nvSpPr>
        <p:spPr>
          <a:xfrm>
            <a:off x="282575" y="2887662"/>
            <a:ext cx="4297633"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Philadelphia!</a:t>
            </a:r>
          </a:p>
        </p:txBody>
      </p:sp>
      <p:pic>
        <p:nvPicPr>
          <p:cNvPr id="7" name="Picture 6"/>
          <p:cNvPicPr>
            <a:picLocks noChangeAspect="1"/>
          </p:cNvPicPr>
          <p:nvPr userDrawn="1"/>
        </p:nvPicPr>
        <p:blipFill>
          <a:blip r:embed="rId2"/>
          <a:stretch>
            <a:fillRect/>
          </a:stretch>
        </p:blipFill>
        <p:spPr>
          <a:xfrm>
            <a:off x="6218238" y="1039705"/>
            <a:ext cx="5482059" cy="5191893"/>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29016748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okyo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5" y="2887662"/>
            <a:ext cx="4297633"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Tokyo!</a:t>
            </a:r>
          </a:p>
        </p:txBody>
      </p:sp>
      <p:pic>
        <p:nvPicPr>
          <p:cNvPr id="5" name="Picture 4"/>
          <p:cNvPicPr>
            <a:picLocks noChangeAspect="1"/>
          </p:cNvPicPr>
          <p:nvPr userDrawn="1"/>
        </p:nvPicPr>
        <p:blipFill>
          <a:blip r:embed="rId2"/>
          <a:stretch>
            <a:fillRect/>
          </a:stretch>
        </p:blipFill>
        <p:spPr>
          <a:xfrm>
            <a:off x="6061934" y="761438"/>
            <a:ext cx="5642641" cy="5471651"/>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15091324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tockholm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5" y="2887662"/>
            <a:ext cx="4297633"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Stockholm!</a:t>
            </a:r>
          </a:p>
        </p:txBody>
      </p:sp>
      <p:pic>
        <p:nvPicPr>
          <p:cNvPr id="6" name="Picture 5"/>
          <p:cNvPicPr>
            <a:picLocks noChangeAspect="1"/>
          </p:cNvPicPr>
          <p:nvPr userDrawn="1"/>
        </p:nvPicPr>
        <p:blipFill>
          <a:blip r:embed="rId2"/>
          <a:stretch>
            <a:fillRect/>
          </a:stretch>
        </p:blipFill>
        <p:spPr>
          <a:xfrm>
            <a:off x="6126798" y="296898"/>
            <a:ext cx="5486340" cy="5929916"/>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20215269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l Aviv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5" y="2887662"/>
            <a:ext cx="4297633"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Tel Aviv!</a:t>
            </a:r>
          </a:p>
        </p:txBody>
      </p:sp>
      <p:pic>
        <p:nvPicPr>
          <p:cNvPr id="6" name="Picture 5"/>
          <p:cNvPicPr>
            <a:picLocks noChangeAspect="1"/>
          </p:cNvPicPr>
          <p:nvPr userDrawn="1"/>
        </p:nvPicPr>
        <p:blipFill>
          <a:blip r:embed="rId2"/>
          <a:stretch>
            <a:fillRect/>
          </a:stretch>
        </p:blipFill>
        <p:spPr>
          <a:xfrm>
            <a:off x="6213225" y="479425"/>
            <a:ext cx="5501093" cy="579783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16906958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aris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5" y="2887662"/>
            <a:ext cx="4297633"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Paris!</a:t>
            </a:r>
          </a:p>
        </p:txBody>
      </p:sp>
      <p:pic>
        <p:nvPicPr>
          <p:cNvPr id="6" name="Picture 5"/>
          <p:cNvPicPr>
            <a:picLocks noChangeAspect="1"/>
          </p:cNvPicPr>
          <p:nvPr userDrawn="1"/>
        </p:nvPicPr>
        <p:blipFill>
          <a:blip r:embed="rId2"/>
          <a:stretch>
            <a:fillRect/>
          </a:stretch>
        </p:blipFill>
        <p:spPr>
          <a:xfrm>
            <a:off x="6309676" y="1099761"/>
            <a:ext cx="5441731" cy="5134537"/>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334782445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Washington, D.C.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5" y="2887662"/>
            <a:ext cx="5577785"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Washington, D.C.!</a:t>
            </a:r>
          </a:p>
        </p:txBody>
      </p:sp>
      <p:pic>
        <p:nvPicPr>
          <p:cNvPr id="6" name="Picture 5"/>
          <p:cNvPicPr>
            <a:picLocks noChangeAspect="1"/>
          </p:cNvPicPr>
          <p:nvPr userDrawn="1"/>
        </p:nvPicPr>
        <p:blipFill>
          <a:blip r:embed="rId2"/>
          <a:stretch>
            <a:fillRect/>
          </a:stretch>
        </p:blipFill>
        <p:spPr>
          <a:xfrm>
            <a:off x="6282977" y="936971"/>
            <a:ext cx="5537370" cy="540231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4548862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tlanta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5" y="2887662"/>
            <a:ext cx="4297633"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Atlanta!</a:t>
            </a:r>
          </a:p>
        </p:txBody>
      </p:sp>
      <p:pic>
        <p:nvPicPr>
          <p:cNvPr id="6" name="Picture 5"/>
          <p:cNvPicPr>
            <a:picLocks noChangeAspect="1"/>
          </p:cNvPicPr>
          <p:nvPr userDrawn="1"/>
        </p:nvPicPr>
        <p:blipFill>
          <a:blip r:embed="rId2"/>
          <a:stretch>
            <a:fillRect/>
          </a:stretch>
        </p:blipFill>
        <p:spPr>
          <a:xfrm>
            <a:off x="6010756" y="845531"/>
            <a:ext cx="5781235" cy="5471131"/>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32023262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Frankfurt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5" y="2887662"/>
            <a:ext cx="4297633"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Frankfurt!</a:t>
            </a:r>
          </a:p>
        </p:txBody>
      </p:sp>
      <p:pic>
        <p:nvPicPr>
          <p:cNvPr id="6" name="Picture 5"/>
          <p:cNvPicPr>
            <a:picLocks noChangeAspect="1"/>
          </p:cNvPicPr>
          <p:nvPr userDrawn="1"/>
        </p:nvPicPr>
        <p:blipFill>
          <a:blip r:embed="rId2"/>
          <a:stretch>
            <a:fillRect/>
          </a:stretch>
        </p:blipFill>
        <p:spPr>
          <a:xfrm>
            <a:off x="6126798" y="754092"/>
            <a:ext cx="5671214" cy="5562570"/>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4695709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udapest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5" y="2887662"/>
            <a:ext cx="4297633" cy="1899209"/>
          </a:xfrm>
          <a:prstGeom prst="rect">
            <a:avLst/>
          </a:prstGeom>
          <a:noFill/>
        </p:spPr>
        <p:txBody>
          <a:bodyPr wrap="square" lIns="182854" tIns="146283" rIns="182854" bIns="146283" rtlCol="0">
            <a:spAutoFit/>
          </a:bodyPr>
          <a:lstStyle/>
          <a:p>
            <a:pPr>
              <a:lnSpc>
                <a:spcPct val="90000"/>
              </a:lnSpc>
              <a:spcAft>
                <a:spcPts val="600"/>
              </a:spcAft>
            </a:pPr>
            <a:r>
              <a:rPr lang="en-US" sz="5399">
                <a:gradFill>
                  <a:gsLst>
                    <a:gs pos="2917">
                      <a:schemeClr val="tx1"/>
                    </a:gs>
                    <a:gs pos="30000">
                      <a:schemeClr val="tx1"/>
                    </a:gs>
                  </a:gsLst>
                  <a:lin ang="5400000" scaled="0"/>
                </a:gradFill>
                <a:latin typeface="+mj-lt"/>
              </a:rPr>
              <a:t>Thank you</a:t>
            </a:r>
          </a:p>
          <a:p>
            <a:pPr>
              <a:lnSpc>
                <a:spcPct val="90000"/>
              </a:lnSpc>
              <a:spcAft>
                <a:spcPts val="600"/>
              </a:spcAft>
            </a:pPr>
            <a:r>
              <a:rPr lang="en-US" sz="5399">
                <a:gradFill>
                  <a:gsLst>
                    <a:gs pos="2917">
                      <a:schemeClr val="tx1"/>
                    </a:gs>
                    <a:gs pos="30000">
                      <a:schemeClr val="tx1"/>
                    </a:gs>
                  </a:gsLst>
                  <a:lin ang="5400000" scaled="0"/>
                </a:gradFill>
                <a:latin typeface="+mj-lt"/>
              </a:rPr>
              <a:t>Budapest!</a:t>
            </a:r>
          </a:p>
        </p:txBody>
      </p:sp>
      <p:pic>
        <p:nvPicPr>
          <p:cNvPr id="6" name="Picture 5"/>
          <p:cNvPicPr>
            <a:picLocks noChangeAspect="1"/>
          </p:cNvPicPr>
          <p:nvPr userDrawn="1"/>
        </p:nvPicPr>
        <p:blipFill>
          <a:blip r:embed="rId2"/>
          <a:stretch>
            <a:fillRect/>
          </a:stretch>
        </p:blipFill>
        <p:spPr>
          <a:xfrm>
            <a:off x="6259174" y="1578257"/>
            <a:ext cx="5720102" cy="4657474"/>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9" y="5723730"/>
            <a:ext cx="2651731" cy="1188526"/>
          </a:xfrm>
          <a:prstGeom prst="rect">
            <a:avLst/>
          </a:prstGeom>
        </p:spPr>
      </p:pic>
    </p:spTree>
    <p:extLst>
      <p:ext uri="{BB962C8B-B14F-4D97-AF65-F5344CB8AC3E}">
        <p14:creationId xmlns:p14="http://schemas.microsoft.com/office/powerpoint/2010/main" val="200813201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967081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amp;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9809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1"/>
            <a:ext cx="11887200" cy="2025170"/>
          </a:xfrm>
        </p:spPr>
        <p:txBody>
          <a:bodyPr>
            <a:spAutoFit/>
          </a:bodyPr>
          <a:lstStyle>
            <a:lvl1pPr>
              <a:defRPr sz="3599">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362461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1"/>
            <a:ext cx="11887200" cy="2025170"/>
          </a:xfrm>
        </p:spPr>
        <p:txBody>
          <a:bodyPr>
            <a:spAutoFit/>
          </a:bodyPr>
          <a:lstStyle>
            <a:lvl1pPr>
              <a:defRPr sz="359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2278331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2468368"/>
          </a:xfrm>
        </p:spPr>
        <p:txBody>
          <a:bodyPr wrap="square">
            <a:spAutoFit/>
          </a:bodyPr>
          <a:lstStyle>
            <a:lvl1pPr marL="0" indent="0">
              <a:spcBef>
                <a:spcPts val="1224"/>
              </a:spcBef>
              <a:buClr>
                <a:schemeClr val="tx1"/>
              </a:buClr>
              <a:buFont typeface="Wingdings" pitchFamily="2" charset="2"/>
              <a:buNone/>
              <a:defRPr sz="3599">
                <a:gradFill>
                  <a:gsLst>
                    <a:gs pos="1250">
                      <a:schemeClr val="tx2"/>
                    </a:gs>
                    <a:gs pos="99000">
                      <a:schemeClr val="tx2"/>
                    </a:gs>
                  </a:gsLst>
                  <a:lin ang="5400000" scaled="0"/>
                </a:gradFill>
              </a:defRPr>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9">
                <a:gradFill>
                  <a:gsLst>
                    <a:gs pos="1250">
                      <a:schemeClr val="tx2"/>
                    </a:gs>
                    <a:gs pos="99000">
                      <a:schemeClr val="tx2"/>
                    </a:gs>
                  </a:gsLst>
                  <a:lin ang="5400000" scaled="0"/>
                </a:gradFill>
              </a:defRPr>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029482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Two Column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2468368"/>
          </a:xfrm>
        </p:spPr>
        <p:txBody>
          <a:bodyPr wrap="square">
            <a:spAutoFit/>
          </a:bodyPr>
          <a:lstStyle>
            <a:lvl1pPr marL="0" indent="0">
              <a:spcBef>
                <a:spcPts val="1224"/>
              </a:spcBef>
              <a:buClr>
                <a:schemeClr val="tx1"/>
              </a:buClr>
              <a:buFont typeface="Wingdings" pitchFamily="2" charset="2"/>
              <a:buNone/>
              <a:defRPr sz="35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974801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2425279"/>
          </a:xfrm>
        </p:spPr>
        <p:txBody>
          <a:bodyPr wrap="square">
            <a:spAutoFit/>
          </a:bodyPr>
          <a:lstStyle>
            <a:lvl1pPr marL="287282" indent="-287282">
              <a:spcBef>
                <a:spcPts val="1224"/>
              </a:spcBef>
              <a:buClr>
                <a:schemeClr val="tx2"/>
              </a:buClr>
              <a:buFont typeface="Arial" pitchFamily="34" charset="0"/>
              <a:buChar char="•"/>
              <a:defRPr sz="3199">
                <a:gradFill>
                  <a:gsLst>
                    <a:gs pos="1250">
                      <a:schemeClr val="tx2"/>
                    </a:gs>
                    <a:gs pos="99000">
                      <a:schemeClr val="tx2"/>
                    </a:gs>
                  </a:gsLst>
                  <a:lin ang="5400000" scaled="0"/>
                </a:gradFill>
              </a:defRPr>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282" indent="-287282">
              <a:spcBef>
                <a:spcPts val="1224"/>
              </a:spcBef>
              <a:buClr>
                <a:schemeClr val="tx2"/>
              </a:buClr>
              <a:buFont typeface="Arial" pitchFamily="34" charset="0"/>
              <a:buChar char="•"/>
              <a:defRPr sz="3199">
                <a:gradFill>
                  <a:gsLst>
                    <a:gs pos="1250">
                      <a:schemeClr val="tx2"/>
                    </a:gs>
                    <a:gs pos="99000">
                      <a:schemeClr val="tx2"/>
                    </a:gs>
                  </a:gsLst>
                  <a:lin ang="5400000" scaled="0"/>
                </a:gradFill>
              </a:defRPr>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302844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wo Column Bullet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2425279"/>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84139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749032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_whit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11607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eveloper Code Layou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1287"/>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2" tIns="46632" rIns="46632" bIns="46632" numCol="1" spcCol="0" rtlCol="0" fromWordArt="0" anchor="ctr" anchorCtr="0" forceAA="0" compatLnSpc="1">
            <a:prstTxWarp prst="textNoShape">
              <a:avLst/>
            </a:prstTxWarp>
            <a:noAutofit/>
          </a:bodyPr>
          <a:lstStyle/>
          <a:p>
            <a:pPr algn="ctr" defTabSz="932293" fontAlgn="base">
              <a:spcBef>
                <a:spcPct val="0"/>
              </a:spcBef>
              <a:spcAft>
                <a:spcPct val="0"/>
              </a:spcAft>
            </a:pPr>
            <a:endParaRPr lang="en-US" sz="180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8"/>
            <a:ext cx="11887199" cy="1995931"/>
          </a:xfrm>
        </p:spPr>
        <p:txBody>
          <a:bodyPr/>
          <a:lstStyle>
            <a:lvl1pPr marL="0" indent="0">
              <a:buNone/>
              <a:defRPr sz="3299">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48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49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40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79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5802880"/>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2050"/>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7"/>
            <a:ext cx="11887199" cy="403187"/>
          </a:xfrm>
          <a:prstGeom prst="rect">
            <a:avLst/>
          </a:prstGeom>
          <a:noFill/>
          <a:ln w="12700">
            <a:noFill/>
            <a:miter lim="800000"/>
            <a:headEnd type="none" w="sm" len="sm"/>
            <a:tailEnd type="none" w="sm" len="sm"/>
          </a:ln>
          <a:effectLst/>
        </p:spPr>
        <p:txBody>
          <a:bodyPr vert="horz" wrap="square" lIns="182854" tIns="146283" rIns="182854" bIns="146283" numCol="1" anchor="t" anchorCtr="0" compatLnSpc="1">
            <a:prstTxWarp prst="textNoShape">
              <a:avLst/>
            </a:prstTxWarp>
            <a:spAutoFit/>
          </a:bodyPr>
          <a:lstStyle/>
          <a:p>
            <a:pPr defTabSz="932111" eaLnBrk="0" hangingPunct="0"/>
            <a:r>
              <a:rPr lang="en-US" sz="700">
                <a:gradFill>
                  <a:gsLst>
                    <a:gs pos="0">
                      <a:schemeClr val="tx1"/>
                    </a:gs>
                    <a:gs pos="100000">
                      <a:schemeClr val="tx1"/>
                    </a:gs>
                  </a:gsLst>
                  <a:lin ang="5400000" scaled="0"/>
                </a:gradFill>
                <a:cs typeface="Segoe UI" pitchFamily="34" charset="0"/>
              </a:rPr>
              <a:t>© 2016 Microsoft Corporation. All rights reserved. </a:t>
            </a: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1"/>
            <a:ext cx="3288506" cy="704445"/>
          </a:xfrm>
          <a:prstGeom prst="rect">
            <a:avLst/>
          </a:prstGeom>
        </p:spPr>
      </p:pic>
    </p:spTree>
    <p:extLst>
      <p:ext uri="{BB962C8B-B14F-4D97-AF65-F5344CB8AC3E}">
        <p14:creationId xmlns:p14="http://schemas.microsoft.com/office/powerpoint/2010/main" val="1051793916"/>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9" y="1212851"/>
            <a:ext cx="11887200" cy="2443746"/>
          </a:xfrm>
          <a:prstGeom prst="rect">
            <a:avLst/>
          </a:prstGeom>
        </p:spPr>
        <p:txBody>
          <a:bodyPr/>
          <a:lstStyle>
            <a:lvl1pPr marL="290457" indent="-290457">
              <a:buClr>
                <a:schemeClr val="tx1"/>
              </a:buClr>
              <a:buSzPct val="90000"/>
              <a:buFont typeface="Arial" pitchFamily="34" charset="0"/>
              <a:buChar char="•"/>
              <a:defRPr sz="359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390" indent="-280935">
              <a:buClr>
                <a:schemeClr val="tx1"/>
              </a:buClr>
              <a:buSzPct val="90000"/>
              <a:buFont typeface="Arial" pitchFamily="34" charset="0"/>
              <a:buChar char="•"/>
              <a:defRPr sz="3199">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847" indent="-290457">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404" indent="-228557">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960" indent="-228557">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2"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245457091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5008" y="1861968"/>
            <a:ext cx="5285502" cy="20962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95965" y="1861968"/>
            <a:ext cx="5285502" cy="20962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932418">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932418">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932418">
              <a:defRPr/>
            </a:pPr>
            <a:fld id="{6A59D5AF-717C-4F63-B565-3835D17431FA}" type="slidenum">
              <a:rPr lang="en-US" smtClean="0">
                <a:solidFill>
                  <a:prstClr val="black">
                    <a:tint val="75000"/>
                  </a:prstClr>
                </a:solidFill>
              </a:rPr>
              <a:pPr defTabSz="932418">
                <a:defRPr/>
              </a:pPr>
              <a:t>‹#›</a:t>
            </a:fld>
            <a:endParaRPr lang="en-US">
              <a:solidFill>
                <a:prstClr val="black">
                  <a:tint val="75000"/>
                </a:prstClr>
              </a:solidFill>
            </a:endParaRPr>
          </a:p>
        </p:txBody>
      </p:sp>
    </p:spTree>
    <p:extLst>
      <p:ext uri="{BB962C8B-B14F-4D97-AF65-F5344CB8AC3E}">
        <p14:creationId xmlns:p14="http://schemas.microsoft.com/office/powerpoint/2010/main" val="122915927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360899"/>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93746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3_Section Title Accent Color 2">
    <p:bg>
      <p:bgPr>
        <a:solidFill>
          <a:schemeClr val="accent2"/>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74640" y="295278"/>
            <a:ext cx="11889564" cy="917575"/>
          </a:xfrm>
        </p:spPr>
        <p:txBody>
          <a:bodyPr/>
          <a:lstStyle/>
          <a:p>
            <a:r>
              <a:rPr lang="en-US"/>
              <a:t>Click to edit Master title style</a:t>
            </a:r>
          </a:p>
        </p:txBody>
      </p:sp>
      <p:sp>
        <p:nvSpPr>
          <p:cNvPr id="7" name="Text Placeholder 5"/>
          <p:cNvSpPr>
            <a:spLocks noGrp="1"/>
          </p:cNvSpPr>
          <p:nvPr>
            <p:ph type="body" sz="quarter" idx="10"/>
          </p:nvPr>
        </p:nvSpPr>
        <p:spPr>
          <a:xfrm>
            <a:off x="274641" y="1212850"/>
            <a:ext cx="11887200" cy="2055050"/>
          </a:xfrm>
        </p:spPr>
        <p:txBody>
          <a:bodyPr/>
          <a:lstStyle>
            <a:lvl1pPr marL="0" indent="0">
              <a:buNone/>
              <a:defRPr>
                <a:solidFill>
                  <a:schemeClr val="tx1"/>
                </a:solidFill>
              </a:defRPr>
            </a:lvl1pPr>
            <a:lvl2pPr marL="0" indent="0">
              <a:buFontTx/>
              <a:buNone/>
              <a:defRPr sz="2000"/>
            </a:lvl2pPr>
            <a:lvl3pPr marL="228489" indent="0">
              <a:buNone/>
              <a:defRPr/>
            </a:lvl3pPr>
            <a:lvl4pPr marL="456978" indent="0">
              <a:buNone/>
              <a:defRPr/>
            </a:lvl4pPr>
            <a:lvl5pPr marL="685468"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06337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tart screen">
    <p:bg>
      <p:bgPr>
        <a:solidFill>
          <a:srgbClr val="00BCF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pic>
        <p:nvPicPr>
          <p:cNvPr id="4" name="Picture 3"/>
          <p:cNvPicPr>
            <a:picLocks noChangeAspect="1"/>
          </p:cNvPicPr>
          <p:nvPr userDrawn="1"/>
        </p:nvPicPr>
        <p:blipFill>
          <a:blip r:embed="rId3"/>
          <a:stretch>
            <a:fillRect/>
          </a:stretch>
        </p:blipFill>
        <p:spPr>
          <a:xfrm>
            <a:off x="1489698" y="1624522"/>
            <a:ext cx="9457079" cy="3745480"/>
          </a:xfrm>
          <a:prstGeom prst="rect">
            <a:avLst/>
          </a:prstGeom>
        </p:spPr>
      </p:pic>
    </p:spTree>
    <p:extLst>
      <p:ext uri="{BB962C8B-B14F-4D97-AF65-F5344CB8AC3E}">
        <p14:creationId xmlns:p14="http://schemas.microsoft.com/office/powerpoint/2010/main" val="37447597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hiladelphia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3" name="Picture 2"/>
          <p:cNvPicPr>
            <a:picLocks noChangeAspect="1"/>
          </p:cNvPicPr>
          <p:nvPr userDrawn="1"/>
        </p:nvPicPr>
        <p:blipFill>
          <a:blip r:embed="rId2"/>
          <a:stretch>
            <a:fillRect/>
          </a:stretch>
        </p:blipFill>
        <p:spPr>
          <a:xfrm>
            <a:off x="6218237" y="1039704"/>
            <a:ext cx="5482059" cy="519189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352893646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okyo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3" name="Picture 2"/>
          <p:cNvPicPr>
            <a:picLocks noChangeAspect="1"/>
          </p:cNvPicPr>
          <p:nvPr userDrawn="1"/>
        </p:nvPicPr>
        <p:blipFill>
          <a:blip r:embed="rId2"/>
          <a:stretch>
            <a:fillRect/>
          </a:stretch>
        </p:blipFill>
        <p:spPr>
          <a:xfrm>
            <a:off x="6061933" y="761437"/>
            <a:ext cx="5642641" cy="5471651"/>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7833169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tockholm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4" name="Picture 3"/>
          <p:cNvPicPr>
            <a:picLocks noChangeAspect="1"/>
          </p:cNvPicPr>
          <p:nvPr userDrawn="1"/>
        </p:nvPicPr>
        <p:blipFill>
          <a:blip r:embed="rId2"/>
          <a:stretch>
            <a:fillRect/>
          </a:stretch>
        </p:blipFill>
        <p:spPr>
          <a:xfrm>
            <a:off x="6126798" y="296897"/>
            <a:ext cx="5486340" cy="5929916"/>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254098277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el Aviv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2" name="Picture 1"/>
          <p:cNvPicPr>
            <a:picLocks noChangeAspect="1"/>
          </p:cNvPicPr>
          <p:nvPr userDrawn="1"/>
        </p:nvPicPr>
        <p:blipFill>
          <a:blip r:embed="rId2"/>
          <a:stretch>
            <a:fillRect/>
          </a:stretch>
        </p:blipFill>
        <p:spPr>
          <a:xfrm>
            <a:off x="6213224" y="479425"/>
            <a:ext cx="5501093" cy="579783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30213558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Paris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3" name="Picture 2"/>
          <p:cNvPicPr>
            <a:picLocks noChangeAspect="1"/>
          </p:cNvPicPr>
          <p:nvPr userDrawn="1"/>
        </p:nvPicPr>
        <p:blipFill>
          <a:blip r:embed="rId2"/>
          <a:stretch>
            <a:fillRect/>
          </a:stretch>
        </p:blipFill>
        <p:spPr>
          <a:xfrm>
            <a:off x="6309676" y="1099760"/>
            <a:ext cx="5441731" cy="5134537"/>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177328603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Washington, D.C.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2" name="Picture 1"/>
          <p:cNvPicPr>
            <a:picLocks noChangeAspect="1"/>
          </p:cNvPicPr>
          <p:nvPr userDrawn="1"/>
        </p:nvPicPr>
        <p:blipFill>
          <a:blip r:embed="rId2"/>
          <a:stretch>
            <a:fillRect/>
          </a:stretch>
        </p:blipFill>
        <p:spPr>
          <a:xfrm>
            <a:off x="6282976" y="936970"/>
            <a:ext cx="5537370" cy="540231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11315312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tlanta title">
    <p:bg>
      <p:bgPr>
        <a:solidFill>
          <a:srgbClr val="00BCF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6010755" y="845530"/>
            <a:ext cx="5781235" cy="5471131"/>
          </a:xfrm>
          <a:prstGeom prst="rect">
            <a:avLst/>
          </a:prstGeom>
        </p:spPr>
      </p:pic>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25838060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Frankfurt title">
    <p:bg>
      <p:bgPr>
        <a:solidFill>
          <a:srgbClr val="00BCF2"/>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6126798" y="754092"/>
            <a:ext cx="5671214" cy="5562570"/>
          </a:xfrm>
          <a:prstGeom prst="rect">
            <a:avLst/>
          </a:prstGeom>
        </p:spPr>
      </p:pic>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303030837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Budapest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1"/>
            <a:ext cx="5943535" cy="2011665"/>
          </a:xfrm>
          <a:noFill/>
        </p:spPr>
        <p:txBody>
          <a:bodyPr lIns="146304" tIns="91440" rIns="146304" bIns="91440" anchor="t" anchorCtr="0"/>
          <a:lstStyle>
            <a:lvl1pPr>
              <a:defRPr sz="5400"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680140"/>
            <a:ext cx="4846268" cy="1009740"/>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pic>
        <p:nvPicPr>
          <p:cNvPr id="7" name="Picture 6"/>
          <p:cNvPicPr>
            <a:picLocks noChangeAspect="1"/>
          </p:cNvPicPr>
          <p:nvPr userDrawn="1"/>
        </p:nvPicPr>
        <p:blipFill>
          <a:blip r:embed="rId3"/>
          <a:stretch>
            <a:fillRect/>
          </a:stretch>
        </p:blipFill>
        <p:spPr>
          <a:xfrm>
            <a:off x="6259173" y="1578257"/>
            <a:ext cx="5720102" cy="4657474"/>
          </a:xfrm>
          <a:prstGeom prst="rect">
            <a:avLst/>
          </a:prstGeom>
        </p:spPr>
      </p:pic>
    </p:spTree>
    <p:extLst>
      <p:ext uri="{BB962C8B-B14F-4D97-AF65-F5344CB8AC3E}">
        <p14:creationId xmlns:p14="http://schemas.microsoft.com/office/powerpoint/2010/main" val="32151346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2821211"/>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0078D7"/>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25170"/>
          </a:xfrm>
        </p:spPr>
        <p:txBody>
          <a:bodyPr>
            <a:spAutoFit/>
          </a:bodyPr>
          <a:lstStyle>
            <a:lvl1pPr>
              <a:defRPr sz="3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70856324"/>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3384389"/>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8121580"/>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92903109"/>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8D7"/>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702" y="1759921"/>
            <a:ext cx="8046632" cy="1828786"/>
          </a:xfrm>
          <a:noFill/>
        </p:spPr>
        <p:txBody>
          <a:bodyPr lIns="146304" tIns="91440" rIns="146304" bIns="91440" anchor="t" anchorCtr="0"/>
          <a:lstStyle>
            <a:lvl1pPr>
              <a:defRPr sz="5400" spc="-100" baseline="0">
                <a:gradFill>
                  <a:gsLst>
                    <a:gs pos="0">
                      <a:schemeClr val="accent1">
                        <a:lumMod val="5000"/>
                        <a:lumOff val="95000"/>
                      </a:schemeClr>
                    </a:gs>
                    <a:gs pos="100000">
                      <a:schemeClr val="tx1"/>
                    </a:gs>
                  </a:gsLst>
                  <a:lin ang="5400000" scaled="1"/>
                </a:gradFill>
              </a:defRPr>
            </a:lvl1pPr>
          </a:lstStyle>
          <a:p>
            <a:r>
              <a:rPr lang="en-US"/>
              <a:t>Section title</a:t>
            </a:r>
          </a:p>
        </p:txBody>
      </p:sp>
    </p:spTree>
    <p:extLst>
      <p:ext uri="{BB962C8B-B14F-4D97-AF65-F5344CB8AC3E}">
        <p14:creationId xmlns:p14="http://schemas.microsoft.com/office/powerpoint/2010/main" val="1453133065"/>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78D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5517864"/>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Philadelphia Thank You!">
    <p:bg>
      <p:bgPr>
        <a:solidFill>
          <a:srgbClr val="00BCF2"/>
        </a:solidFill>
        <a:effectLst/>
      </p:bgPr>
    </p:bg>
    <p:spTree>
      <p:nvGrpSpPr>
        <p:cNvPr id="1" name=""/>
        <p:cNvGrpSpPr/>
        <p:nvPr/>
      </p:nvGrpSpPr>
      <p:grpSpPr>
        <a:xfrm>
          <a:off x="0" y="0"/>
          <a:ext cx="0" cy="0"/>
          <a:chOff x="0" y="0"/>
          <a:chExt cx="0" cy="0"/>
        </a:xfrm>
      </p:grpSpPr>
      <p:sp>
        <p:nvSpPr>
          <p:cNvPr id="5" name="TextBox 4"/>
          <p:cNvSpPr txBox="1"/>
          <p:nvPr userDrawn="1"/>
        </p:nvSpPr>
        <p:spPr>
          <a:xfrm>
            <a:off x="282574" y="2887662"/>
            <a:ext cx="4297633"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Philadelphia!</a:t>
            </a:r>
          </a:p>
        </p:txBody>
      </p:sp>
      <p:pic>
        <p:nvPicPr>
          <p:cNvPr id="7" name="Picture 6"/>
          <p:cNvPicPr>
            <a:picLocks noChangeAspect="1"/>
          </p:cNvPicPr>
          <p:nvPr userDrawn="1"/>
        </p:nvPicPr>
        <p:blipFill>
          <a:blip r:embed="rId2"/>
          <a:stretch>
            <a:fillRect/>
          </a:stretch>
        </p:blipFill>
        <p:spPr>
          <a:xfrm>
            <a:off x="6218237" y="1039704"/>
            <a:ext cx="5482059" cy="5191893"/>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25426407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okyo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4" y="2887662"/>
            <a:ext cx="4297633"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Tokyo!</a:t>
            </a:r>
          </a:p>
        </p:txBody>
      </p:sp>
      <p:pic>
        <p:nvPicPr>
          <p:cNvPr id="5" name="Picture 4"/>
          <p:cNvPicPr>
            <a:picLocks noChangeAspect="1"/>
          </p:cNvPicPr>
          <p:nvPr userDrawn="1"/>
        </p:nvPicPr>
        <p:blipFill>
          <a:blip r:embed="rId2"/>
          <a:stretch>
            <a:fillRect/>
          </a:stretch>
        </p:blipFill>
        <p:spPr>
          <a:xfrm>
            <a:off x="6061933" y="761437"/>
            <a:ext cx="5642641" cy="5471651"/>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23851783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tockholm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4" y="2887662"/>
            <a:ext cx="4297633"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Stockholm!</a:t>
            </a:r>
          </a:p>
        </p:txBody>
      </p:sp>
      <p:pic>
        <p:nvPicPr>
          <p:cNvPr id="6" name="Picture 5"/>
          <p:cNvPicPr>
            <a:picLocks noChangeAspect="1"/>
          </p:cNvPicPr>
          <p:nvPr userDrawn="1"/>
        </p:nvPicPr>
        <p:blipFill>
          <a:blip r:embed="rId2"/>
          <a:stretch>
            <a:fillRect/>
          </a:stretch>
        </p:blipFill>
        <p:spPr>
          <a:xfrm>
            <a:off x="6126798" y="296897"/>
            <a:ext cx="5486340" cy="5929916"/>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19783024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l Aviv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4" y="2887662"/>
            <a:ext cx="4297633"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Tel Aviv!</a:t>
            </a:r>
          </a:p>
        </p:txBody>
      </p:sp>
      <p:pic>
        <p:nvPicPr>
          <p:cNvPr id="6" name="Picture 5"/>
          <p:cNvPicPr>
            <a:picLocks noChangeAspect="1"/>
          </p:cNvPicPr>
          <p:nvPr userDrawn="1"/>
        </p:nvPicPr>
        <p:blipFill>
          <a:blip r:embed="rId2"/>
          <a:stretch>
            <a:fillRect/>
          </a:stretch>
        </p:blipFill>
        <p:spPr>
          <a:xfrm>
            <a:off x="6213224" y="479425"/>
            <a:ext cx="5501093" cy="579783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11451197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Paris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4" y="2887662"/>
            <a:ext cx="4297633"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Paris!</a:t>
            </a:r>
          </a:p>
        </p:txBody>
      </p:sp>
      <p:pic>
        <p:nvPicPr>
          <p:cNvPr id="6" name="Picture 5"/>
          <p:cNvPicPr>
            <a:picLocks noChangeAspect="1"/>
          </p:cNvPicPr>
          <p:nvPr userDrawn="1"/>
        </p:nvPicPr>
        <p:blipFill>
          <a:blip r:embed="rId2"/>
          <a:stretch>
            <a:fillRect/>
          </a:stretch>
        </p:blipFill>
        <p:spPr>
          <a:xfrm>
            <a:off x="6309676" y="1099760"/>
            <a:ext cx="5441731" cy="5134537"/>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489041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Washington, D.C.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4" y="2887662"/>
            <a:ext cx="5577785"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Washington, D.C.!</a:t>
            </a:r>
          </a:p>
        </p:txBody>
      </p:sp>
      <p:pic>
        <p:nvPicPr>
          <p:cNvPr id="6" name="Picture 5"/>
          <p:cNvPicPr>
            <a:picLocks noChangeAspect="1"/>
          </p:cNvPicPr>
          <p:nvPr userDrawn="1"/>
        </p:nvPicPr>
        <p:blipFill>
          <a:blip r:embed="rId2"/>
          <a:stretch>
            <a:fillRect/>
          </a:stretch>
        </p:blipFill>
        <p:spPr>
          <a:xfrm>
            <a:off x="6282976" y="936970"/>
            <a:ext cx="5537370" cy="540231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1918141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tlanta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4" y="2887662"/>
            <a:ext cx="4297633"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Atlanta!</a:t>
            </a:r>
          </a:p>
        </p:txBody>
      </p:sp>
      <p:pic>
        <p:nvPicPr>
          <p:cNvPr id="6" name="Picture 5"/>
          <p:cNvPicPr>
            <a:picLocks noChangeAspect="1"/>
          </p:cNvPicPr>
          <p:nvPr userDrawn="1"/>
        </p:nvPicPr>
        <p:blipFill>
          <a:blip r:embed="rId2"/>
          <a:stretch>
            <a:fillRect/>
          </a:stretch>
        </p:blipFill>
        <p:spPr>
          <a:xfrm>
            <a:off x="6010755" y="845530"/>
            <a:ext cx="5781235" cy="5471131"/>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3231499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rankfurt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4" y="2887662"/>
            <a:ext cx="4297633"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Frankfurt!</a:t>
            </a:r>
          </a:p>
        </p:txBody>
      </p:sp>
      <p:pic>
        <p:nvPicPr>
          <p:cNvPr id="6" name="Picture 5"/>
          <p:cNvPicPr>
            <a:picLocks noChangeAspect="1"/>
          </p:cNvPicPr>
          <p:nvPr userDrawn="1"/>
        </p:nvPicPr>
        <p:blipFill>
          <a:blip r:embed="rId2"/>
          <a:stretch>
            <a:fillRect/>
          </a:stretch>
        </p:blipFill>
        <p:spPr>
          <a:xfrm>
            <a:off x="6126798" y="754092"/>
            <a:ext cx="5671214" cy="5562570"/>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7568638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Budapest  Thank You!">
    <p:bg>
      <p:bgPr>
        <a:solidFill>
          <a:srgbClr val="00BCF2"/>
        </a:solidFill>
        <a:effectLst/>
      </p:bgPr>
    </p:bg>
    <p:spTree>
      <p:nvGrpSpPr>
        <p:cNvPr id="1" name=""/>
        <p:cNvGrpSpPr/>
        <p:nvPr/>
      </p:nvGrpSpPr>
      <p:grpSpPr>
        <a:xfrm>
          <a:off x="0" y="0"/>
          <a:ext cx="0" cy="0"/>
          <a:chOff x="0" y="0"/>
          <a:chExt cx="0" cy="0"/>
        </a:xfrm>
      </p:grpSpPr>
      <p:sp>
        <p:nvSpPr>
          <p:cNvPr id="3" name="TextBox 2"/>
          <p:cNvSpPr txBox="1"/>
          <p:nvPr userDrawn="1"/>
        </p:nvSpPr>
        <p:spPr>
          <a:xfrm>
            <a:off x="282574" y="2887662"/>
            <a:ext cx="4297633" cy="1868204"/>
          </a:xfrm>
          <a:prstGeom prst="rect">
            <a:avLst/>
          </a:prstGeom>
          <a:noFill/>
        </p:spPr>
        <p:txBody>
          <a:bodyPr wrap="square" lIns="182880" tIns="146304" rIns="182880" bIns="146304" rtlCol="0">
            <a:spAutoFit/>
          </a:bodyPr>
          <a:lstStyle/>
          <a:p>
            <a:pPr>
              <a:lnSpc>
                <a:spcPct val="90000"/>
              </a:lnSpc>
              <a:spcAft>
                <a:spcPts val="600"/>
              </a:spcAft>
            </a:pPr>
            <a:r>
              <a:rPr lang="en-US" sz="5400">
                <a:gradFill>
                  <a:gsLst>
                    <a:gs pos="2917">
                      <a:schemeClr val="tx1"/>
                    </a:gs>
                    <a:gs pos="30000">
                      <a:schemeClr val="tx1"/>
                    </a:gs>
                  </a:gsLst>
                  <a:lin ang="5400000" scaled="0"/>
                </a:gradFill>
                <a:latin typeface="+mj-lt"/>
              </a:rPr>
              <a:t>Thank you</a:t>
            </a:r>
          </a:p>
          <a:p>
            <a:pPr>
              <a:lnSpc>
                <a:spcPct val="90000"/>
              </a:lnSpc>
              <a:spcAft>
                <a:spcPts val="600"/>
              </a:spcAft>
            </a:pPr>
            <a:r>
              <a:rPr lang="en-US" sz="5400">
                <a:gradFill>
                  <a:gsLst>
                    <a:gs pos="2917">
                      <a:schemeClr val="tx1"/>
                    </a:gs>
                    <a:gs pos="30000">
                      <a:schemeClr val="tx1"/>
                    </a:gs>
                  </a:gsLst>
                  <a:lin ang="5400000" scaled="0"/>
                </a:gradFill>
                <a:latin typeface="+mj-lt"/>
              </a:rPr>
              <a:t>Budapest!</a:t>
            </a:r>
          </a:p>
        </p:txBody>
      </p:sp>
      <p:pic>
        <p:nvPicPr>
          <p:cNvPr id="6" name="Picture 5"/>
          <p:cNvPicPr>
            <a:picLocks noChangeAspect="1"/>
          </p:cNvPicPr>
          <p:nvPr userDrawn="1"/>
        </p:nvPicPr>
        <p:blipFill>
          <a:blip r:embed="rId2"/>
          <a:stretch>
            <a:fillRect/>
          </a:stretch>
        </p:blipFill>
        <p:spPr>
          <a:xfrm>
            <a:off x="6259173" y="1578257"/>
            <a:ext cx="5720102" cy="4657474"/>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088" y="5723729"/>
            <a:ext cx="2651731" cy="1188526"/>
          </a:xfrm>
          <a:prstGeom prst="rect">
            <a:avLst/>
          </a:prstGeom>
        </p:spPr>
      </p:pic>
    </p:spTree>
    <p:extLst>
      <p:ext uri="{BB962C8B-B14F-4D97-AF65-F5344CB8AC3E}">
        <p14:creationId xmlns:p14="http://schemas.microsoft.com/office/powerpoint/2010/main" val="10334561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524962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Title &amp;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128920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25170"/>
          </a:xfrm>
        </p:spPr>
        <p:txBody>
          <a:bodyPr>
            <a:spAutoFit/>
          </a:bodyPr>
          <a:lstStyle>
            <a:lvl1pPr>
              <a:defRPr sz="3600">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5312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25170"/>
          </a:xfrm>
        </p:spPr>
        <p:txBody>
          <a:bodyPr>
            <a:spAutoFit/>
          </a:bodyPr>
          <a:lstStyle>
            <a:lvl1pPr>
              <a:defRPr sz="3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1948689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68368"/>
          </a:xfrm>
        </p:spPr>
        <p:txBody>
          <a:bodyPr wrap="square">
            <a:spAutoFit/>
          </a:bodyPr>
          <a:lstStyle>
            <a:lvl1pPr marL="0" indent="0">
              <a:spcBef>
                <a:spcPts val="1224"/>
              </a:spcBef>
              <a:buClr>
                <a:schemeClr val="tx1"/>
              </a:buClr>
              <a:buFont typeface="Wingdings" pitchFamily="2" charset="2"/>
              <a:buNone/>
              <a:defRPr sz="36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6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694553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Two Column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71299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019285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Two Column Bullet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343287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4652746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Blank_whit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370058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eveloper Code Layou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1287"/>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289743"/>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2050"/>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2016 Microsoft Corporation. All rights reserved. </a:t>
            </a: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54936615"/>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3285698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5008" y="1861968"/>
            <a:ext cx="5285502" cy="4437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95965" y="1861968"/>
            <a:ext cx="5285502" cy="4437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932597">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932597">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932597">
              <a:defRPr/>
            </a:pPr>
            <a:fld id="{6A59D5AF-717C-4F63-B565-3835D17431FA}" type="slidenum">
              <a:rPr lang="en-US" smtClean="0">
                <a:solidFill>
                  <a:prstClr val="black">
                    <a:tint val="75000"/>
                  </a:prstClr>
                </a:solidFill>
              </a:rPr>
              <a:pPr defTabSz="932597">
                <a:defRPr/>
              </a:pPr>
              <a:t>‹#›</a:t>
            </a:fld>
            <a:endParaRPr lang="en-US">
              <a:solidFill>
                <a:prstClr val="black">
                  <a:tint val="75000"/>
                </a:prstClr>
              </a:solidFill>
            </a:endParaRPr>
          </a:p>
        </p:txBody>
      </p:sp>
    </p:spTree>
    <p:extLst>
      <p:ext uri="{BB962C8B-B14F-4D97-AF65-F5344CB8AC3E}">
        <p14:creationId xmlns:p14="http://schemas.microsoft.com/office/powerpoint/2010/main" val="3979916692"/>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4080022"/>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52320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3_Section Title Accent Color 2">
    <p:bg>
      <p:bgPr>
        <a:solidFill>
          <a:schemeClr val="accent2"/>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74640" y="295277"/>
            <a:ext cx="11889564" cy="917575"/>
          </a:xfrm>
        </p:spPr>
        <p:txBody>
          <a:bodyPr/>
          <a:lstStyle/>
          <a:p>
            <a:r>
              <a:rPr lang="en-US"/>
              <a:t>Click to edit Master title style</a:t>
            </a:r>
          </a:p>
        </p:txBody>
      </p:sp>
      <p:sp>
        <p:nvSpPr>
          <p:cNvPr id="7" name="Text Placeholder 5"/>
          <p:cNvSpPr>
            <a:spLocks noGrp="1"/>
          </p:cNvSpPr>
          <p:nvPr>
            <p:ph type="body" sz="quarter" idx="10"/>
          </p:nvPr>
        </p:nvSpPr>
        <p:spPr>
          <a:xfrm>
            <a:off x="274640" y="1212850"/>
            <a:ext cx="11887200" cy="2055050"/>
          </a:xfrm>
        </p:spPr>
        <p:txBody>
          <a:bodyPr/>
          <a:lstStyle>
            <a:lvl1pPr marL="0" indent="0">
              <a:buNone/>
              <a:defRPr>
                <a:solidFill>
                  <a:schemeClr val="tx1"/>
                </a:solidFill>
              </a:defRPr>
            </a:lvl1pPr>
            <a:lvl2pPr marL="0" indent="0">
              <a:buFontTx/>
              <a:buNone/>
              <a:defRPr sz="2000"/>
            </a:lvl2pPr>
            <a:lvl3pPr marL="228533" indent="0">
              <a:buNone/>
              <a:defRPr/>
            </a:lvl3pPr>
            <a:lvl4pPr marL="457066" indent="0">
              <a:buNone/>
              <a:defRPr/>
            </a:lvl4pPr>
            <a:lvl5pPr marL="68559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876432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4_Title Slide Photo_Option">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7804943" y="1407430"/>
            <a:ext cx="4318755" cy="3065794"/>
          </a:xfrm>
          <a:noFill/>
        </p:spPr>
        <p:txBody>
          <a:bodyPr lIns="146304" tIns="91440" rIns="146304" bIns="91440" anchor="t" anchorCtr="0"/>
          <a:lstStyle>
            <a:lvl1pPr>
              <a:defRPr sz="5400" spc="-100" baseline="0">
                <a:solidFill>
                  <a:schemeClr val="bg1"/>
                </a:solidFill>
              </a:defRPr>
            </a:lvl1pPr>
          </a:lstStyle>
          <a:p>
            <a:r>
              <a:rPr lang="en-US" dirty="0"/>
              <a:t>Presentation title</a:t>
            </a:r>
          </a:p>
        </p:txBody>
      </p:sp>
      <p:sp>
        <p:nvSpPr>
          <p:cNvPr id="3" name="Text Placeholder 2"/>
          <p:cNvSpPr>
            <a:spLocks noGrp="1"/>
          </p:cNvSpPr>
          <p:nvPr>
            <p:ph type="body" sz="quarter" idx="14" hasCustomPrompt="1"/>
          </p:nvPr>
        </p:nvSpPr>
        <p:spPr bwMode="auto">
          <a:xfrm>
            <a:off x="7803291" y="4473204"/>
            <a:ext cx="4318755" cy="902957"/>
          </a:xfrm>
        </p:spPr>
        <p:txBody>
          <a:bodyPr tIns="109728" bIns="109728">
            <a:noAutofit/>
          </a:bodyPr>
          <a:lstStyle>
            <a:lvl1pPr marL="0" indent="0">
              <a:spcBef>
                <a:spcPts val="0"/>
              </a:spcBef>
              <a:buNone/>
              <a:defRPr sz="3200">
                <a:solidFill>
                  <a:schemeClr val="bg1"/>
                </a:solidFill>
              </a:defRPr>
            </a:lvl1pPr>
          </a:lstStyle>
          <a:p>
            <a:pPr lvl="0"/>
            <a:r>
              <a:rPr lang="en-US" dirty="0"/>
              <a:t>Speaker Name</a:t>
            </a:r>
          </a:p>
        </p:txBody>
      </p:sp>
      <p:grpSp>
        <p:nvGrpSpPr>
          <p:cNvPr id="100" name="Group 99"/>
          <p:cNvGrpSpPr/>
          <p:nvPr userDrawn="1"/>
        </p:nvGrpSpPr>
        <p:grpSpPr>
          <a:xfrm>
            <a:off x="612837" y="882185"/>
            <a:ext cx="5863006" cy="5890545"/>
            <a:chOff x="612837" y="751557"/>
            <a:chExt cx="5863006" cy="5890545"/>
          </a:xfrm>
        </p:grpSpPr>
        <p:grpSp>
          <p:nvGrpSpPr>
            <p:cNvPr id="101" name="Group 9"/>
            <p:cNvGrpSpPr>
              <a:grpSpLocks noChangeAspect="1"/>
            </p:cNvGrpSpPr>
            <p:nvPr/>
          </p:nvGrpSpPr>
          <p:grpSpPr bwMode="auto">
            <a:xfrm>
              <a:off x="1123949" y="5598214"/>
              <a:ext cx="4987001" cy="1043888"/>
              <a:chOff x="-2860" y="2825"/>
              <a:chExt cx="2403" cy="503"/>
            </a:xfrm>
          </p:grpSpPr>
          <p:sp>
            <p:nvSpPr>
              <p:cNvPr id="180" name="Freeform 179"/>
              <p:cNvSpPr>
                <a:spLocks/>
              </p:cNvSpPr>
              <p:nvPr/>
            </p:nvSpPr>
            <p:spPr bwMode="auto">
              <a:xfrm>
                <a:off x="-2807" y="3227"/>
                <a:ext cx="2298" cy="101"/>
              </a:xfrm>
              <a:custGeom>
                <a:avLst/>
                <a:gdLst>
                  <a:gd name="T0" fmla="*/ 4 w 970"/>
                  <a:gd name="T1" fmla="*/ 0 h 42"/>
                  <a:gd name="T2" fmla="*/ 53 w 970"/>
                  <a:gd name="T3" fmla="*/ 41 h 42"/>
                  <a:gd name="T4" fmla="*/ 500 w 970"/>
                  <a:gd name="T5" fmla="*/ 42 h 42"/>
                  <a:gd name="T6" fmla="*/ 500 w 970"/>
                  <a:gd name="T7" fmla="*/ 42 h 42"/>
                  <a:gd name="T8" fmla="*/ 917 w 970"/>
                  <a:gd name="T9" fmla="*/ 41 h 42"/>
                  <a:gd name="T10" fmla="*/ 966 w 970"/>
                  <a:gd name="T11" fmla="*/ 0 h 42"/>
                  <a:gd name="T12" fmla="*/ 4 w 970"/>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970" h="42">
                    <a:moveTo>
                      <a:pt x="4" y="0"/>
                    </a:moveTo>
                    <a:cubicBezTo>
                      <a:pt x="0" y="16"/>
                      <a:pt x="3" y="40"/>
                      <a:pt x="53" y="41"/>
                    </a:cubicBezTo>
                    <a:cubicBezTo>
                      <a:pt x="91" y="42"/>
                      <a:pt x="297" y="42"/>
                      <a:pt x="500" y="42"/>
                    </a:cubicBezTo>
                    <a:cubicBezTo>
                      <a:pt x="500" y="42"/>
                      <a:pt x="500" y="42"/>
                      <a:pt x="500" y="42"/>
                    </a:cubicBezTo>
                    <a:cubicBezTo>
                      <a:pt x="693" y="42"/>
                      <a:pt x="881" y="42"/>
                      <a:pt x="917" y="41"/>
                    </a:cubicBezTo>
                    <a:cubicBezTo>
                      <a:pt x="967" y="40"/>
                      <a:pt x="970" y="16"/>
                      <a:pt x="966" y="0"/>
                    </a:cubicBezTo>
                    <a:lnTo>
                      <a:pt x="4" y="0"/>
                    </a:lnTo>
                    <a:close/>
                  </a:path>
                </a:pathLst>
              </a:custGeom>
              <a:solidFill>
                <a:schemeClr val="accent1">
                  <a:lumMod val="75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a:solidFill>
                    <a:srgbClr val="505050"/>
                  </a:solidFill>
                </a:endParaRPr>
              </a:p>
            </p:txBody>
          </p:sp>
          <p:sp>
            <p:nvSpPr>
              <p:cNvPr id="181" name="Freeform 180"/>
              <p:cNvSpPr>
                <a:spLocks/>
              </p:cNvSpPr>
              <p:nvPr/>
            </p:nvSpPr>
            <p:spPr bwMode="auto">
              <a:xfrm>
                <a:off x="-2860" y="2825"/>
                <a:ext cx="2403" cy="445"/>
              </a:xfrm>
              <a:custGeom>
                <a:avLst/>
                <a:gdLst>
                  <a:gd name="T0" fmla="*/ 983 w 1014"/>
                  <a:gd name="T1" fmla="*/ 154 h 186"/>
                  <a:gd name="T2" fmla="*/ 812 w 1014"/>
                  <a:gd name="T3" fmla="*/ 12 h 186"/>
                  <a:gd name="T4" fmla="*/ 775 w 1014"/>
                  <a:gd name="T5" fmla="*/ 0 h 186"/>
                  <a:gd name="T6" fmla="*/ 239 w 1014"/>
                  <a:gd name="T7" fmla="*/ 0 h 186"/>
                  <a:gd name="T8" fmla="*/ 202 w 1014"/>
                  <a:gd name="T9" fmla="*/ 12 h 186"/>
                  <a:gd name="T10" fmla="*/ 31 w 1014"/>
                  <a:gd name="T11" fmla="*/ 154 h 186"/>
                  <a:gd name="T12" fmla="*/ 75 w 1014"/>
                  <a:gd name="T13" fmla="*/ 185 h 186"/>
                  <a:gd name="T14" fmla="*/ 522 w 1014"/>
                  <a:gd name="T15" fmla="*/ 185 h 186"/>
                  <a:gd name="T16" fmla="*/ 522 w 1014"/>
                  <a:gd name="T17" fmla="*/ 185 h 186"/>
                  <a:gd name="T18" fmla="*/ 939 w 1014"/>
                  <a:gd name="T19" fmla="*/ 185 h 186"/>
                  <a:gd name="T20" fmla="*/ 983 w 1014"/>
                  <a:gd name="T21" fmla="*/ 15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4" h="186">
                    <a:moveTo>
                      <a:pt x="983" y="154"/>
                    </a:moveTo>
                    <a:cubicBezTo>
                      <a:pt x="812" y="12"/>
                      <a:pt x="812" y="12"/>
                      <a:pt x="812" y="12"/>
                    </a:cubicBezTo>
                    <a:cubicBezTo>
                      <a:pt x="812" y="12"/>
                      <a:pt x="803" y="0"/>
                      <a:pt x="775" y="0"/>
                    </a:cubicBezTo>
                    <a:cubicBezTo>
                      <a:pt x="768" y="0"/>
                      <a:pt x="248" y="0"/>
                      <a:pt x="239" y="0"/>
                    </a:cubicBezTo>
                    <a:cubicBezTo>
                      <a:pt x="211" y="0"/>
                      <a:pt x="202" y="12"/>
                      <a:pt x="202" y="12"/>
                    </a:cubicBezTo>
                    <a:cubicBezTo>
                      <a:pt x="31" y="154"/>
                      <a:pt x="31" y="154"/>
                      <a:pt x="31" y="154"/>
                    </a:cubicBezTo>
                    <a:cubicBezTo>
                      <a:pt x="31" y="154"/>
                      <a:pt x="0" y="184"/>
                      <a:pt x="75" y="185"/>
                    </a:cubicBezTo>
                    <a:cubicBezTo>
                      <a:pt x="113" y="186"/>
                      <a:pt x="319" y="186"/>
                      <a:pt x="522" y="185"/>
                    </a:cubicBezTo>
                    <a:cubicBezTo>
                      <a:pt x="522" y="185"/>
                      <a:pt x="522" y="185"/>
                      <a:pt x="522" y="185"/>
                    </a:cubicBezTo>
                    <a:cubicBezTo>
                      <a:pt x="715" y="186"/>
                      <a:pt x="903" y="185"/>
                      <a:pt x="939" y="185"/>
                    </a:cubicBezTo>
                    <a:cubicBezTo>
                      <a:pt x="1014" y="184"/>
                      <a:pt x="983" y="154"/>
                      <a:pt x="983" y="154"/>
                    </a:cubicBezTo>
                    <a:close/>
                  </a:path>
                </a:pathLst>
              </a:custGeom>
              <a:solidFill>
                <a:schemeClr val="bg2"/>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a:solidFill>
                    <a:srgbClr val="505050"/>
                  </a:solidFill>
                </a:endParaRPr>
              </a:p>
            </p:txBody>
          </p:sp>
          <p:sp>
            <p:nvSpPr>
              <p:cNvPr id="182" name="Freeform 181"/>
              <p:cNvSpPr>
                <a:spLocks/>
              </p:cNvSpPr>
              <p:nvPr/>
            </p:nvSpPr>
            <p:spPr bwMode="auto">
              <a:xfrm>
                <a:off x="-2623" y="2868"/>
                <a:ext cx="1934" cy="309"/>
              </a:xfrm>
              <a:custGeom>
                <a:avLst/>
                <a:gdLst>
                  <a:gd name="T0" fmla="*/ 0 w 1934"/>
                  <a:gd name="T1" fmla="*/ 309 h 309"/>
                  <a:gd name="T2" fmla="*/ 1934 w 1934"/>
                  <a:gd name="T3" fmla="*/ 309 h 309"/>
                  <a:gd name="T4" fmla="*/ 1602 w 1934"/>
                  <a:gd name="T5" fmla="*/ 0 h 309"/>
                  <a:gd name="T6" fmla="*/ 323 w 1934"/>
                  <a:gd name="T7" fmla="*/ 0 h 309"/>
                  <a:gd name="T8" fmla="*/ 0 w 1934"/>
                  <a:gd name="T9" fmla="*/ 309 h 309"/>
                </a:gdLst>
                <a:ahLst/>
                <a:cxnLst>
                  <a:cxn ang="0">
                    <a:pos x="T0" y="T1"/>
                  </a:cxn>
                  <a:cxn ang="0">
                    <a:pos x="T2" y="T3"/>
                  </a:cxn>
                  <a:cxn ang="0">
                    <a:pos x="T4" y="T5"/>
                  </a:cxn>
                  <a:cxn ang="0">
                    <a:pos x="T6" y="T7"/>
                  </a:cxn>
                  <a:cxn ang="0">
                    <a:pos x="T8" y="T9"/>
                  </a:cxn>
                </a:cxnLst>
                <a:rect l="0" t="0" r="r" b="b"/>
                <a:pathLst>
                  <a:path w="1934" h="309">
                    <a:moveTo>
                      <a:pt x="0" y="309"/>
                    </a:moveTo>
                    <a:lnTo>
                      <a:pt x="1934" y="309"/>
                    </a:lnTo>
                    <a:lnTo>
                      <a:pt x="1602" y="0"/>
                    </a:lnTo>
                    <a:lnTo>
                      <a:pt x="323" y="0"/>
                    </a:lnTo>
                    <a:lnTo>
                      <a:pt x="0" y="309"/>
                    </a:lnTo>
                    <a:close/>
                  </a:path>
                </a:pathLst>
              </a:custGeom>
              <a:solidFill>
                <a:schemeClr val="accent1">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a:solidFill>
                    <a:srgbClr val="505050"/>
                  </a:solidFill>
                </a:endParaRPr>
              </a:p>
            </p:txBody>
          </p:sp>
          <p:sp>
            <p:nvSpPr>
              <p:cNvPr id="183" name="Oval 182"/>
              <p:cNvSpPr>
                <a:spLocks noChangeArrowheads="1"/>
              </p:cNvSpPr>
              <p:nvPr/>
            </p:nvSpPr>
            <p:spPr bwMode="auto">
              <a:xfrm>
                <a:off x="-1703" y="3197"/>
                <a:ext cx="94"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a:solidFill>
                    <a:srgbClr val="505050"/>
                  </a:solidFill>
                </a:endParaRPr>
              </a:p>
            </p:txBody>
          </p:sp>
          <p:sp>
            <p:nvSpPr>
              <p:cNvPr id="184" name="Oval 183"/>
              <p:cNvSpPr>
                <a:spLocks noChangeArrowheads="1"/>
              </p:cNvSpPr>
              <p:nvPr/>
            </p:nvSpPr>
            <p:spPr bwMode="auto">
              <a:xfrm>
                <a:off x="-1580" y="3197"/>
                <a:ext cx="83"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a:solidFill>
                    <a:srgbClr val="505050"/>
                  </a:solidFill>
                </a:endParaRPr>
              </a:p>
            </p:txBody>
          </p:sp>
          <p:sp>
            <p:nvSpPr>
              <p:cNvPr id="185" name="Oval 184"/>
              <p:cNvSpPr>
                <a:spLocks noChangeArrowheads="1"/>
              </p:cNvSpPr>
              <p:nvPr/>
            </p:nvSpPr>
            <p:spPr bwMode="auto">
              <a:xfrm>
                <a:off x="-1812" y="3197"/>
                <a:ext cx="80"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a:solidFill>
                    <a:srgbClr val="505050"/>
                  </a:solidFill>
                </a:endParaRPr>
              </a:p>
            </p:txBody>
          </p:sp>
          <p:sp>
            <p:nvSpPr>
              <p:cNvPr id="186" name="Oval 185"/>
              <p:cNvSpPr>
                <a:spLocks noChangeArrowheads="1"/>
              </p:cNvSpPr>
              <p:nvPr userDrawn="1"/>
            </p:nvSpPr>
            <p:spPr bwMode="auto">
              <a:xfrm>
                <a:off x="-715" y="3210"/>
                <a:ext cx="38" cy="22"/>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a:solidFill>
                    <a:srgbClr val="505050"/>
                  </a:solidFill>
                </a:endParaRPr>
              </a:p>
            </p:txBody>
          </p:sp>
        </p:grpSp>
        <p:grpSp>
          <p:nvGrpSpPr>
            <p:cNvPr id="102" name="Group 101"/>
            <p:cNvGrpSpPr/>
            <p:nvPr/>
          </p:nvGrpSpPr>
          <p:grpSpPr>
            <a:xfrm>
              <a:off x="3175242" y="5933412"/>
              <a:ext cx="1067987" cy="391267"/>
              <a:chOff x="3175242" y="5933412"/>
              <a:chExt cx="1067987" cy="436823"/>
            </a:xfrm>
          </p:grpSpPr>
          <p:sp>
            <p:nvSpPr>
              <p:cNvPr id="171" name="Freeform 170"/>
              <p:cNvSpPr/>
              <p:nvPr/>
            </p:nvSpPr>
            <p:spPr bwMode="auto">
              <a:xfrm>
                <a:off x="3175242"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chemeClr val="accent3">
                    <a:alpha val="28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72" name="Freeform 171"/>
              <p:cNvSpPr/>
              <p:nvPr/>
            </p:nvSpPr>
            <p:spPr bwMode="auto">
              <a:xfrm>
                <a:off x="3308571"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00BCF2">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73" name="Freeform 172"/>
              <p:cNvSpPr/>
              <p:nvPr/>
            </p:nvSpPr>
            <p:spPr bwMode="auto">
              <a:xfrm>
                <a:off x="3451130"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B4009E">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74" name="Freeform 173"/>
              <p:cNvSpPr/>
              <p:nvPr/>
            </p:nvSpPr>
            <p:spPr bwMode="auto">
              <a:xfrm>
                <a:off x="3575984"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D83B0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75" name="Freeform 174"/>
              <p:cNvSpPr/>
              <p:nvPr/>
            </p:nvSpPr>
            <p:spPr bwMode="auto">
              <a:xfrm>
                <a:off x="3707236"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5C2D9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76" name="Freeform 175"/>
              <p:cNvSpPr/>
              <p:nvPr/>
            </p:nvSpPr>
            <p:spPr bwMode="auto">
              <a:xfrm>
                <a:off x="3831521"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chemeClr val="accent1">
                    <a:lumMod val="40000"/>
                    <a:lumOff val="60000"/>
                    <a:alpha val="47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77" name="Freeform 176"/>
              <p:cNvSpPr/>
              <p:nvPr/>
            </p:nvSpPr>
            <p:spPr bwMode="auto">
              <a:xfrm>
                <a:off x="3970509"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5C2D9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78" name="Freeform 177"/>
              <p:cNvSpPr/>
              <p:nvPr/>
            </p:nvSpPr>
            <p:spPr bwMode="auto">
              <a:xfrm>
                <a:off x="4109497"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00BCF2">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79" name="Freeform 178"/>
              <p:cNvSpPr/>
              <p:nvPr/>
            </p:nvSpPr>
            <p:spPr bwMode="auto">
              <a:xfrm>
                <a:off x="4243229"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B4009E">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grpSp>
        <p:sp>
          <p:nvSpPr>
            <p:cNvPr id="103" name="Freeform 102"/>
            <p:cNvSpPr/>
            <p:nvPr/>
          </p:nvSpPr>
          <p:spPr>
            <a:xfrm>
              <a:off x="4326016" y="1113404"/>
              <a:ext cx="1559745" cy="914653"/>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00BCF2"/>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104" name="Freeform 103"/>
            <p:cNvSpPr/>
            <p:nvPr/>
          </p:nvSpPr>
          <p:spPr>
            <a:xfrm flipH="1">
              <a:off x="3615787" y="1972924"/>
              <a:ext cx="843704" cy="468878"/>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chemeClr val="accent1">
                <a:lumMod val="40000"/>
                <a:lumOff val="60000"/>
              </a:schemeClr>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105" name="Freeform 104"/>
            <p:cNvSpPr/>
            <p:nvPr/>
          </p:nvSpPr>
          <p:spPr>
            <a:xfrm flipH="1">
              <a:off x="2369224" y="863590"/>
              <a:ext cx="1736456" cy="965015"/>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rgbClr val="5C2D91"/>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106" name="Freeform 105"/>
            <p:cNvSpPr/>
            <p:nvPr/>
          </p:nvSpPr>
          <p:spPr>
            <a:xfrm>
              <a:off x="612837" y="1564225"/>
              <a:ext cx="1956176" cy="1087122"/>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rgbClr val="107C10"/>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107" name="Freeform 106"/>
            <p:cNvSpPr/>
            <p:nvPr/>
          </p:nvSpPr>
          <p:spPr bwMode="auto">
            <a:xfrm>
              <a:off x="3407312" y="1800435"/>
              <a:ext cx="299924" cy="4156488"/>
            </a:xfrm>
            <a:custGeom>
              <a:avLst/>
              <a:gdLst>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709"/>
                <a:gd name="connsiteY0" fmla="*/ 5153891 h 5153891"/>
                <a:gd name="connsiteX1" fmla="*/ 378691 w 378709"/>
                <a:gd name="connsiteY1" fmla="*/ 4064000 h 5153891"/>
                <a:gd name="connsiteX2" fmla="*/ 0 w 378709"/>
                <a:gd name="connsiteY2" fmla="*/ 3823854 h 5153891"/>
                <a:gd name="connsiteX3" fmla="*/ 0 w 378709"/>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Lst>
              <a:ahLst/>
              <a:cxnLst>
                <a:cxn ang="0">
                  <a:pos x="connsiteX0" y="connsiteY0"/>
                </a:cxn>
                <a:cxn ang="0">
                  <a:pos x="connsiteX1" y="connsiteY1"/>
                </a:cxn>
                <a:cxn ang="0">
                  <a:pos x="connsiteX2" y="connsiteY2"/>
                </a:cxn>
                <a:cxn ang="0">
                  <a:pos x="connsiteX3" y="connsiteY3"/>
                </a:cxn>
              </a:cxnLst>
              <a:rect l="l" t="t" r="r" b="b"/>
              <a:pathLst>
                <a:path w="378691" h="5153891">
                  <a:moveTo>
                    <a:pt x="378691" y="5153891"/>
                  </a:moveTo>
                  <a:lnTo>
                    <a:pt x="378691" y="4064000"/>
                  </a:lnTo>
                  <a:lnTo>
                    <a:pt x="0" y="3823854"/>
                  </a:lnTo>
                  <a:lnTo>
                    <a:pt x="0" y="0"/>
                  </a:lnTo>
                </a:path>
              </a:pathLst>
            </a:custGeom>
            <a:noFill/>
            <a:ln w="762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08" name="Freeform 107"/>
            <p:cNvSpPr/>
            <p:nvPr/>
          </p:nvSpPr>
          <p:spPr bwMode="auto">
            <a:xfrm>
              <a:off x="3831521" y="2248113"/>
              <a:ext cx="219457" cy="3708811"/>
            </a:xfrm>
            <a:custGeom>
              <a:avLst/>
              <a:gdLst>
                <a:gd name="connsiteX0" fmla="*/ 0 w 277091"/>
                <a:gd name="connsiteY0" fmla="*/ 4682836 h 4682836"/>
                <a:gd name="connsiteX1" fmla="*/ 0 w 277091"/>
                <a:gd name="connsiteY1" fmla="*/ 3463636 h 4682836"/>
                <a:gd name="connsiteX2" fmla="*/ 277091 w 277091"/>
                <a:gd name="connsiteY2" fmla="*/ 3140363 h 4682836"/>
                <a:gd name="connsiteX3" fmla="*/ 277091 w 277091"/>
                <a:gd name="connsiteY3" fmla="*/ 0 h 4682836"/>
              </a:gdLst>
              <a:ahLst/>
              <a:cxnLst>
                <a:cxn ang="0">
                  <a:pos x="connsiteX0" y="connsiteY0"/>
                </a:cxn>
                <a:cxn ang="0">
                  <a:pos x="connsiteX1" y="connsiteY1"/>
                </a:cxn>
                <a:cxn ang="0">
                  <a:pos x="connsiteX2" y="connsiteY2"/>
                </a:cxn>
                <a:cxn ang="0">
                  <a:pos x="connsiteX3" y="connsiteY3"/>
                </a:cxn>
              </a:cxnLst>
              <a:rect l="l" t="t" r="r" b="b"/>
              <a:pathLst>
                <a:path w="277091" h="4682836">
                  <a:moveTo>
                    <a:pt x="0" y="4682836"/>
                  </a:moveTo>
                  <a:lnTo>
                    <a:pt x="0" y="3463636"/>
                  </a:lnTo>
                  <a:lnTo>
                    <a:pt x="277091" y="3140363"/>
                  </a:lnTo>
                  <a:lnTo>
                    <a:pt x="277091" y="0"/>
                  </a:lnTo>
                </a:path>
              </a:pathLst>
            </a:custGeom>
            <a:noFill/>
            <a:ln w="76200">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09" name="Freeform 108"/>
            <p:cNvSpPr/>
            <p:nvPr/>
          </p:nvSpPr>
          <p:spPr bwMode="auto">
            <a:xfrm>
              <a:off x="3970509" y="4157382"/>
              <a:ext cx="519381" cy="1799541"/>
            </a:xfrm>
            <a:custGeom>
              <a:avLst/>
              <a:gdLst>
                <a:gd name="connsiteX0" fmla="*/ 0 w 655782"/>
                <a:gd name="connsiteY0" fmla="*/ 2272146 h 2272146"/>
                <a:gd name="connsiteX1" fmla="*/ 0 w 655782"/>
                <a:gd name="connsiteY1" fmla="*/ 1099127 h 2272146"/>
                <a:gd name="connsiteX2" fmla="*/ 655782 w 655782"/>
                <a:gd name="connsiteY2" fmla="*/ 304800 h 2272146"/>
                <a:gd name="connsiteX3" fmla="*/ 655782 w 655782"/>
                <a:gd name="connsiteY3" fmla="*/ 0 h 2272146"/>
              </a:gdLst>
              <a:ahLst/>
              <a:cxnLst>
                <a:cxn ang="0">
                  <a:pos x="connsiteX0" y="connsiteY0"/>
                </a:cxn>
                <a:cxn ang="0">
                  <a:pos x="connsiteX1" y="connsiteY1"/>
                </a:cxn>
                <a:cxn ang="0">
                  <a:pos x="connsiteX2" y="connsiteY2"/>
                </a:cxn>
                <a:cxn ang="0">
                  <a:pos x="connsiteX3" y="connsiteY3"/>
                </a:cxn>
              </a:cxnLst>
              <a:rect l="l" t="t" r="r" b="b"/>
              <a:pathLst>
                <a:path w="655782" h="2272146">
                  <a:moveTo>
                    <a:pt x="0" y="2272146"/>
                  </a:moveTo>
                  <a:lnTo>
                    <a:pt x="0" y="1099127"/>
                  </a:lnTo>
                  <a:lnTo>
                    <a:pt x="655782" y="304800"/>
                  </a:lnTo>
                  <a:lnTo>
                    <a:pt x="655782" y="0"/>
                  </a:lnTo>
                </a:path>
              </a:pathLst>
            </a:custGeom>
            <a:noFill/>
            <a:ln w="762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10" name="Freeform 109"/>
            <p:cNvSpPr/>
            <p:nvPr/>
          </p:nvSpPr>
          <p:spPr bwMode="auto">
            <a:xfrm>
              <a:off x="4109497" y="1434297"/>
              <a:ext cx="790043" cy="4522628"/>
            </a:xfrm>
            <a:custGeom>
              <a:avLst/>
              <a:gdLst>
                <a:gd name="connsiteX0" fmla="*/ 0 w 997527"/>
                <a:gd name="connsiteY0" fmla="*/ 5421746 h 5421746"/>
                <a:gd name="connsiteX1" fmla="*/ 0 w 997527"/>
                <a:gd name="connsiteY1" fmla="*/ 4285673 h 5421746"/>
                <a:gd name="connsiteX2" fmla="*/ 997527 w 997527"/>
                <a:gd name="connsiteY2" fmla="*/ 3084946 h 5421746"/>
                <a:gd name="connsiteX3" fmla="*/ 997527 w 997527"/>
                <a:gd name="connsiteY3" fmla="*/ 0 h 5421746"/>
                <a:gd name="connsiteX0" fmla="*/ 0 w 997527"/>
                <a:gd name="connsiteY0" fmla="*/ 5710382 h 5710382"/>
                <a:gd name="connsiteX1" fmla="*/ 0 w 997527"/>
                <a:gd name="connsiteY1" fmla="*/ 4574309 h 5710382"/>
                <a:gd name="connsiteX2" fmla="*/ 997527 w 997527"/>
                <a:gd name="connsiteY2" fmla="*/ 3373582 h 5710382"/>
                <a:gd name="connsiteX3" fmla="*/ 997527 w 997527"/>
                <a:gd name="connsiteY3" fmla="*/ 0 h 5710382"/>
              </a:gdLst>
              <a:ahLst/>
              <a:cxnLst>
                <a:cxn ang="0">
                  <a:pos x="connsiteX0" y="connsiteY0"/>
                </a:cxn>
                <a:cxn ang="0">
                  <a:pos x="connsiteX1" y="connsiteY1"/>
                </a:cxn>
                <a:cxn ang="0">
                  <a:pos x="connsiteX2" y="connsiteY2"/>
                </a:cxn>
                <a:cxn ang="0">
                  <a:pos x="connsiteX3" y="connsiteY3"/>
                </a:cxn>
              </a:cxnLst>
              <a:rect l="l" t="t" r="r" b="b"/>
              <a:pathLst>
                <a:path w="997527" h="5710382">
                  <a:moveTo>
                    <a:pt x="0" y="5710382"/>
                  </a:moveTo>
                  <a:lnTo>
                    <a:pt x="0" y="4574309"/>
                  </a:lnTo>
                  <a:lnTo>
                    <a:pt x="997527" y="3373582"/>
                  </a:lnTo>
                  <a:lnTo>
                    <a:pt x="997527" y="0"/>
                  </a:lnTo>
                </a:path>
              </a:pathLst>
            </a:custGeom>
            <a:noFill/>
            <a:ln w="76200">
              <a:solidFill>
                <a:srgbClr val="00BCF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11" name="Freeform 110"/>
            <p:cNvSpPr/>
            <p:nvPr/>
          </p:nvSpPr>
          <p:spPr bwMode="auto">
            <a:xfrm>
              <a:off x="2529412" y="4367696"/>
              <a:ext cx="921718" cy="1587400"/>
            </a:xfrm>
            <a:custGeom>
              <a:avLst/>
              <a:gdLst>
                <a:gd name="connsiteX0" fmla="*/ 1163782 w 1163782"/>
                <a:gd name="connsiteY0" fmla="*/ 2004291 h 2004291"/>
                <a:gd name="connsiteX1" fmla="*/ 1163782 w 1163782"/>
                <a:gd name="connsiteY1" fmla="*/ 1256145 h 2004291"/>
                <a:gd name="connsiteX2" fmla="*/ 0 w 1163782"/>
                <a:gd name="connsiteY2" fmla="*/ 554182 h 2004291"/>
                <a:gd name="connsiteX3" fmla="*/ 0 w 1163782"/>
                <a:gd name="connsiteY3" fmla="*/ 0 h 2004291"/>
              </a:gdLst>
              <a:ahLst/>
              <a:cxnLst>
                <a:cxn ang="0">
                  <a:pos x="connsiteX0" y="connsiteY0"/>
                </a:cxn>
                <a:cxn ang="0">
                  <a:pos x="connsiteX1" y="connsiteY1"/>
                </a:cxn>
                <a:cxn ang="0">
                  <a:pos x="connsiteX2" y="connsiteY2"/>
                </a:cxn>
                <a:cxn ang="0">
                  <a:pos x="connsiteX3" y="connsiteY3"/>
                </a:cxn>
              </a:cxnLst>
              <a:rect l="l" t="t" r="r" b="b"/>
              <a:pathLst>
                <a:path w="1163782" h="2004291">
                  <a:moveTo>
                    <a:pt x="1163782" y="2004291"/>
                  </a:moveTo>
                  <a:lnTo>
                    <a:pt x="1163782" y="1256145"/>
                  </a:lnTo>
                  <a:lnTo>
                    <a:pt x="0" y="554182"/>
                  </a:lnTo>
                  <a:lnTo>
                    <a:pt x="0" y="0"/>
                  </a:lnTo>
                </a:path>
              </a:pathLst>
            </a:custGeom>
            <a:noFill/>
            <a:ln w="762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12" name="Freeform 111"/>
            <p:cNvSpPr/>
            <p:nvPr/>
          </p:nvSpPr>
          <p:spPr bwMode="auto">
            <a:xfrm>
              <a:off x="2277125" y="3431348"/>
              <a:ext cx="1031446" cy="2523747"/>
            </a:xfrm>
            <a:custGeom>
              <a:avLst/>
              <a:gdLst>
                <a:gd name="connsiteX0" fmla="*/ 1302327 w 1302327"/>
                <a:gd name="connsiteY0" fmla="*/ 3186546 h 3186546"/>
                <a:gd name="connsiteX1" fmla="*/ 1302327 w 1302327"/>
                <a:gd name="connsiteY1" fmla="*/ 2530764 h 3186546"/>
                <a:gd name="connsiteX2" fmla="*/ 0 w 1302327"/>
                <a:gd name="connsiteY2" fmla="*/ 1727200 h 3186546"/>
                <a:gd name="connsiteX3" fmla="*/ 0 w 1302327"/>
                <a:gd name="connsiteY3" fmla="*/ 0 h 3186546"/>
              </a:gdLst>
              <a:ahLst/>
              <a:cxnLst>
                <a:cxn ang="0">
                  <a:pos x="connsiteX0" y="connsiteY0"/>
                </a:cxn>
                <a:cxn ang="0">
                  <a:pos x="connsiteX1" y="connsiteY1"/>
                </a:cxn>
                <a:cxn ang="0">
                  <a:pos x="connsiteX2" y="connsiteY2"/>
                </a:cxn>
                <a:cxn ang="0">
                  <a:pos x="connsiteX3" y="connsiteY3"/>
                </a:cxn>
              </a:cxnLst>
              <a:rect l="l" t="t" r="r" b="b"/>
              <a:pathLst>
                <a:path w="1302327" h="3186546">
                  <a:moveTo>
                    <a:pt x="1302327" y="3186546"/>
                  </a:moveTo>
                  <a:lnTo>
                    <a:pt x="1302327" y="2530764"/>
                  </a:lnTo>
                  <a:lnTo>
                    <a:pt x="0" y="1727200"/>
                  </a:lnTo>
                  <a:lnTo>
                    <a:pt x="0" y="0"/>
                  </a:lnTo>
                </a:path>
              </a:pathLst>
            </a:custGeom>
            <a:no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13" name="Freeform 112"/>
            <p:cNvSpPr/>
            <p:nvPr/>
          </p:nvSpPr>
          <p:spPr bwMode="auto">
            <a:xfrm>
              <a:off x="1715334" y="2470967"/>
              <a:ext cx="1459908" cy="3484128"/>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Lst>
              <a:ahLst/>
              <a:cxnLst>
                <a:cxn ang="0">
                  <a:pos x="connsiteX0" y="connsiteY0"/>
                </a:cxn>
                <a:cxn ang="0">
                  <a:pos x="connsiteX1" y="connsiteY1"/>
                </a:cxn>
                <a:cxn ang="0">
                  <a:pos x="connsiteX2" y="connsiteY2"/>
                </a:cxn>
                <a:cxn ang="0">
                  <a:pos x="connsiteX3" y="connsiteY3"/>
                </a:cxn>
              </a:cxnLst>
              <a:rect l="l" t="t" r="r" b="b"/>
              <a:pathLst>
                <a:path w="1843314" h="4412343">
                  <a:moveTo>
                    <a:pt x="1843314" y="4412343"/>
                  </a:moveTo>
                  <a:lnTo>
                    <a:pt x="1843314" y="3860800"/>
                  </a:lnTo>
                  <a:lnTo>
                    <a:pt x="0" y="2743200"/>
                  </a:lnTo>
                  <a:lnTo>
                    <a:pt x="0" y="0"/>
                  </a:lnTo>
                </a:path>
              </a:pathLst>
            </a:custGeom>
            <a:noFill/>
            <a:ln w="7620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grpSp>
          <p:nvGrpSpPr>
            <p:cNvPr id="114" name="Group 113"/>
            <p:cNvGrpSpPr/>
            <p:nvPr/>
          </p:nvGrpSpPr>
          <p:grpSpPr>
            <a:xfrm>
              <a:off x="1628067" y="897487"/>
              <a:ext cx="592741" cy="596020"/>
              <a:chOff x="1384862" y="1213712"/>
              <a:chExt cx="526613" cy="529527"/>
            </a:xfrm>
            <a:solidFill>
              <a:schemeClr val="accent6"/>
            </a:solidFill>
            <a:effectLst/>
          </p:grpSpPr>
          <p:sp>
            <p:nvSpPr>
              <p:cNvPr id="169" name="Freeform 86"/>
              <p:cNvSpPr>
                <a:spLocks noEditPoints="1"/>
              </p:cNvSpPr>
              <p:nvPr userDrawn="1"/>
            </p:nvSpPr>
            <p:spPr bwMode="black">
              <a:xfrm>
                <a:off x="1384862" y="1213712"/>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70" name="Oval 87"/>
              <p:cNvSpPr>
                <a:spLocks noChangeArrowheads="1"/>
              </p:cNvSpPr>
              <p:nvPr userDrawn="1"/>
            </p:nvSpPr>
            <p:spPr bwMode="black">
              <a:xfrm>
                <a:off x="1599323" y="1438800"/>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15" name="Group 114"/>
            <p:cNvGrpSpPr/>
            <p:nvPr/>
          </p:nvGrpSpPr>
          <p:grpSpPr>
            <a:xfrm>
              <a:off x="4187481" y="3662721"/>
              <a:ext cx="592741" cy="596020"/>
              <a:chOff x="1192991" y="986572"/>
              <a:chExt cx="526613" cy="529527"/>
            </a:xfrm>
            <a:solidFill>
              <a:schemeClr val="accent4"/>
            </a:solidFill>
            <a:effectLst/>
          </p:grpSpPr>
          <p:sp>
            <p:nvSpPr>
              <p:cNvPr id="167" name="Freeform 86"/>
              <p:cNvSpPr>
                <a:spLocks noEditPoints="1"/>
              </p:cNvSpPr>
              <p:nvPr userDrawn="1"/>
            </p:nvSpPr>
            <p:spPr bwMode="black">
              <a:xfrm>
                <a:off x="1192991" y="986572"/>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68" name="Oval 87"/>
              <p:cNvSpPr>
                <a:spLocks noChangeArrowheads="1"/>
              </p:cNvSpPr>
              <p:nvPr userDrawn="1"/>
            </p:nvSpPr>
            <p:spPr bwMode="black">
              <a:xfrm>
                <a:off x="1407452" y="1211659"/>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16" name="Group 115"/>
            <p:cNvGrpSpPr/>
            <p:nvPr/>
          </p:nvGrpSpPr>
          <p:grpSpPr>
            <a:xfrm>
              <a:off x="5562569" y="3811694"/>
              <a:ext cx="592741" cy="596020"/>
              <a:chOff x="1169858" y="919275"/>
              <a:chExt cx="526613" cy="529527"/>
            </a:xfrm>
            <a:solidFill>
              <a:schemeClr val="bg2"/>
            </a:solidFill>
            <a:effectLst/>
          </p:grpSpPr>
          <p:sp>
            <p:nvSpPr>
              <p:cNvPr id="165"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66"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17" name="Group 116"/>
            <p:cNvGrpSpPr/>
            <p:nvPr/>
          </p:nvGrpSpPr>
          <p:grpSpPr>
            <a:xfrm>
              <a:off x="2251226" y="3920245"/>
              <a:ext cx="592741" cy="596020"/>
              <a:chOff x="1169858" y="919275"/>
              <a:chExt cx="526613" cy="529527"/>
            </a:xfrm>
            <a:solidFill>
              <a:schemeClr val="accent2"/>
            </a:solidFill>
            <a:effectLst/>
          </p:grpSpPr>
          <p:sp>
            <p:nvSpPr>
              <p:cNvPr id="162"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63" name="Oval 87"/>
              <p:cNvSpPr>
                <a:spLocks noChangeArrowheads="1"/>
              </p:cNvSpPr>
              <p:nvPr userDrawn="1"/>
            </p:nvSpPr>
            <p:spPr bwMode="black">
              <a:xfrm>
                <a:off x="1327919" y="1087978"/>
                <a:ext cx="210492" cy="210434"/>
              </a:xfrm>
              <a:prstGeom prst="ellipse">
                <a:avLst/>
              </a:prstGeom>
              <a:solidFill>
                <a:schemeClr val="tx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64"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18" name="Group 117"/>
            <p:cNvGrpSpPr/>
            <p:nvPr/>
          </p:nvGrpSpPr>
          <p:grpSpPr>
            <a:xfrm>
              <a:off x="1979416" y="2931272"/>
              <a:ext cx="592741" cy="596020"/>
              <a:chOff x="1169858" y="919275"/>
              <a:chExt cx="526613" cy="529527"/>
            </a:xfrm>
            <a:solidFill>
              <a:schemeClr val="bg2"/>
            </a:solidFill>
            <a:effectLst/>
          </p:grpSpPr>
          <p:sp>
            <p:nvSpPr>
              <p:cNvPr id="160"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61"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19" name="Group 118"/>
            <p:cNvGrpSpPr/>
            <p:nvPr/>
          </p:nvGrpSpPr>
          <p:grpSpPr>
            <a:xfrm>
              <a:off x="1087443" y="3772491"/>
              <a:ext cx="353569" cy="355525"/>
              <a:chOff x="1169858" y="919275"/>
              <a:chExt cx="526613" cy="529527"/>
            </a:xfrm>
            <a:solidFill>
              <a:schemeClr val="accent2"/>
            </a:solidFill>
            <a:effectLst/>
          </p:grpSpPr>
          <p:sp>
            <p:nvSpPr>
              <p:cNvPr id="158"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59"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20" name="Group 119"/>
            <p:cNvGrpSpPr/>
            <p:nvPr/>
          </p:nvGrpSpPr>
          <p:grpSpPr>
            <a:xfrm>
              <a:off x="2808843" y="2093298"/>
              <a:ext cx="353569" cy="355525"/>
              <a:chOff x="1169858" y="919275"/>
              <a:chExt cx="526613" cy="529527"/>
            </a:xfrm>
            <a:solidFill>
              <a:schemeClr val="tx2"/>
            </a:solidFill>
            <a:effectLst/>
          </p:grpSpPr>
          <p:sp>
            <p:nvSpPr>
              <p:cNvPr id="156"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57"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21" name="Group 120"/>
            <p:cNvGrpSpPr/>
            <p:nvPr/>
          </p:nvGrpSpPr>
          <p:grpSpPr>
            <a:xfrm>
              <a:off x="3907404" y="751557"/>
              <a:ext cx="353569" cy="355525"/>
              <a:chOff x="1169858" y="919275"/>
              <a:chExt cx="526613" cy="529527"/>
            </a:xfrm>
            <a:solidFill>
              <a:schemeClr val="bg2"/>
            </a:solidFill>
            <a:effectLst/>
          </p:grpSpPr>
          <p:sp>
            <p:nvSpPr>
              <p:cNvPr id="154"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55"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22" name="Group 121"/>
            <p:cNvGrpSpPr/>
            <p:nvPr/>
          </p:nvGrpSpPr>
          <p:grpSpPr>
            <a:xfrm>
              <a:off x="4368105" y="2793107"/>
              <a:ext cx="353569" cy="355525"/>
              <a:chOff x="1169858" y="919275"/>
              <a:chExt cx="526613" cy="529527"/>
            </a:xfrm>
            <a:solidFill>
              <a:schemeClr val="bg2"/>
            </a:solidFill>
            <a:effectLst/>
          </p:grpSpPr>
          <p:sp>
            <p:nvSpPr>
              <p:cNvPr id="152"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53"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23" name="Group 122"/>
            <p:cNvGrpSpPr/>
            <p:nvPr/>
          </p:nvGrpSpPr>
          <p:grpSpPr>
            <a:xfrm>
              <a:off x="3573191" y="4403674"/>
              <a:ext cx="353569" cy="355525"/>
              <a:chOff x="1169858" y="919275"/>
              <a:chExt cx="526613" cy="529527"/>
            </a:xfrm>
            <a:solidFill>
              <a:schemeClr val="accent6"/>
            </a:solidFill>
            <a:effectLst/>
          </p:grpSpPr>
          <p:sp>
            <p:nvSpPr>
              <p:cNvPr id="150"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51"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grpSp>
          <p:nvGrpSpPr>
            <p:cNvPr id="124" name="Group 123"/>
            <p:cNvGrpSpPr/>
            <p:nvPr/>
          </p:nvGrpSpPr>
          <p:grpSpPr>
            <a:xfrm>
              <a:off x="4469596" y="5087159"/>
              <a:ext cx="353569" cy="355525"/>
              <a:chOff x="1169858" y="919275"/>
              <a:chExt cx="526613" cy="529527"/>
            </a:xfrm>
            <a:solidFill>
              <a:schemeClr val="accent3"/>
            </a:solidFill>
            <a:effectLst/>
          </p:grpSpPr>
          <p:sp>
            <p:nvSpPr>
              <p:cNvPr id="148"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49"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sp>
          <p:nvSpPr>
            <p:cNvPr id="125" name="Freeform 124"/>
            <p:cNvSpPr/>
            <p:nvPr/>
          </p:nvSpPr>
          <p:spPr>
            <a:xfrm flipH="1">
              <a:off x="2595509" y="2553835"/>
              <a:ext cx="1857837" cy="1089458"/>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D83B01"/>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126" name="Freeform 73"/>
            <p:cNvSpPr>
              <a:spLocks noEditPoints="1"/>
            </p:cNvSpPr>
            <p:nvPr userDrawn="1"/>
          </p:nvSpPr>
          <p:spPr bwMode="black">
            <a:xfrm>
              <a:off x="2960155" y="1066142"/>
              <a:ext cx="673900" cy="650559"/>
            </a:xfrm>
            <a:custGeom>
              <a:avLst/>
              <a:gdLst>
                <a:gd name="T0" fmla="*/ 1799 w 2278"/>
                <a:gd name="T1" fmla="*/ 879 h 2201"/>
                <a:gd name="T2" fmla="*/ 1711 w 2278"/>
                <a:gd name="T3" fmla="*/ 335 h 2201"/>
                <a:gd name="T4" fmla="*/ 1363 w 2278"/>
                <a:gd name="T5" fmla="*/ 315 h 2201"/>
                <a:gd name="T6" fmla="*/ 1068 w 2278"/>
                <a:gd name="T7" fmla="*/ 0 h 2201"/>
                <a:gd name="T8" fmla="*/ 810 w 2278"/>
                <a:gd name="T9" fmla="*/ 412 h 2201"/>
                <a:gd name="T10" fmla="*/ 408 w 2278"/>
                <a:gd name="T11" fmla="*/ 325 h 2201"/>
                <a:gd name="T12" fmla="*/ 246 w 2278"/>
                <a:gd name="T13" fmla="*/ 841 h 2201"/>
                <a:gd name="T14" fmla="*/ 0 w 2278"/>
                <a:gd name="T15" fmla="*/ 1138 h 2201"/>
                <a:gd name="T16" fmla="*/ 338 w 2278"/>
                <a:gd name="T17" fmla="*/ 1396 h 2201"/>
                <a:gd name="T18" fmla="*/ 166 w 2278"/>
                <a:gd name="T19" fmla="*/ 1885 h 2201"/>
                <a:gd name="T20" fmla="*/ 769 w 2278"/>
                <a:gd name="T21" fmla="*/ 1966 h 2201"/>
                <a:gd name="T22" fmla="*/ 1053 w 2278"/>
                <a:gd name="T23" fmla="*/ 2200 h 2201"/>
                <a:gd name="T24" fmla="*/ 1081 w 2278"/>
                <a:gd name="T25" fmla="*/ 2201 h 2201"/>
                <a:gd name="T26" fmla="*/ 1184 w 2278"/>
                <a:gd name="T27" fmla="*/ 1949 h 2201"/>
                <a:gd name="T28" fmla="*/ 1666 w 2278"/>
                <a:gd name="T29" fmla="*/ 1872 h 2201"/>
                <a:gd name="T30" fmla="*/ 1874 w 2278"/>
                <a:gd name="T31" fmla="*/ 1743 h 2201"/>
                <a:gd name="T32" fmla="*/ 2060 w 2278"/>
                <a:gd name="T33" fmla="*/ 1273 h 2201"/>
                <a:gd name="T34" fmla="*/ 1940 w 2278"/>
                <a:gd name="T35" fmla="*/ 1369 h 2201"/>
                <a:gd name="T36" fmla="*/ 1385 w 2278"/>
                <a:gd name="T37" fmla="*/ 1279 h 2201"/>
                <a:gd name="T38" fmla="*/ 1837 w 2278"/>
                <a:gd name="T39" fmla="*/ 1733 h 2201"/>
                <a:gd name="T40" fmla="*/ 1302 w 2278"/>
                <a:gd name="T41" fmla="*/ 1393 h 2201"/>
                <a:gd name="T42" fmla="*/ 1433 w 2278"/>
                <a:gd name="T43" fmla="*/ 1759 h 2201"/>
                <a:gd name="T44" fmla="*/ 1193 w 2278"/>
                <a:gd name="T45" fmla="*/ 1461 h 2201"/>
                <a:gd name="T46" fmla="*/ 1156 w 2278"/>
                <a:gd name="T47" fmla="*/ 1924 h 2201"/>
                <a:gd name="T48" fmla="*/ 1053 w 2278"/>
                <a:gd name="T49" fmla="*/ 1484 h 2201"/>
                <a:gd name="T50" fmla="*/ 878 w 2278"/>
                <a:gd name="T51" fmla="*/ 1857 h 2201"/>
                <a:gd name="T52" fmla="*/ 804 w 2278"/>
                <a:gd name="T53" fmla="*/ 1753 h 2201"/>
                <a:gd name="T54" fmla="*/ 438 w 2278"/>
                <a:gd name="T55" fmla="*/ 1789 h 2201"/>
                <a:gd name="T56" fmla="*/ 369 w 2278"/>
                <a:gd name="T57" fmla="*/ 1741 h 2201"/>
                <a:gd name="T58" fmla="*/ 551 w 2278"/>
                <a:gd name="T59" fmla="*/ 1362 h 2201"/>
                <a:gd name="T60" fmla="*/ 447 w 2278"/>
                <a:gd name="T61" fmla="*/ 1287 h 2201"/>
                <a:gd name="T62" fmla="*/ 723 w 2278"/>
                <a:gd name="T63" fmla="*/ 1153 h 2201"/>
                <a:gd name="T64" fmla="*/ 253 w 2278"/>
                <a:gd name="T65" fmla="*/ 1023 h 2201"/>
                <a:gd name="T66" fmla="*/ 745 w 2278"/>
                <a:gd name="T67" fmla="*/ 1014 h 2201"/>
                <a:gd name="T68" fmla="*/ 386 w 2278"/>
                <a:gd name="T69" fmla="*/ 736 h 2201"/>
                <a:gd name="T70" fmla="*/ 813 w 2278"/>
                <a:gd name="T71" fmla="*/ 904 h 2201"/>
                <a:gd name="T72" fmla="*/ 701 w 2278"/>
                <a:gd name="T73" fmla="*/ 530 h 2201"/>
                <a:gd name="T74" fmla="*/ 944 w 2278"/>
                <a:gd name="T75" fmla="*/ 815 h 2201"/>
                <a:gd name="T76" fmla="*/ 996 w 2278"/>
                <a:gd name="T77" fmla="*/ 287 h 2201"/>
                <a:gd name="T78" fmla="*/ 1083 w 2278"/>
                <a:gd name="T79" fmla="*/ 792 h 2201"/>
                <a:gd name="T80" fmla="*/ 1253 w 2278"/>
                <a:gd name="T81" fmla="*/ 424 h 2201"/>
                <a:gd name="T82" fmla="*/ 1331 w 2278"/>
                <a:gd name="T83" fmla="*/ 529 h 2201"/>
                <a:gd name="T84" fmla="*/ 1558 w 2278"/>
                <a:gd name="T85" fmla="*/ 488 h 2201"/>
                <a:gd name="T86" fmla="*/ 1618 w 2278"/>
                <a:gd name="T87" fmla="*/ 610 h 2201"/>
                <a:gd name="T88" fmla="*/ 1586 w 2278"/>
                <a:gd name="T89" fmla="*/ 914 h 2201"/>
                <a:gd name="T90" fmla="*/ 1690 w 2278"/>
                <a:gd name="T91" fmla="*/ 989 h 2201"/>
                <a:gd name="T92" fmla="*/ 1414 w 2278"/>
                <a:gd name="T93" fmla="*/ 1123 h 2201"/>
                <a:gd name="T94" fmla="*/ 2028 w 2278"/>
                <a:gd name="T95" fmla="*/ 1253 h 2201"/>
                <a:gd name="T96" fmla="*/ 1292 w 2278"/>
                <a:gd name="T97" fmla="*/ 936 h 2201"/>
                <a:gd name="T98" fmla="*/ 1083 w 2278"/>
                <a:gd name="T99" fmla="*/ 837 h 2201"/>
                <a:gd name="T100" fmla="*/ 945 w 2278"/>
                <a:gd name="T101" fmla="*/ 863 h 2201"/>
                <a:gd name="T102" fmla="*/ 787 w 2278"/>
                <a:gd name="T103" fmla="*/ 1031 h 2201"/>
                <a:gd name="T104" fmla="*/ 787 w 2278"/>
                <a:gd name="T105" fmla="*/ 1245 h 2201"/>
                <a:gd name="T106" fmla="*/ 945 w 2278"/>
                <a:gd name="T107" fmla="*/ 1412 h 2201"/>
                <a:gd name="T108" fmla="*/ 1083 w 2278"/>
                <a:gd name="T109" fmla="*/ 1439 h 2201"/>
                <a:gd name="T110" fmla="*/ 1292 w 2278"/>
                <a:gd name="T111" fmla="*/ 1340 h 2201"/>
                <a:gd name="T112" fmla="*/ 1370 w 2278"/>
                <a:gd name="T113" fmla="*/ 1138 h 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8" h="2201">
                  <a:moveTo>
                    <a:pt x="2125" y="983"/>
                  </a:moveTo>
                  <a:cubicBezTo>
                    <a:pt x="2074" y="983"/>
                    <a:pt x="2030" y="1007"/>
                    <a:pt x="2002" y="1045"/>
                  </a:cubicBezTo>
                  <a:cubicBezTo>
                    <a:pt x="1787" y="929"/>
                    <a:pt x="1787" y="929"/>
                    <a:pt x="1787" y="929"/>
                  </a:cubicBezTo>
                  <a:cubicBezTo>
                    <a:pt x="1795" y="914"/>
                    <a:pt x="1799" y="897"/>
                    <a:pt x="1799" y="879"/>
                  </a:cubicBezTo>
                  <a:cubicBezTo>
                    <a:pt x="1799" y="828"/>
                    <a:pt x="1764" y="785"/>
                    <a:pt x="1715" y="773"/>
                  </a:cubicBezTo>
                  <a:cubicBezTo>
                    <a:pt x="1729" y="640"/>
                    <a:pt x="1729" y="640"/>
                    <a:pt x="1729" y="640"/>
                  </a:cubicBezTo>
                  <a:cubicBezTo>
                    <a:pt x="1805" y="630"/>
                    <a:pt x="1863" y="566"/>
                    <a:pt x="1863" y="488"/>
                  </a:cubicBezTo>
                  <a:cubicBezTo>
                    <a:pt x="1863" y="404"/>
                    <a:pt x="1795" y="335"/>
                    <a:pt x="1711" y="335"/>
                  </a:cubicBezTo>
                  <a:cubicBezTo>
                    <a:pt x="1645" y="335"/>
                    <a:pt x="1589" y="377"/>
                    <a:pt x="1567" y="435"/>
                  </a:cubicBezTo>
                  <a:cubicBezTo>
                    <a:pt x="1472" y="427"/>
                    <a:pt x="1472" y="427"/>
                    <a:pt x="1472" y="427"/>
                  </a:cubicBezTo>
                  <a:cubicBezTo>
                    <a:pt x="1472" y="426"/>
                    <a:pt x="1472" y="425"/>
                    <a:pt x="1472" y="424"/>
                  </a:cubicBezTo>
                  <a:cubicBezTo>
                    <a:pt x="1472" y="364"/>
                    <a:pt x="1423" y="315"/>
                    <a:pt x="1363" y="315"/>
                  </a:cubicBezTo>
                  <a:cubicBezTo>
                    <a:pt x="1334" y="315"/>
                    <a:pt x="1309" y="326"/>
                    <a:pt x="1289" y="343"/>
                  </a:cubicBezTo>
                  <a:cubicBezTo>
                    <a:pt x="1187" y="250"/>
                    <a:pt x="1187" y="250"/>
                    <a:pt x="1187" y="250"/>
                  </a:cubicBezTo>
                  <a:cubicBezTo>
                    <a:pt x="1208" y="223"/>
                    <a:pt x="1221" y="190"/>
                    <a:pt x="1221" y="153"/>
                  </a:cubicBezTo>
                  <a:cubicBezTo>
                    <a:pt x="1221" y="69"/>
                    <a:pt x="1153" y="0"/>
                    <a:pt x="1068" y="0"/>
                  </a:cubicBezTo>
                  <a:cubicBezTo>
                    <a:pt x="984" y="0"/>
                    <a:pt x="916" y="69"/>
                    <a:pt x="916" y="153"/>
                  </a:cubicBezTo>
                  <a:cubicBezTo>
                    <a:pt x="916" y="197"/>
                    <a:pt x="935" y="237"/>
                    <a:pt x="965" y="265"/>
                  </a:cubicBezTo>
                  <a:cubicBezTo>
                    <a:pt x="856" y="422"/>
                    <a:pt x="856" y="422"/>
                    <a:pt x="856" y="422"/>
                  </a:cubicBezTo>
                  <a:cubicBezTo>
                    <a:pt x="842" y="416"/>
                    <a:pt x="827" y="412"/>
                    <a:pt x="810" y="412"/>
                  </a:cubicBezTo>
                  <a:cubicBezTo>
                    <a:pt x="760" y="412"/>
                    <a:pt x="717" y="446"/>
                    <a:pt x="705" y="493"/>
                  </a:cubicBezTo>
                  <a:cubicBezTo>
                    <a:pt x="561" y="480"/>
                    <a:pt x="561" y="480"/>
                    <a:pt x="561" y="480"/>
                  </a:cubicBezTo>
                  <a:cubicBezTo>
                    <a:pt x="561" y="480"/>
                    <a:pt x="561" y="479"/>
                    <a:pt x="561" y="478"/>
                  </a:cubicBezTo>
                  <a:cubicBezTo>
                    <a:pt x="561" y="394"/>
                    <a:pt x="493" y="325"/>
                    <a:pt x="408" y="325"/>
                  </a:cubicBezTo>
                  <a:cubicBezTo>
                    <a:pt x="324" y="325"/>
                    <a:pt x="256" y="394"/>
                    <a:pt x="256" y="478"/>
                  </a:cubicBezTo>
                  <a:cubicBezTo>
                    <a:pt x="256" y="546"/>
                    <a:pt x="300" y="603"/>
                    <a:pt x="362" y="623"/>
                  </a:cubicBezTo>
                  <a:cubicBezTo>
                    <a:pt x="348" y="732"/>
                    <a:pt x="348" y="732"/>
                    <a:pt x="348" y="732"/>
                  </a:cubicBezTo>
                  <a:cubicBezTo>
                    <a:pt x="291" y="736"/>
                    <a:pt x="246" y="783"/>
                    <a:pt x="246" y="841"/>
                  </a:cubicBezTo>
                  <a:cubicBezTo>
                    <a:pt x="246" y="873"/>
                    <a:pt x="259" y="901"/>
                    <a:pt x="281" y="921"/>
                  </a:cubicBezTo>
                  <a:cubicBezTo>
                    <a:pt x="221" y="1002"/>
                    <a:pt x="221" y="1002"/>
                    <a:pt x="221" y="1002"/>
                  </a:cubicBezTo>
                  <a:cubicBezTo>
                    <a:pt x="201" y="991"/>
                    <a:pt x="177" y="985"/>
                    <a:pt x="153" y="985"/>
                  </a:cubicBezTo>
                  <a:cubicBezTo>
                    <a:pt x="68" y="985"/>
                    <a:pt x="0" y="1054"/>
                    <a:pt x="0" y="1138"/>
                  </a:cubicBezTo>
                  <a:cubicBezTo>
                    <a:pt x="0" y="1222"/>
                    <a:pt x="68" y="1291"/>
                    <a:pt x="153" y="1291"/>
                  </a:cubicBezTo>
                  <a:cubicBezTo>
                    <a:pt x="190" y="1291"/>
                    <a:pt x="225" y="1277"/>
                    <a:pt x="251" y="1254"/>
                  </a:cubicBezTo>
                  <a:cubicBezTo>
                    <a:pt x="354" y="1339"/>
                    <a:pt x="354" y="1339"/>
                    <a:pt x="354" y="1339"/>
                  </a:cubicBezTo>
                  <a:cubicBezTo>
                    <a:pt x="344" y="1356"/>
                    <a:pt x="338" y="1375"/>
                    <a:pt x="338" y="1396"/>
                  </a:cubicBezTo>
                  <a:cubicBezTo>
                    <a:pt x="338" y="1436"/>
                    <a:pt x="359" y="1471"/>
                    <a:pt x="392" y="1490"/>
                  </a:cubicBezTo>
                  <a:cubicBezTo>
                    <a:pt x="332" y="1733"/>
                    <a:pt x="332" y="1733"/>
                    <a:pt x="332" y="1733"/>
                  </a:cubicBezTo>
                  <a:cubicBezTo>
                    <a:pt x="328" y="1732"/>
                    <a:pt x="323" y="1732"/>
                    <a:pt x="319" y="1732"/>
                  </a:cubicBezTo>
                  <a:cubicBezTo>
                    <a:pt x="235" y="1732"/>
                    <a:pt x="166" y="1800"/>
                    <a:pt x="166" y="1885"/>
                  </a:cubicBezTo>
                  <a:cubicBezTo>
                    <a:pt x="166" y="1969"/>
                    <a:pt x="235" y="2038"/>
                    <a:pt x="319" y="2038"/>
                  </a:cubicBezTo>
                  <a:cubicBezTo>
                    <a:pt x="399" y="2038"/>
                    <a:pt x="464" y="1977"/>
                    <a:pt x="471" y="1899"/>
                  </a:cubicBezTo>
                  <a:cubicBezTo>
                    <a:pt x="664" y="1884"/>
                    <a:pt x="664" y="1884"/>
                    <a:pt x="664" y="1884"/>
                  </a:cubicBezTo>
                  <a:cubicBezTo>
                    <a:pt x="676" y="1931"/>
                    <a:pt x="718" y="1966"/>
                    <a:pt x="769" y="1966"/>
                  </a:cubicBezTo>
                  <a:cubicBezTo>
                    <a:pt x="802" y="1966"/>
                    <a:pt x="832" y="1951"/>
                    <a:pt x="852" y="1928"/>
                  </a:cubicBezTo>
                  <a:cubicBezTo>
                    <a:pt x="931" y="1982"/>
                    <a:pt x="931" y="1982"/>
                    <a:pt x="931" y="1982"/>
                  </a:cubicBezTo>
                  <a:cubicBezTo>
                    <a:pt x="921" y="2002"/>
                    <a:pt x="916" y="2024"/>
                    <a:pt x="916" y="2049"/>
                  </a:cubicBezTo>
                  <a:cubicBezTo>
                    <a:pt x="916" y="2128"/>
                    <a:pt x="976" y="2193"/>
                    <a:pt x="1053" y="2200"/>
                  </a:cubicBezTo>
                  <a:cubicBezTo>
                    <a:pt x="1053" y="2201"/>
                    <a:pt x="1053" y="2201"/>
                    <a:pt x="1053" y="2201"/>
                  </a:cubicBezTo>
                  <a:cubicBezTo>
                    <a:pt x="1056" y="2201"/>
                    <a:pt x="1056" y="2201"/>
                    <a:pt x="1056" y="2201"/>
                  </a:cubicBezTo>
                  <a:cubicBezTo>
                    <a:pt x="1060" y="2201"/>
                    <a:pt x="1064" y="2201"/>
                    <a:pt x="1068" y="2201"/>
                  </a:cubicBezTo>
                  <a:cubicBezTo>
                    <a:pt x="1073" y="2201"/>
                    <a:pt x="1077" y="2201"/>
                    <a:pt x="1081" y="2201"/>
                  </a:cubicBezTo>
                  <a:cubicBezTo>
                    <a:pt x="1083" y="2201"/>
                    <a:pt x="1083" y="2201"/>
                    <a:pt x="1083" y="2201"/>
                  </a:cubicBezTo>
                  <a:cubicBezTo>
                    <a:pt x="1083" y="2201"/>
                    <a:pt x="1083" y="2201"/>
                    <a:pt x="1083" y="2201"/>
                  </a:cubicBezTo>
                  <a:cubicBezTo>
                    <a:pt x="1161" y="2193"/>
                    <a:pt x="1221" y="2128"/>
                    <a:pt x="1221" y="2049"/>
                  </a:cubicBezTo>
                  <a:cubicBezTo>
                    <a:pt x="1221" y="2011"/>
                    <a:pt x="1207" y="1976"/>
                    <a:pt x="1184" y="1949"/>
                  </a:cubicBezTo>
                  <a:cubicBezTo>
                    <a:pt x="1268" y="1853"/>
                    <a:pt x="1268" y="1853"/>
                    <a:pt x="1268" y="1853"/>
                  </a:cubicBezTo>
                  <a:cubicBezTo>
                    <a:pt x="1285" y="1863"/>
                    <a:pt x="1304" y="1869"/>
                    <a:pt x="1324" y="1869"/>
                  </a:cubicBezTo>
                  <a:cubicBezTo>
                    <a:pt x="1364" y="1869"/>
                    <a:pt x="1399" y="1847"/>
                    <a:pt x="1418" y="1815"/>
                  </a:cubicBezTo>
                  <a:cubicBezTo>
                    <a:pt x="1666" y="1872"/>
                    <a:pt x="1666" y="1872"/>
                    <a:pt x="1666" y="1872"/>
                  </a:cubicBezTo>
                  <a:cubicBezTo>
                    <a:pt x="1665" y="1876"/>
                    <a:pt x="1665" y="1880"/>
                    <a:pt x="1665" y="1885"/>
                  </a:cubicBezTo>
                  <a:cubicBezTo>
                    <a:pt x="1665" y="1969"/>
                    <a:pt x="1734" y="2038"/>
                    <a:pt x="1818" y="2038"/>
                  </a:cubicBezTo>
                  <a:cubicBezTo>
                    <a:pt x="1902" y="2038"/>
                    <a:pt x="1971" y="1969"/>
                    <a:pt x="1971" y="1885"/>
                  </a:cubicBezTo>
                  <a:cubicBezTo>
                    <a:pt x="1971" y="1820"/>
                    <a:pt x="1931" y="1765"/>
                    <a:pt x="1874" y="1743"/>
                  </a:cubicBezTo>
                  <a:cubicBezTo>
                    <a:pt x="1893" y="1572"/>
                    <a:pt x="1893" y="1572"/>
                    <a:pt x="1893" y="1572"/>
                  </a:cubicBezTo>
                  <a:cubicBezTo>
                    <a:pt x="1949" y="1567"/>
                    <a:pt x="1994" y="1520"/>
                    <a:pt x="1994" y="1463"/>
                  </a:cubicBezTo>
                  <a:cubicBezTo>
                    <a:pt x="1994" y="1436"/>
                    <a:pt x="1984" y="1412"/>
                    <a:pt x="1969" y="1393"/>
                  </a:cubicBezTo>
                  <a:cubicBezTo>
                    <a:pt x="2060" y="1273"/>
                    <a:pt x="2060" y="1273"/>
                    <a:pt x="2060" y="1273"/>
                  </a:cubicBezTo>
                  <a:cubicBezTo>
                    <a:pt x="2080" y="1283"/>
                    <a:pt x="2102" y="1288"/>
                    <a:pt x="2125" y="1288"/>
                  </a:cubicBezTo>
                  <a:cubicBezTo>
                    <a:pt x="2209" y="1288"/>
                    <a:pt x="2278" y="1220"/>
                    <a:pt x="2278" y="1135"/>
                  </a:cubicBezTo>
                  <a:cubicBezTo>
                    <a:pt x="2278" y="1051"/>
                    <a:pt x="2209" y="983"/>
                    <a:pt x="2125" y="983"/>
                  </a:cubicBezTo>
                  <a:close/>
                  <a:moveTo>
                    <a:pt x="1940" y="1369"/>
                  </a:moveTo>
                  <a:cubicBezTo>
                    <a:pt x="1924" y="1359"/>
                    <a:pt x="1905" y="1353"/>
                    <a:pt x="1884" y="1353"/>
                  </a:cubicBezTo>
                  <a:cubicBezTo>
                    <a:pt x="1838" y="1353"/>
                    <a:pt x="1798" y="1383"/>
                    <a:pt x="1782" y="1424"/>
                  </a:cubicBezTo>
                  <a:cubicBezTo>
                    <a:pt x="1392" y="1262"/>
                    <a:pt x="1392" y="1262"/>
                    <a:pt x="1392" y="1262"/>
                  </a:cubicBezTo>
                  <a:cubicBezTo>
                    <a:pt x="1390" y="1268"/>
                    <a:pt x="1387" y="1273"/>
                    <a:pt x="1385" y="1279"/>
                  </a:cubicBezTo>
                  <a:cubicBezTo>
                    <a:pt x="1777" y="1441"/>
                    <a:pt x="1777" y="1441"/>
                    <a:pt x="1777" y="1441"/>
                  </a:cubicBezTo>
                  <a:cubicBezTo>
                    <a:pt x="1776" y="1448"/>
                    <a:pt x="1775" y="1455"/>
                    <a:pt x="1775" y="1463"/>
                  </a:cubicBezTo>
                  <a:cubicBezTo>
                    <a:pt x="1775" y="1513"/>
                    <a:pt x="1809" y="1555"/>
                    <a:pt x="1855" y="1568"/>
                  </a:cubicBezTo>
                  <a:cubicBezTo>
                    <a:pt x="1837" y="1733"/>
                    <a:pt x="1837" y="1733"/>
                    <a:pt x="1837" y="1733"/>
                  </a:cubicBezTo>
                  <a:cubicBezTo>
                    <a:pt x="1831" y="1733"/>
                    <a:pt x="1825" y="1732"/>
                    <a:pt x="1818" y="1732"/>
                  </a:cubicBezTo>
                  <a:cubicBezTo>
                    <a:pt x="1781" y="1732"/>
                    <a:pt x="1746" y="1746"/>
                    <a:pt x="1720" y="1768"/>
                  </a:cubicBezTo>
                  <a:cubicBezTo>
                    <a:pt x="1324" y="1372"/>
                    <a:pt x="1324" y="1372"/>
                    <a:pt x="1324" y="1372"/>
                  </a:cubicBezTo>
                  <a:cubicBezTo>
                    <a:pt x="1317" y="1379"/>
                    <a:pt x="1310" y="1386"/>
                    <a:pt x="1302" y="1393"/>
                  </a:cubicBezTo>
                  <a:cubicBezTo>
                    <a:pt x="1699" y="1789"/>
                    <a:pt x="1699" y="1789"/>
                    <a:pt x="1699" y="1789"/>
                  </a:cubicBezTo>
                  <a:cubicBezTo>
                    <a:pt x="1688" y="1803"/>
                    <a:pt x="1679" y="1818"/>
                    <a:pt x="1674" y="1835"/>
                  </a:cubicBezTo>
                  <a:cubicBezTo>
                    <a:pt x="1432" y="1779"/>
                    <a:pt x="1432" y="1779"/>
                    <a:pt x="1432" y="1779"/>
                  </a:cubicBezTo>
                  <a:cubicBezTo>
                    <a:pt x="1433" y="1773"/>
                    <a:pt x="1433" y="1766"/>
                    <a:pt x="1433" y="1759"/>
                  </a:cubicBezTo>
                  <a:cubicBezTo>
                    <a:pt x="1433" y="1699"/>
                    <a:pt x="1385" y="1650"/>
                    <a:pt x="1324" y="1650"/>
                  </a:cubicBezTo>
                  <a:cubicBezTo>
                    <a:pt x="1313" y="1650"/>
                    <a:pt x="1302" y="1652"/>
                    <a:pt x="1292" y="1655"/>
                  </a:cubicBezTo>
                  <a:cubicBezTo>
                    <a:pt x="1209" y="1454"/>
                    <a:pt x="1209" y="1454"/>
                    <a:pt x="1209" y="1454"/>
                  </a:cubicBezTo>
                  <a:cubicBezTo>
                    <a:pt x="1204" y="1457"/>
                    <a:pt x="1198" y="1459"/>
                    <a:pt x="1193" y="1461"/>
                  </a:cubicBezTo>
                  <a:cubicBezTo>
                    <a:pt x="1276" y="1662"/>
                    <a:pt x="1276" y="1662"/>
                    <a:pt x="1276" y="1662"/>
                  </a:cubicBezTo>
                  <a:cubicBezTo>
                    <a:pt x="1240" y="1680"/>
                    <a:pt x="1215" y="1717"/>
                    <a:pt x="1215" y="1759"/>
                  </a:cubicBezTo>
                  <a:cubicBezTo>
                    <a:pt x="1215" y="1786"/>
                    <a:pt x="1224" y="1810"/>
                    <a:pt x="1240" y="1828"/>
                  </a:cubicBezTo>
                  <a:cubicBezTo>
                    <a:pt x="1156" y="1924"/>
                    <a:pt x="1156" y="1924"/>
                    <a:pt x="1156" y="1924"/>
                  </a:cubicBezTo>
                  <a:cubicBezTo>
                    <a:pt x="1135" y="1909"/>
                    <a:pt x="1110" y="1899"/>
                    <a:pt x="1083" y="1897"/>
                  </a:cubicBezTo>
                  <a:cubicBezTo>
                    <a:pt x="1083" y="1484"/>
                    <a:pt x="1083" y="1484"/>
                    <a:pt x="1083" y="1484"/>
                  </a:cubicBezTo>
                  <a:cubicBezTo>
                    <a:pt x="1078" y="1484"/>
                    <a:pt x="1073" y="1484"/>
                    <a:pt x="1068" y="1484"/>
                  </a:cubicBezTo>
                  <a:cubicBezTo>
                    <a:pt x="1063" y="1484"/>
                    <a:pt x="1058" y="1484"/>
                    <a:pt x="1053" y="1484"/>
                  </a:cubicBezTo>
                  <a:cubicBezTo>
                    <a:pt x="1053" y="1897"/>
                    <a:pt x="1053" y="1897"/>
                    <a:pt x="1053" y="1897"/>
                  </a:cubicBezTo>
                  <a:cubicBezTo>
                    <a:pt x="1013" y="1901"/>
                    <a:pt x="977" y="1920"/>
                    <a:pt x="952" y="1950"/>
                  </a:cubicBezTo>
                  <a:cubicBezTo>
                    <a:pt x="871" y="1895"/>
                    <a:pt x="871" y="1895"/>
                    <a:pt x="871" y="1895"/>
                  </a:cubicBezTo>
                  <a:cubicBezTo>
                    <a:pt x="876" y="1883"/>
                    <a:pt x="878" y="1870"/>
                    <a:pt x="878" y="1857"/>
                  </a:cubicBezTo>
                  <a:cubicBezTo>
                    <a:pt x="878" y="1815"/>
                    <a:pt x="855" y="1779"/>
                    <a:pt x="820" y="1760"/>
                  </a:cubicBezTo>
                  <a:cubicBezTo>
                    <a:pt x="944" y="1461"/>
                    <a:pt x="944" y="1461"/>
                    <a:pt x="944" y="1461"/>
                  </a:cubicBezTo>
                  <a:cubicBezTo>
                    <a:pt x="939" y="1459"/>
                    <a:pt x="933" y="1457"/>
                    <a:pt x="928" y="1454"/>
                  </a:cubicBezTo>
                  <a:cubicBezTo>
                    <a:pt x="804" y="1753"/>
                    <a:pt x="804" y="1753"/>
                    <a:pt x="804" y="1753"/>
                  </a:cubicBezTo>
                  <a:cubicBezTo>
                    <a:pt x="793" y="1749"/>
                    <a:pt x="781" y="1747"/>
                    <a:pt x="769" y="1747"/>
                  </a:cubicBezTo>
                  <a:cubicBezTo>
                    <a:pt x="712" y="1747"/>
                    <a:pt x="666" y="1791"/>
                    <a:pt x="660" y="1846"/>
                  </a:cubicBezTo>
                  <a:cubicBezTo>
                    <a:pt x="470" y="1861"/>
                    <a:pt x="470" y="1861"/>
                    <a:pt x="470" y="1861"/>
                  </a:cubicBezTo>
                  <a:cubicBezTo>
                    <a:pt x="466" y="1834"/>
                    <a:pt x="454" y="1810"/>
                    <a:pt x="438" y="1789"/>
                  </a:cubicBezTo>
                  <a:cubicBezTo>
                    <a:pt x="835" y="1393"/>
                    <a:pt x="835" y="1393"/>
                    <a:pt x="835" y="1393"/>
                  </a:cubicBezTo>
                  <a:cubicBezTo>
                    <a:pt x="827" y="1386"/>
                    <a:pt x="820" y="1379"/>
                    <a:pt x="813" y="1372"/>
                  </a:cubicBezTo>
                  <a:cubicBezTo>
                    <a:pt x="417" y="1768"/>
                    <a:pt x="417" y="1768"/>
                    <a:pt x="417" y="1768"/>
                  </a:cubicBezTo>
                  <a:cubicBezTo>
                    <a:pt x="403" y="1756"/>
                    <a:pt x="387" y="1747"/>
                    <a:pt x="369" y="1741"/>
                  </a:cubicBezTo>
                  <a:cubicBezTo>
                    <a:pt x="428" y="1504"/>
                    <a:pt x="428" y="1504"/>
                    <a:pt x="428" y="1504"/>
                  </a:cubicBezTo>
                  <a:cubicBezTo>
                    <a:pt x="434" y="1505"/>
                    <a:pt x="440" y="1505"/>
                    <a:pt x="447" y="1505"/>
                  </a:cubicBezTo>
                  <a:cubicBezTo>
                    <a:pt x="507" y="1505"/>
                    <a:pt x="556" y="1457"/>
                    <a:pt x="556" y="1396"/>
                  </a:cubicBezTo>
                  <a:cubicBezTo>
                    <a:pt x="556" y="1384"/>
                    <a:pt x="554" y="1373"/>
                    <a:pt x="551" y="1362"/>
                  </a:cubicBezTo>
                  <a:cubicBezTo>
                    <a:pt x="752" y="1279"/>
                    <a:pt x="752" y="1279"/>
                    <a:pt x="752" y="1279"/>
                  </a:cubicBezTo>
                  <a:cubicBezTo>
                    <a:pt x="750" y="1273"/>
                    <a:pt x="747" y="1268"/>
                    <a:pt x="745" y="1262"/>
                  </a:cubicBezTo>
                  <a:cubicBezTo>
                    <a:pt x="544" y="1345"/>
                    <a:pt x="544" y="1345"/>
                    <a:pt x="544" y="1345"/>
                  </a:cubicBezTo>
                  <a:cubicBezTo>
                    <a:pt x="525" y="1311"/>
                    <a:pt x="489" y="1287"/>
                    <a:pt x="447" y="1287"/>
                  </a:cubicBezTo>
                  <a:cubicBezTo>
                    <a:pt x="421" y="1287"/>
                    <a:pt x="397" y="1296"/>
                    <a:pt x="379" y="1311"/>
                  </a:cubicBezTo>
                  <a:cubicBezTo>
                    <a:pt x="277" y="1226"/>
                    <a:pt x="277" y="1226"/>
                    <a:pt x="277" y="1226"/>
                  </a:cubicBezTo>
                  <a:cubicBezTo>
                    <a:pt x="292" y="1205"/>
                    <a:pt x="302" y="1180"/>
                    <a:pt x="305" y="1153"/>
                  </a:cubicBezTo>
                  <a:cubicBezTo>
                    <a:pt x="723" y="1153"/>
                    <a:pt x="723" y="1153"/>
                    <a:pt x="723" y="1153"/>
                  </a:cubicBezTo>
                  <a:cubicBezTo>
                    <a:pt x="722" y="1148"/>
                    <a:pt x="722" y="1143"/>
                    <a:pt x="722" y="1138"/>
                  </a:cubicBezTo>
                  <a:cubicBezTo>
                    <a:pt x="722" y="1133"/>
                    <a:pt x="722" y="1128"/>
                    <a:pt x="723" y="1123"/>
                  </a:cubicBezTo>
                  <a:cubicBezTo>
                    <a:pt x="305" y="1123"/>
                    <a:pt x="305" y="1123"/>
                    <a:pt x="305" y="1123"/>
                  </a:cubicBezTo>
                  <a:cubicBezTo>
                    <a:pt x="301" y="1083"/>
                    <a:pt x="281" y="1048"/>
                    <a:pt x="253" y="1023"/>
                  </a:cubicBezTo>
                  <a:cubicBezTo>
                    <a:pt x="312" y="942"/>
                    <a:pt x="312" y="942"/>
                    <a:pt x="312" y="942"/>
                  </a:cubicBezTo>
                  <a:cubicBezTo>
                    <a:pt x="325" y="947"/>
                    <a:pt x="340" y="950"/>
                    <a:pt x="355" y="950"/>
                  </a:cubicBezTo>
                  <a:cubicBezTo>
                    <a:pt x="397" y="950"/>
                    <a:pt x="433" y="927"/>
                    <a:pt x="451" y="892"/>
                  </a:cubicBezTo>
                  <a:cubicBezTo>
                    <a:pt x="745" y="1014"/>
                    <a:pt x="745" y="1014"/>
                    <a:pt x="745" y="1014"/>
                  </a:cubicBezTo>
                  <a:cubicBezTo>
                    <a:pt x="747" y="1008"/>
                    <a:pt x="750" y="1003"/>
                    <a:pt x="752" y="997"/>
                  </a:cubicBezTo>
                  <a:cubicBezTo>
                    <a:pt x="458" y="875"/>
                    <a:pt x="458" y="875"/>
                    <a:pt x="458" y="875"/>
                  </a:cubicBezTo>
                  <a:cubicBezTo>
                    <a:pt x="462" y="865"/>
                    <a:pt x="464" y="853"/>
                    <a:pt x="464" y="841"/>
                  </a:cubicBezTo>
                  <a:cubicBezTo>
                    <a:pt x="464" y="792"/>
                    <a:pt x="431" y="750"/>
                    <a:pt x="386" y="736"/>
                  </a:cubicBezTo>
                  <a:cubicBezTo>
                    <a:pt x="399" y="630"/>
                    <a:pt x="399" y="630"/>
                    <a:pt x="399" y="630"/>
                  </a:cubicBezTo>
                  <a:cubicBezTo>
                    <a:pt x="402" y="630"/>
                    <a:pt x="405" y="631"/>
                    <a:pt x="408" y="631"/>
                  </a:cubicBezTo>
                  <a:cubicBezTo>
                    <a:pt x="445" y="631"/>
                    <a:pt x="479" y="618"/>
                    <a:pt x="505" y="596"/>
                  </a:cubicBezTo>
                  <a:cubicBezTo>
                    <a:pt x="813" y="904"/>
                    <a:pt x="813" y="904"/>
                    <a:pt x="813" y="904"/>
                  </a:cubicBezTo>
                  <a:cubicBezTo>
                    <a:pt x="820" y="897"/>
                    <a:pt x="827" y="889"/>
                    <a:pt x="835" y="883"/>
                  </a:cubicBezTo>
                  <a:cubicBezTo>
                    <a:pt x="527" y="575"/>
                    <a:pt x="527" y="575"/>
                    <a:pt x="527" y="575"/>
                  </a:cubicBezTo>
                  <a:cubicBezTo>
                    <a:pt x="540" y="558"/>
                    <a:pt x="550" y="539"/>
                    <a:pt x="556" y="518"/>
                  </a:cubicBezTo>
                  <a:cubicBezTo>
                    <a:pt x="701" y="530"/>
                    <a:pt x="701" y="530"/>
                    <a:pt x="701" y="530"/>
                  </a:cubicBezTo>
                  <a:cubicBezTo>
                    <a:pt x="706" y="587"/>
                    <a:pt x="753" y="631"/>
                    <a:pt x="810" y="631"/>
                  </a:cubicBezTo>
                  <a:cubicBezTo>
                    <a:pt x="823" y="631"/>
                    <a:pt x="835" y="628"/>
                    <a:pt x="846" y="624"/>
                  </a:cubicBezTo>
                  <a:cubicBezTo>
                    <a:pt x="928" y="822"/>
                    <a:pt x="928" y="822"/>
                    <a:pt x="928" y="822"/>
                  </a:cubicBezTo>
                  <a:cubicBezTo>
                    <a:pt x="933" y="819"/>
                    <a:pt x="939" y="817"/>
                    <a:pt x="944" y="815"/>
                  </a:cubicBezTo>
                  <a:cubicBezTo>
                    <a:pt x="863" y="617"/>
                    <a:pt x="863" y="617"/>
                    <a:pt x="863" y="617"/>
                  </a:cubicBezTo>
                  <a:cubicBezTo>
                    <a:pt x="896" y="599"/>
                    <a:pt x="919" y="563"/>
                    <a:pt x="919" y="521"/>
                  </a:cubicBezTo>
                  <a:cubicBezTo>
                    <a:pt x="919" y="491"/>
                    <a:pt x="907" y="464"/>
                    <a:pt x="887" y="444"/>
                  </a:cubicBezTo>
                  <a:cubicBezTo>
                    <a:pt x="996" y="287"/>
                    <a:pt x="996" y="287"/>
                    <a:pt x="996" y="287"/>
                  </a:cubicBezTo>
                  <a:cubicBezTo>
                    <a:pt x="1013" y="297"/>
                    <a:pt x="1033" y="303"/>
                    <a:pt x="1053" y="305"/>
                  </a:cubicBezTo>
                  <a:cubicBezTo>
                    <a:pt x="1053" y="792"/>
                    <a:pt x="1053" y="792"/>
                    <a:pt x="1053" y="792"/>
                  </a:cubicBezTo>
                  <a:cubicBezTo>
                    <a:pt x="1058" y="792"/>
                    <a:pt x="1063" y="792"/>
                    <a:pt x="1068" y="792"/>
                  </a:cubicBezTo>
                  <a:cubicBezTo>
                    <a:pt x="1073" y="792"/>
                    <a:pt x="1078" y="792"/>
                    <a:pt x="1083" y="792"/>
                  </a:cubicBezTo>
                  <a:cubicBezTo>
                    <a:pt x="1083" y="305"/>
                    <a:pt x="1083" y="305"/>
                    <a:pt x="1083" y="305"/>
                  </a:cubicBezTo>
                  <a:cubicBezTo>
                    <a:pt x="1112" y="302"/>
                    <a:pt x="1138" y="292"/>
                    <a:pt x="1159" y="276"/>
                  </a:cubicBezTo>
                  <a:cubicBezTo>
                    <a:pt x="1266" y="373"/>
                    <a:pt x="1266" y="373"/>
                    <a:pt x="1266" y="373"/>
                  </a:cubicBezTo>
                  <a:cubicBezTo>
                    <a:pt x="1258" y="388"/>
                    <a:pt x="1253" y="406"/>
                    <a:pt x="1253" y="424"/>
                  </a:cubicBezTo>
                  <a:cubicBezTo>
                    <a:pt x="1253" y="467"/>
                    <a:pt x="1278" y="504"/>
                    <a:pt x="1314" y="522"/>
                  </a:cubicBezTo>
                  <a:cubicBezTo>
                    <a:pt x="1193" y="815"/>
                    <a:pt x="1193" y="815"/>
                    <a:pt x="1193" y="815"/>
                  </a:cubicBezTo>
                  <a:cubicBezTo>
                    <a:pt x="1198" y="817"/>
                    <a:pt x="1204" y="819"/>
                    <a:pt x="1209" y="822"/>
                  </a:cubicBezTo>
                  <a:cubicBezTo>
                    <a:pt x="1331" y="529"/>
                    <a:pt x="1331" y="529"/>
                    <a:pt x="1331" y="529"/>
                  </a:cubicBezTo>
                  <a:cubicBezTo>
                    <a:pt x="1341" y="532"/>
                    <a:pt x="1351" y="533"/>
                    <a:pt x="1363" y="533"/>
                  </a:cubicBezTo>
                  <a:cubicBezTo>
                    <a:pt x="1409" y="533"/>
                    <a:pt x="1448" y="505"/>
                    <a:pt x="1464" y="464"/>
                  </a:cubicBezTo>
                  <a:cubicBezTo>
                    <a:pt x="1559" y="472"/>
                    <a:pt x="1559" y="472"/>
                    <a:pt x="1559" y="472"/>
                  </a:cubicBezTo>
                  <a:cubicBezTo>
                    <a:pt x="1558" y="477"/>
                    <a:pt x="1558" y="483"/>
                    <a:pt x="1558" y="488"/>
                  </a:cubicBezTo>
                  <a:cubicBezTo>
                    <a:pt x="1558" y="527"/>
                    <a:pt x="1572" y="562"/>
                    <a:pt x="1596" y="589"/>
                  </a:cubicBezTo>
                  <a:cubicBezTo>
                    <a:pt x="1302" y="883"/>
                    <a:pt x="1302" y="883"/>
                    <a:pt x="1302" y="883"/>
                  </a:cubicBezTo>
                  <a:cubicBezTo>
                    <a:pt x="1310" y="889"/>
                    <a:pt x="1317" y="897"/>
                    <a:pt x="1324" y="904"/>
                  </a:cubicBezTo>
                  <a:cubicBezTo>
                    <a:pt x="1618" y="610"/>
                    <a:pt x="1618" y="610"/>
                    <a:pt x="1618" y="610"/>
                  </a:cubicBezTo>
                  <a:cubicBezTo>
                    <a:pt x="1639" y="625"/>
                    <a:pt x="1664" y="636"/>
                    <a:pt x="1691" y="640"/>
                  </a:cubicBezTo>
                  <a:cubicBezTo>
                    <a:pt x="1678" y="771"/>
                    <a:pt x="1678" y="771"/>
                    <a:pt x="1678" y="771"/>
                  </a:cubicBezTo>
                  <a:cubicBezTo>
                    <a:pt x="1623" y="777"/>
                    <a:pt x="1581" y="823"/>
                    <a:pt x="1581" y="879"/>
                  </a:cubicBezTo>
                  <a:cubicBezTo>
                    <a:pt x="1581" y="891"/>
                    <a:pt x="1583" y="903"/>
                    <a:pt x="1586" y="914"/>
                  </a:cubicBezTo>
                  <a:cubicBezTo>
                    <a:pt x="1385" y="997"/>
                    <a:pt x="1385" y="997"/>
                    <a:pt x="1385" y="997"/>
                  </a:cubicBezTo>
                  <a:cubicBezTo>
                    <a:pt x="1387" y="1003"/>
                    <a:pt x="1390" y="1008"/>
                    <a:pt x="1392" y="1014"/>
                  </a:cubicBezTo>
                  <a:cubicBezTo>
                    <a:pt x="1593" y="930"/>
                    <a:pt x="1593" y="930"/>
                    <a:pt x="1593" y="930"/>
                  </a:cubicBezTo>
                  <a:cubicBezTo>
                    <a:pt x="1612" y="965"/>
                    <a:pt x="1648" y="989"/>
                    <a:pt x="1690" y="989"/>
                  </a:cubicBezTo>
                  <a:cubicBezTo>
                    <a:pt x="1719" y="989"/>
                    <a:pt x="1745" y="978"/>
                    <a:pt x="1764" y="960"/>
                  </a:cubicBezTo>
                  <a:cubicBezTo>
                    <a:pt x="1983" y="1078"/>
                    <a:pt x="1983" y="1078"/>
                    <a:pt x="1983" y="1078"/>
                  </a:cubicBezTo>
                  <a:cubicBezTo>
                    <a:pt x="1978" y="1092"/>
                    <a:pt x="1974" y="1107"/>
                    <a:pt x="1973" y="1123"/>
                  </a:cubicBezTo>
                  <a:cubicBezTo>
                    <a:pt x="1414" y="1123"/>
                    <a:pt x="1414" y="1123"/>
                    <a:pt x="1414" y="1123"/>
                  </a:cubicBezTo>
                  <a:cubicBezTo>
                    <a:pt x="1415" y="1128"/>
                    <a:pt x="1415" y="1133"/>
                    <a:pt x="1415" y="1138"/>
                  </a:cubicBezTo>
                  <a:cubicBezTo>
                    <a:pt x="1415" y="1143"/>
                    <a:pt x="1415" y="1148"/>
                    <a:pt x="1414" y="1153"/>
                  </a:cubicBezTo>
                  <a:cubicBezTo>
                    <a:pt x="1973" y="1153"/>
                    <a:pt x="1973" y="1153"/>
                    <a:pt x="1973" y="1153"/>
                  </a:cubicBezTo>
                  <a:cubicBezTo>
                    <a:pt x="1978" y="1193"/>
                    <a:pt x="1998" y="1229"/>
                    <a:pt x="2028" y="1253"/>
                  </a:cubicBezTo>
                  <a:lnTo>
                    <a:pt x="1940" y="1369"/>
                  </a:lnTo>
                  <a:close/>
                  <a:moveTo>
                    <a:pt x="1350" y="1031"/>
                  </a:moveTo>
                  <a:cubicBezTo>
                    <a:pt x="1348" y="1025"/>
                    <a:pt x="1345" y="1020"/>
                    <a:pt x="1343" y="1014"/>
                  </a:cubicBezTo>
                  <a:cubicBezTo>
                    <a:pt x="1330" y="985"/>
                    <a:pt x="1313" y="959"/>
                    <a:pt x="1292" y="936"/>
                  </a:cubicBezTo>
                  <a:cubicBezTo>
                    <a:pt x="1285" y="928"/>
                    <a:pt x="1278" y="921"/>
                    <a:pt x="1270" y="915"/>
                  </a:cubicBezTo>
                  <a:cubicBezTo>
                    <a:pt x="1247" y="894"/>
                    <a:pt x="1221" y="876"/>
                    <a:pt x="1192" y="863"/>
                  </a:cubicBezTo>
                  <a:cubicBezTo>
                    <a:pt x="1186" y="861"/>
                    <a:pt x="1181" y="858"/>
                    <a:pt x="1175" y="856"/>
                  </a:cubicBezTo>
                  <a:cubicBezTo>
                    <a:pt x="1147" y="845"/>
                    <a:pt x="1116" y="839"/>
                    <a:pt x="1083" y="837"/>
                  </a:cubicBezTo>
                  <a:cubicBezTo>
                    <a:pt x="1079" y="837"/>
                    <a:pt x="1073" y="837"/>
                    <a:pt x="1068" y="837"/>
                  </a:cubicBezTo>
                  <a:cubicBezTo>
                    <a:pt x="1063" y="837"/>
                    <a:pt x="1058" y="837"/>
                    <a:pt x="1053" y="837"/>
                  </a:cubicBezTo>
                  <a:cubicBezTo>
                    <a:pt x="1021" y="839"/>
                    <a:pt x="990" y="845"/>
                    <a:pt x="962" y="856"/>
                  </a:cubicBezTo>
                  <a:cubicBezTo>
                    <a:pt x="956" y="858"/>
                    <a:pt x="950" y="861"/>
                    <a:pt x="945" y="863"/>
                  </a:cubicBezTo>
                  <a:cubicBezTo>
                    <a:pt x="916" y="876"/>
                    <a:pt x="890" y="894"/>
                    <a:pt x="866" y="915"/>
                  </a:cubicBezTo>
                  <a:cubicBezTo>
                    <a:pt x="859" y="921"/>
                    <a:pt x="852" y="928"/>
                    <a:pt x="845" y="936"/>
                  </a:cubicBezTo>
                  <a:cubicBezTo>
                    <a:pt x="824" y="959"/>
                    <a:pt x="807" y="985"/>
                    <a:pt x="794" y="1014"/>
                  </a:cubicBezTo>
                  <a:cubicBezTo>
                    <a:pt x="791" y="1020"/>
                    <a:pt x="789" y="1025"/>
                    <a:pt x="787" y="1031"/>
                  </a:cubicBezTo>
                  <a:cubicBezTo>
                    <a:pt x="776" y="1060"/>
                    <a:pt x="769" y="1091"/>
                    <a:pt x="768" y="1123"/>
                  </a:cubicBezTo>
                  <a:cubicBezTo>
                    <a:pt x="767" y="1128"/>
                    <a:pt x="767" y="1133"/>
                    <a:pt x="767" y="1138"/>
                  </a:cubicBezTo>
                  <a:cubicBezTo>
                    <a:pt x="767" y="1143"/>
                    <a:pt x="767" y="1148"/>
                    <a:pt x="768" y="1153"/>
                  </a:cubicBezTo>
                  <a:cubicBezTo>
                    <a:pt x="769" y="1185"/>
                    <a:pt x="776" y="1216"/>
                    <a:pt x="787" y="1245"/>
                  </a:cubicBezTo>
                  <a:cubicBezTo>
                    <a:pt x="789" y="1250"/>
                    <a:pt x="791" y="1256"/>
                    <a:pt x="794" y="1261"/>
                  </a:cubicBezTo>
                  <a:cubicBezTo>
                    <a:pt x="807" y="1290"/>
                    <a:pt x="824" y="1317"/>
                    <a:pt x="845" y="1340"/>
                  </a:cubicBezTo>
                  <a:cubicBezTo>
                    <a:pt x="852" y="1347"/>
                    <a:pt x="859" y="1354"/>
                    <a:pt x="866" y="1361"/>
                  </a:cubicBezTo>
                  <a:cubicBezTo>
                    <a:pt x="890" y="1382"/>
                    <a:pt x="916" y="1399"/>
                    <a:pt x="945" y="1412"/>
                  </a:cubicBezTo>
                  <a:cubicBezTo>
                    <a:pt x="950" y="1415"/>
                    <a:pt x="956" y="1417"/>
                    <a:pt x="962" y="1419"/>
                  </a:cubicBezTo>
                  <a:cubicBezTo>
                    <a:pt x="990" y="1430"/>
                    <a:pt x="1021" y="1437"/>
                    <a:pt x="1053" y="1439"/>
                  </a:cubicBezTo>
                  <a:cubicBezTo>
                    <a:pt x="1058" y="1439"/>
                    <a:pt x="1063" y="1439"/>
                    <a:pt x="1068" y="1439"/>
                  </a:cubicBezTo>
                  <a:cubicBezTo>
                    <a:pt x="1073" y="1439"/>
                    <a:pt x="1079" y="1439"/>
                    <a:pt x="1083" y="1439"/>
                  </a:cubicBezTo>
                  <a:cubicBezTo>
                    <a:pt x="1116" y="1437"/>
                    <a:pt x="1147" y="1430"/>
                    <a:pt x="1175" y="1419"/>
                  </a:cubicBezTo>
                  <a:cubicBezTo>
                    <a:pt x="1181" y="1417"/>
                    <a:pt x="1186" y="1415"/>
                    <a:pt x="1192" y="1412"/>
                  </a:cubicBezTo>
                  <a:cubicBezTo>
                    <a:pt x="1221" y="1399"/>
                    <a:pt x="1247" y="1382"/>
                    <a:pt x="1270" y="1361"/>
                  </a:cubicBezTo>
                  <a:cubicBezTo>
                    <a:pt x="1278" y="1354"/>
                    <a:pt x="1285" y="1347"/>
                    <a:pt x="1292" y="1340"/>
                  </a:cubicBezTo>
                  <a:cubicBezTo>
                    <a:pt x="1313" y="1317"/>
                    <a:pt x="1330" y="1290"/>
                    <a:pt x="1343" y="1261"/>
                  </a:cubicBezTo>
                  <a:cubicBezTo>
                    <a:pt x="1345" y="1256"/>
                    <a:pt x="1348" y="1250"/>
                    <a:pt x="1350" y="1245"/>
                  </a:cubicBezTo>
                  <a:cubicBezTo>
                    <a:pt x="1361" y="1216"/>
                    <a:pt x="1368" y="1185"/>
                    <a:pt x="1369" y="1153"/>
                  </a:cubicBezTo>
                  <a:cubicBezTo>
                    <a:pt x="1369" y="1148"/>
                    <a:pt x="1370" y="1143"/>
                    <a:pt x="1370" y="1138"/>
                  </a:cubicBezTo>
                  <a:cubicBezTo>
                    <a:pt x="1370" y="1133"/>
                    <a:pt x="1369" y="1128"/>
                    <a:pt x="1369" y="1123"/>
                  </a:cubicBezTo>
                  <a:cubicBezTo>
                    <a:pt x="1368" y="1091"/>
                    <a:pt x="1361" y="1060"/>
                    <a:pt x="1350" y="1031"/>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a:solidFill>
                  <a:srgbClr val="505050"/>
                </a:solidFill>
              </a:endParaRPr>
            </a:p>
          </p:txBody>
        </p:sp>
        <p:sp>
          <p:nvSpPr>
            <p:cNvPr id="127" name="Freeform 124"/>
            <p:cNvSpPr>
              <a:spLocks/>
            </p:cNvSpPr>
            <p:nvPr/>
          </p:nvSpPr>
          <p:spPr bwMode="black">
            <a:xfrm>
              <a:off x="3156722" y="2803909"/>
              <a:ext cx="765405" cy="573903"/>
            </a:xfrm>
            <a:custGeom>
              <a:avLst/>
              <a:gdLst>
                <a:gd name="T0" fmla="*/ 313 w 315"/>
                <a:gd name="T1" fmla="*/ 135 h 236"/>
                <a:gd name="T2" fmla="*/ 300 w 315"/>
                <a:gd name="T3" fmla="*/ 125 h 236"/>
                <a:gd name="T4" fmla="*/ 294 w 315"/>
                <a:gd name="T5" fmla="*/ 122 h 236"/>
                <a:gd name="T6" fmla="*/ 124 w 315"/>
                <a:gd name="T7" fmla="*/ 58 h 236"/>
                <a:gd name="T8" fmla="*/ 125 w 315"/>
                <a:gd name="T9" fmla="*/ 56 h 236"/>
                <a:gd name="T10" fmla="*/ 100 w 315"/>
                <a:gd name="T11" fmla="*/ 39 h 236"/>
                <a:gd name="T12" fmla="*/ 153 w 315"/>
                <a:gd name="T13" fmla="*/ 11 h 236"/>
                <a:gd name="T14" fmla="*/ 103 w 315"/>
                <a:gd name="T15" fmla="*/ 8 h 236"/>
                <a:gd name="T16" fmla="*/ 61 w 315"/>
                <a:gd name="T17" fmla="*/ 44 h 236"/>
                <a:gd name="T18" fmla="*/ 54 w 315"/>
                <a:gd name="T19" fmla="*/ 85 h 236"/>
                <a:gd name="T20" fmla="*/ 37 w 315"/>
                <a:gd name="T21" fmla="*/ 112 h 236"/>
                <a:gd name="T22" fmla="*/ 56 w 315"/>
                <a:gd name="T23" fmla="*/ 133 h 236"/>
                <a:gd name="T24" fmla="*/ 63 w 315"/>
                <a:gd name="T25" fmla="*/ 135 h 236"/>
                <a:gd name="T26" fmla="*/ 35 w 315"/>
                <a:gd name="T27" fmla="*/ 135 h 236"/>
                <a:gd name="T28" fmla="*/ 31 w 315"/>
                <a:gd name="T29" fmla="*/ 141 h 236"/>
                <a:gd name="T30" fmla="*/ 35 w 315"/>
                <a:gd name="T31" fmla="*/ 147 h 236"/>
                <a:gd name="T32" fmla="*/ 50 w 315"/>
                <a:gd name="T33" fmla="*/ 147 h 236"/>
                <a:gd name="T34" fmla="*/ 50 w 315"/>
                <a:gd name="T35" fmla="*/ 176 h 236"/>
                <a:gd name="T36" fmla="*/ 0 w 315"/>
                <a:gd name="T37" fmla="*/ 176 h 236"/>
                <a:gd name="T38" fmla="*/ 0 w 315"/>
                <a:gd name="T39" fmla="*/ 236 h 236"/>
                <a:gd name="T40" fmla="*/ 227 w 315"/>
                <a:gd name="T41" fmla="*/ 236 h 236"/>
                <a:gd name="T42" fmla="*/ 227 w 315"/>
                <a:gd name="T43" fmla="*/ 176 h 236"/>
                <a:gd name="T44" fmla="*/ 61 w 315"/>
                <a:gd name="T45" fmla="*/ 176 h 236"/>
                <a:gd name="T46" fmla="*/ 61 w 315"/>
                <a:gd name="T47" fmla="*/ 147 h 236"/>
                <a:gd name="T48" fmla="*/ 75 w 315"/>
                <a:gd name="T49" fmla="*/ 147 h 236"/>
                <a:gd name="T50" fmla="*/ 79 w 315"/>
                <a:gd name="T51" fmla="*/ 141 h 236"/>
                <a:gd name="T52" fmla="*/ 75 w 315"/>
                <a:gd name="T53" fmla="*/ 135 h 236"/>
                <a:gd name="T54" fmla="*/ 70 w 315"/>
                <a:gd name="T55" fmla="*/ 135 h 236"/>
                <a:gd name="T56" fmla="*/ 77 w 315"/>
                <a:gd name="T57" fmla="*/ 127 h 236"/>
                <a:gd name="T58" fmla="*/ 84 w 315"/>
                <a:gd name="T59" fmla="*/ 93 h 236"/>
                <a:gd name="T60" fmla="*/ 112 w 315"/>
                <a:gd name="T61" fmla="*/ 93 h 236"/>
                <a:gd name="T62" fmla="*/ 113 w 315"/>
                <a:gd name="T63" fmla="*/ 90 h 236"/>
                <a:gd name="T64" fmla="*/ 282 w 315"/>
                <a:gd name="T65" fmla="*/ 154 h 236"/>
                <a:gd name="T66" fmla="*/ 289 w 315"/>
                <a:gd name="T67" fmla="*/ 156 h 236"/>
                <a:gd name="T68" fmla="*/ 305 w 315"/>
                <a:gd name="T69" fmla="*/ 156 h 236"/>
                <a:gd name="T70" fmla="*/ 314 w 315"/>
                <a:gd name="T71" fmla="*/ 145 h 236"/>
                <a:gd name="T72" fmla="*/ 313 w 315"/>
                <a:gd name="T73" fmla="*/ 13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5" h="236">
                  <a:moveTo>
                    <a:pt x="313" y="135"/>
                  </a:moveTo>
                  <a:cubicBezTo>
                    <a:pt x="311" y="131"/>
                    <a:pt x="306" y="127"/>
                    <a:pt x="300" y="125"/>
                  </a:cubicBezTo>
                  <a:cubicBezTo>
                    <a:pt x="298" y="124"/>
                    <a:pt x="296" y="123"/>
                    <a:pt x="294" y="122"/>
                  </a:cubicBezTo>
                  <a:cubicBezTo>
                    <a:pt x="237" y="101"/>
                    <a:pt x="181" y="80"/>
                    <a:pt x="124" y="58"/>
                  </a:cubicBezTo>
                  <a:cubicBezTo>
                    <a:pt x="125" y="56"/>
                    <a:pt x="125" y="56"/>
                    <a:pt x="125" y="56"/>
                  </a:cubicBezTo>
                  <a:cubicBezTo>
                    <a:pt x="132" y="52"/>
                    <a:pt x="104" y="51"/>
                    <a:pt x="100" y="39"/>
                  </a:cubicBezTo>
                  <a:cubicBezTo>
                    <a:pt x="96" y="26"/>
                    <a:pt x="146" y="14"/>
                    <a:pt x="153" y="11"/>
                  </a:cubicBezTo>
                  <a:cubicBezTo>
                    <a:pt x="161" y="7"/>
                    <a:pt x="125" y="0"/>
                    <a:pt x="103" y="8"/>
                  </a:cubicBezTo>
                  <a:cubicBezTo>
                    <a:pt x="81" y="16"/>
                    <a:pt x="69" y="29"/>
                    <a:pt x="61" y="44"/>
                  </a:cubicBezTo>
                  <a:cubicBezTo>
                    <a:pt x="53" y="58"/>
                    <a:pt x="55" y="77"/>
                    <a:pt x="54" y="85"/>
                  </a:cubicBezTo>
                  <a:cubicBezTo>
                    <a:pt x="54" y="92"/>
                    <a:pt x="40" y="104"/>
                    <a:pt x="37" y="112"/>
                  </a:cubicBezTo>
                  <a:cubicBezTo>
                    <a:pt x="32" y="125"/>
                    <a:pt x="46" y="129"/>
                    <a:pt x="56" y="133"/>
                  </a:cubicBezTo>
                  <a:cubicBezTo>
                    <a:pt x="59" y="134"/>
                    <a:pt x="61" y="135"/>
                    <a:pt x="63" y="135"/>
                  </a:cubicBezTo>
                  <a:cubicBezTo>
                    <a:pt x="35" y="135"/>
                    <a:pt x="35" y="135"/>
                    <a:pt x="35" y="135"/>
                  </a:cubicBezTo>
                  <a:cubicBezTo>
                    <a:pt x="33" y="135"/>
                    <a:pt x="31" y="138"/>
                    <a:pt x="31" y="141"/>
                  </a:cubicBezTo>
                  <a:cubicBezTo>
                    <a:pt x="31" y="144"/>
                    <a:pt x="33" y="147"/>
                    <a:pt x="35" y="147"/>
                  </a:cubicBezTo>
                  <a:cubicBezTo>
                    <a:pt x="50" y="147"/>
                    <a:pt x="50" y="147"/>
                    <a:pt x="50" y="147"/>
                  </a:cubicBezTo>
                  <a:cubicBezTo>
                    <a:pt x="50" y="176"/>
                    <a:pt x="50" y="176"/>
                    <a:pt x="50" y="176"/>
                  </a:cubicBezTo>
                  <a:cubicBezTo>
                    <a:pt x="0" y="176"/>
                    <a:pt x="0" y="176"/>
                    <a:pt x="0" y="176"/>
                  </a:cubicBezTo>
                  <a:cubicBezTo>
                    <a:pt x="0" y="236"/>
                    <a:pt x="0" y="236"/>
                    <a:pt x="0" y="236"/>
                  </a:cubicBezTo>
                  <a:cubicBezTo>
                    <a:pt x="227" y="236"/>
                    <a:pt x="227" y="236"/>
                    <a:pt x="227" y="236"/>
                  </a:cubicBezTo>
                  <a:cubicBezTo>
                    <a:pt x="227" y="176"/>
                    <a:pt x="227" y="176"/>
                    <a:pt x="227" y="176"/>
                  </a:cubicBezTo>
                  <a:cubicBezTo>
                    <a:pt x="61" y="176"/>
                    <a:pt x="61" y="176"/>
                    <a:pt x="61" y="176"/>
                  </a:cubicBezTo>
                  <a:cubicBezTo>
                    <a:pt x="61" y="147"/>
                    <a:pt x="61" y="147"/>
                    <a:pt x="61" y="147"/>
                  </a:cubicBezTo>
                  <a:cubicBezTo>
                    <a:pt x="75" y="147"/>
                    <a:pt x="75" y="147"/>
                    <a:pt x="75" y="147"/>
                  </a:cubicBezTo>
                  <a:cubicBezTo>
                    <a:pt x="77" y="147"/>
                    <a:pt x="79" y="144"/>
                    <a:pt x="79" y="141"/>
                  </a:cubicBezTo>
                  <a:cubicBezTo>
                    <a:pt x="79" y="138"/>
                    <a:pt x="77" y="135"/>
                    <a:pt x="75" y="135"/>
                  </a:cubicBezTo>
                  <a:cubicBezTo>
                    <a:pt x="70" y="135"/>
                    <a:pt x="70" y="135"/>
                    <a:pt x="70" y="135"/>
                  </a:cubicBezTo>
                  <a:cubicBezTo>
                    <a:pt x="73" y="134"/>
                    <a:pt x="75" y="132"/>
                    <a:pt x="77" y="127"/>
                  </a:cubicBezTo>
                  <a:cubicBezTo>
                    <a:pt x="82" y="118"/>
                    <a:pt x="76" y="104"/>
                    <a:pt x="84" y="93"/>
                  </a:cubicBezTo>
                  <a:cubicBezTo>
                    <a:pt x="91" y="83"/>
                    <a:pt x="112" y="93"/>
                    <a:pt x="112" y="93"/>
                  </a:cubicBezTo>
                  <a:cubicBezTo>
                    <a:pt x="113" y="90"/>
                    <a:pt x="113" y="90"/>
                    <a:pt x="113" y="90"/>
                  </a:cubicBezTo>
                  <a:cubicBezTo>
                    <a:pt x="170" y="111"/>
                    <a:pt x="226" y="132"/>
                    <a:pt x="282" y="154"/>
                  </a:cubicBezTo>
                  <a:cubicBezTo>
                    <a:pt x="284" y="154"/>
                    <a:pt x="287" y="155"/>
                    <a:pt x="289" y="156"/>
                  </a:cubicBezTo>
                  <a:cubicBezTo>
                    <a:pt x="294" y="158"/>
                    <a:pt x="300" y="158"/>
                    <a:pt x="305" y="156"/>
                  </a:cubicBezTo>
                  <a:cubicBezTo>
                    <a:pt x="310" y="154"/>
                    <a:pt x="314" y="150"/>
                    <a:pt x="314" y="145"/>
                  </a:cubicBezTo>
                  <a:cubicBezTo>
                    <a:pt x="315" y="142"/>
                    <a:pt x="314" y="138"/>
                    <a:pt x="313" y="135"/>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a:solidFill>
                  <a:srgbClr val="505050"/>
                </a:solidFill>
              </a:endParaRPr>
            </a:p>
          </p:txBody>
        </p:sp>
        <p:grpSp>
          <p:nvGrpSpPr>
            <p:cNvPr id="128" name="Group 127"/>
            <p:cNvGrpSpPr/>
            <p:nvPr userDrawn="1"/>
          </p:nvGrpSpPr>
          <p:grpSpPr bwMode="black">
            <a:xfrm>
              <a:off x="1323936" y="1725596"/>
              <a:ext cx="310810" cy="759515"/>
              <a:chOff x="3233738" y="168276"/>
              <a:chExt cx="2651125" cy="6480174"/>
            </a:xfrm>
            <a:solidFill>
              <a:schemeClr val="bg1"/>
            </a:solidFill>
            <a:effectLst>
              <a:outerShdw blurRad="63500" sx="102000" sy="102000" algn="ctr" rotWithShape="0">
                <a:prstClr val="black">
                  <a:alpha val="40000"/>
                </a:prstClr>
              </a:outerShdw>
            </a:effectLst>
          </p:grpSpPr>
          <p:sp>
            <p:nvSpPr>
              <p:cNvPr id="145" name="Freeform 212"/>
              <p:cNvSpPr>
                <a:spLocks/>
              </p:cNvSpPr>
              <p:nvPr/>
            </p:nvSpPr>
            <p:spPr bwMode="black">
              <a:xfrm>
                <a:off x="3679825" y="5110163"/>
                <a:ext cx="2028825" cy="1538287"/>
              </a:xfrm>
              <a:custGeom>
                <a:avLst/>
                <a:gdLst>
                  <a:gd name="T0" fmla="*/ 422 w 541"/>
                  <a:gd name="T1" fmla="*/ 196 h 410"/>
                  <a:gd name="T2" fmla="*/ 536 w 541"/>
                  <a:gd name="T3" fmla="*/ 14 h 410"/>
                  <a:gd name="T4" fmla="*/ 528 w 541"/>
                  <a:gd name="T5" fmla="*/ 0 h 410"/>
                  <a:gd name="T6" fmla="*/ 12 w 541"/>
                  <a:gd name="T7" fmla="*/ 0 h 410"/>
                  <a:gd name="T8" fmla="*/ 5 w 541"/>
                  <a:gd name="T9" fmla="*/ 14 h 410"/>
                  <a:gd name="T10" fmla="*/ 138 w 541"/>
                  <a:gd name="T11" fmla="*/ 197 h 410"/>
                  <a:gd name="T12" fmla="*/ 149 w 541"/>
                  <a:gd name="T13" fmla="*/ 206 h 410"/>
                  <a:gd name="T14" fmla="*/ 142 w 541"/>
                  <a:gd name="T15" fmla="*/ 229 h 410"/>
                  <a:gd name="T16" fmla="*/ 152 w 541"/>
                  <a:gd name="T17" fmla="*/ 256 h 410"/>
                  <a:gd name="T18" fmla="*/ 142 w 541"/>
                  <a:gd name="T19" fmla="*/ 282 h 410"/>
                  <a:gd name="T20" fmla="*/ 152 w 541"/>
                  <a:gd name="T21" fmla="*/ 309 h 410"/>
                  <a:gd name="T22" fmla="*/ 142 w 541"/>
                  <a:gd name="T23" fmla="*/ 336 h 410"/>
                  <a:gd name="T24" fmla="*/ 184 w 541"/>
                  <a:gd name="T25" fmla="*/ 377 h 410"/>
                  <a:gd name="T26" fmla="*/ 212 w 541"/>
                  <a:gd name="T27" fmla="*/ 377 h 410"/>
                  <a:gd name="T28" fmla="*/ 234 w 541"/>
                  <a:gd name="T29" fmla="*/ 407 h 410"/>
                  <a:gd name="T30" fmla="*/ 240 w 541"/>
                  <a:gd name="T31" fmla="*/ 410 h 410"/>
                  <a:gd name="T32" fmla="*/ 335 w 541"/>
                  <a:gd name="T33" fmla="*/ 410 h 410"/>
                  <a:gd name="T34" fmla="*/ 341 w 541"/>
                  <a:gd name="T35" fmla="*/ 407 h 410"/>
                  <a:gd name="T36" fmla="*/ 360 w 541"/>
                  <a:gd name="T37" fmla="*/ 377 h 410"/>
                  <a:gd name="T38" fmla="*/ 384 w 541"/>
                  <a:gd name="T39" fmla="*/ 377 h 410"/>
                  <a:gd name="T40" fmla="*/ 425 w 541"/>
                  <a:gd name="T41" fmla="*/ 336 h 410"/>
                  <a:gd name="T42" fmla="*/ 415 w 541"/>
                  <a:gd name="T43" fmla="*/ 309 h 410"/>
                  <a:gd name="T44" fmla="*/ 425 w 541"/>
                  <a:gd name="T45" fmla="*/ 282 h 410"/>
                  <a:gd name="T46" fmla="*/ 415 w 541"/>
                  <a:gd name="T47" fmla="*/ 256 h 410"/>
                  <a:gd name="T48" fmla="*/ 425 w 541"/>
                  <a:gd name="T49" fmla="*/ 229 h 410"/>
                  <a:gd name="T50" fmla="*/ 416 w 541"/>
                  <a:gd name="T51" fmla="*/ 203 h 410"/>
                  <a:gd name="T52" fmla="*/ 422 w 541"/>
                  <a:gd name="T53" fmla="*/ 196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1" h="410">
                    <a:moveTo>
                      <a:pt x="422" y="196"/>
                    </a:moveTo>
                    <a:cubicBezTo>
                      <a:pt x="536" y="14"/>
                      <a:pt x="536" y="14"/>
                      <a:pt x="536" y="14"/>
                    </a:cubicBezTo>
                    <a:cubicBezTo>
                      <a:pt x="541" y="7"/>
                      <a:pt x="537" y="0"/>
                      <a:pt x="528" y="0"/>
                    </a:cubicBezTo>
                    <a:cubicBezTo>
                      <a:pt x="12" y="0"/>
                      <a:pt x="12" y="0"/>
                      <a:pt x="12" y="0"/>
                    </a:cubicBezTo>
                    <a:cubicBezTo>
                      <a:pt x="3" y="0"/>
                      <a:pt x="0" y="6"/>
                      <a:pt x="5" y="14"/>
                    </a:cubicBezTo>
                    <a:cubicBezTo>
                      <a:pt x="138" y="197"/>
                      <a:pt x="138" y="197"/>
                      <a:pt x="138" y="197"/>
                    </a:cubicBezTo>
                    <a:cubicBezTo>
                      <a:pt x="140" y="201"/>
                      <a:pt x="145" y="204"/>
                      <a:pt x="149" y="206"/>
                    </a:cubicBezTo>
                    <a:cubicBezTo>
                      <a:pt x="145" y="213"/>
                      <a:pt x="142" y="221"/>
                      <a:pt x="142" y="229"/>
                    </a:cubicBezTo>
                    <a:cubicBezTo>
                      <a:pt x="142" y="239"/>
                      <a:pt x="146" y="248"/>
                      <a:pt x="152" y="256"/>
                    </a:cubicBezTo>
                    <a:cubicBezTo>
                      <a:pt x="146" y="263"/>
                      <a:pt x="142" y="272"/>
                      <a:pt x="142" y="282"/>
                    </a:cubicBezTo>
                    <a:cubicBezTo>
                      <a:pt x="142" y="293"/>
                      <a:pt x="146" y="302"/>
                      <a:pt x="152" y="309"/>
                    </a:cubicBezTo>
                    <a:cubicBezTo>
                      <a:pt x="146" y="316"/>
                      <a:pt x="142" y="326"/>
                      <a:pt x="142" y="336"/>
                    </a:cubicBezTo>
                    <a:cubicBezTo>
                      <a:pt x="142" y="359"/>
                      <a:pt x="161" y="377"/>
                      <a:pt x="184" y="377"/>
                    </a:cubicBezTo>
                    <a:cubicBezTo>
                      <a:pt x="212" y="377"/>
                      <a:pt x="212" y="377"/>
                      <a:pt x="212" y="377"/>
                    </a:cubicBezTo>
                    <a:cubicBezTo>
                      <a:pt x="234" y="407"/>
                      <a:pt x="234" y="407"/>
                      <a:pt x="234" y="407"/>
                    </a:cubicBezTo>
                    <a:cubicBezTo>
                      <a:pt x="235" y="409"/>
                      <a:pt x="238" y="410"/>
                      <a:pt x="240" y="410"/>
                    </a:cubicBezTo>
                    <a:cubicBezTo>
                      <a:pt x="335" y="410"/>
                      <a:pt x="335" y="410"/>
                      <a:pt x="335" y="410"/>
                    </a:cubicBezTo>
                    <a:cubicBezTo>
                      <a:pt x="337" y="410"/>
                      <a:pt x="340" y="409"/>
                      <a:pt x="341" y="407"/>
                    </a:cubicBezTo>
                    <a:cubicBezTo>
                      <a:pt x="360" y="377"/>
                      <a:pt x="360" y="377"/>
                      <a:pt x="360" y="377"/>
                    </a:cubicBezTo>
                    <a:cubicBezTo>
                      <a:pt x="384" y="377"/>
                      <a:pt x="384" y="377"/>
                      <a:pt x="384" y="377"/>
                    </a:cubicBezTo>
                    <a:cubicBezTo>
                      <a:pt x="407" y="377"/>
                      <a:pt x="425" y="359"/>
                      <a:pt x="425" y="336"/>
                    </a:cubicBezTo>
                    <a:cubicBezTo>
                      <a:pt x="425" y="326"/>
                      <a:pt x="421" y="316"/>
                      <a:pt x="415" y="309"/>
                    </a:cubicBezTo>
                    <a:cubicBezTo>
                      <a:pt x="421" y="302"/>
                      <a:pt x="425" y="293"/>
                      <a:pt x="425" y="282"/>
                    </a:cubicBezTo>
                    <a:cubicBezTo>
                      <a:pt x="425" y="272"/>
                      <a:pt x="421" y="263"/>
                      <a:pt x="415" y="256"/>
                    </a:cubicBezTo>
                    <a:cubicBezTo>
                      <a:pt x="421" y="248"/>
                      <a:pt x="425" y="239"/>
                      <a:pt x="425" y="229"/>
                    </a:cubicBezTo>
                    <a:cubicBezTo>
                      <a:pt x="425" y="219"/>
                      <a:pt x="421" y="210"/>
                      <a:pt x="416" y="203"/>
                    </a:cubicBezTo>
                    <a:cubicBezTo>
                      <a:pt x="418" y="201"/>
                      <a:pt x="420" y="198"/>
                      <a:pt x="422"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46" name="Freeform 213"/>
              <p:cNvSpPr>
                <a:spLocks noEditPoints="1"/>
              </p:cNvSpPr>
              <p:nvPr/>
            </p:nvSpPr>
            <p:spPr bwMode="black">
              <a:xfrm>
                <a:off x="3233738" y="168276"/>
                <a:ext cx="2651125" cy="4124325"/>
              </a:xfrm>
              <a:custGeom>
                <a:avLst/>
                <a:gdLst>
                  <a:gd name="T0" fmla="*/ 122 w 707"/>
                  <a:gd name="T1" fmla="*/ 705 h 1100"/>
                  <a:gd name="T2" fmla="*/ 642 w 707"/>
                  <a:gd name="T3" fmla="*/ 515 h 1100"/>
                  <a:gd name="T4" fmla="*/ 691 w 707"/>
                  <a:gd name="T5" fmla="*/ 408 h 1100"/>
                  <a:gd name="T6" fmla="*/ 584 w 707"/>
                  <a:gd name="T7" fmla="*/ 359 h 1100"/>
                  <a:gd name="T8" fmla="*/ 65 w 707"/>
                  <a:gd name="T9" fmla="*/ 548 h 1100"/>
                  <a:gd name="T10" fmla="*/ 15 w 707"/>
                  <a:gd name="T11" fmla="*/ 655 h 1100"/>
                  <a:gd name="T12" fmla="*/ 122 w 707"/>
                  <a:gd name="T13" fmla="*/ 705 h 1100"/>
                  <a:gd name="T14" fmla="*/ 652 w 707"/>
                  <a:gd name="T15" fmla="*/ 714 h 1100"/>
                  <a:gd name="T16" fmla="*/ 706 w 707"/>
                  <a:gd name="T17" fmla="*/ 636 h 1100"/>
                  <a:gd name="T18" fmla="*/ 701 w 707"/>
                  <a:gd name="T19" fmla="*/ 608 h 1100"/>
                  <a:gd name="T20" fmla="*/ 594 w 707"/>
                  <a:gd name="T21" fmla="*/ 558 h 1100"/>
                  <a:gd name="T22" fmla="*/ 75 w 707"/>
                  <a:gd name="T23" fmla="*/ 748 h 1100"/>
                  <a:gd name="T24" fmla="*/ 20 w 707"/>
                  <a:gd name="T25" fmla="*/ 825 h 1100"/>
                  <a:gd name="T26" fmla="*/ 20 w 707"/>
                  <a:gd name="T27" fmla="*/ 826 h 1100"/>
                  <a:gd name="T28" fmla="*/ 73 w 707"/>
                  <a:gd name="T29" fmla="*/ 904 h 1100"/>
                  <a:gd name="T30" fmla="*/ 190 w 707"/>
                  <a:gd name="T31" fmla="*/ 951 h 1100"/>
                  <a:gd name="T32" fmla="*/ 190 w 707"/>
                  <a:gd name="T33" fmla="*/ 1014 h 1100"/>
                  <a:gd name="T34" fmla="*/ 191 w 707"/>
                  <a:gd name="T35" fmla="*/ 1023 h 1100"/>
                  <a:gd name="T36" fmla="*/ 132 w 707"/>
                  <a:gd name="T37" fmla="*/ 1023 h 1100"/>
                  <a:gd name="T38" fmla="*/ 115 w 707"/>
                  <a:gd name="T39" fmla="*/ 1040 h 1100"/>
                  <a:gd name="T40" fmla="*/ 115 w 707"/>
                  <a:gd name="T41" fmla="*/ 1083 h 1100"/>
                  <a:gd name="T42" fmla="*/ 132 w 707"/>
                  <a:gd name="T43" fmla="*/ 1100 h 1100"/>
                  <a:gd name="T44" fmla="*/ 648 w 707"/>
                  <a:gd name="T45" fmla="*/ 1100 h 1100"/>
                  <a:gd name="T46" fmla="*/ 664 w 707"/>
                  <a:gd name="T47" fmla="*/ 1083 h 1100"/>
                  <a:gd name="T48" fmla="*/ 664 w 707"/>
                  <a:gd name="T49" fmla="*/ 1040 h 1100"/>
                  <a:gd name="T50" fmla="*/ 648 w 707"/>
                  <a:gd name="T51" fmla="*/ 1023 h 1100"/>
                  <a:gd name="T52" fmla="*/ 622 w 707"/>
                  <a:gd name="T53" fmla="*/ 1023 h 1100"/>
                  <a:gd name="T54" fmla="*/ 622 w 707"/>
                  <a:gd name="T55" fmla="*/ 1013 h 1100"/>
                  <a:gd name="T56" fmla="*/ 622 w 707"/>
                  <a:gd name="T57" fmla="*/ 873 h 1100"/>
                  <a:gd name="T58" fmla="*/ 539 w 707"/>
                  <a:gd name="T59" fmla="*/ 790 h 1100"/>
                  <a:gd name="T60" fmla="*/ 456 w 707"/>
                  <a:gd name="T61" fmla="*/ 873 h 1100"/>
                  <a:gd name="T62" fmla="*/ 456 w 707"/>
                  <a:gd name="T63" fmla="*/ 1013 h 1100"/>
                  <a:gd name="T64" fmla="*/ 457 w 707"/>
                  <a:gd name="T65" fmla="*/ 1023 h 1100"/>
                  <a:gd name="T66" fmla="*/ 355 w 707"/>
                  <a:gd name="T67" fmla="*/ 1023 h 1100"/>
                  <a:gd name="T68" fmla="*/ 356 w 707"/>
                  <a:gd name="T69" fmla="*/ 1014 h 1100"/>
                  <a:gd name="T70" fmla="*/ 357 w 707"/>
                  <a:gd name="T71" fmla="*/ 895 h 1100"/>
                  <a:gd name="T72" fmla="*/ 346 w 707"/>
                  <a:gd name="T73" fmla="*/ 855 h 1100"/>
                  <a:gd name="T74" fmla="*/ 161 w 707"/>
                  <a:gd name="T75" fmla="*/ 885 h 1100"/>
                  <a:gd name="T76" fmla="*/ 348 w 707"/>
                  <a:gd name="T77" fmla="*/ 826 h 1100"/>
                  <a:gd name="T78" fmla="*/ 652 w 707"/>
                  <a:gd name="T79" fmla="*/ 714 h 1100"/>
                  <a:gd name="T80" fmla="*/ 122 w 707"/>
                  <a:gd name="T81" fmla="*/ 500 h 1100"/>
                  <a:gd name="T82" fmla="*/ 642 w 707"/>
                  <a:gd name="T83" fmla="*/ 310 h 1100"/>
                  <a:gd name="T84" fmla="*/ 696 w 707"/>
                  <a:gd name="T85" fmla="*/ 232 h 1100"/>
                  <a:gd name="T86" fmla="*/ 695 w 707"/>
                  <a:gd name="T87" fmla="*/ 223 h 1100"/>
                  <a:gd name="T88" fmla="*/ 624 w 707"/>
                  <a:gd name="T89" fmla="*/ 149 h 1100"/>
                  <a:gd name="T90" fmla="*/ 499 w 707"/>
                  <a:gd name="T91" fmla="*/ 132 h 1100"/>
                  <a:gd name="T92" fmla="*/ 509 w 707"/>
                  <a:gd name="T93" fmla="*/ 93 h 1100"/>
                  <a:gd name="T94" fmla="*/ 504 w 707"/>
                  <a:gd name="T95" fmla="*/ 66 h 1100"/>
                  <a:gd name="T96" fmla="*/ 398 w 707"/>
                  <a:gd name="T97" fmla="*/ 15 h 1100"/>
                  <a:gd name="T98" fmla="*/ 166 w 707"/>
                  <a:gd name="T99" fmla="*/ 96 h 1100"/>
                  <a:gd name="T100" fmla="*/ 110 w 707"/>
                  <a:gd name="T101" fmla="*/ 175 h 1100"/>
                  <a:gd name="T102" fmla="*/ 111 w 707"/>
                  <a:gd name="T103" fmla="*/ 184 h 1100"/>
                  <a:gd name="T104" fmla="*/ 182 w 707"/>
                  <a:gd name="T105" fmla="*/ 257 h 1100"/>
                  <a:gd name="T106" fmla="*/ 243 w 707"/>
                  <a:gd name="T107" fmla="*/ 266 h 1100"/>
                  <a:gd name="T108" fmla="*/ 439 w 707"/>
                  <a:gd name="T109" fmla="*/ 213 h 1100"/>
                  <a:gd name="T110" fmla="*/ 225 w 707"/>
                  <a:gd name="T111" fmla="*/ 285 h 1100"/>
                  <a:gd name="T112" fmla="*/ 65 w 707"/>
                  <a:gd name="T113" fmla="*/ 343 h 1100"/>
                  <a:gd name="T114" fmla="*/ 11 w 707"/>
                  <a:gd name="T115" fmla="*/ 422 h 1100"/>
                  <a:gd name="T116" fmla="*/ 15 w 707"/>
                  <a:gd name="T117" fmla="*/ 451 h 1100"/>
                  <a:gd name="T118" fmla="*/ 122 w 707"/>
                  <a:gd name="T119" fmla="*/ 500 h 1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7" h="1100">
                    <a:moveTo>
                      <a:pt x="122" y="705"/>
                    </a:moveTo>
                    <a:cubicBezTo>
                      <a:pt x="642" y="515"/>
                      <a:pt x="642" y="515"/>
                      <a:pt x="642" y="515"/>
                    </a:cubicBezTo>
                    <a:cubicBezTo>
                      <a:pt x="684" y="499"/>
                      <a:pt x="707" y="451"/>
                      <a:pt x="691" y="408"/>
                    </a:cubicBezTo>
                    <a:cubicBezTo>
                      <a:pt x="675" y="365"/>
                      <a:pt x="627" y="343"/>
                      <a:pt x="584" y="359"/>
                    </a:cubicBezTo>
                    <a:cubicBezTo>
                      <a:pt x="65" y="548"/>
                      <a:pt x="65" y="548"/>
                      <a:pt x="65" y="548"/>
                    </a:cubicBezTo>
                    <a:cubicBezTo>
                      <a:pt x="22" y="564"/>
                      <a:pt x="0" y="612"/>
                      <a:pt x="15" y="655"/>
                    </a:cubicBezTo>
                    <a:cubicBezTo>
                      <a:pt x="31" y="698"/>
                      <a:pt x="79" y="721"/>
                      <a:pt x="122" y="705"/>
                    </a:cubicBezTo>
                    <a:close/>
                    <a:moveTo>
                      <a:pt x="652" y="714"/>
                    </a:moveTo>
                    <a:cubicBezTo>
                      <a:pt x="685" y="702"/>
                      <a:pt x="706" y="671"/>
                      <a:pt x="706" y="636"/>
                    </a:cubicBezTo>
                    <a:cubicBezTo>
                      <a:pt x="706" y="627"/>
                      <a:pt x="704" y="617"/>
                      <a:pt x="701" y="608"/>
                    </a:cubicBezTo>
                    <a:cubicBezTo>
                      <a:pt x="685" y="565"/>
                      <a:pt x="637" y="543"/>
                      <a:pt x="594" y="558"/>
                    </a:cubicBezTo>
                    <a:cubicBezTo>
                      <a:pt x="75" y="748"/>
                      <a:pt x="75" y="748"/>
                      <a:pt x="75" y="748"/>
                    </a:cubicBezTo>
                    <a:cubicBezTo>
                      <a:pt x="43" y="760"/>
                      <a:pt x="21" y="790"/>
                      <a:pt x="20" y="825"/>
                    </a:cubicBezTo>
                    <a:cubicBezTo>
                      <a:pt x="20" y="826"/>
                      <a:pt x="20" y="826"/>
                      <a:pt x="20" y="826"/>
                    </a:cubicBezTo>
                    <a:cubicBezTo>
                      <a:pt x="20" y="860"/>
                      <a:pt x="41" y="891"/>
                      <a:pt x="73" y="904"/>
                    </a:cubicBezTo>
                    <a:cubicBezTo>
                      <a:pt x="73" y="904"/>
                      <a:pt x="140" y="931"/>
                      <a:pt x="190" y="951"/>
                    </a:cubicBezTo>
                    <a:cubicBezTo>
                      <a:pt x="190" y="982"/>
                      <a:pt x="190" y="1014"/>
                      <a:pt x="190" y="1014"/>
                    </a:cubicBezTo>
                    <a:cubicBezTo>
                      <a:pt x="190" y="1017"/>
                      <a:pt x="190" y="1020"/>
                      <a:pt x="191" y="1023"/>
                    </a:cubicBezTo>
                    <a:cubicBezTo>
                      <a:pt x="132" y="1023"/>
                      <a:pt x="132" y="1023"/>
                      <a:pt x="132" y="1023"/>
                    </a:cubicBezTo>
                    <a:cubicBezTo>
                      <a:pt x="122" y="1023"/>
                      <a:pt x="115" y="1030"/>
                      <a:pt x="115" y="1040"/>
                    </a:cubicBezTo>
                    <a:cubicBezTo>
                      <a:pt x="115" y="1083"/>
                      <a:pt x="115" y="1083"/>
                      <a:pt x="115" y="1083"/>
                    </a:cubicBezTo>
                    <a:cubicBezTo>
                      <a:pt x="115" y="1093"/>
                      <a:pt x="122" y="1100"/>
                      <a:pt x="132" y="1100"/>
                    </a:cubicBezTo>
                    <a:cubicBezTo>
                      <a:pt x="648" y="1100"/>
                      <a:pt x="648" y="1100"/>
                      <a:pt x="648" y="1100"/>
                    </a:cubicBezTo>
                    <a:cubicBezTo>
                      <a:pt x="657" y="1100"/>
                      <a:pt x="664" y="1093"/>
                      <a:pt x="664" y="1083"/>
                    </a:cubicBezTo>
                    <a:cubicBezTo>
                      <a:pt x="664" y="1040"/>
                      <a:pt x="664" y="1040"/>
                      <a:pt x="664" y="1040"/>
                    </a:cubicBezTo>
                    <a:cubicBezTo>
                      <a:pt x="664" y="1030"/>
                      <a:pt x="657" y="1023"/>
                      <a:pt x="648" y="1023"/>
                    </a:cubicBezTo>
                    <a:cubicBezTo>
                      <a:pt x="622" y="1023"/>
                      <a:pt x="622" y="1023"/>
                      <a:pt x="622" y="1023"/>
                    </a:cubicBezTo>
                    <a:cubicBezTo>
                      <a:pt x="622" y="1020"/>
                      <a:pt x="622" y="1017"/>
                      <a:pt x="622" y="1013"/>
                    </a:cubicBezTo>
                    <a:cubicBezTo>
                      <a:pt x="622" y="873"/>
                      <a:pt x="622" y="873"/>
                      <a:pt x="622" y="873"/>
                    </a:cubicBezTo>
                    <a:cubicBezTo>
                      <a:pt x="622" y="827"/>
                      <a:pt x="585" y="790"/>
                      <a:pt x="539" y="790"/>
                    </a:cubicBezTo>
                    <a:cubicBezTo>
                      <a:pt x="493" y="790"/>
                      <a:pt x="456" y="827"/>
                      <a:pt x="456" y="873"/>
                    </a:cubicBezTo>
                    <a:cubicBezTo>
                      <a:pt x="456" y="1013"/>
                      <a:pt x="456" y="1013"/>
                      <a:pt x="456" y="1013"/>
                    </a:cubicBezTo>
                    <a:cubicBezTo>
                      <a:pt x="456" y="1017"/>
                      <a:pt x="456" y="1020"/>
                      <a:pt x="457" y="1023"/>
                    </a:cubicBezTo>
                    <a:cubicBezTo>
                      <a:pt x="355" y="1023"/>
                      <a:pt x="355" y="1023"/>
                      <a:pt x="355" y="1023"/>
                    </a:cubicBezTo>
                    <a:cubicBezTo>
                      <a:pt x="356" y="1020"/>
                      <a:pt x="356" y="1017"/>
                      <a:pt x="356" y="1014"/>
                    </a:cubicBezTo>
                    <a:cubicBezTo>
                      <a:pt x="357" y="895"/>
                      <a:pt x="357" y="895"/>
                      <a:pt x="357" y="895"/>
                    </a:cubicBezTo>
                    <a:cubicBezTo>
                      <a:pt x="357" y="880"/>
                      <a:pt x="353" y="867"/>
                      <a:pt x="346" y="855"/>
                    </a:cubicBezTo>
                    <a:cubicBezTo>
                      <a:pt x="161" y="885"/>
                      <a:pt x="161" y="885"/>
                      <a:pt x="161" y="885"/>
                    </a:cubicBezTo>
                    <a:cubicBezTo>
                      <a:pt x="348" y="826"/>
                      <a:pt x="348" y="826"/>
                      <a:pt x="348" y="826"/>
                    </a:cubicBezTo>
                    <a:cubicBezTo>
                      <a:pt x="495" y="772"/>
                      <a:pt x="652" y="714"/>
                      <a:pt x="652" y="714"/>
                    </a:cubicBezTo>
                    <a:close/>
                    <a:moveTo>
                      <a:pt x="122" y="500"/>
                    </a:moveTo>
                    <a:cubicBezTo>
                      <a:pt x="642" y="310"/>
                      <a:pt x="642" y="310"/>
                      <a:pt x="642" y="310"/>
                    </a:cubicBezTo>
                    <a:cubicBezTo>
                      <a:pt x="675" y="298"/>
                      <a:pt x="696" y="267"/>
                      <a:pt x="696" y="232"/>
                    </a:cubicBezTo>
                    <a:cubicBezTo>
                      <a:pt x="696" y="229"/>
                      <a:pt x="696" y="226"/>
                      <a:pt x="695" y="223"/>
                    </a:cubicBezTo>
                    <a:cubicBezTo>
                      <a:pt x="691" y="185"/>
                      <a:pt x="662" y="155"/>
                      <a:pt x="624" y="149"/>
                    </a:cubicBezTo>
                    <a:cubicBezTo>
                      <a:pt x="624" y="149"/>
                      <a:pt x="551" y="139"/>
                      <a:pt x="499" y="132"/>
                    </a:cubicBezTo>
                    <a:cubicBezTo>
                      <a:pt x="505" y="120"/>
                      <a:pt x="509" y="107"/>
                      <a:pt x="509" y="93"/>
                    </a:cubicBezTo>
                    <a:cubicBezTo>
                      <a:pt x="509" y="84"/>
                      <a:pt x="508" y="75"/>
                      <a:pt x="504" y="66"/>
                    </a:cubicBezTo>
                    <a:cubicBezTo>
                      <a:pt x="489" y="22"/>
                      <a:pt x="441" y="0"/>
                      <a:pt x="398" y="15"/>
                    </a:cubicBezTo>
                    <a:cubicBezTo>
                      <a:pt x="166" y="96"/>
                      <a:pt x="166" y="96"/>
                      <a:pt x="166" y="96"/>
                    </a:cubicBezTo>
                    <a:cubicBezTo>
                      <a:pt x="132" y="109"/>
                      <a:pt x="110" y="140"/>
                      <a:pt x="110" y="175"/>
                    </a:cubicBezTo>
                    <a:cubicBezTo>
                      <a:pt x="110" y="178"/>
                      <a:pt x="110" y="181"/>
                      <a:pt x="111" y="184"/>
                    </a:cubicBezTo>
                    <a:cubicBezTo>
                      <a:pt x="115" y="222"/>
                      <a:pt x="145" y="253"/>
                      <a:pt x="182" y="257"/>
                    </a:cubicBezTo>
                    <a:cubicBezTo>
                      <a:pt x="182" y="257"/>
                      <a:pt x="215" y="262"/>
                      <a:pt x="243" y="266"/>
                    </a:cubicBezTo>
                    <a:cubicBezTo>
                      <a:pt x="439" y="213"/>
                      <a:pt x="439" y="213"/>
                      <a:pt x="439" y="213"/>
                    </a:cubicBezTo>
                    <a:cubicBezTo>
                      <a:pt x="225" y="285"/>
                      <a:pt x="225" y="285"/>
                      <a:pt x="225" y="285"/>
                    </a:cubicBezTo>
                    <a:cubicBezTo>
                      <a:pt x="142" y="315"/>
                      <a:pt x="65" y="343"/>
                      <a:pt x="65" y="343"/>
                    </a:cubicBezTo>
                    <a:cubicBezTo>
                      <a:pt x="31" y="356"/>
                      <a:pt x="11" y="388"/>
                      <a:pt x="11" y="422"/>
                    </a:cubicBezTo>
                    <a:cubicBezTo>
                      <a:pt x="11" y="431"/>
                      <a:pt x="12" y="441"/>
                      <a:pt x="15" y="451"/>
                    </a:cubicBezTo>
                    <a:cubicBezTo>
                      <a:pt x="31" y="494"/>
                      <a:pt x="79" y="516"/>
                      <a:pt x="122" y="5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47" name="Freeform 214"/>
              <p:cNvSpPr>
                <a:spLocks/>
              </p:cNvSpPr>
              <p:nvPr/>
            </p:nvSpPr>
            <p:spPr bwMode="black">
              <a:xfrm>
                <a:off x="3657600" y="4476750"/>
                <a:ext cx="2057400" cy="460375"/>
              </a:xfrm>
              <a:custGeom>
                <a:avLst/>
                <a:gdLst>
                  <a:gd name="T0" fmla="*/ 549 w 549"/>
                  <a:gd name="T1" fmla="*/ 10 h 123"/>
                  <a:gd name="T2" fmla="*/ 535 w 549"/>
                  <a:gd name="T3" fmla="*/ 0 h 123"/>
                  <a:gd name="T4" fmla="*/ 17 w 549"/>
                  <a:gd name="T5" fmla="*/ 0 h 123"/>
                  <a:gd name="T6" fmla="*/ 0 w 549"/>
                  <a:gd name="T7" fmla="*/ 17 h 123"/>
                  <a:gd name="T8" fmla="*/ 0 w 549"/>
                  <a:gd name="T9" fmla="*/ 106 h 123"/>
                  <a:gd name="T10" fmla="*/ 17 w 549"/>
                  <a:gd name="T11" fmla="*/ 123 h 123"/>
                  <a:gd name="T12" fmla="*/ 535 w 549"/>
                  <a:gd name="T13" fmla="*/ 123 h 123"/>
                  <a:gd name="T14" fmla="*/ 549 w 549"/>
                  <a:gd name="T15" fmla="*/ 113 h 123"/>
                  <a:gd name="T16" fmla="*/ 549 w 549"/>
                  <a:gd name="T17"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9" h="123">
                    <a:moveTo>
                      <a:pt x="549" y="10"/>
                    </a:moveTo>
                    <a:cubicBezTo>
                      <a:pt x="547" y="4"/>
                      <a:pt x="541" y="0"/>
                      <a:pt x="535" y="0"/>
                    </a:cubicBezTo>
                    <a:cubicBezTo>
                      <a:pt x="17" y="0"/>
                      <a:pt x="17" y="0"/>
                      <a:pt x="17" y="0"/>
                    </a:cubicBezTo>
                    <a:cubicBezTo>
                      <a:pt x="8" y="0"/>
                      <a:pt x="0" y="7"/>
                      <a:pt x="0" y="17"/>
                    </a:cubicBezTo>
                    <a:cubicBezTo>
                      <a:pt x="0" y="106"/>
                      <a:pt x="0" y="106"/>
                      <a:pt x="0" y="106"/>
                    </a:cubicBezTo>
                    <a:cubicBezTo>
                      <a:pt x="0" y="115"/>
                      <a:pt x="8" y="123"/>
                      <a:pt x="17" y="123"/>
                    </a:cubicBezTo>
                    <a:cubicBezTo>
                      <a:pt x="535" y="123"/>
                      <a:pt x="535" y="123"/>
                      <a:pt x="535" y="123"/>
                    </a:cubicBezTo>
                    <a:cubicBezTo>
                      <a:pt x="541" y="123"/>
                      <a:pt x="547" y="118"/>
                      <a:pt x="549" y="113"/>
                    </a:cubicBezTo>
                    <a:cubicBezTo>
                      <a:pt x="549" y="10"/>
                      <a:pt x="549" y="10"/>
                      <a:pt x="54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sp>
          <p:nvSpPr>
            <p:cNvPr id="129" name="Freeform 128"/>
            <p:cNvSpPr/>
            <p:nvPr/>
          </p:nvSpPr>
          <p:spPr>
            <a:xfrm>
              <a:off x="4763794" y="2303905"/>
              <a:ext cx="1712049" cy="1003966"/>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B4009E"/>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grpSp>
          <p:nvGrpSpPr>
            <p:cNvPr id="130" name="Group 129"/>
            <p:cNvGrpSpPr/>
            <p:nvPr/>
          </p:nvGrpSpPr>
          <p:grpSpPr>
            <a:xfrm>
              <a:off x="5395907" y="2512962"/>
              <a:ext cx="630934" cy="678141"/>
              <a:chOff x="3023219" y="704265"/>
              <a:chExt cx="552891" cy="594263"/>
            </a:xfrm>
            <a:solidFill>
              <a:schemeClr val="bg1"/>
            </a:solidFill>
          </p:grpSpPr>
          <p:sp>
            <p:nvSpPr>
              <p:cNvPr id="138" name="Freeform 6"/>
              <p:cNvSpPr>
                <a:spLocks/>
              </p:cNvSpPr>
              <p:nvPr/>
            </p:nvSpPr>
            <p:spPr bwMode="black">
              <a:xfrm>
                <a:off x="3023219" y="936751"/>
                <a:ext cx="79493" cy="79473"/>
              </a:xfrm>
              <a:custGeom>
                <a:avLst/>
                <a:gdLst>
                  <a:gd name="T0" fmla="*/ 15 w 67"/>
                  <a:gd name="T1" fmla="*/ 67 h 67"/>
                  <a:gd name="T2" fmla="*/ 15 w 67"/>
                  <a:gd name="T3" fmla="*/ 66 h 67"/>
                  <a:gd name="T4" fmla="*/ 33 w 67"/>
                  <a:gd name="T5" fmla="*/ 48 h 67"/>
                  <a:gd name="T6" fmla="*/ 52 w 67"/>
                  <a:gd name="T7" fmla="*/ 67 h 67"/>
                  <a:gd name="T8" fmla="*/ 67 w 67"/>
                  <a:gd name="T9" fmla="*/ 52 h 67"/>
                  <a:gd name="T10" fmla="*/ 66 w 67"/>
                  <a:gd name="T11" fmla="*/ 51 h 67"/>
                  <a:gd name="T12" fmla="*/ 48 w 67"/>
                  <a:gd name="T13" fmla="*/ 33 h 67"/>
                  <a:gd name="T14" fmla="*/ 67 w 67"/>
                  <a:gd name="T15" fmla="*/ 15 h 67"/>
                  <a:gd name="T16" fmla="*/ 52 w 67"/>
                  <a:gd name="T17" fmla="*/ 0 h 67"/>
                  <a:gd name="T18" fmla="*/ 33 w 67"/>
                  <a:gd name="T19" fmla="*/ 19 h 67"/>
                  <a:gd name="T20" fmla="*/ 15 w 67"/>
                  <a:gd name="T21" fmla="*/ 0 h 67"/>
                  <a:gd name="T22" fmla="*/ 0 w 67"/>
                  <a:gd name="T23" fmla="*/ 15 h 67"/>
                  <a:gd name="T24" fmla="*/ 19 w 67"/>
                  <a:gd name="T25" fmla="*/ 33 h 67"/>
                  <a:gd name="T26" fmla="*/ 0 w 67"/>
                  <a:gd name="T27" fmla="*/ 52 h 67"/>
                  <a:gd name="T28" fmla="*/ 15 w 67"/>
                  <a:gd name="T2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67">
                    <a:moveTo>
                      <a:pt x="15" y="67"/>
                    </a:moveTo>
                    <a:lnTo>
                      <a:pt x="15" y="66"/>
                    </a:lnTo>
                    <a:lnTo>
                      <a:pt x="33" y="48"/>
                    </a:lnTo>
                    <a:lnTo>
                      <a:pt x="52" y="67"/>
                    </a:lnTo>
                    <a:lnTo>
                      <a:pt x="67" y="52"/>
                    </a:lnTo>
                    <a:lnTo>
                      <a:pt x="66" y="51"/>
                    </a:lnTo>
                    <a:lnTo>
                      <a:pt x="48" y="33"/>
                    </a:lnTo>
                    <a:lnTo>
                      <a:pt x="67" y="15"/>
                    </a:lnTo>
                    <a:lnTo>
                      <a:pt x="52" y="0"/>
                    </a:lnTo>
                    <a:lnTo>
                      <a:pt x="33" y="19"/>
                    </a:lnTo>
                    <a:lnTo>
                      <a:pt x="15" y="0"/>
                    </a:lnTo>
                    <a:lnTo>
                      <a:pt x="0" y="15"/>
                    </a:lnTo>
                    <a:lnTo>
                      <a:pt x="19" y="33"/>
                    </a:lnTo>
                    <a:lnTo>
                      <a:pt x="0" y="52"/>
                    </a:lnTo>
                    <a:lnTo>
                      <a:pt x="15" y="67"/>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solidFill>
                    <a:srgbClr val="505050"/>
                  </a:solidFill>
                </a:endParaRPr>
              </a:p>
            </p:txBody>
          </p:sp>
          <p:sp>
            <p:nvSpPr>
              <p:cNvPr id="139" name="Freeform 7"/>
              <p:cNvSpPr>
                <a:spLocks/>
              </p:cNvSpPr>
              <p:nvPr/>
            </p:nvSpPr>
            <p:spPr bwMode="black">
              <a:xfrm>
                <a:off x="3162035" y="949799"/>
                <a:ext cx="79493" cy="78286"/>
              </a:xfrm>
              <a:custGeom>
                <a:avLst/>
                <a:gdLst>
                  <a:gd name="T0" fmla="*/ 66 w 67"/>
                  <a:gd name="T1" fmla="*/ 51 h 66"/>
                  <a:gd name="T2" fmla="*/ 48 w 67"/>
                  <a:gd name="T3" fmla="*/ 33 h 66"/>
                  <a:gd name="T4" fmla="*/ 67 w 67"/>
                  <a:gd name="T5" fmla="*/ 14 h 66"/>
                  <a:gd name="T6" fmla="*/ 52 w 67"/>
                  <a:gd name="T7" fmla="*/ 0 h 66"/>
                  <a:gd name="T8" fmla="*/ 33 w 67"/>
                  <a:gd name="T9" fmla="*/ 18 h 66"/>
                  <a:gd name="T10" fmla="*/ 15 w 67"/>
                  <a:gd name="T11" fmla="*/ 0 h 66"/>
                  <a:gd name="T12" fmla="*/ 0 w 67"/>
                  <a:gd name="T13" fmla="*/ 14 h 66"/>
                  <a:gd name="T14" fmla="*/ 19 w 67"/>
                  <a:gd name="T15" fmla="*/ 33 h 66"/>
                  <a:gd name="T16" fmla="*/ 0 w 67"/>
                  <a:gd name="T17" fmla="*/ 51 h 66"/>
                  <a:gd name="T18" fmla="*/ 15 w 67"/>
                  <a:gd name="T19" fmla="*/ 66 h 66"/>
                  <a:gd name="T20" fmla="*/ 15 w 67"/>
                  <a:gd name="T21" fmla="*/ 66 h 66"/>
                  <a:gd name="T22" fmla="*/ 33 w 67"/>
                  <a:gd name="T23" fmla="*/ 48 h 66"/>
                  <a:gd name="T24" fmla="*/ 52 w 67"/>
                  <a:gd name="T25" fmla="*/ 66 h 66"/>
                  <a:gd name="T26" fmla="*/ 67 w 67"/>
                  <a:gd name="T27" fmla="*/ 51 h 66"/>
                  <a:gd name="T28" fmla="*/ 66 w 67"/>
                  <a:gd name="T29" fmla="*/ 51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66">
                    <a:moveTo>
                      <a:pt x="66" y="51"/>
                    </a:moveTo>
                    <a:lnTo>
                      <a:pt x="48" y="33"/>
                    </a:lnTo>
                    <a:lnTo>
                      <a:pt x="67" y="14"/>
                    </a:lnTo>
                    <a:lnTo>
                      <a:pt x="52" y="0"/>
                    </a:lnTo>
                    <a:lnTo>
                      <a:pt x="33" y="18"/>
                    </a:lnTo>
                    <a:lnTo>
                      <a:pt x="15" y="0"/>
                    </a:lnTo>
                    <a:lnTo>
                      <a:pt x="0" y="14"/>
                    </a:lnTo>
                    <a:lnTo>
                      <a:pt x="19" y="33"/>
                    </a:lnTo>
                    <a:lnTo>
                      <a:pt x="0" y="51"/>
                    </a:lnTo>
                    <a:lnTo>
                      <a:pt x="15" y="66"/>
                    </a:lnTo>
                    <a:lnTo>
                      <a:pt x="15" y="66"/>
                    </a:lnTo>
                    <a:lnTo>
                      <a:pt x="33" y="48"/>
                    </a:lnTo>
                    <a:lnTo>
                      <a:pt x="52" y="66"/>
                    </a:lnTo>
                    <a:lnTo>
                      <a:pt x="67" y="51"/>
                    </a:lnTo>
                    <a:lnTo>
                      <a:pt x="66" y="51"/>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solidFill>
                    <a:srgbClr val="505050"/>
                  </a:solidFill>
                </a:endParaRPr>
              </a:p>
            </p:txBody>
          </p:sp>
          <p:sp>
            <p:nvSpPr>
              <p:cNvPr id="140" name="Freeform 8"/>
              <p:cNvSpPr>
                <a:spLocks/>
              </p:cNvSpPr>
              <p:nvPr/>
            </p:nvSpPr>
            <p:spPr bwMode="black">
              <a:xfrm>
                <a:off x="3353055" y="932006"/>
                <a:ext cx="78306" cy="78286"/>
              </a:xfrm>
              <a:custGeom>
                <a:avLst/>
                <a:gdLst>
                  <a:gd name="T0" fmla="*/ 14 w 66"/>
                  <a:gd name="T1" fmla="*/ 66 h 66"/>
                  <a:gd name="T2" fmla="*/ 15 w 66"/>
                  <a:gd name="T3" fmla="*/ 66 h 66"/>
                  <a:gd name="T4" fmla="*/ 33 w 66"/>
                  <a:gd name="T5" fmla="*/ 48 h 66"/>
                  <a:gd name="T6" fmla="*/ 52 w 66"/>
                  <a:gd name="T7" fmla="*/ 66 h 66"/>
                  <a:gd name="T8" fmla="*/ 66 w 66"/>
                  <a:gd name="T9" fmla="*/ 51 h 66"/>
                  <a:gd name="T10" fmla="*/ 66 w 66"/>
                  <a:gd name="T11" fmla="*/ 51 h 66"/>
                  <a:gd name="T12" fmla="*/ 48 w 66"/>
                  <a:gd name="T13" fmla="*/ 33 h 66"/>
                  <a:gd name="T14" fmla="*/ 66 w 66"/>
                  <a:gd name="T15" fmla="*/ 14 h 66"/>
                  <a:gd name="T16" fmla="*/ 52 w 66"/>
                  <a:gd name="T17" fmla="*/ 0 h 66"/>
                  <a:gd name="T18" fmla="*/ 33 w 66"/>
                  <a:gd name="T19" fmla="*/ 18 h 66"/>
                  <a:gd name="T20" fmla="*/ 14 w 66"/>
                  <a:gd name="T21" fmla="*/ 0 h 66"/>
                  <a:gd name="T22" fmla="*/ 0 w 66"/>
                  <a:gd name="T23" fmla="*/ 14 h 66"/>
                  <a:gd name="T24" fmla="*/ 18 w 66"/>
                  <a:gd name="T25" fmla="*/ 33 h 66"/>
                  <a:gd name="T26" fmla="*/ 0 w 66"/>
                  <a:gd name="T27" fmla="*/ 51 h 66"/>
                  <a:gd name="T28" fmla="*/ 14 w 66"/>
                  <a:gd name="T2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66">
                    <a:moveTo>
                      <a:pt x="14" y="66"/>
                    </a:moveTo>
                    <a:lnTo>
                      <a:pt x="15" y="66"/>
                    </a:lnTo>
                    <a:lnTo>
                      <a:pt x="33" y="48"/>
                    </a:lnTo>
                    <a:lnTo>
                      <a:pt x="52" y="66"/>
                    </a:lnTo>
                    <a:lnTo>
                      <a:pt x="66" y="51"/>
                    </a:lnTo>
                    <a:lnTo>
                      <a:pt x="66" y="51"/>
                    </a:lnTo>
                    <a:lnTo>
                      <a:pt x="48" y="33"/>
                    </a:lnTo>
                    <a:lnTo>
                      <a:pt x="66" y="14"/>
                    </a:lnTo>
                    <a:lnTo>
                      <a:pt x="52" y="0"/>
                    </a:lnTo>
                    <a:lnTo>
                      <a:pt x="33" y="18"/>
                    </a:lnTo>
                    <a:lnTo>
                      <a:pt x="14" y="0"/>
                    </a:lnTo>
                    <a:lnTo>
                      <a:pt x="0" y="14"/>
                    </a:lnTo>
                    <a:lnTo>
                      <a:pt x="18" y="33"/>
                    </a:lnTo>
                    <a:lnTo>
                      <a:pt x="0" y="51"/>
                    </a:lnTo>
                    <a:lnTo>
                      <a:pt x="14" y="66"/>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solidFill>
                    <a:srgbClr val="505050"/>
                  </a:solidFill>
                </a:endParaRPr>
              </a:p>
            </p:txBody>
          </p:sp>
          <p:sp>
            <p:nvSpPr>
              <p:cNvPr id="141" name="Freeform 9"/>
              <p:cNvSpPr>
                <a:spLocks/>
              </p:cNvSpPr>
              <p:nvPr/>
            </p:nvSpPr>
            <p:spPr bwMode="black">
              <a:xfrm>
                <a:off x="3070677" y="704265"/>
                <a:ext cx="251530" cy="594263"/>
              </a:xfrm>
              <a:custGeom>
                <a:avLst/>
                <a:gdLst>
                  <a:gd name="T0" fmla="*/ 938 w 1156"/>
                  <a:gd name="T1" fmla="*/ 2724 h 2724"/>
                  <a:gd name="T2" fmla="*/ 1139 w 1156"/>
                  <a:gd name="T3" fmla="*/ 2523 h 2724"/>
                  <a:gd name="T4" fmla="*/ 1036 w 1156"/>
                  <a:gd name="T5" fmla="*/ 2347 h 2724"/>
                  <a:gd name="T6" fmla="*/ 1156 w 1156"/>
                  <a:gd name="T7" fmla="*/ 1686 h 2724"/>
                  <a:gd name="T8" fmla="*/ 953 w 1156"/>
                  <a:gd name="T9" fmla="*/ 884 h 2724"/>
                  <a:gd name="T10" fmla="*/ 188 w 1156"/>
                  <a:gd name="T11" fmla="*/ 128 h 2724"/>
                  <a:gd name="T12" fmla="*/ 327 w 1156"/>
                  <a:gd name="T13" fmla="*/ 90 h 2724"/>
                  <a:gd name="T14" fmla="*/ 302 w 1156"/>
                  <a:gd name="T15" fmla="*/ 0 h 2724"/>
                  <a:gd name="T16" fmla="*/ 0 w 1156"/>
                  <a:gd name="T17" fmla="*/ 82 h 2724"/>
                  <a:gd name="T18" fmla="*/ 83 w 1156"/>
                  <a:gd name="T19" fmla="*/ 385 h 2724"/>
                  <a:gd name="T20" fmla="*/ 173 w 1156"/>
                  <a:gd name="T21" fmla="*/ 360 h 2724"/>
                  <a:gd name="T22" fmla="*/ 135 w 1156"/>
                  <a:gd name="T23" fmla="*/ 223 h 2724"/>
                  <a:gd name="T24" fmla="*/ 858 w 1156"/>
                  <a:gd name="T25" fmla="*/ 937 h 2724"/>
                  <a:gd name="T26" fmla="*/ 1047 w 1156"/>
                  <a:gd name="T27" fmla="*/ 1686 h 2724"/>
                  <a:gd name="T28" fmla="*/ 979 w 1156"/>
                  <a:gd name="T29" fmla="*/ 2171 h 2724"/>
                  <a:gd name="T30" fmla="*/ 933 w 1156"/>
                  <a:gd name="T31" fmla="*/ 2312 h 2724"/>
                  <a:gd name="T32" fmla="*/ 929 w 1156"/>
                  <a:gd name="T33" fmla="*/ 2321 h 2724"/>
                  <a:gd name="T34" fmla="*/ 736 w 1156"/>
                  <a:gd name="T35" fmla="*/ 2523 h 2724"/>
                  <a:gd name="T36" fmla="*/ 938 w 1156"/>
                  <a:gd name="T37" fmla="*/ 2724 h 2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6" h="2724">
                    <a:moveTo>
                      <a:pt x="938" y="2724"/>
                    </a:moveTo>
                    <a:cubicBezTo>
                      <a:pt x="1049" y="2724"/>
                      <a:pt x="1139" y="2634"/>
                      <a:pt x="1139" y="2523"/>
                    </a:cubicBezTo>
                    <a:cubicBezTo>
                      <a:pt x="1139" y="2447"/>
                      <a:pt x="1098" y="2382"/>
                      <a:pt x="1036" y="2347"/>
                    </a:cubicBezTo>
                    <a:cubicBezTo>
                      <a:pt x="1078" y="2239"/>
                      <a:pt x="1156" y="1994"/>
                      <a:pt x="1156" y="1686"/>
                    </a:cubicBezTo>
                    <a:cubicBezTo>
                      <a:pt x="1156" y="1444"/>
                      <a:pt x="1108" y="1164"/>
                      <a:pt x="953" y="884"/>
                    </a:cubicBezTo>
                    <a:cubicBezTo>
                      <a:pt x="807" y="619"/>
                      <a:pt x="566" y="356"/>
                      <a:pt x="188" y="128"/>
                    </a:cubicBezTo>
                    <a:cubicBezTo>
                      <a:pt x="327" y="90"/>
                      <a:pt x="327" y="90"/>
                      <a:pt x="327" y="90"/>
                    </a:cubicBezTo>
                    <a:cubicBezTo>
                      <a:pt x="302" y="0"/>
                      <a:pt x="302" y="0"/>
                      <a:pt x="302" y="0"/>
                    </a:cubicBezTo>
                    <a:cubicBezTo>
                      <a:pt x="0" y="82"/>
                      <a:pt x="0" y="82"/>
                      <a:pt x="0" y="82"/>
                    </a:cubicBezTo>
                    <a:cubicBezTo>
                      <a:pt x="83" y="385"/>
                      <a:pt x="83" y="385"/>
                      <a:pt x="83" y="385"/>
                    </a:cubicBezTo>
                    <a:cubicBezTo>
                      <a:pt x="173" y="360"/>
                      <a:pt x="173" y="360"/>
                      <a:pt x="173" y="360"/>
                    </a:cubicBezTo>
                    <a:cubicBezTo>
                      <a:pt x="135" y="223"/>
                      <a:pt x="135" y="223"/>
                      <a:pt x="135" y="223"/>
                    </a:cubicBezTo>
                    <a:cubicBezTo>
                      <a:pt x="497" y="443"/>
                      <a:pt x="721" y="690"/>
                      <a:pt x="858" y="937"/>
                    </a:cubicBezTo>
                    <a:cubicBezTo>
                      <a:pt x="1002" y="1198"/>
                      <a:pt x="1047" y="1459"/>
                      <a:pt x="1047" y="1686"/>
                    </a:cubicBezTo>
                    <a:cubicBezTo>
                      <a:pt x="1047" y="1881"/>
                      <a:pt x="1013" y="2051"/>
                      <a:pt x="979" y="2171"/>
                    </a:cubicBezTo>
                    <a:cubicBezTo>
                      <a:pt x="963" y="2231"/>
                      <a:pt x="946" y="2279"/>
                      <a:pt x="933" y="2312"/>
                    </a:cubicBezTo>
                    <a:cubicBezTo>
                      <a:pt x="932" y="2315"/>
                      <a:pt x="931" y="2318"/>
                      <a:pt x="929" y="2321"/>
                    </a:cubicBezTo>
                    <a:cubicBezTo>
                      <a:pt x="822" y="2326"/>
                      <a:pt x="736" y="2414"/>
                      <a:pt x="736" y="2523"/>
                    </a:cubicBezTo>
                    <a:cubicBezTo>
                      <a:pt x="736" y="2634"/>
                      <a:pt x="826" y="2724"/>
                      <a:pt x="938" y="2724"/>
                    </a:cubicBezTo>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solidFill>
                    <a:srgbClr val="505050"/>
                  </a:solidFill>
                </a:endParaRPr>
              </a:p>
            </p:txBody>
          </p:sp>
          <p:sp>
            <p:nvSpPr>
              <p:cNvPr id="142" name="Oval 10"/>
              <p:cNvSpPr>
                <a:spLocks noChangeArrowheads="1"/>
              </p:cNvSpPr>
              <p:nvPr/>
            </p:nvSpPr>
            <p:spPr bwMode="black">
              <a:xfrm>
                <a:off x="3254579" y="1234476"/>
                <a:ext cx="40340" cy="40329"/>
              </a:xfrm>
              <a:prstGeom prst="ellipse">
                <a:avLst/>
              </a:prstGeom>
              <a:grpFill/>
              <a:ln w="9525" cap="flat" cmpd="sng" algn="ctr">
                <a:noFill/>
                <a:prstDash val="solid"/>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kern="0" dirty="0">
                  <a:gradFill>
                    <a:gsLst>
                      <a:gs pos="0">
                        <a:srgbClr val="FFFFFF"/>
                      </a:gs>
                      <a:gs pos="100000">
                        <a:srgbClr val="FFFFFF"/>
                      </a:gs>
                    </a:gsLst>
                    <a:lin ang="5400000" scaled="0"/>
                  </a:gradFill>
                  <a:latin typeface="Segoe"/>
                </a:endParaRPr>
              </a:p>
            </p:txBody>
          </p:sp>
          <p:sp>
            <p:nvSpPr>
              <p:cNvPr id="143" name="Freeform 11"/>
              <p:cNvSpPr>
                <a:spLocks/>
              </p:cNvSpPr>
              <p:nvPr/>
            </p:nvSpPr>
            <p:spPr bwMode="black">
              <a:xfrm>
                <a:off x="3341191" y="962846"/>
                <a:ext cx="234919" cy="262140"/>
              </a:xfrm>
              <a:custGeom>
                <a:avLst/>
                <a:gdLst>
                  <a:gd name="T0" fmla="*/ 695 w 1079"/>
                  <a:gd name="T1" fmla="*/ 124 h 1206"/>
                  <a:gd name="T2" fmla="*/ 834 w 1079"/>
                  <a:gd name="T3" fmla="*/ 90 h 1206"/>
                  <a:gd name="T4" fmla="*/ 812 w 1079"/>
                  <a:gd name="T5" fmla="*/ 0 h 1206"/>
                  <a:gd name="T6" fmla="*/ 507 w 1079"/>
                  <a:gd name="T7" fmla="*/ 73 h 1206"/>
                  <a:gd name="T8" fmla="*/ 580 w 1079"/>
                  <a:gd name="T9" fmla="*/ 378 h 1206"/>
                  <a:gd name="T10" fmla="*/ 671 w 1079"/>
                  <a:gd name="T11" fmla="*/ 356 h 1206"/>
                  <a:gd name="T12" fmla="*/ 638 w 1079"/>
                  <a:gd name="T13" fmla="*/ 217 h 1206"/>
                  <a:gd name="T14" fmla="*/ 924 w 1079"/>
                  <a:gd name="T15" fmla="*/ 392 h 1206"/>
                  <a:gd name="T16" fmla="*/ 528 w 1079"/>
                  <a:gd name="T17" fmla="*/ 753 h 1206"/>
                  <a:gd name="T18" fmla="*/ 362 w 1079"/>
                  <a:gd name="T19" fmla="*/ 844 h 1206"/>
                  <a:gd name="T20" fmla="*/ 337 w 1079"/>
                  <a:gd name="T21" fmla="*/ 856 h 1206"/>
                  <a:gd name="T22" fmla="*/ 201 w 1079"/>
                  <a:gd name="T23" fmla="*/ 803 h 1206"/>
                  <a:gd name="T24" fmla="*/ 0 w 1079"/>
                  <a:gd name="T25" fmla="*/ 1005 h 1206"/>
                  <a:gd name="T26" fmla="*/ 201 w 1079"/>
                  <a:gd name="T27" fmla="*/ 1206 h 1206"/>
                  <a:gd name="T28" fmla="*/ 403 w 1079"/>
                  <a:gd name="T29" fmla="*/ 1005 h 1206"/>
                  <a:gd name="T30" fmla="*/ 395 w 1079"/>
                  <a:gd name="T31" fmla="*/ 949 h 1206"/>
                  <a:gd name="T32" fmla="*/ 1047 w 1079"/>
                  <a:gd name="T33" fmla="*/ 406 h 1206"/>
                  <a:gd name="T34" fmla="*/ 1079 w 1079"/>
                  <a:gd name="T35" fmla="*/ 359 h 1206"/>
                  <a:gd name="T36" fmla="*/ 695 w 1079"/>
                  <a:gd name="T37" fmla="*/ 124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79" h="1206">
                    <a:moveTo>
                      <a:pt x="695" y="124"/>
                    </a:moveTo>
                    <a:cubicBezTo>
                      <a:pt x="834" y="90"/>
                      <a:pt x="834" y="90"/>
                      <a:pt x="834" y="90"/>
                    </a:cubicBezTo>
                    <a:cubicBezTo>
                      <a:pt x="812" y="0"/>
                      <a:pt x="812" y="0"/>
                      <a:pt x="812" y="0"/>
                    </a:cubicBezTo>
                    <a:cubicBezTo>
                      <a:pt x="507" y="73"/>
                      <a:pt x="507" y="73"/>
                      <a:pt x="507" y="73"/>
                    </a:cubicBezTo>
                    <a:cubicBezTo>
                      <a:pt x="580" y="378"/>
                      <a:pt x="580" y="378"/>
                      <a:pt x="580" y="378"/>
                    </a:cubicBezTo>
                    <a:cubicBezTo>
                      <a:pt x="671" y="356"/>
                      <a:pt x="671" y="356"/>
                      <a:pt x="671" y="356"/>
                    </a:cubicBezTo>
                    <a:cubicBezTo>
                      <a:pt x="638" y="217"/>
                      <a:pt x="638" y="217"/>
                      <a:pt x="638" y="217"/>
                    </a:cubicBezTo>
                    <a:cubicBezTo>
                      <a:pt x="924" y="392"/>
                      <a:pt x="924" y="392"/>
                      <a:pt x="924" y="392"/>
                    </a:cubicBezTo>
                    <a:cubicBezTo>
                      <a:pt x="800" y="559"/>
                      <a:pt x="651" y="677"/>
                      <a:pt x="528" y="753"/>
                    </a:cubicBezTo>
                    <a:cubicBezTo>
                      <a:pt x="462" y="795"/>
                      <a:pt x="403" y="825"/>
                      <a:pt x="362" y="844"/>
                    </a:cubicBezTo>
                    <a:cubicBezTo>
                      <a:pt x="353" y="849"/>
                      <a:pt x="344" y="853"/>
                      <a:pt x="337" y="856"/>
                    </a:cubicBezTo>
                    <a:cubicBezTo>
                      <a:pt x="301" y="823"/>
                      <a:pt x="253" y="803"/>
                      <a:pt x="201" y="803"/>
                    </a:cubicBezTo>
                    <a:cubicBezTo>
                      <a:pt x="90" y="803"/>
                      <a:pt x="0" y="894"/>
                      <a:pt x="0" y="1005"/>
                    </a:cubicBezTo>
                    <a:cubicBezTo>
                      <a:pt x="0" y="1116"/>
                      <a:pt x="90" y="1206"/>
                      <a:pt x="201" y="1206"/>
                    </a:cubicBezTo>
                    <a:cubicBezTo>
                      <a:pt x="312" y="1206"/>
                      <a:pt x="403" y="1116"/>
                      <a:pt x="403" y="1005"/>
                    </a:cubicBezTo>
                    <a:cubicBezTo>
                      <a:pt x="403" y="986"/>
                      <a:pt x="400" y="967"/>
                      <a:pt x="395" y="949"/>
                    </a:cubicBezTo>
                    <a:cubicBezTo>
                      <a:pt x="524" y="891"/>
                      <a:pt x="829" y="729"/>
                      <a:pt x="1047" y="406"/>
                    </a:cubicBezTo>
                    <a:cubicBezTo>
                      <a:pt x="1079" y="359"/>
                      <a:pt x="1079" y="359"/>
                      <a:pt x="1079" y="359"/>
                    </a:cubicBezTo>
                    <a:lnTo>
                      <a:pt x="695" y="124"/>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solidFill>
                    <a:srgbClr val="505050"/>
                  </a:solidFill>
                </a:endParaRPr>
              </a:p>
            </p:txBody>
          </p:sp>
          <p:sp>
            <p:nvSpPr>
              <p:cNvPr id="144" name="Freeform 13"/>
              <p:cNvSpPr>
                <a:spLocks/>
              </p:cNvSpPr>
              <p:nvPr/>
            </p:nvSpPr>
            <p:spPr bwMode="black">
              <a:xfrm>
                <a:off x="3032711" y="1023341"/>
                <a:ext cx="161359" cy="240789"/>
              </a:xfrm>
              <a:custGeom>
                <a:avLst/>
                <a:gdLst>
                  <a:gd name="T0" fmla="*/ 537 w 738"/>
                  <a:gd name="T1" fmla="*/ 706 h 1109"/>
                  <a:gd name="T2" fmla="*/ 506 w 738"/>
                  <a:gd name="T3" fmla="*/ 708 h 1109"/>
                  <a:gd name="T4" fmla="*/ 273 w 738"/>
                  <a:gd name="T5" fmla="*/ 155 h 1109"/>
                  <a:gd name="T6" fmla="*/ 408 w 738"/>
                  <a:gd name="T7" fmla="*/ 101 h 1109"/>
                  <a:gd name="T8" fmla="*/ 368 w 738"/>
                  <a:gd name="T9" fmla="*/ 0 h 1109"/>
                  <a:gd name="T10" fmla="*/ 0 w 738"/>
                  <a:gd name="T11" fmla="*/ 147 h 1109"/>
                  <a:gd name="T12" fmla="*/ 41 w 738"/>
                  <a:gd name="T13" fmla="*/ 248 h 1109"/>
                  <a:gd name="T14" fmla="*/ 172 w 738"/>
                  <a:gd name="T15" fmla="*/ 195 h 1109"/>
                  <a:gd name="T16" fmla="*/ 407 w 738"/>
                  <a:gd name="T17" fmla="*/ 753 h 1109"/>
                  <a:gd name="T18" fmla="*/ 335 w 738"/>
                  <a:gd name="T19" fmla="*/ 908 h 1109"/>
                  <a:gd name="T20" fmla="*/ 537 w 738"/>
                  <a:gd name="T21" fmla="*/ 1109 h 1109"/>
                  <a:gd name="T22" fmla="*/ 738 w 738"/>
                  <a:gd name="T23" fmla="*/ 908 h 1109"/>
                  <a:gd name="T24" fmla="*/ 537 w 738"/>
                  <a:gd name="T25" fmla="*/ 706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8" h="1109">
                    <a:moveTo>
                      <a:pt x="537" y="706"/>
                    </a:moveTo>
                    <a:cubicBezTo>
                      <a:pt x="526" y="706"/>
                      <a:pt x="516" y="707"/>
                      <a:pt x="506" y="708"/>
                    </a:cubicBezTo>
                    <a:cubicBezTo>
                      <a:pt x="273" y="155"/>
                      <a:pt x="273" y="155"/>
                      <a:pt x="273" y="155"/>
                    </a:cubicBezTo>
                    <a:cubicBezTo>
                      <a:pt x="408" y="101"/>
                      <a:pt x="408" y="101"/>
                      <a:pt x="408" y="101"/>
                    </a:cubicBezTo>
                    <a:cubicBezTo>
                      <a:pt x="368" y="0"/>
                      <a:pt x="368" y="0"/>
                      <a:pt x="368" y="0"/>
                    </a:cubicBezTo>
                    <a:cubicBezTo>
                      <a:pt x="0" y="147"/>
                      <a:pt x="0" y="147"/>
                      <a:pt x="0" y="147"/>
                    </a:cubicBezTo>
                    <a:cubicBezTo>
                      <a:pt x="41" y="248"/>
                      <a:pt x="41" y="248"/>
                      <a:pt x="41" y="248"/>
                    </a:cubicBezTo>
                    <a:cubicBezTo>
                      <a:pt x="172" y="195"/>
                      <a:pt x="172" y="195"/>
                      <a:pt x="172" y="195"/>
                    </a:cubicBezTo>
                    <a:cubicBezTo>
                      <a:pt x="407" y="753"/>
                      <a:pt x="407" y="753"/>
                      <a:pt x="407" y="753"/>
                    </a:cubicBezTo>
                    <a:cubicBezTo>
                      <a:pt x="363" y="790"/>
                      <a:pt x="335" y="846"/>
                      <a:pt x="335" y="908"/>
                    </a:cubicBezTo>
                    <a:cubicBezTo>
                      <a:pt x="335" y="1019"/>
                      <a:pt x="425" y="1109"/>
                      <a:pt x="537" y="1109"/>
                    </a:cubicBezTo>
                    <a:cubicBezTo>
                      <a:pt x="648" y="1109"/>
                      <a:pt x="738" y="1019"/>
                      <a:pt x="738" y="908"/>
                    </a:cubicBezTo>
                    <a:cubicBezTo>
                      <a:pt x="738" y="796"/>
                      <a:pt x="648" y="706"/>
                      <a:pt x="537" y="706"/>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solidFill>
                    <a:srgbClr val="505050"/>
                  </a:solidFill>
                </a:endParaRPr>
              </a:p>
            </p:txBody>
          </p:sp>
        </p:grpSp>
        <p:sp>
          <p:nvSpPr>
            <p:cNvPr id="131" name="Freeform 130"/>
            <p:cNvSpPr/>
            <p:nvPr/>
          </p:nvSpPr>
          <p:spPr bwMode="auto">
            <a:xfrm>
              <a:off x="3185050" y="3392030"/>
              <a:ext cx="399595" cy="2564895"/>
            </a:xfrm>
            <a:custGeom>
              <a:avLst/>
              <a:gdLst>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347191 h 3238500"/>
                <a:gd name="connsiteX2" fmla="*/ 0 w 495300"/>
                <a:gd name="connsiteY2" fmla="*/ 2057400 h 3238500"/>
                <a:gd name="connsiteX3" fmla="*/ 0 w 495300"/>
                <a:gd name="connsiteY3" fmla="*/ 0 h 3238500"/>
                <a:gd name="connsiteX0" fmla="*/ 495300 w 504537"/>
                <a:gd name="connsiteY0" fmla="*/ 3238500 h 3238500"/>
                <a:gd name="connsiteX1" fmla="*/ 504537 w 504537"/>
                <a:gd name="connsiteY1" fmla="*/ 2374900 h 3238500"/>
                <a:gd name="connsiteX2" fmla="*/ 0 w 504537"/>
                <a:gd name="connsiteY2" fmla="*/ 2057400 h 3238500"/>
                <a:gd name="connsiteX3" fmla="*/ 0 w 504537"/>
                <a:gd name="connsiteY3" fmla="*/ 0 h 3238500"/>
              </a:gdLst>
              <a:ahLst/>
              <a:cxnLst>
                <a:cxn ang="0">
                  <a:pos x="connsiteX0" y="connsiteY0"/>
                </a:cxn>
                <a:cxn ang="0">
                  <a:pos x="connsiteX1" y="connsiteY1"/>
                </a:cxn>
                <a:cxn ang="0">
                  <a:pos x="connsiteX2" y="connsiteY2"/>
                </a:cxn>
                <a:cxn ang="0">
                  <a:pos x="connsiteX3" y="connsiteY3"/>
                </a:cxn>
              </a:cxnLst>
              <a:rect l="l" t="t" r="r" b="b"/>
              <a:pathLst>
                <a:path w="504537" h="3238500">
                  <a:moveTo>
                    <a:pt x="495300" y="3238500"/>
                  </a:moveTo>
                  <a:lnTo>
                    <a:pt x="504537" y="2374900"/>
                  </a:lnTo>
                  <a:lnTo>
                    <a:pt x="0" y="2057400"/>
                  </a:lnTo>
                  <a:lnTo>
                    <a:pt x="0" y="0"/>
                  </a:lnTo>
                </a:path>
              </a:pathLst>
            </a:custGeom>
            <a:noFill/>
            <a:ln w="76200">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32" name="Freeform 131"/>
            <p:cNvSpPr/>
            <p:nvPr/>
          </p:nvSpPr>
          <p:spPr bwMode="auto">
            <a:xfrm>
              <a:off x="4243229" y="3216007"/>
              <a:ext cx="1312624" cy="2739088"/>
            </a:xfrm>
            <a:custGeom>
              <a:avLst/>
              <a:gdLst>
                <a:gd name="connsiteX0" fmla="*/ 0 w 1657350"/>
                <a:gd name="connsiteY0" fmla="*/ 3448050 h 3448050"/>
                <a:gd name="connsiteX1" fmla="*/ 0 w 1657350"/>
                <a:gd name="connsiteY1" fmla="*/ 2390775 h 3448050"/>
                <a:gd name="connsiteX2" fmla="*/ 1657350 w 1657350"/>
                <a:gd name="connsiteY2" fmla="*/ 400050 h 3448050"/>
                <a:gd name="connsiteX3" fmla="*/ 1657350 w 1657350"/>
                <a:gd name="connsiteY3" fmla="*/ 0 h 3448050"/>
              </a:gdLst>
              <a:ahLst/>
              <a:cxnLst>
                <a:cxn ang="0">
                  <a:pos x="connsiteX0" y="connsiteY0"/>
                </a:cxn>
                <a:cxn ang="0">
                  <a:pos x="connsiteX1" y="connsiteY1"/>
                </a:cxn>
                <a:cxn ang="0">
                  <a:pos x="connsiteX2" y="connsiteY2"/>
                </a:cxn>
                <a:cxn ang="0">
                  <a:pos x="connsiteX3" y="connsiteY3"/>
                </a:cxn>
              </a:cxnLst>
              <a:rect l="l" t="t" r="r" b="b"/>
              <a:pathLst>
                <a:path w="1657350" h="3448050">
                  <a:moveTo>
                    <a:pt x="0" y="3448050"/>
                  </a:moveTo>
                  <a:lnTo>
                    <a:pt x="0" y="2390775"/>
                  </a:lnTo>
                  <a:lnTo>
                    <a:pt x="1657350" y="400050"/>
                  </a:lnTo>
                  <a:lnTo>
                    <a:pt x="1657350" y="0"/>
                  </a:lnTo>
                </a:path>
              </a:pathLst>
            </a:custGeom>
            <a:noFill/>
            <a:ln w="762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rgbClr val="FFFFFF"/>
                </a:solidFill>
              </a:endParaRPr>
            </a:p>
          </p:txBody>
        </p:sp>
        <p:sp>
          <p:nvSpPr>
            <p:cNvPr id="133" name="Freeform 15"/>
            <p:cNvSpPr>
              <a:spLocks noEditPoints="1"/>
            </p:cNvSpPr>
            <p:nvPr/>
          </p:nvSpPr>
          <p:spPr bwMode="black">
            <a:xfrm>
              <a:off x="4848686" y="1414475"/>
              <a:ext cx="570414" cy="520174"/>
            </a:xfrm>
            <a:custGeom>
              <a:avLst/>
              <a:gdLst>
                <a:gd name="T0" fmla="*/ 436 w 2416"/>
                <a:gd name="T1" fmla="*/ 708 h 2209"/>
                <a:gd name="T2" fmla="*/ 524 w 2416"/>
                <a:gd name="T3" fmla="*/ 768 h 2209"/>
                <a:gd name="T4" fmla="*/ 883 w 2416"/>
                <a:gd name="T5" fmla="*/ 698 h 2209"/>
                <a:gd name="T6" fmla="*/ 1293 w 2416"/>
                <a:gd name="T7" fmla="*/ 707 h 2209"/>
                <a:gd name="T8" fmla="*/ 1449 w 2416"/>
                <a:gd name="T9" fmla="*/ 702 h 2209"/>
                <a:gd name="T10" fmla="*/ 1429 w 2416"/>
                <a:gd name="T11" fmla="*/ 399 h 2209"/>
                <a:gd name="T12" fmla="*/ 1317 w 2416"/>
                <a:gd name="T13" fmla="*/ 124 h 2209"/>
                <a:gd name="T14" fmla="*/ 1101 w 2416"/>
                <a:gd name="T15" fmla="*/ 21 h 2209"/>
                <a:gd name="T16" fmla="*/ 536 w 2416"/>
                <a:gd name="T17" fmla="*/ 250 h 2209"/>
                <a:gd name="T18" fmla="*/ 353 w 2416"/>
                <a:gd name="T19" fmla="*/ 433 h 2209"/>
                <a:gd name="T20" fmla="*/ 387 w 2416"/>
                <a:gd name="T21" fmla="*/ 530 h 2209"/>
                <a:gd name="T22" fmla="*/ 450 w 2416"/>
                <a:gd name="T23" fmla="*/ 1207 h 2209"/>
                <a:gd name="T24" fmla="*/ 617 w 2416"/>
                <a:gd name="T25" fmla="*/ 1272 h 2209"/>
                <a:gd name="T26" fmla="*/ 689 w 2416"/>
                <a:gd name="T27" fmla="*/ 1270 h 2209"/>
                <a:gd name="T28" fmla="*/ 653 w 2416"/>
                <a:gd name="T29" fmla="*/ 1190 h 2209"/>
                <a:gd name="T30" fmla="*/ 626 w 2416"/>
                <a:gd name="T31" fmla="*/ 1126 h 2209"/>
                <a:gd name="T32" fmla="*/ 553 w 2416"/>
                <a:gd name="T33" fmla="*/ 1010 h 2209"/>
                <a:gd name="T34" fmla="*/ 386 w 2416"/>
                <a:gd name="T35" fmla="*/ 755 h 2209"/>
                <a:gd name="T36" fmla="*/ 209 w 2416"/>
                <a:gd name="T37" fmla="*/ 573 h 2209"/>
                <a:gd name="T38" fmla="*/ 48 w 2416"/>
                <a:gd name="T39" fmla="*/ 787 h 2209"/>
                <a:gd name="T40" fmla="*/ 121 w 2416"/>
                <a:gd name="T41" fmla="*/ 1190 h 2209"/>
                <a:gd name="T42" fmla="*/ 355 w 2416"/>
                <a:gd name="T43" fmla="*/ 1178 h 2209"/>
                <a:gd name="T44" fmla="*/ 2011 w 2416"/>
                <a:gd name="T45" fmla="*/ 189 h 2209"/>
                <a:gd name="T46" fmla="*/ 1470 w 2416"/>
                <a:gd name="T47" fmla="*/ 25 h 2209"/>
                <a:gd name="T48" fmla="*/ 1383 w 2416"/>
                <a:gd name="T49" fmla="*/ 196 h 2209"/>
                <a:gd name="T50" fmla="*/ 1533 w 2416"/>
                <a:gd name="T51" fmla="*/ 610 h 2209"/>
                <a:gd name="T52" fmla="*/ 1588 w 2416"/>
                <a:gd name="T53" fmla="*/ 803 h 2209"/>
                <a:gd name="T54" fmla="*/ 1722 w 2416"/>
                <a:gd name="T55" fmla="*/ 938 h 2209"/>
                <a:gd name="T56" fmla="*/ 1907 w 2416"/>
                <a:gd name="T57" fmla="*/ 1240 h 2209"/>
                <a:gd name="T58" fmla="*/ 2277 w 2416"/>
                <a:gd name="T59" fmla="*/ 1135 h 2209"/>
                <a:gd name="T60" fmla="*/ 2323 w 2416"/>
                <a:gd name="T61" fmla="*/ 506 h 2209"/>
                <a:gd name="T62" fmla="*/ 1781 w 2416"/>
                <a:gd name="T63" fmla="*/ 1200 h 2209"/>
                <a:gd name="T64" fmla="*/ 1773 w 2416"/>
                <a:gd name="T65" fmla="*/ 1172 h 2209"/>
                <a:gd name="T66" fmla="*/ 1585 w 2416"/>
                <a:gd name="T67" fmla="*/ 862 h 2209"/>
                <a:gd name="T68" fmla="*/ 1317 w 2416"/>
                <a:gd name="T69" fmla="*/ 747 h 2209"/>
                <a:gd name="T70" fmla="*/ 907 w 2416"/>
                <a:gd name="T71" fmla="*/ 739 h 2209"/>
                <a:gd name="T72" fmla="*/ 489 w 2416"/>
                <a:gd name="T73" fmla="*/ 831 h 2209"/>
                <a:gd name="T74" fmla="*/ 627 w 2416"/>
                <a:gd name="T75" fmla="*/ 1004 h 2209"/>
                <a:gd name="T76" fmla="*/ 704 w 2416"/>
                <a:gd name="T77" fmla="*/ 1182 h 2209"/>
                <a:gd name="T78" fmla="*/ 704 w 2416"/>
                <a:gd name="T79" fmla="*/ 1183 h 2209"/>
                <a:gd name="T80" fmla="*/ 871 w 2416"/>
                <a:gd name="T81" fmla="*/ 1334 h 2209"/>
                <a:gd name="T82" fmla="*/ 1184 w 2416"/>
                <a:gd name="T83" fmla="*/ 1421 h 2209"/>
                <a:gd name="T84" fmla="*/ 1422 w 2416"/>
                <a:gd name="T85" fmla="*/ 1539 h 2209"/>
                <a:gd name="T86" fmla="*/ 1716 w 2416"/>
                <a:gd name="T87" fmla="*/ 1526 h 2209"/>
                <a:gd name="T88" fmla="*/ 1811 w 2416"/>
                <a:gd name="T89" fmla="*/ 1387 h 2209"/>
                <a:gd name="T90" fmla="*/ 1809 w 2416"/>
                <a:gd name="T91" fmla="*/ 1295 h 2209"/>
                <a:gd name="T92" fmla="*/ 1173 w 2416"/>
                <a:gd name="T93" fmla="*/ 1486 h 2209"/>
                <a:gd name="T94" fmla="*/ 1044 w 2416"/>
                <a:gd name="T95" fmla="*/ 1466 h 2209"/>
                <a:gd name="T96" fmla="*/ 984 w 2416"/>
                <a:gd name="T97" fmla="*/ 1573 h 2209"/>
                <a:gd name="T98" fmla="*/ 809 w 2416"/>
                <a:gd name="T99" fmla="*/ 1794 h 2209"/>
                <a:gd name="T100" fmla="*/ 752 w 2416"/>
                <a:gd name="T101" fmla="*/ 2011 h 2209"/>
                <a:gd name="T102" fmla="*/ 778 w 2416"/>
                <a:gd name="T103" fmla="*/ 2150 h 2209"/>
                <a:gd name="T104" fmla="*/ 880 w 2416"/>
                <a:gd name="T105" fmla="*/ 2177 h 2209"/>
                <a:gd name="T106" fmla="*/ 1012 w 2416"/>
                <a:gd name="T107" fmla="*/ 2005 h 2209"/>
                <a:gd name="T108" fmla="*/ 1226 w 2416"/>
                <a:gd name="T109" fmla="*/ 1733 h 2209"/>
                <a:gd name="T110" fmla="*/ 1245 w 2416"/>
                <a:gd name="T111" fmla="*/ 1541 h 2209"/>
                <a:gd name="T112" fmla="*/ 797 w 2416"/>
                <a:gd name="T113" fmla="*/ 1718 h 2209"/>
                <a:gd name="T114" fmla="*/ 977 w 2416"/>
                <a:gd name="T115" fmla="*/ 1520 h 2209"/>
                <a:gd name="T116" fmla="*/ 831 w 2416"/>
                <a:gd name="T117" fmla="*/ 1386 h 2209"/>
                <a:gd name="T118" fmla="*/ 584 w 2416"/>
                <a:gd name="T119" fmla="*/ 1299 h 2209"/>
                <a:gd name="T120" fmla="*/ 222 w 2416"/>
                <a:gd name="T121" fmla="*/ 1510 h 2209"/>
                <a:gd name="T122" fmla="*/ 569 w 2416"/>
                <a:gd name="T123" fmla="*/ 1809 h 2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16" h="2209">
                  <a:moveTo>
                    <a:pt x="387" y="530"/>
                  </a:moveTo>
                  <a:cubicBezTo>
                    <a:pt x="412" y="587"/>
                    <a:pt x="412" y="651"/>
                    <a:pt x="436" y="708"/>
                  </a:cubicBezTo>
                  <a:cubicBezTo>
                    <a:pt x="445" y="729"/>
                    <a:pt x="445" y="729"/>
                    <a:pt x="445" y="729"/>
                  </a:cubicBezTo>
                  <a:cubicBezTo>
                    <a:pt x="454" y="752"/>
                    <a:pt x="490" y="770"/>
                    <a:pt x="524" y="768"/>
                  </a:cubicBezTo>
                  <a:cubicBezTo>
                    <a:pt x="524" y="768"/>
                    <a:pt x="524" y="768"/>
                    <a:pt x="553" y="767"/>
                  </a:cubicBezTo>
                  <a:cubicBezTo>
                    <a:pt x="666" y="760"/>
                    <a:pt x="772" y="718"/>
                    <a:pt x="883" y="698"/>
                  </a:cubicBezTo>
                  <a:cubicBezTo>
                    <a:pt x="954" y="685"/>
                    <a:pt x="1003" y="722"/>
                    <a:pt x="1070" y="733"/>
                  </a:cubicBezTo>
                  <a:cubicBezTo>
                    <a:pt x="1146" y="746"/>
                    <a:pt x="1215" y="702"/>
                    <a:pt x="1293" y="707"/>
                  </a:cubicBezTo>
                  <a:cubicBezTo>
                    <a:pt x="1348" y="710"/>
                    <a:pt x="1362" y="715"/>
                    <a:pt x="1362" y="715"/>
                  </a:cubicBezTo>
                  <a:cubicBezTo>
                    <a:pt x="1391" y="726"/>
                    <a:pt x="1424" y="722"/>
                    <a:pt x="1449" y="702"/>
                  </a:cubicBezTo>
                  <a:cubicBezTo>
                    <a:pt x="1478" y="678"/>
                    <a:pt x="1478" y="646"/>
                    <a:pt x="1477" y="611"/>
                  </a:cubicBezTo>
                  <a:cubicBezTo>
                    <a:pt x="1474" y="540"/>
                    <a:pt x="1468" y="462"/>
                    <a:pt x="1429" y="399"/>
                  </a:cubicBezTo>
                  <a:cubicBezTo>
                    <a:pt x="1401" y="353"/>
                    <a:pt x="1374" y="306"/>
                    <a:pt x="1351" y="256"/>
                  </a:cubicBezTo>
                  <a:cubicBezTo>
                    <a:pt x="1332" y="215"/>
                    <a:pt x="1322" y="170"/>
                    <a:pt x="1317" y="124"/>
                  </a:cubicBezTo>
                  <a:cubicBezTo>
                    <a:pt x="1312" y="92"/>
                    <a:pt x="1317" y="40"/>
                    <a:pt x="1281" y="23"/>
                  </a:cubicBezTo>
                  <a:cubicBezTo>
                    <a:pt x="1229" y="0"/>
                    <a:pt x="1155" y="13"/>
                    <a:pt x="1101" y="21"/>
                  </a:cubicBezTo>
                  <a:cubicBezTo>
                    <a:pt x="972" y="38"/>
                    <a:pt x="844" y="76"/>
                    <a:pt x="727" y="134"/>
                  </a:cubicBezTo>
                  <a:cubicBezTo>
                    <a:pt x="660" y="167"/>
                    <a:pt x="596" y="206"/>
                    <a:pt x="536" y="250"/>
                  </a:cubicBezTo>
                  <a:cubicBezTo>
                    <a:pt x="488" y="285"/>
                    <a:pt x="440" y="319"/>
                    <a:pt x="399" y="362"/>
                  </a:cubicBezTo>
                  <a:cubicBezTo>
                    <a:pt x="380" y="382"/>
                    <a:pt x="359" y="405"/>
                    <a:pt x="353" y="433"/>
                  </a:cubicBezTo>
                  <a:cubicBezTo>
                    <a:pt x="346" y="467"/>
                    <a:pt x="367" y="492"/>
                    <a:pt x="381" y="520"/>
                  </a:cubicBezTo>
                  <a:cubicBezTo>
                    <a:pt x="383" y="523"/>
                    <a:pt x="385" y="527"/>
                    <a:pt x="387" y="530"/>
                  </a:cubicBezTo>
                  <a:close/>
                  <a:moveTo>
                    <a:pt x="355" y="1178"/>
                  </a:moveTo>
                  <a:cubicBezTo>
                    <a:pt x="385" y="1181"/>
                    <a:pt x="417" y="1193"/>
                    <a:pt x="450" y="1207"/>
                  </a:cubicBezTo>
                  <a:cubicBezTo>
                    <a:pt x="487" y="1223"/>
                    <a:pt x="524" y="1242"/>
                    <a:pt x="558" y="1255"/>
                  </a:cubicBezTo>
                  <a:cubicBezTo>
                    <a:pt x="577" y="1263"/>
                    <a:pt x="598" y="1267"/>
                    <a:pt x="617" y="1272"/>
                  </a:cubicBezTo>
                  <a:cubicBezTo>
                    <a:pt x="635" y="1276"/>
                    <a:pt x="647" y="1281"/>
                    <a:pt x="665" y="1278"/>
                  </a:cubicBezTo>
                  <a:cubicBezTo>
                    <a:pt x="673" y="1276"/>
                    <a:pt x="684" y="1277"/>
                    <a:pt x="689" y="1270"/>
                  </a:cubicBezTo>
                  <a:cubicBezTo>
                    <a:pt x="701" y="1256"/>
                    <a:pt x="690" y="1228"/>
                    <a:pt x="680" y="1218"/>
                  </a:cubicBezTo>
                  <a:cubicBezTo>
                    <a:pt x="670" y="1209"/>
                    <a:pt x="661" y="1200"/>
                    <a:pt x="653" y="1190"/>
                  </a:cubicBezTo>
                  <a:cubicBezTo>
                    <a:pt x="648" y="1184"/>
                    <a:pt x="643" y="1177"/>
                    <a:pt x="640" y="1169"/>
                  </a:cubicBezTo>
                  <a:cubicBezTo>
                    <a:pt x="634" y="1156"/>
                    <a:pt x="627" y="1141"/>
                    <a:pt x="626" y="1126"/>
                  </a:cubicBezTo>
                  <a:cubicBezTo>
                    <a:pt x="625" y="1110"/>
                    <a:pt x="624" y="1097"/>
                    <a:pt x="619" y="1082"/>
                  </a:cubicBezTo>
                  <a:cubicBezTo>
                    <a:pt x="607" y="1051"/>
                    <a:pt x="583" y="1023"/>
                    <a:pt x="553" y="1010"/>
                  </a:cubicBezTo>
                  <a:cubicBezTo>
                    <a:pt x="553" y="1010"/>
                    <a:pt x="521" y="997"/>
                    <a:pt x="479" y="944"/>
                  </a:cubicBezTo>
                  <a:cubicBezTo>
                    <a:pt x="450" y="907"/>
                    <a:pt x="395" y="775"/>
                    <a:pt x="386" y="755"/>
                  </a:cubicBezTo>
                  <a:cubicBezTo>
                    <a:pt x="364" y="704"/>
                    <a:pt x="374" y="643"/>
                    <a:pt x="356" y="592"/>
                  </a:cubicBezTo>
                  <a:cubicBezTo>
                    <a:pt x="333" y="526"/>
                    <a:pt x="256" y="534"/>
                    <a:pt x="209" y="573"/>
                  </a:cubicBezTo>
                  <a:cubicBezTo>
                    <a:pt x="209" y="573"/>
                    <a:pt x="194" y="586"/>
                    <a:pt x="138" y="637"/>
                  </a:cubicBezTo>
                  <a:cubicBezTo>
                    <a:pt x="94" y="677"/>
                    <a:pt x="73" y="735"/>
                    <a:pt x="48" y="787"/>
                  </a:cubicBezTo>
                  <a:cubicBezTo>
                    <a:pt x="6" y="879"/>
                    <a:pt x="0" y="959"/>
                    <a:pt x="1" y="1058"/>
                  </a:cubicBezTo>
                  <a:cubicBezTo>
                    <a:pt x="2" y="1136"/>
                    <a:pt x="54" y="1160"/>
                    <a:pt x="121" y="1190"/>
                  </a:cubicBezTo>
                  <a:cubicBezTo>
                    <a:pt x="121" y="1190"/>
                    <a:pt x="132" y="1194"/>
                    <a:pt x="176" y="1197"/>
                  </a:cubicBezTo>
                  <a:cubicBezTo>
                    <a:pt x="235" y="1201"/>
                    <a:pt x="297" y="1172"/>
                    <a:pt x="355" y="1178"/>
                  </a:cubicBezTo>
                  <a:close/>
                  <a:moveTo>
                    <a:pt x="2323" y="506"/>
                  </a:moveTo>
                  <a:cubicBezTo>
                    <a:pt x="2249" y="371"/>
                    <a:pt x="2134" y="255"/>
                    <a:pt x="2011" y="189"/>
                  </a:cubicBezTo>
                  <a:cubicBezTo>
                    <a:pt x="1900" y="130"/>
                    <a:pt x="1747" y="56"/>
                    <a:pt x="1622" y="40"/>
                  </a:cubicBezTo>
                  <a:cubicBezTo>
                    <a:pt x="1540" y="30"/>
                    <a:pt x="1470" y="25"/>
                    <a:pt x="1470" y="25"/>
                  </a:cubicBezTo>
                  <a:cubicBezTo>
                    <a:pt x="1417" y="21"/>
                    <a:pt x="1369" y="61"/>
                    <a:pt x="1364" y="114"/>
                  </a:cubicBezTo>
                  <a:cubicBezTo>
                    <a:pt x="1364" y="114"/>
                    <a:pt x="1362" y="137"/>
                    <a:pt x="1383" y="196"/>
                  </a:cubicBezTo>
                  <a:cubicBezTo>
                    <a:pt x="1409" y="267"/>
                    <a:pt x="1445" y="333"/>
                    <a:pt x="1485" y="398"/>
                  </a:cubicBezTo>
                  <a:cubicBezTo>
                    <a:pt x="1524" y="460"/>
                    <a:pt x="1530" y="538"/>
                    <a:pt x="1533" y="610"/>
                  </a:cubicBezTo>
                  <a:cubicBezTo>
                    <a:pt x="1535" y="657"/>
                    <a:pt x="1535" y="657"/>
                    <a:pt x="1535" y="657"/>
                  </a:cubicBezTo>
                  <a:cubicBezTo>
                    <a:pt x="1520" y="707"/>
                    <a:pt x="1544" y="773"/>
                    <a:pt x="1588" y="803"/>
                  </a:cubicBezTo>
                  <a:cubicBezTo>
                    <a:pt x="1588" y="803"/>
                    <a:pt x="1613" y="820"/>
                    <a:pt x="1644" y="848"/>
                  </a:cubicBezTo>
                  <a:cubicBezTo>
                    <a:pt x="1669" y="872"/>
                    <a:pt x="1698" y="902"/>
                    <a:pt x="1722" y="938"/>
                  </a:cubicBezTo>
                  <a:cubicBezTo>
                    <a:pt x="1755" y="989"/>
                    <a:pt x="1775" y="1050"/>
                    <a:pt x="1797" y="1107"/>
                  </a:cubicBezTo>
                  <a:cubicBezTo>
                    <a:pt x="1822" y="1173"/>
                    <a:pt x="1827" y="1230"/>
                    <a:pt x="1907" y="1240"/>
                  </a:cubicBezTo>
                  <a:cubicBezTo>
                    <a:pt x="1980" y="1250"/>
                    <a:pt x="2041" y="1287"/>
                    <a:pt x="2115" y="1256"/>
                  </a:cubicBezTo>
                  <a:cubicBezTo>
                    <a:pt x="2175" y="1230"/>
                    <a:pt x="2231" y="1180"/>
                    <a:pt x="2277" y="1135"/>
                  </a:cubicBezTo>
                  <a:cubicBezTo>
                    <a:pt x="2362" y="1050"/>
                    <a:pt x="2402" y="950"/>
                    <a:pt x="2409" y="847"/>
                  </a:cubicBezTo>
                  <a:cubicBezTo>
                    <a:pt x="2416" y="732"/>
                    <a:pt x="2383" y="613"/>
                    <a:pt x="2323" y="506"/>
                  </a:cubicBezTo>
                  <a:close/>
                  <a:moveTo>
                    <a:pt x="1809" y="1295"/>
                  </a:moveTo>
                  <a:cubicBezTo>
                    <a:pt x="1803" y="1263"/>
                    <a:pt x="1789" y="1231"/>
                    <a:pt x="1781" y="1200"/>
                  </a:cubicBezTo>
                  <a:cubicBezTo>
                    <a:pt x="1781" y="1200"/>
                    <a:pt x="1781" y="1200"/>
                    <a:pt x="1774" y="1177"/>
                  </a:cubicBezTo>
                  <a:cubicBezTo>
                    <a:pt x="1774" y="1176"/>
                    <a:pt x="1773" y="1174"/>
                    <a:pt x="1773" y="1172"/>
                  </a:cubicBezTo>
                  <a:cubicBezTo>
                    <a:pt x="1752" y="1100"/>
                    <a:pt x="1731" y="1044"/>
                    <a:pt x="1689" y="980"/>
                  </a:cubicBezTo>
                  <a:cubicBezTo>
                    <a:pt x="1661" y="936"/>
                    <a:pt x="1625" y="896"/>
                    <a:pt x="1585" y="862"/>
                  </a:cubicBezTo>
                  <a:cubicBezTo>
                    <a:pt x="1552" y="833"/>
                    <a:pt x="1515" y="809"/>
                    <a:pt x="1476" y="790"/>
                  </a:cubicBezTo>
                  <a:cubicBezTo>
                    <a:pt x="1426" y="766"/>
                    <a:pt x="1372" y="751"/>
                    <a:pt x="1317" y="747"/>
                  </a:cubicBezTo>
                  <a:cubicBezTo>
                    <a:pt x="1239" y="743"/>
                    <a:pt x="1170" y="787"/>
                    <a:pt x="1094" y="774"/>
                  </a:cubicBezTo>
                  <a:cubicBezTo>
                    <a:pt x="1027" y="762"/>
                    <a:pt x="978" y="726"/>
                    <a:pt x="907" y="739"/>
                  </a:cubicBezTo>
                  <a:cubicBezTo>
                    <a:pt x="796" y="758"/>
                    <a:pt x="690" y="801"/>
                    <a:pt x="577" y="807"/>
                  </a:cubicBezTo>
                  <a:cubicBezTo>
                    <a:pt x="548" y="809"/>
                    <a:pt x="488" y="788"/>
                    <a:pt x="489" y="831"/>
                  </a:cubicBezTo>
                  <a:cubicBezTo>
                    <a:pt x="489" y="859"/>
                    <a:pt x="535" y="915"/>
                    <a:pt x="553" y="938"/>
                  </a:cubicBezTo>
                  <a:cubicBezTo>
                    <a:pt x="595" y="991"/>
                    <a:pt x="627" y="1004"/>
                    <a:pt x="627" y="1004"/>
                  </a:cubicBezTo>
                  <a:cubicBezTo>
                    <a:pt x="676" y="1025"/>
                    <a:pt x="709" y="1085"/>
                    <a:pt x="700" y="1137"/>
                  </a:cubicBezTo>
                  <a:cubicBezTo>
                    <a:pt x="700" y="1137"/>
                    <a:pt x="699" y="1143"/>
                    <a:pt x="704" y="1182"/>
                  </a:cubicBezTo>
                  <a:cubicBezTo>
                    <a:pt x="704" y="1182"/>
                    <a:pt x="704" y="1183"/>
                    <a:pt x="704" y="1183"/>
                  </a:cubicBezTo>
                  <a:cubicBezTo>
                    <a:pt x="704" y="1183"/>
                    <a:pt x="704" y="1183"/>
                    <a:pt x="704" y="1183"/>
                  </a:cubicBezTo>
                  <a:cubicBezTo>
                    <a:pt x="707" y="1209"/>
                    <a:pt x="734" y="1224"/>
                    <a:pt x="753" y="1238"/>
                  </a:cubicBezTo>
                  <a:cubicBezTo>
                    <a:pt x="796" y="1269"/>
                    <a:pt x="821" y="1312"/>
                    <a:pt x="871" y="1334"/>
                  </a:cubicBezTo>
                  <a:cubicBezTo>
                    <a:pt x="921" y="1356"/>
                    <a:pt x="975" y="1374"/>
                    <a:pt x="1030" y="1384"/>
                  </a:cubicBezTo>
                  <a:cubicBezTo>
                    <a:pt x="1079" y="1393"/>
                    <a:pt x="1143" y="1388"/>
                    <a:pt x="1184" y="1421"/>
                  </a:cubicBezTo>
                  <a:cubicBezTo>
                    <a:pt x="1223" y="1453"/>
                    <a:pt x="1247" y="1484"/>
                    <a:pt x="1295" y="1503"/>
                  </a:cubicBezTo>
                  <a:cubicBezTo>
                    <a:pt x="1335" y="1518"/>
                    <a:pt x="1380" y="1527"/>
                    <a:pt x="1422" y="1539"/>
                  </a:cubicBezTo>
                  <a:cubicBezTo>
                    <a:pt x="1463" y="1552"/>
                    <a:pt x="1502" y="1574"/>
                    <a:pt x="1545" y="1579"/>
                  </a:cubicBezTo>
                  <a:cubicBezTo>
                    <a:pt x="1608" y="1586"/>
                    <a:pt x="1668" y="1566"/>
                    <a:pt x="1716" y="1526"/>
                  </a:cubicBezTo>
                  <a:cubicBezTo>
                    <a:pt x="1739" y="1506"/>
                    <a:pt x="1759" y="1483"/>
                    <a:pt x="1775" y="1458"/>
                  </a:cubicBezTo>
                  <a:cubicBezTo>
                    <a:pt x="1790" y="1436"/>
                    <a:pt x="1806" y="1413"/>
                    <a:pt x="1811" y="1387"/>
                  </a:cubicBezTo>
                  <a:cubicBezTo>
                    <a:pt x="1816" y="1367"/>
                    <a:pt x="1814" y="1341"/>
                    <a:pt x="1812" y="1320"/>
                  </a:cubicBezTo>
                  <a:cubicBezTo>
                    <a:pt x="1812" y="1312"/>
                    <a:pt x="1810" y="1304"/>
                    <a:pt x="1809" y="1295"/>
                  </a:cubicBezTo>
                  <a:close/>
                  <a:moveTo>
                    <a:pt x="1174" y="1487"/>
                  </a:moveTo>
                  <a:cubicBezTo>
                    <a:pt x="1173" y="1486"/>
                    <a:pt x="1173" y="1486"/>
                    <a:pt x="1173" y="1486"/>
                  </a:cubicBezTo>
                  <a:cubicBezTo>
                    <a:pt x="1149" y="1474"/>
                    <a:pt x="1132" y="1463"/>
                    <a:pt x="1105" y="1460"/>
                  </a:cubicBezTo>
                  <a:cubicBezTo>
                    <a:pt x="1086" y="1457"/>
                    <a:pt x="1058" y="1447"/>
                    <a:pt x="1044" y="1466"/>
                  </a:cubicBezTo>
                  <a:cubicBezTo>
                    <a:pt x="1035" y="1479"/>
                    <a:pt x="1028" y="1493"/>
                    <a:pt x="1021" y="1506"/>
                  </a:cubicBezTo>
                  <a:cubicBezTo>
                    <a:pt x="1009" y="1528"/>
                    <a:pt x="998" y="1552"/>
                    <a:pt x="984" y="1573"/>
                  </a:cubicBezTo>
                  <a:cubicBezTo>
                    <a:pt x="956" y="1616"/>
                    <a:pt x="925" y="1656"/>
                    <a:pt x="892" y="1695"/>
                  </a:cubicBezTo>
                  <a:cubicBezTo>
                    <a:pt x="866" y="1726"/>
                    <a:pt x="825" y="1756"/>
                    <a:pt x="809" y="1794"/>
                  </a:cubicBezTo>
                  <a:cubicBezTo>
                    <a:pt x="793" y="1830"/>
                    <a:pt x="802" y="1871"/>
                    <a:pt x="789" y="1907"/>
                  </a:cubicBezTo>
                  <a:cubicBezTo>
                    <a:pt x="776" y="1941"/>
                    <a:pt x="762" y="1975"/>
                    <a:pt x="752" y="2011"/>
                  </a:cubicBezTo>
                  <a:cubicBezTo>
                    <a:pt x="743" y="2043"/>
                    <a:pt x="720" y="2102"/>
                    <a:pt x="735" y="2135"/>
                  </a:cubicBezTo>
                  <a:cubicBezTo>
                    <a:pt x="746" y="2160"/>
                    <a:pt x="754" y="2153"/>
                    <a:pt x="778" y="2150"/>
                  </a:cubicBezTo>
                  <a:cubicBezTo>
                    <a:pt x="811" y="2145"/>
                    <a:pt x="847" y="2145"/>
                    <a:pt x="872" y="2170"/>
                  </a:cubicBezTo>
                  <a:cubicBezTo>
                    <a:pt x="880" y="2177"/>
                    <a:pt x="880" y="2177"/>
                    <a:pt x="880" y="2177"/>
                  </a:cubicBezTo>
                  <a:cubicBezTo>
                    <a:pt x="895" y="2209"/>
                    <a:pt x="926" y="2196"/>
                    <a:pt x="948" y="2148"/>
                  </a:cubicBezTo>
                  <a:cubicBezTo>
                    <a:pt x="948" y="2148"/>
                    <a:pt x="979" y="2082"/>
                    <a:pt x="1012" y="2005"/>
                  </a:cubicBezTo>
                  <a:cubicBezTo>
                    <a:pt x="1044" y="1930"/>
                    <a:pt x="1099" y="1861"/>
                    <a:pt x="1154" y="1801"/>
                  </a:cubicBezTo>
                  <a:cubicBezTo>
                    <a:pt x="1177" y="1776"/>
                    <a:pt x="1206" y="1761"/>
                    <a:pt x="1226" y="1733"/>
                  </a:cubicBezTo>
                  <a:cubicBezTo>
                    <a:pt x="1248" y="1702"/>
                    <a:pt x="1265" y="1664"/>
                    <a:pt x="1267" y="1625"/>
                  </a:cubicBezTo>
                  <a:cubicBezTo>
                    <a:pt x="1269" y="1596"/>
                    <a:pt x="1263" y="1564"/>
                    <a:pt x="1245" y="1541"/>
                  </a:cubicBezTo>
                  <a:cubicBezTo>
                    <a:pt x="1226" y="1515"/>
                    <a:pt x="1202" y="1501"/>
                    <a:pt x="1174" y="1487"/>
                  </a:cubicBezTo>
                  <a:close/>
                  <a:moveTo>
                    <a:pt x="797" y="1718"/>
                  </a:moveTo>
                  <a:cubicBezTo>
                    <a:pt x="838" y="1673"/>
                    <a:pt x="878" y="1628"/>
                    <a:pt x="919" y="1583"/>
                  </a:cubicBezTo>
                  <a:cubicBezTo>
                    <a:pt x="935" y="1566"/>
                    <a:pt x="962" y="1543"/>
                    <a:pt x="977" y="1520"/>
                  </a:cubicBezTo>
                  <a:cubicBezTo>
                    <a:pt x="981" y="1515"/>
                    <a:pt x="984" y="1510"/>
                    <a:pt x="986" y="1504"/>
                  </a:cubicBezTo>
                  <a:cubicBezTo>
                    <a:pt x="1012" y="1431"/>
                    <a:pt x="881" y="1406"/>
                    <a:pt x="831" y="1386"/>
                  </a:cubicBezTo>
                  <a:cubicBezTo>
                    <a:pt x="782" y="1366"/>
                    <a:pt x="699" y="1338"/>
                    <a:pt x="649" y="1322"/>
                  </a:cubicBezTo>
                  <a:cubicBezTo>
                    <a:pt x="649" y="1322"/>
                    <a:pt x="623" y="1314"/>
                    <a:pt x="584" y="1299"/>
                  </a:cubicBezTo>
                  <a:cubicBezTo>
                    <a:pt x="473" y="1257"/>
                    <a:pt x="194" y="1132"/>
                    <a:pt x="183" y="1346"/>
                  </a:cubicBezTo>
                  <a:cubicBezTo>
                    <a:pt x="180" y="1402"/>
                    <a:pt x="206" y="1458"/>
                    <a:pt x="222" y="1510"/>
                  </a:cubicBezTo>
                  <a:cubicBezTo>
                    <a:pt x="253" y="1611"/>
                    <a:pt x="320" y="1720"/>
                    <a:pt x="409" y="1779"/>
                  </a:cubicBezTo>
                  <a:cubicBezTo>
                    <a:pt x="458" y="1811"/>
                    <a:pt x="512" y="1813"/>
                    <a:pt x="569" y="1809"/>
                  </a:cubicBezTo>
                  <a:cubicBezTo>
                    <a:pt x="666" y="1800"/>
                    <a:pt x="729" y="1795"/>
                    <a:pt x="797" y="1718"/>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a:solidFill>
                  <a:srgbClr val="505050"/>
                </a:solidFill>
              </a:endParaRPr>
            </a:p>
          </p:txBody>
        </p:sp>
        <p:grpSp>
          <p:nvGrpSpPr>
            <p:cNvPr id="134" name="Group 133"/>
            <p:cNvGrpSpPr/>
            <p:nvPr/>
          </p:nvGrpSpPr>
          <p:grpSpPr>
            <a:xfrm>
              <a:off x="4469596" y="5727411"/>
              <a:ext cx="353569" cy="355525"/>
              <a:chOff x="1169858" y="919275"/>
              <a:chExt cx="526613" cy="529527"/>
            </a:xfrm>
            <a:solidFill>
              <a:schemeClr val="accent3">
                <a:alpha val="6000"/>
              </a:schemeClr>
            </a:solidFill>
            <a:effectLst/>
          </p:grpSpPr>
          <p:sp>
            <p:nvSpPr>
              <p:cNvPr id="136"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sp>
            <p:nvSpPr>
              <p:cNvPr id="137"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solidFill>
                    <a:srgbClr val="505050"/>
                  </a:solidFill>
                </a:endParaRPr>
              </a:p>
            </p:txBody>
          </p:sp>
        </p:grpSp>
        <p:sp>
          <p:nvSpPr>
            <p:cNvPr id="135" name="Rectangle 134"/>
            <p:cNvSpPr/>
            <p:nvPr/>
          </p:nvSpPr>
          <p:spPr bwMode="auto">
            <a:xfrm>
              <a:off x="3050518" y="5955095"/>
              <a:ext cx="1352315" cy="373633"/>
            </a:xfrm>
            <a:prstGeom prst="rect">
              <a:avLst/>
            </a:prstGeom>
            <a:gradFill flip="none" rotWithShape="1">
              <a:gsLst>
                <a:gs pos="0">
                  <a:schemeClr val="accent1">
                    <a:lumMod val="20000"/>
                    <a:lumOff val="80000"/>
                  </a:schemeClr>
                </a:gs>
                <a:gs pos="58000">
                  <a:schemeClr val="accent1">
                    <a:lumMod val="20000"/>
                    <a:lumOff val="80000"/>
                    <a:alpha val="58000"/>
                  </a:schemeClr>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grpSp>
      <p:pic>
        <p:nvPicPr>
          <p:cNvPr id="189" name="Picture 188"/>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31096" y="122424"/>
            <a:ext cx="2219691" cy="816499"/>
          </a:xfrm>
          <a:prstGeom prst="rect">
            <a:avLst/>
          </a:prstGeom>
        </p:spPr>
      </p:pic>
    </p:spTree>
    <p:extLst>
      <p:ext uri="{BB962C8B-B14F-4D97-AF65-F5344CB8AC3E}">
        <p14:creationId xmlns:p14="http://schemas.microsoft.com/office/powerpoint/2010/main" val="3463239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323328"/>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a:solidFill>
                  <a:srgbClr val="505050"/>
                </a:solidFill>
              </a:rPr>
              <a:pPr/>
              <a:t>‹#›</a:t>
            </a:fld>
            <a:endParaRPr lang="en-IN">
              <a:solidFill>
                <a:srgbClr val="505050"/>
              </a:solidFill>
            </a:endParaRPr>
          </a:p>
        </p:txBody>
      </p:sp>
    </p:spTree>
    <p:extLst>
      <p:ext uri="{BB962C8B-B14F-4D97-AF65-F5344CB8AC3E}">
        <p14:creationId xmlns:p14="http://schemas.microsoft.com/office/powerpoint/2010/main" val="3421555267"/>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a:solidFill>
                  <a:srgbClr val="FFFFFF"/>
                </a:solidFill>
              </a:rPr>
              <a:pPr/>
              <a:t>‹#›</a:t>
            </a:fld>
            <a:endParaRPr lang="en-IN">
              <a:solidFill>
                <a:srgbClr val="FFFFFF"/>
              </a:solidFill>
            </a:endParaRPr>
          </a:p>
        </p:txBody>
      </p:sp>
    </p:spTree>
    <p:extLst>
      <p:ext uri="{BB962C8B-B14F-4D97-AF65-F5344CB8AC3E}">
        <p14:creationId xmlns:p14="http://schemas.microsoft.com/office/powerpoint/2010/main" val="192479435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81070287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Walkin">
    <p:bg>
      <p:bgRef idx="1001">
        <a:schemeClr val="bg2"/>
      </p:bgRef>
    </p:bg>
    <p:spTree>
      <p:nvGrpSpPr>
        <p:cNvPr id="1" name=""/>
        <p:cNvGrpSpPr/>
        <p:nvPr/>
      </p:nvGrpSpPr>
      <p:grpSpPr>
        <a:xfrm>
          <a:off x="0" y="0"/>
          <a:ext cx="0" cy="0"/>
          <a:chOff x="0" y="0"/>
          <a:chExt cx="0" cy="0"/>
        </a:xfrm>
      </p:grpSpPr>
      <p:sp>
        <p:nvSpPr>
          <p:cNvPr id="87" name="Freeform 16"/>
          <p:cNvSpPr>
            <a:spLocks/>
          </p:cNvSpPr>
          <p:nvPr userDrawn="1"/>
        </p:nvSpPr>
        <p:spPr bwMode="auto">
          <a:xfrm>
            <a:off x="0" y="4032251"/>
            <a:ext cx="5659438" cy="2962275"/>
          </a:xfrm>
          <a:custGeom>
            <a:avLst/>
            <a:gdLst>
              <a:gd name="T0" fmla="*/ 128 w 3565"/>
              <a:gd name="T1" fmla="*/ 957 h 1866"/>
              <a:gd name="T2" fmla="*/ 187 w 3565"/>
              <a:gd name="T3" fmla="*/ 982 h 1866"/>
              <a:gd name="T4" fmla="*/ 246 w 3565"/>
              <a:gd name="T5" fmla="*/ 909 h 1866"/>
              <a:gd name="T6" fmla="*/ 463 w 3565"/>
              <a:gd name="T7" fmla="*/ 816 h 1866"/>
              <a:gd name="T8" fmla="*/ 501 w 3565"/>
              <a:gd name="T9" fmla="*/ 874 h 1866"/>
              <a:gd name="T10" fmla="*/ 543 w 3565"/>
              <a:gd name="T11" fmla="*/ 926 h 1866"/>
              <a:gd name="T12" fmla="*/ 632 w 3565"/>
              <a:gd name="T13" fmla="*/ 677 h 1866"/>
              <a:gd name="T14" fmla="*/ 774 w 3565"/>
              <a:gd name="T15" fmla="*/ 719 h 1866"/>
              <a:gd name="T16" fmla="*/ 822 w 3565"/>
              <a:gd name="T17" fmla="*/ 771 h 1866"/>
              <a:gd name="T18" fmla="*/ 1040 w 3565"/>
              <a:gd name="T19" fmla="*/ 691 h 1866"/>
              <a:gd name="T20" fmla="*/ 1151 w 3565"/>
              <a:gd name="T21" fmla="*/ 823 h 1866"/>
              <a:gd name="T22" fmla="*/ 1209 w 3565"/>
              <a:gd name="T23" fmla="*/ 608 h 1866"/>
              <a:gd name="T24" fmla="*/ 1251 w 3565"/>
              <a:gd name="T25" fmla="*/ 543 h 1866"/>
              <a:gd name="T26" fmla="*/ 1372 w 3565"/>
              <a:gd name="T27" fmla="*/ 608 h 1866"/>
              <a:gd name="T28" fmla="*/ 1413 w 3565"/>
              <a:gd name="T29" fmla="*/ 567 h 1866"/>
              <a:gd name="T30" fmla="*/ 1458 w 3565"/>
              <a:gd name="T31" fmla="*/ 629 h 1866"/>
              <a:gd name="T32" fmla="*/ 1510 w 3565"/>
              <a:gd name="T33" fmla="*/ 871 h 1866"/>
              <a:gd name="T34" fmla="*/ 1548 w 3565"/>
              <a:gd name="T35" fmla="*/ 608 h 1866"/>
              <a:gd name="T36" fmla="*/ 1600 w 3565"/>
              <a:gd name="T37" fmla="*/ 563 h 1866"/>
              <a:gd name="T38" fmla="*/ 1627 w 3565"/>
              <a:gd name="T39" fmla="*/ 619 h 1866"/>
              <a:gd name="T40" fmla="*/ 1648 w 3565"/>
              <a:gd name="T41" fmla="*/ 764 h 1866"/>
              <a:gd name="T42" fmla="*/ 1683 w 3565"/>
              <a:gd name="T43" fmla="*/ 950 h 1866"/>
              <a:gd name="T44" fmla="*/ 1721 w 3565"/>
              <a:gd name="T45" fmla="*/ 847 h 1866"/>
              <a:gd name="T46" fmla="*/ 1752 w 3565"/>
              <a:gd name="T47" fmla="*/ 536 h 1866"/>
              <a:gd name="T48" fmla="*/ 2038 w 3565"/>
              <a:gd name="T49" fmla="*/ 456 h 1866"/>
              <a:gd name="T50" fmla="*/ 2059 w 3565"/>
              <a:gd name="T51" fmla="*/ 539 h 1866"/>
              <a:gd name="T52" fmla="*/ 2173 w 3565"/>
              <a:gd name="T53" fmla="*/ 246 h 1866"/>
              <a:gd name="T54" fmla="*/ 2252 w 3565"/>
              <a:gd name="T55" fmla="*/ 201 h 1866"/>
              <a:gd name="T56" fmla="*/ 2287 w 3565"/>
              <a:gd name="T57" fmla="*/ 259 h 1866"/>
              <a:gd name="T58" fmla="*/ 2356 w 3565"/>
              <a:gd name="T59" fmla="*/ 843 h 1866"/>
              <a:gd name="T60" fmla="*/ 2384 w 3565"/>
              <a:gd name="T61" fmla="*/ 612 h 1866"/>
              <a:gd name="T62" fmla="*/ 2398 w 3565"/>
              <a:gd name="T63" fmla="*/ 432 h 1866"/>
              <a:gd name="T64" fmla="*/ 2436 w 3565"/>
              <a:gd name="T65" fmla="*/ 139 h 1866"/>
              <a:gd name="T66" fmla="*/ 2567 w 3565"/>
              <a:gd name="T67" fmla="*/ 0 h 1866"/>
              <a:gd name="T68" fmla="*/ 2598 w 3565"/>
              <a:gd name="T69" fmla="*/ 121 h 1866"/>
              <a:gd name="T70" fmla="*/ 2629 w 3565"/>
              <a:gd name="T71" fmla="*/ 173 h 1866"/>
              <a:gd name="T72" fmla="*/ 2670 w 3565"/>
              <a:gd name="T73" fmla="*/ 491 h 1866"/>
              <a:gd name="T74" fmla="*/ 2988 w 3565"/>
              <a:gd name="T75" fmla="*/ 346 h 1866"/>
              <a:gd name="T76" fmla="*/ 3071 w 3565"/>
              <a:gd name="T77" fmla="*/ 532 h 1866"/>
              <a:gd name="T78" fmla="*/ 3126 w 3565"/>
              <a:gd name="T79" fmla="*/ 498 h 1866"/>
              <a:gd name="T80" fmla="*/ 3233 w 3565"/>
              <a:gd name="T81" fmla="*/ 550 h 1866"/>
              <a:gd name="T82" fmla="*/ 3320 w 3565"/>
              <a:gd name="T83" fmla="*/ 463 h 1866"/>
              <a:gd name="T84" fmla="*/ 3382 w 3565"/>
              <a:gd name="T85" fmla="*/ 398 h 1866"/>
              <a:gd name="T86" fmla="*/ 3565 w 3565"/>
              <a:gd name="T87" fmla="*/ 446 h 1866"/>
              <a:gd name="T88" fmla="*/ 3565 w 3565"/>
              <a:gd name="T89" fmla="*/ 1866 h 1866"/>
              <a:gd name="T90" fmla="*/ 0 w 3565"/>
              <a:gd name="T91" fmla="*/ 957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65" h="1866">
                <a:moveTo>
                  <a:pt x="0" y="957"/>
                </a:moveTo>
                <a:lnTo>
                  <a:pt x="128" y="957"/>
                </a:lnTo>
                <a:lnTo>
                  <a:pt x="128" y="982"/>
                </a:lnTo>
                <a:lnTo>
                  <a:pt x="187" y="982"/>
                </a:lnTo>
                <a:lnTo>
                  <a:pt x="187" y="909"/>
                </a:lnTo>
                <a:lnTo>
                  <a:pt x="246" y="909"/>
                </a:lnTo>
                <a:lnTo>
                  <a:pt x="246" y="816"/>
                </a:lnTo>
                <a:lnTo>
                  <a:pt x="463" y="816"/>
                </a:lnTo>
                <a:lnTo>
                  <a:pt x="463" y="874"/>
                </a:lnTo>
                <a:lnTo>
                  <a:pt x="501" y="874"/>
                </a:lnTo>
                <a:lnTo>
                  <a:pt x="501" y="926"/>
                </a:lnTo>
                <a:lnTo>
                  <a:pt x="543" y="926"/>
                </a:lnTo>
                <a:lnTo>
                  <a:pt x="543" y="677"/>
                </a:lnTo>
                <a:lnTo>
                  <a:pt x="632" y="677"/>
                </a:lnTo>
                <a:lnTo>
                  <a:pt x="632" y="719"/>
                </a:lnTo>
                <a:lnTo>
                  <a:pt x="774" y="719"/>
                </a:lnTo>
                <a:lnTo>
                  <a:pt x="774" y="771"/>
                </a:lnTo>
                <a:lnTo>
                  <a:pt x="822" y="771"/>
                </a:lnTo>
                <a:lnTo>
                  <a:pt x="822" y="691"/>
                </a:lnTo>
                <a:lnTo>
                  <a:pt x="1040" y="691"/>
                </a:lnTo>
                <a:lnTo>
                  <a:pt x="1040" y="823"/>
                </a:lnTo>
                <a:lnTo>
                  <a:pt x="1151" y="823"/>
                </a:lnTo>
                <a:lnTo>
                  <a:pt x="1151" y="608"/>
                </a:lnTo>
                <a:lnTo>
                  <a:pt x="1209" y="608"/>
                </a:lnTo>
                <a:lnTo>
                  <a:pt x="1209" y="543"/>
                </a:lnTo>
                <a:lnTo>
                  <a:pt x="1251" y="543"/>
                </a:lnTo>
                <a:lnTo>
                  <a:pt x="1251" y="608"/>
                </a:lnTo>
                <a:lnTo>
                  <a:pt x="1372" y="608"/>
                </a:lnTo>
                <a:lnTo>
                  <a:pt x="1372" y="567"/>
                </a:lnTo>
                <a:lnTo>
                  <a:pt x="1413" y="567"/>
                </a:lnTo>
                <a:lnTo>
                  <a:pt x="1413" y="629"/>
                </a:lnTo>
                <a:lnTo>
                  <a:pt x="1458" y="629"/>
                </a:lnTo>
                <a:lnTo>
                  <a:pt x="1458" y="871"/>
                </a:lnTo>
                <a:lnTo>
                  <a:pt x="1510" y="871"/>
                </a:lnTo>
                <a:lnTo>
                  <a:pt x="1510" y="608"/>
                </a:lnTo>
                <a:lnTo>
                  <a:pt x="1548" y="608"/>
                </a:lnTo>
                <a:lnTo>
                  <a:pt x="1548" y="563"/>
                </a:lnTo>
                <a:lnTo>
                  <a:pt x="1600" y="563"/>
                </a:lnTo>
                <a:lnTo>
                  <a:pt x="1600" y="619"/>
                </a:lnTo>
                <a:lnTo>
                  <a:pt x="1627" y="619"/>
                </a:lnTo>
                <a:lnTo>
                  <a:pt x="1627" y="764"/>
                </a:lnTo>
                <a:lnTo>
                  <a:pt x="1648" y="764"/>
                </a:lnTo>
                <a:lnTo>
                  <a:pt x="1648" y="950"/>
                </a:lnTo>
                <a:lnTo>
                  <a:pt x="1683" y="950"/>
                </a:lnTo>
                <a:lnTo>
                  <a:pt x="1683" y="847"/>
                </a:lnTo>
                <a:lnTo>
                  <a:pt x="1721" y="847"/>
                </a:lnTo>
                <a:lnTo>
                  <a:pt x="1721" y="536"/>
                </a:lnTo>
                <a:lnTo>
                  <a:pt x="1752" y="536"/>
                </a:lnTo>
                <a:lnTo>
                  <a:pt x="1752" y="456"/>
                </a:lnTo>
                <a:lnTo>
                  <a:pt x="2038" y="456"/>
                </a:lnTo>
                <a:lnTo>
                  <a:pt x="2038" y="539"/>
                </a:lnTo>
                <a:lnTo>
                  <a:pt x="2059" y="539"/>
                </a:lnTo>
                <a:lnTo>
                  <a:pt x="2059" y="246"/>
                </a:lnTo>
                <a:lnTo>
                  <a:pt x="2173" y="246"/>
                </a:lnTo>
                <a:lnTo>
                  <a:pt x="2173" y="201"/>
                </a:lnTo>
                <a:lnTo>
                  <a:pt x="2252" y="201"/>
                </a:lnTo>
                <a:lnTo>
                  <a:pt x="2252" y="259"/>
                </a:lnTo>
                <a:lnTo>
                  <a:pt x="2287" y="259"/>
                </a:lnTo>
                <a:lnTo>
                  <a:pt x="2287" y="843"/>
                </a:lnTo>
                <a:lnTo>
                  <a:pt x="2356" y="843"/>
                </a:lnTo>
                <a:lnTo>
                  <a:pt x="2356" y="612"/>
                </a:lnTo>
                <a:lnTo>
                  <a:pt x="2384" y="612"/>
                </a:lnTo>
                <a:lnTo>
                  <a:pt x="2384" y="449"/>
                </a:lnTo>
                <a:lnTo>
                  <a:pt x="2398" y="432"/>
                </a:lnTo>
                <a:lnTo>
                  <a:pt x="2398" y="139"/>
                </a:lnTo>
                <a:lnTo>
                  <a:pt x="2436" y="139"/>
                </a:lnTo>
                <a:lnTo>
                  <a:pt x="2436" y="0"/>
                </a:lnTo>
                <a:lnTo>
                  <a:pt x="2567" y="0"/>
                </a:lnTo>
                <a:lnTo>
                  <a:pt x="2567" y="121"/>
                </a:lnTo>
                <a:lnTo>
                  <a:pt x="2598" y="121"/>
                </a:lnTo>
                <a:lnTo>
                  <a:pt x="2598" y="173"/>
                </a:lnTo>
                <a:lnTo>
                  <a:pt x="2629" y="173"/>
                </a:lnTo>
                <a:lnTo>
                  <a:pt x="2629" y="491"/>
                </a:lnTo>
                <a:lnTo>
                  <a:pt x="2670" y="491"/>
                </a:lnTo>
                <a:lnTo>
                  <a:pt x="2670" y="346"/>
                </a:lnTo>
                <a:lnTo>
                  <a:pt x="2988" y="346"/>
                </a:lnTo>
                <a:lnTo>
                  <a:pt x="2988" y="532"/>
                </a:lnTo>
                <a:lnTo>
                  <a:pt x="3071" y="532"/>
                </a:lnTo>
                <a:lnTo>
                  <a:pt x="3071" y="498"/>
                </a:lnTo>
                <a:lnTo>
                  <a:pt x="3126" y="498"/>
                </a:lnTo>
                <a:lnTo>
                  <a:pt x="3126" y="550"/>
                </a:lnTo>
                <a:lnTo>
                  <a:pt x="3233" y="550"/>
                </a:lnTo>
                <a:lnTo>
                  <a:pt x="3233" y="463"/>
                </a:lnTo>
                <a:lnTo>
                  <a:pt x="3320" y="463"/>
                </a:lnTo>
                <a:lnTo>
                  <a:pt x="3320" y="398"/>
                </a:lnTo>
                <a:lnTo>
                  <a:pt x="3382" y="398"/>
                </a:lnTo>
                <a:lnTo>
                  <a:pt x="3382" y="446"/>
                </a:lnTo>
                <a:lnTo>
                  <a:pt x="3565" y="446"/>
                </a:lnTo>
                <a:lnTo>
                  <a:pt x="3565" y="1040"/>
                </a:lnTo>
                <a:lnTo>
                  <a:pt x="3565" y="1866"/>
                </a:lnTo>
                <a:lnTo>
                  <a:pt x="0" y="1866"/>
                </a:lnTo>
                <a:lnTo>
                  <a:pt x="0" y="957"/>
                </a:ln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endParaRPr lang="en-US" sz="1800"/>
          </a:p>
        </p:txBody>
      </p:sp>
      <p:sp>
        <p:nvSpPr>
          <p:cNvPr id="88" name="Freeform 17"/>
          <p:cNvSpPr>
            <a:spLocks/>
          </p:cNvSpPr>
          <p:nvPr userDrawn="1"/>
        </p:nvSpPr>
        <p:spPr bwMode="auto">
          <a:xfrm>
            <a:off x="5503864" y="4559300"/>
            <a:ext cx="3146425" cy="2435225"/>
          </a:xfrm>
          <a:custGeom>
            <a:avLst/>
            <a:gdLst>
              <a:gd name="T0" fmla="*/ 1882 w 1982"/>
              <a:gd name="T1" fmla="*/ 456 h 1534"/>
              <a:gd name="T2" fmla="*/ 1882 w 1982"/>
              <a:gd name="T3" fmla="*/ 546 h 1534"/>
              <a:gd name="T4" fmla="*/ 1830 w 1982"/>
              <a:gd name="T5" fmla="*/ 546 h 1534"/>
              <a:gd name="T6" fmla="*/ 1830 w 1982"/>
              <a:gd name="T7" fmla="*/ 629 h 1534"/>
              <a:gd name="T8" fmla="*/ 1699 w 1982"/>
              <a:gd name="T9" fmla="*/ 629 h 1534"/>
              <a:gd name="T10" fmla="*/ 1699 w 1982"/>
              <a:gd name="T11" fmla="*/ 822 h 1534"/>
              <a:gd name="T12" fmla="*/ 1668 w 1982"/>
              <a:gd name="T13" fmla="*/ 822 h 1534"/>
              <a:gd name="T14" fmla="*/ 1668 w 1982"/>
              <a:gd name="T15" fmla="*/ 59 h 1534"/>
              <a:gd name="T16" fmla="*/ 1388 w 1982"/>
              <a:gd name="T17" fmla="*/ 59 h 1534"/>
              <a:gd name="T18" fmla="*/ 1388 w 1982"/>
              <a:gd name="T19" fmla="*/ 200 h 1534"/>
              <a:gd name="T20" fmla="*/ 1226 w 1982"/>
              <a:gd name="T21" fmla="*/ 200 h 1534"/>
              <a:gd name="T22" fmla="*/ 1226 w 1982"/>
              <a:gd name="T23" fmla="*/ 688 h 1534"/>
              <a:gd name="T24" fmla="*/ 1119 w 1982"/>
              <a:gd name="T25" fmla="*/ 688 h 1534"/>
              <a:gd name="T26" fmla="*/ 1119 w 1982"/>
              <a:gd name="T27" fmla="*/ 629 h 1534"/>
              <a:gd name="T28" fmla="*/ 1043 w 1982"/>
              <a:gd name="T29" fmla="*/ 629 h 1534"/>
              <a:gd name="T30" fmla="*/ 1043 w 1982"/>
              <a:gd name="T31" fmla="*/ 542 h 1534"/>
              <a:gd name="T32" fmla="*/ 839 w 1982"/>
              <a:gd name="T33" fmla="*/ 542 h 1534"/>
              <a:gd name="T34" fmla="*/ 839 w 1982"/>
              <a:gd name="T35" fmla="*/ 629 h 1534"/>
              <a:gd name="T36" fmla="*/ 736 w 1982"/>
              <a:gd name="T37" fmla="*/ 629 h 1534"/>
              <a:gd name="T38" fmla="*/ 736 w 1982"/>
              <a:gd name="T39" fmla="*/ 698 h 1534"/>
              <a:gd name="T40" fmla="*/ 694 w 1982"/>
              <a:gd name="T41" fmla="*/ 698 h 1534"/>
              <a:gd name="T42" fmla="*/ 694 w 1982"/>
              <a:gd name="T43" fmla="*/ 0 h 1534"/>
              <a:gd name="T44" fmla="*/ 331 w 1982"/>
              <a:gd name="T45" fmla="*/ 0 h 1534"/>
              <a:gd name="T46" fmla="*/ 331 w 1982"/>
              <a:gd name="T47" fmla="*/ 663 h 1534"/>
              <a:gd name="T48" fmla="*/ 245 w 1982"/>
              <a:gd name="T49" fmla="*/ 663 h 1534"/>
              <a:gd name="T50" fmla="*/ 245 w 1982"/>
              <a:gd name="T51" fmla="*/ 456 h 1534"/>
              <a:gd name="T52" fmla="*/ 93 w 1982"/>
              <a:gd name="T53" fmla="*/ 456 h 1534"/>
              <a:gd name="T54" fmla="*/ 93 w 1982"/>
              <a:gd name="T55" fmla="*/ 826 h 1534"/>
              <a:gd name="T56" fmla="*/ 0 w 1982"/>
              <a:gd name="T57" fmla="*/ 826 h 1534"/>
              <a:gd name="T58" fmla="*/ 0 w 1982"/>
              <a:gd name="T59" fmla="*/ 1534 h 1534"/>
              <a:gd name="T60" fmla="*/ 1982 w 1982"/>
              <a:gd name="T61" fmla="*/ 1534 h 1534"/>
              <a:gd name="T62" fmla="*/ 1982 w 1982"/>
              <a:gd name="T63" fmla="*/ 456 h 1534"/>
              <a:gd name="T64" fmla="*/ 1882 w 1982"/>
              <a:gd name="T65" fmla="*/ 456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82" h="1534">
                <a:moveTo>
                  <a:pt x="1882" y="456"/>
                </a:moveTo>
                <a:lnTo>
                  <a:pt x="1882" y="546"/>
                </a:lnTo>
                <a:lnTo>
                  <a:pt x="1830" y="546"/>
                </a:lnTo>
                <a:lnTo>
                  <a:pt x="1830" y="629"/>
                </a:lnTo>
                <a:lnTo>
                  <a:pt x="1699" y="629"/>
                </a:lnTo>
                <a:lnTo>
                  <a:pt x="1699" y="822"/>
                </a:lnTo>
                <a:lnTo>
                  <a:pt x="1668" y="822"/>
                </a:lnTo>
                <a:lnTo>
                  <a:pt x="1668" y="59"/>
                </a:lnTo>
                <a:lnTo>
                  <a:pt x="1388" y="59"/>
                </a:lnTo>
                <a:lnTo>
                  <a:pt x="1388" y="200"/>
                </a:lnTo>
                <a:lnTo>
                  <a:pt x="1226" y="200"/>
                </a:lnTo>
                <a:lnTo>
                  <a:pt x="1226" y="688"/>
                </a:lnTo>
                <a:lnTo>
                  <a:pt x="1119" y="688"/>
                </a:lnTo>
                <a:lnTo>
                  <a:pt x="1119" y="629"/>
                </a:lnTo>
                <a:lnTo>
                  <a:pt x="1043" y="629"/>
                </a:lnTo>
                <a:lnTo>
                  <a:pt x="1043" y="542"/>
                </a:lnTo>
                <a:lnTo>
                  <a:pt x="839" y="542"/>
                </a:lnTo>
                <a:lnTo>
                  <a:pt x="839" y="629"/>
                </a:lnTo>
                <a:lnTo>
                  <a:pt x="736" y="629"/>
                </a:lnTo>
                <a:lnTo>
                  <a:pt x="736" y="698"/>
                </a:lnTo>
                <a:lnTo>
                  <a:pt x="694" y="698"/>
                </a:lnTo>
                <a:lnTo>
                  <a:pt x="694" y="0"/>
                </a:lnTo>
                <a:lnTo>
                  <a:pt x="331" y="0"/>
                </a:lnTo>
                <a:lnTo>
                  <a:pt x="331" y="663"/>
                </a:lnTo>
                <a:lnTo>
                  <a:pt x="245" y="663"/>
                </a:lnTo>
                <a:lnTo>
                  <a:pt x="245" y="456"/>
                </a:lnTo>
                <a:lnTo>
                  <a:pt x="93" y="456"/>
                </a:lnTo>
                <a:lnTo>
                  <a:pt x="93" y="826"/>
                </a:lnTo>
                <a:lnTo>
                  <a:pt x="0" y="826"/>
                </a:lnTo>
                <a:lnTo>
                  <a:pt x="0" y="1534"/>
                </a:lnTo>
                <a:lnTo>
                  <a:pt x="1982" y="1534"/>
                </a:lnTo>
                <a:lnTo>
                  <a:pt x="1982" y="456"/>
                </a:lnTo>
                <a:lnTo>
                  <a:pt x="1882" y="456"/>
                </a:ln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endParaRPr lang="en-US" sz="1800"/>
          </a:p>
        </p:txBody>
      </p:sp>
      <p:sp>
        <p:nvSpPr>
          <p:cNvPr id="89" name="Freeform 18"/>
          <p:cNvSpPr>
            <a:spLocks/>
          </p:cNvSpPr>
          <p:nvPr userDrawn="1"/>
        </p:nvSpPr>
        <p:spPr bwMode="auto">
          <a:xfrm flipH="1">
            <a:off x="8636001" y="3024188"/>
            <a:ext cx="3800475" cy="3970338"/>
          </a:xfrm>
          <a:custGeom>
            <a:avLst/>
            <a:gdLst>
              <a:gd name="T0" fmla="*/ 2308 w 2394"/>
              <a:gd name="T1" fmla="*/ 1385 h 2501"/>
              <a:gd name="T2" fmla="*/ 2270 w 2394"/>
              <a:gd name="T3" fmla="*/ 1420 h 2501"/>
              <a:gd name="T4" fmla="*/ 2228 w 2394"/>
              <a:gd name="T5" fmla="*/ 1323 h 2501"/>
              <a:gd name="T6" fmla="*/ 2083 w 2394"/>
              <a:gd name="T7" fmla="*/ 1202 h 2501"/>
              <a:gd name="T8" fmla="*/ 2055 w 2394"/>
              <a:gd name="T9" fmla="*/ 1278 h 2501"/>
              <a:gd name="T10" fmla="*/ 2031 w 2394"/>
              <a:gd name="T11" fmla="*/ 1344 h 2501"/>
              <a:gd name="T12" fmla="*/ 1969 w 2394"/>
              <a:gd name="T13" fmla="*/ 1019 h 2501"/>
              <a:gd name="T14" fmla="*/ 1872 w 2394"/>
              <a:gd name="T15" fmla="*/ 1071 h 2501"/>
              <a:gd name="T16" fmla="*/ 1845 w 2394"/>
              <a:gd name="T17" fmla="*/ 1140 h 2501"/>
              <a:gd name="T18" fmla="*/ 1696 w 2394"/>
              <a:gd name="T19" fmla="*/ 1036 h 2501"/>
              <a:gd name="T20" fmla="*/ 1620 w 2394"/>
              <a:gd name="T21" fmla="*/ 1209 h 2501"/>
              <a:gd name="T22" fmla="*/ 1582 w 2394"/>
              <a:gd name="T23" fmla="*/ 929 h 2501"/>
              <a:gd name="T24" fmla="*/ 1555 w 2394"/>
              <a:gd name="T25" fmla="*/ 843 h 2501"/>
              <a:gd name="T26" fmla="*/ 1472 w 2394"/>
              <a:gd name="T27" fmla="*/ 929 h 2501"/>
              <a:gd name="T28" fmla="*/ 1447 w 2394"/>
              <a:gd name="T29" fmla="*/ 874 h 2501"/>
              <a:gd name="T30" fmla="*/ 1416 w 2394"/>
              <a:gd name="T31" fmla="*/ 953 h 2501"/>
              <a:gd name="T32" fmla="*/ 1382 w 2394"/>
              <a:gd name="T33" fmla="*/ 1274 h 2501"/>
              <a:gd name="T34" fmla="*/ 1354 w 2394"/>
              <a:gd name="T35" fmla="*/ 929 h 2501"/>
              <a:gd name="T36" fmla="*/ 1320 w 2394"/>
              <a:gd name="T37" fmla="*/ 867 h 2501"/>
              <a:gd name="T38" fmla="*/ 1302 w 2394"/>
              <a:gd name="T39" fmla="*/ 939 h 2501"/>
              <a:gd name="T40" fmla="*/ 1285 w 2394"/>
              <a:gd name="T41" fmla="*/ 1133 h 2501"/>
              <a:gd name="T42" fmla="*/ 1264 w 2394"/>
              <a:gd name="T43" fmla="*/ 1378 h 2501"/>
              <a:gd name="T44" fmla="*/ 1240 w 2394"/>
              <a:gd name="T45" fmla="*/ 1243 h 2501"/>
              <a:gd name="T46" fmla="*/ 1216 w 2394"/>
              <a:gd name="T47" fmla="*/ 701 h 2501"/>
              <a:gd name="T48" fmla="*/ 1026 w 2394"/>
              <a:gd name="T49" fmla="*/ 597 h 2501"/>
              <a:gd name="T50" fmla="*/ 1009 w 2394"/>
              <a:gd name="T51" fmla="*/ 708 h 2501"/>
              <a:gd name="T52" fmla="*/ 933 w 2394"/>
              <a:gd name="T53" fmla="*/ 324 h 2501"/>
              <a:gd name="T54" fmla="*/ 881 w 2394"/>
              <a:gd name="T55" fmla="*/ 262 h 2501"/>
              <a:gd name="T56" fmla="*/ 857 w 2394"/>
              <a:gd name="T57" fmla="*/ 338 h 2501"/>
              <a:gd name="T58" fmla="*/ 812 w 2394"/>
              <a:gd name="T59" fmla="*/ 1243 h 2501"/>
              <a:gd name="T60" fmla="*/ 795 w 2394"/>
              <a:gd name="T61" fmla="*/ 939 h 2501"/>
              <a:gd name="T62" fmla="*/ 784 w 2394"/>
              <a:gd name="T63" fmla="*/ 566 h 2501"/>
              <a:gd name="T64" fmla="*/ 757 w 2394"/>
              <a:gd name="T65" fmla="*/ 183 h 2501"/>
              <a:gd name="T66" fmla="*/ 670 w 2394"/>
              <a:gd name="T67" fmla="*/ 0 h 2501"/>
              <a:gd name="T68" fmla="*/ 646 w 2394"/>
              <a:gd name="T69" fmla="*/ 155 h 2501"/>
              <a:gd name="T70" fmla="*/ 629 w 2394"/>
              <a:gd name="T71" fmla="*/ 228 h 2501"/>
              <a:gd name="T72" fmla="*/ 598 w 2394"/>
              <a:gd name="T73" fmla="*/ 642 h 2501"/>
              <a:gd name="T74" fmla="*/ 387 w 2394"/>
              <a:gd name="T75" fmla="*/ 456 h 2501"/>
              <a:gd name="T76" fmla="*/ 332 w 2394"/>
              <a:gd name="T77" fmla="*/ 698 h 2501"/>
              <a:gd name="T78" fmla="*/ 294 w 2394"/>
              <a:gd name="T79" fmla="*/ 653 h 2501"/>
              <a:gd name="T80" fmla="*/ 221 w 2394"/>
              <a:gd name="T81" fmla="*/ 722 h 2501"/>
              <a:gd name="T82" fmla="*/ 163 w 2394"/>
              <a:gd name="T83" fmla="*/ 604 h 2501"/>
              <a:gd name="T84" fmla="*/ 121 w 2394"/>
              <a:gd name="T85" fmla="*/ 521 h 2501"/>
              <a:gd name="T86" fmla="*/ 0 w 2394"/>
              <a:gd name="T87" fmla="*/ 587 h 2501"/>
              <a:gd name="T88" fmla="*/ 0 w 2394"/>
              <a:gd name="T89" fmla="*/ 2501 h 2501"/>
              <a:gd name="T90" fmla="*/ 2394 w 2394"/>
              <a:gd name="T91" fmla="*/ 1385 h 2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94" h="2501">
                <a:moveTo>
                  <a:pt x="2394" y="1385"/>
                </a:moveTo>
                <a:lnTo>
                  <a:pt x="2308" y="1385"/>
                </a:lnTo>
                <a:lnTo>
                  <a:pt x="2308" y="1420"/>
                </a:lnTo>
                <a:lnTo>
                  <a:pt x="2270" y="1420"/>
                </a:lnTo>
                <a:lnTo>
                  <a:pt x="2270" y="1323"/>
                </a:lnTo>
                <a:lnTo>
                  <a:pt x="2228" y="1323"/>
                </a:lnTo>
                <a:lnTo>
                  <a:pt x="2228" y="1202"/>
                </a:lnTo>
                <a:lnTo>
                  <a:pt x="2083" y="1202"/>
                </a:lnTo>
                <a:lnTo>
                  <a:pt x="2083" y="1278"/>
                </a:lnTo>
                <a:lnTo>
                  <a:pt x="2055" y="1278"/>
                </a:lnTo>
                <a:lnTo>
                  <a:pt x="2055" y="1344"/>
                </a:lnTo>
                <a:lnTo>
                  <a:pt x="2031" y="1344"/>
                </a:lnTo>
                <a:lnTo>
                  <a:pt x="2031" y="1019"/>
                </a:lnTo>
                <a:lnTo>
                  <a:pt x="1969" y="1019"/>
                </a:lnTo>
                <a:lnTo>
                  <a:pt x="1969" y="1071"/>
                </a:lnTo>
                <a:lnTo>
                  <a:pt x="1872" y="1071"/>
                </a:lnTo>
                <a:lnTo>
                  <a:pt x="1872" y="1140"/>
                </a:lnTo>
                <a:lnTo>
                  <a:pt x="1845" y="1140"/>
                </a:lnTo>
                <a:lnTo>
                  <a:pt x="1845" y="1036"/>
                </a:lnTo>
                <a:lnTo>
                  <a:pt x="1696" y="1036"/>
                </a:lnTo>
                <a:lnTo>
                  <a:pt x="1696" y="1209"/>
                </a:lnTo>
                <a:lnTo>
                  <a:pt x="1620" y="1209"/>
                </a:lnTo>
                <a:lnTo>
                  <a:pt x="1620" y="929"/>
                </a:lnTo>
                <a:lnTo>
                  <a:pt x="1582" y="929"/>
                </a:lnTo>
                <a:lnTo>
                  <a:pt x="1582" y="843"/>
                </a:lnTo>
                <a:lnTo>
                  <a:pt x="1555" y="843"/>
                </a:lnTo>
                <a:lnTo>
                  <a:pt x="1555" y="929"/>
                </a:lnTo>
                <a:lnTo>
                  <a:pt x="1472" y="929"/>
                </a:lnTo>
                <a:lnTo>
                  <a:pt x="1472" y="874"/>
                </a:lnTo>
                <a:lnTo>
                  <a:pt x="1447" y="874"/>
                </a:lnTo>
                <a:lnTo>
                  <a:pt x="1447" y="953"/>
                </a:lnTo>
                <a:lnTo>
                  <a:pt x="1416" y="953"/>
                </a:lnTo>
                <a:lnTo>
                  <a:pt x="1416" y="1274"/>
                </a:lnTo>
                <a:lnTo>
                  <a:pt x="1382" y="1274"/>
                </a:lnTo>
                <a:lnTo>
                  <a:pt x="1382" y="929"/>
                </a:lnTo>
                <a:lnTo>
                  <a:pt x="1354" y="929"/>
                </a:lnTo>
                <a:lnTo>
                  <a:pt x="1354" y="867"/>
                </a:lnTo>
                <a:lnTo>
                  <a:pt x="1320" y="867"/>
                </a:lnTo>
                <a:lnTo>
                  <a:pt x="1320" y="939"/>
                </a:lnTo>
                <a:lnTo>
                  <a:pt x="1302" y="939"/>
                </a:lnTo>
                <a:lnTo>
                  <a:pt x="1302" y="1133"/>
                </a:lnTo>
                <a:lnTo>
                  <a:pt x="1285" y="1133"/>
                </a:lnTo>
                <a:lnTo>
                  <a:pt x="1285" y="1378"/>
                </a:lnTo>
                <a:lnTo>
                  <a:pt x="1264" y="1378"/>
                </a:lnTo>
                <a:lnTo>
                  <a:pt x="1264" y="1243"/>
                </a:lnTo>
                <a:lnTo>
                  <a:pt x="1240" y="1243"/>
                </a:lnTo>
                <a:lnTo>
                  <a:pt x="1240" y="701"/>
                </a:lnTo>
                <a:lnTo>
                  <a:pt x="1216" y="701"/>
                </a:lnTo>
                <a:lnTo>
                  <a:pt x="1216" y="597"/>
                </a:lnTo>
                <a:lnTo>
                  <a:pt x="1026" y="597"/>
                </a:lnTo>
                <a:lnTo>
                  <a:pt x="1026" y="708"/>
                </a:lnTo>
                <a:lnTo>
                  <a:pt x="1009" y="708"/>
                </a:lnTo>
                <a:lnTo>
                  <a:pt x="1009" y="324"/>
                </a:lnTo>
                <a:lnTo>
                  <a:pt x="933" y="324"/>
                </a:lnTo>
                <a:lnTo>
                  <a:pt x="933" y="262"/>
                </a:lnTo>
                <a:lnTo>
                  <a:pt x="881" y="262"/>
                </a:lnTo>
                <a:lnTo>
                  <a:pt x="881" y="338"/>
                </a:lnTo>
                <a:lnTo>
                  <a:pt x="857" y="338"/>
                </a:lnTo>
                <a:lnTo>
                  <a:pt x="857" y="1243"/>
                </a:lnTo>
                <a:lnTo>
                  <a:pt x="812" y="1243"/>
                </a:lnTo>
                <a:lnTo>
                  <a:pt x="812" y="939"/>
                </a:lnTo>
                <a:lnTo>
                  <a:pt x="795" y="939"/>
                </a:lnTo>
                <a:lnTo>
                  <a:pt x="795" y="590"/>
                </a:lnTo>
                <a:lnTo>
                  <a:pt x="784" y="566"/>
                </a:lnTo>
                <a:lnTo>
                  <a:pt x="784" y="183"/>
                </a:lnTo>
                <a:lnTo>
                  <a:pt x="757" y="183"/>
                </a:lnTo>
                <a:lnTo>
                  <a:pt x="757" y="0"/>
                </a:lnTo>
                <a:lnTo>
                  <a:pt x="670" y="0"/>
                </a:lnTo>
                <a:lnTo>
                  <a:pt x="670" y="155"/>
                </a:lnTo>
                <a:lnTo>
                  <a:pt x="646" y="155"/>
                </a:lnTo>
                <a:lnTo>
                  <a:pt x="646" y="228"/>
                </a:lnTo>
                <a:lnTo>
                  <a:pt x="629" y="228"/>
                </a:lnTo>
                <a:lnTo>
                  <a:pt x="629" y="642"/>
                </a:lnTo>
                <a:lnTo>
                  <a:pt x="598" y="642"/>
                </a:lnTo>
                <a:lnTo>
                  <a:pt x="598" y="456"/>
                </a:lnTo>
                <a:lnTo>
                  <a:pt x="387" y="456"/>
                </a:lnTo>
                <a:lnTo>
                  <a:pt x="387" y="698"/>
                </a:lnTo>
                <a:lnTo>
                  <a:pt x="332" y="698"/>
                </a:lnTo>
                <a:lnTo>
                  <a:pt x="332" y="653"/>
                </a:lnTo>
                <a:lnTo>
                  <a:pt x="294" y="653"/>
                </a:lnTo>
                <a:lnTo>
                  <a:pt x="294" y="722"/>
                </a:lnTo>
                <a:lnTo>
                  <a:pt x="221" y="722"/>
                </a:lnTo>
                <a:lnTo>
                  <a:pt x="221" y="604"/>
                </a:lnTo>
                <a:lnTo>
                  <a:pt x="163" y="604"/>
                </a:lnTo>
                <a:lnTo>
                  <a:pt x="163" y="521"/>
                </a:lnTo>
                <a:lnTo>
                  <a:pt x="121" y="521"/>
                </a:lnTo>
                <a:lnTo>
                  <a:pt x="121" y="587"/>
                </a:lnTo>
                <a:lnTo>
                  <a:pt x="0" y="587"/>
                </a:lnTo>
                <a:lnTo>
                  <a:pt x="0" y="1503"/>
                </a:lnTo>
                <a:lnTo>
                  <a:pt x="0" y="2501"/>
                </a:lnTo>
                <a:lnTo>
                  <a:pt x="2394" y="2501"/>
                </a:lnTo>
                <a:lnTo>
                  <a:pt x="2394" y="1385"/>
                </a:ln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lvl="0"/>
            <a:endParaRPr lang="en-US" sz="1800"/>
          </a:p>
        </p:txBody>
      </p:sp>
      <p:sp>
        <p:nvSpPr>
          <p:cNvPr id="91" name="Freeform 20"/>
          <p:cNvSpPr>
            <a:spLocks noEditPoints="1"/>
          </p:cNvSpPr>
          <p:nvPr userDrawn="1"/>
        </p:nvSpPr>
        <p:spPr bwMode="auto">
          <a:xfrm>
            <a:off x="8267995" y="309233"/>
            <a:ext cx="546100" cy="5896513"/>
          </a:xfrm>
          <a:custGeom>
            <a:avLst/>
            <a:gdLst>
              <a:gd name="T0" fmla="*/ 51 w 93"/>
              <a:gd name="T1" fmla="*/ 1003 h 1003"/>
              <a:gd name="T2" fmla="*/ 51 w 93"/>
              <a:gd name="T3" fmla="*/ 1002 h 1003"/>
              <a:gd name="T4" fmla="*/ 42 w 93"/>
              <a:gd name="T5" fmla="*/ 1002 h 1003"/>
              <a:gd name="T6" fmla="*/ 42 w 93"/>
              <a:gd name="T7" fmla="*/ 1003 h 1003"/>
              <a:gd name="T8" fmla="*/ 0 w 93"/>
              <a:gd name="T9" fmla="*/ 1003 h 1003"/>
              <a:gd name="T10" fmla="*/ 34 w 93"/>
              <a:gd name="T11" fmla="*/ 384 h 1003"/>
              <a:gd name="T12" fmla="*/ 4 w 93"/>
              <a:gd name="T13" fmla="*/ 370 h 1003"/>
              <a:gd name="T14" fmla="*/ 13 w 93"/>
              <a:gd name="T15" fmla="*/ 360 h 1003"/>
              <a:gd name="T16" fmla="*/ 3 w 93"/>
              <a:gd name="T17" fmla="*/ 344 h 1003"/>
              <a:gd name="T18" fmla="*/ 15 w 93"/>
              <a:gd name="T19" fmla="*/ 325 h 1003"/>
              <a:gd name="T20" fmla="*/ 15 w 93"/>
              <a:gd name="T21" fmla="*/ 324 h 1003"/>
              <a:gd name="T22" fmla="*/ 29 w 93"/>
              <a:gd name="T23" fmla="*/ 309 h 1003"/>
              <a:gd name="T24" fmla="*/ 35 w 93"/>
              <a:gd name="T25" fmla="*/ 309 h 1003"/>
              <a:gd name="T26" fmla="*/ 35 w 93"/>
              <a:gd name="T27" fmla="*/ 300 h 1003"/>
              <a:gd name="T28" fmla="*/ 35 w 93"/>
              <a:gd name="T29" fmla="*/ 300 h 1003"/>
              <a:gd name="T30" fmla="*/ 29 w 93"/>
              <a:gd name="T31" fmla="*/ 294 h 1003"/>
              <a:gd name="T32" fmla="*/ 35 w 93"/>
              <a:gd name="T33" fmla="*/ 288 h 1003"/>
              <a:gd name="T34" fmla="*/ 35 w 93"/>
              <a:gd name="T35" fmla="*/ 288 h 1003"/>
              <a:gd name="T36" fmla="*/ 35 w 93"/>
              <a:gd name="T37" fmla="*/ 178 h 1003"/>
              <a:gd name="T38" fmla="*/ 58 w 93"/>
              <a:gd name="T39" fmla="*/ 178 h 1003"/>
              <a:gd name="T40" fmla="*/ 58 w 93"/>
              <a:gd name="T41" fmla="*/ 288 h 1003"/>
              <a:gd name="T42" fmla="*/ 58 w 93"/>
              <a:gd name="T43" fmla="*/ 288 h 1003"/>
              <a:gd name="T44" fmla="*/ 64 w 93"/>
              <a:gd name="T45" fmla="*/ 294 h 1003"/>
              <a:gd name="T46" fmla="*/ 58 w 93"/>
              <a:gd name="T47" fmla="*/ 300 h 1003"/>
              <a:gd name="T48" fmla="*/ 58 w 93"/>
              <a:gd name="T49" fmla="*/ 300 h 1003"/>
              <a:gd name="T50" fmla="*/ 58 w 93"/>
              <a:gd name="T51" fmla="*/ 309 h 1003"/>
              <a:gd name="T52" fmla="*/ 63 w 93"/>
              <a:gd name="T53" fmla="*/ 309 h 1003"/>
              <a:gd name="T54" fmla="*/ 78 w 93"/>
              <a:gd name="T55" fmla="*/ 324 h 1003"/>
              <a:gd name="T56" fmla="*/ 78 w 93"/>
              <a:gd name="T57" fmla="*/ 325 h 1003"/>
              <a:gd name="T58" fmla="*/ 90 w 93"/>
              <a:gd name="T59" fmla="*/ 344 h 1003"/>
              <a:gd name="T60" fmla="*/ 80 w 93"/>
              <a:gd name="T61" fmla="*/ 360 h 1003"/>
              <a:gd name="T62" fmla="*/ 89 w 93"/>
              <a:gd name="T63" fmla="*/ 370 h 1003"/>
              <a:gd name="T64" fmla="*/ 59 w 93"/>
              <a:gd name="T65" fmla="*/ 384 h 1003"/>
              <a:gd name="T66" fmla="*/ 93 w 93"/>
              <a:gd name="T67" fmla="*/ 1003 h 1003"/>
              <a:gd name="T68" fmla="*/ 51 w 93"/>
              <a:gd name="T69" fmla="*/ 1003 h 1003"/>
              <a:gd name="T70" fmla="*/ 63 w 93"/>
              <a:gd name="T71" fmla="*/ 177 h 1003"/>
              <a:gd name="T72" fmla="*/ 53 w 93"/>
              <a:gd name="T73" fmla="*/ 165 h 1003"/>
              <a:gd name="T74" fmla="*/ 53 w 93"/>
              <a:gd name="T75" fmla="*/ 94 h 1003"/>
              <a:gd name="T76" fmla="*/ 51 w 93"/>
              <a:gd name="T77" fmla="*/ 94 h 1003"/>
              <a:gd name="T78" fmla="*/ 51 w 93"/>
              <a:gd name="T79" fmla="*/ 66 h 1003"/>
              <a:gd name="T80" fmla="*/ 50 w 93"/>
              <a:gd name="T81" fmla="*/ 66 h 1003"/>
              <a:gd name="T82" fmla="*/ 50 w 93"/>
              <a:gd name="T83" fmla="*/ 35 h 1003"/>
              <a:gd name="T84" fmla="*/ 49 w 93"/>
              <a:gd name="T85" fmla="*/ 35 h 1003"/>
              <a:gd name="T86" fmla="*/ 49 w 93"/>
              <a:gd name="T87" fmla="*/ 0 h 1003"/>
              <a:gd name="T88" fmla="*/ 44 w 93"/>
              <a:gd name="T89" fmla="*/ 0 h 1003"/>
              <a:gd name="T90" fmla="*/ 44 w 93"/>
              <a:gd name="T91" fmla="*/ 35 h 1003"/>
              <a:gd name="T92" fmla="*/ 43 w 93"/>
              <a:gd name="T93" fmla="*/ 35 h 1003"/>
              <a:gd name="T94" fmla="*/ 43 w 93"/>
              <a:gd name="T95" fmla="*/ 66 h 1003"/>
              <a:gd name="T96" fmla="*/ 42 w 93"/>
              <a:gd name="T97" fmla="*/ 66 h 1003"/>
              <a:gd name="T98" fmla="*/ 42 w 93"/>
              <a:gd name="T99" fmla="*/ 94 h 1003"/>
              <a:gd name="T100" fmla="*/ 40 w 93"/>
              <a:gd name="T101" fmla="*/ 94 h 1003"/>
              <a:gd name="T102" fmla="*/ 40 w 93"/>
              <a:gd name="T103" fmla="*/ 165 h 1003"/>
              <a:gd name="T104" fmla="*/ 29 w 93"/>
              <a:gd name="T105" fmla="*/ 177 h 1003"/>
              <a:gd name="T106" fmla="*/ 29 w 93"/>
              <a:gd name="T107" fmla="*/ 177 h 1003"/>
              <a:gd name="T108" fmla="*/ 63 w 93"/>
              <a:gd name="T109" fmla="*/ 177 h 1003"/>
              <a:gd name="T110" fmla="*/ 63 w 93"/>
              <a:gd name="T111" fmla="*/ 177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3" h="1003">
                <a:moveTo>
                  <a:pt x="51" y="1003"/>
                </a:moveTo>
                <a:cubicBezTo>
                  <a:pt x="51" y="1002"/>
                  <a:pt x="51" y="1002"/>
                  <a:pt x="51" y="1002"/>
                </a:cubicBezTo>
                <a:cubicBezTo>
                  <a:pt x="42" y="1002"/>
                  <a:pt x="42" y="1002"/>
                  <a:pt x="42" y="1002"/>
                </a:cubicBezTo>
                <a:cubicBezTo>
                  <a:pt x="42" y="1003"/>
                  <a:pt x="42" y="1003"/>
                  <a:pt x="42" y="1003"/>
                </a:cubicBezTo>
                <a:cubicBezTo>
                  <a:pt x="0" y="1003"/>
                  <a:pt x="0" y="1003"/>
                  <a:pt x="0" y="1003"/>
                </a:cubicBezTo>
                <a:cubicBezTo>
                  <a:pt x="0" y="1003"/>
                  <a:pt x="25" y="599"/>
                  <a:pt x="34" y="384"/>
                </a:cubicBezTo>
                <a:cubicBezTo>
                  <a:pt x="17" y="382"/>
                  <a:pt x="4" y="377"/>
                  <a:pt x="4" y="370"/>
                </a:cubicBezTo>
                <a:cubicBezTo>
                  <a:pt x="4" y="366"/>
                  <a:pt x="8" y="363"/>
                  <a:pt x="13" y="360"/>
                </a:cubicBezTo>
                <a:cubicBezTo>
                  <a:pt x="7" y="356"/>
                  <a:pt x="3" y="350"/>
                  <a:pt x="3" y="344"/>
                </a:cubicBezTo>
                <a:cubicBezTo>
                  <a:pt x="3" y="336"/>
                  <a:pt x="8" y="330"/>
                  <a:pt x="15" y="325"/>
                </a:cubicBezTo>
                <a:cubicBezTo>
                  <a:pt x="15" y="324"/>
                  <a:pt x="15" y="324"/>
                  <a:pt x="15" y="324"/>
                </a:cubicBezTo>
                <a:cubicBezTo>
                  <a:pt x="15" y="316"/>
                  <a:pt x="22" y="309"/>
                  <a:pt x="29" y="309"/>
                </a:cubicBezTo>
                <a:cubicBezTo>
                  <a:pt x="35" y="309"/>
                  <a:pt x="35" y="309"/>
                  <a:pt x="35" y="309"/>
                </a:cubicBezTo>
                <a:cubicBezTo>
                  <a:pt x="35" y="300"/>
                  <a:pt x="35" y="300"/>
                  <a:pt x="35" y="300"/>
                </a:cubicBezTo>
                <a:cubicBezTo>
                  <a:pt x="35" y="300"/>
                  <a:pt x="35" y="300"/>
                  <a:pt x="35" y="300"/>
                </a:cubicBezTo>
                <a:cubicBezTo>
                  <a:pt x="31" y="300"/>
                  <a:pt x="29" y="297"/>
                  <a:pt x="29" y="294"/>
                </a:cubicBezTo>
                <a:cubicBezTo>
                  <a:pt x="29" y="291"/>
                  <a:pt x="31" y="288"/>
                  <a:pt x="35" y="288"/>
                </a:cubicBezTo>
                <a:cubicBezTo>
                  <a:pt x="35" y="288"/>
                  <a:pt x="35" y="288"/>
                  <a:pt x="35" y="288"/>
                </a:cubicBezTo>
                <a:cubicBezTo>
                  <a:pt x="35" y="178"/>
                  <a:pt x="35" y="178"/>
                  <a:pt x="35" y="178"/>
                </a:cubicBezTo>
                <a:cubicBezTo>
                  <a:pt x="58" y="178"/>
                  <a:pt x="58" y="178"/>
                  <a:pt x="58" y="178"/>
                </a:cubicBezTo>
                <a:cubicBezTo>
                  <a:pt x="58" y="288"/>
                  <a:pt x="58" y="288"/>
                  <a:pt x="58" y="288"/>
                </a:cubicBezTo>
                <a:cubicBezTo>
                  <a:pt x="58" y="288"/>
                  <a:pt x="58" y="288"/>
                  <a:pt x="58" y="288"/>
                </a:cubicBezTo>
                <a:cubicBezTo>
                  <a:pt x="62" y="288"/>
                  <a:pt x="64" y="291"/>
                  <a:pt x="64" y="294"/>
                </a:cubicBezTo>
                <a:cubicBezTo>
                  <a:pt x="64" y="297"/>
                  <a:pt x="62" y="300"/>
                  <a:pt x="58" y="300"/>
                </a:cubicBezTo>
                <a:cubicBezTo>
                  <a:pt x="58" y="300"/>
                  <a:pt x="58" y="300"/>
                  <a:pt x="58" y="300"/>
                </a:cubicBezTo>
                <a:cubicBezTo>
                  <a:pt x="58" y="309"/>
                  <a:pt x="58" y="309"/>
                  <a:pt x="58" y="309"/>
                </a:cubicBezTo>
                <a:cubicBezTo>
                  <a:pt x="63" y="309"/>
                  <a:pt x="63" y="309"/>
                  <a:pt x="63" y="309"/>
                </a:cubicBezTo>
                <a:cubicBezTo>
                  <a:pt x="71" y="309"/>
                  <a:pt x="78" y="316"/>
                  <a:pt x="78" y="324"/>
                </a:cubicBezTo>
                <a:cubicBezTo>
                  <a:pt x="78" y="325"/>
                  <a:pt x="78" y="325"/>
                  <a:pt x="78" y="325"/>
                </a:cubicBezTo>
                <a:cubicBezTo>
                  <a:pt x="85" y="330"/>
                  <a:pt x="90" y="336"/>
                  <a:pt x="90" y="344"/>
                </a:cubicBezTo>
                <a:cubicBezTo>
                  <a:pt x="90" y="350"/>
                  <a:pt x="86" y="356"/>
                  <a:pt x="80" y="360"/>
                </a:cubicBezTo>
                <a:cubicBezTo>
                  <a:pt x="85" y="363"/>
                  <a:pt x="89" y="366"/>
                  <a:pt x="89" y="370"/>
                </a:cubicBezTo>
                <a:cubicBezTo>
                  <a:pt x="89" y="377"/>
                  <a:pt x="76" y="382"/>
                  <a:pt x="59" y="384"/>
                </a:cubicBezTo>
                <a:cubicBezTo>
                  <a:pt x="68" y="599"/>
                  <a:pt x="93" y="1003"/>
                  <a:pt x="93" y="1003"/>
                </a:cubicBezTo>
                <a:lnTo>
                  <a:pt x="51" y="1003"/>
                </a:lnTo>
                <a:close/>
                <a:moveTo>
                  <a:pt x="63" y="177"/>
                </a:moveTo>
                <a:cubicBezTo>
                  <a:pt x="63" y="171"/>
                  <a:pt x="59" y="167"/>
                  <a:pt x="53" y="165"/>
                </a:cubicBezTo>
                <a:cubicBezTo>
                  <a:pt x="53" y="94"/>
                  <a:pt x="53" y="94"/>
                  <a:pt x="53" y="94"/>
                </a:cubicBezTo>
                <a:cubicBezTo>
                  <a:pt x="51" y="94"/>
                  <a:pt x="51" y="94"/>
                  <a:pt x="51" y="94"/>
                </a:cubicBezTo>
                <a:cubicBezTo>
                  <a:pt x="51" y="66"/>
                  <a:pt x="51" y="66"/>
                  <a:pt x="51" y="66"/>
                </a:cubicBezTo>
                <a:cubicBezTo>
                  <a:pt x="50" y="66"/>
                  <a:pt x="50" y="66"/>
                  <a:pt x="50" y="66"/>
                </a:cubicBezTo>
                <a:cubicBezTo>
                  <a:pt x="50" y="35"/>
                  <a:pt x="50" y="35"/>
                  <a:pt x="50" y="35"/>
                </a:cubicBezTo>
                <a:cubicBezTo>
                  <a:pt x="49" y="35"/>
                  <a:pt x="49" y="35"/>
                  <a:pt x="49" y="35"/>
                </a:cubicBezTo>
                <a:cubicBezTo>
                  <a:pt x="49" y="0"/>
                  <a:pt x="49" y="0"/>
                  <a:pt x="49" y="0"/>
                </a:cubicBezTo>
                <a:cubicBezTo>
                  <a:pt x="44" y="0"/>
                  <a:pt x="44" y="0"/>
                  <a:pt x="44" y="0"/>
                </a:cubicBezTo>
                <a:cubicBezTo>
                  <a:pt x="44" y="35"/>
                  <a:pt x="44" y="35"/>
                  <a:pt x="44" y="35"/>
                </a:cubicBezTo>
                <a:cubicBezTo>
                  <a:pt x="43" y="35"/>
                  <a:pt x="43" y="35"/>
                  <a:pt x="43" y="35"/>
                </a:cubicBezTo>
                <a:cubicBezTo>
                  <a:pt x="43" y="66"/>
                  <a:pt x="43" y="66"/>
                  <a:pt x="43" y="66"/>
                </a:cubicBezTo>
                <a:cubicBezTo>
                  <a:pt x="42" y="66"/>
                  <a:pt x="42" y="66"/>
                  <a:pt x="42" y="66"/>
                </a:cubicBezTo>
                <a:cubicBezTo>
                  <a:pt x="42" y="94"/>
                  <a:pt x="42" y="94"/>
                  <a:pt x="42" y="94"/>
                </a:cubicBezTo>
                <a:cubicBezTo>
                  <a:pt x="40" y="94"/>
                  <a:pt x="40" y="94"/>
                  <a:pt x="40" y="94"/>
                </a:cubicBezTo>
                <a:cubicBezTo>
                  <a:pt x="40" y="165"/>
                  <a:pt x="40" y="165"/>
                  <a:pt x="40" y="165"/>
                </a:cubicBezTo>
                <a:cubicBezTo>
                  <a:pt x="34" y="167"/>
                  <a:pt x="29" y="171"/>
                  <a:pt x="29" y="177"/>
                </a:cubicBezTo>
                <a:cubicBezTo>
                  <a:pt x="29" y="177"/>
                  <a:pt x="29" y="177"/>
                  <a:pt x="29" y="177"/>
                </a:cubicBezTo>
                <a:cubicBezTo>
                  <a:pt x="63" y="177"/>
                  <a:pt x="63" y="177"/>
                  <a:pt x="63" y="177"/>
                </a:cubicBezTo>
                <a:cubicBezTo>
                  <a:pt x="63" y="177"/>
                  <a:pt x="63" y="177"/>
                  <a:pt x="63" y="177"/>
                </a:cubicBezTo>
                <a:close/>
              </a:path>
            </a:pathLst>
          </a:custGeom>
          <a:solidFill>
            <a:schemeClr val="accent4">
              <a:lumMod val="50000"/>
            </a:schemeClr>
          </a:solidFill>
          <a:ln>
            <a:noFill/>
          </a:ln>
        </p:spPr>
        <p:txBody>
          <a:bodyPr vert="horz" wrap="square" lIns="91427" tIns="45713" rIns="91427" bIns="45713" numCol="1" anchor="t" anchorCtr="0" compatLnSpc="1">
            <a:prstTxWarp prst="textNoShape">
              <a:avLst/>
            </a:prstTxWarp>
          </a:bodyPr>
          <a:lstStyle/>
          <a:p>
            <a:endParaRPr lang="en-US" sz="1800"/>
          </a:p>
        </p:txBody>
      </p:sp>
      <p:pic>
        <p:nvPicPr>
          <p:cNvPr id="19" name="Picture 18"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9231" y="6240963"/>
            <a:ext cx="1278510" cy="274137"/>
          </a:xfrm>
          <a:prstGeom prst="rect">
            <a:avLst/>
          </a:prstGeom>
        </p:spPr>
      </p:pic>
      <p:pic>
        <p:nvPicPr>
          <p:cNvPr id="8" name="Picture 7"/>
          <p:cNvPicPr>
            <a:picLocks noChangeAspect="1"/>
          </p:cNvPicPr>
          <p:nvPr userDrawn="1"/>
        </p:nvPicPr>
        <p:blipFill rotWithShape="1">
          <a:blip r:embed="rId3" cstate="screen">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grpSp>
        <p:nvGrpSpPr>
          <p:cNvPr id="6" name="Group 4"/>
          <p:cNvGrpSpPr>
            <a:grpSpLocks noChangeAspect="1"/>
          </p:cNvGrpSpPr>
          <p:nvPr userDrawn="1"/>
        </p:nvGrpSpPr>
        <p:grpSpPr bwMode="auto">
          <a:xfrm>
            <a:off x="394443" y="1325247"/>
            <a:ext cx="2592656" cy="2967353"/>
            <a:chOff x="1343" y="-743"/>
            <a:chExt cx="5148" cy="5892"/>
          </a:xfrm>
          <a:solidFill>
            <a:schemeClr val="tx1"/>
          </a:solidFill>
        </p:grpSpPr>
        <p:sp>
          <p:nvSpPr>
            <p:cNvPr id="11" name="Freeform 5"/>
            <p:cNvSpPr>
              <a:spLocks/>
            </p:cNvSpPr>
            <p:nvPr userDrawn="1"/>
          </p:nvSpPr>
          <p:spPr bwMode="auto">
            <a:xfrm>
              <a:off x="1426" y="-689"/>
              <a:ext cx="745" cy="743"/>
            </a:xfrm>
            <a:custGeom>
              <a:avLst/>
              <a:gdLst>
                <a:gd name="T0" fmla="*/ 315 w 315"/>
                <a:gd name="T1" fmla="*/ 314 h 314"/>
                <a:gd name="T2" fmla="*/ 279 w 315"/>
                <a:gd name="T3" fmla="*/ 314 h 314"/>
                <a:gd name="T4" fmla="*/ 279 w 315"/>
                <a:gd name="T5" fmla="*/ 103 h 314"/>
                <a:gd name="T6" fmla="*/ 282 w 315"/>
                <a:gd name="T7" fmla="*/ 42 h 314"/>
                <a:gd name="T8" fmla="*/ 281 w 315"/>
                <a:gd name="T9" fmla="*/ 42 h 314"/>
                <a:gd name="T10" fmla="*/ 272 w 315"/>
                <a:gd name="T11" fmla="*/ 72 h 314"/>
                <a:gd name="T12" fmla="*/ 166 w 315"/>
                <a:gd name="T13" fmla="*/ 314 h 314"/>
                <a:gd name="T14" fmla="*/ 149 w 315"/>
                <a:gd name="T15" fmla="*/ 314 h 314"/>
                <a:gd name="T16" fmla="*/ 43 w 315"/>
                <a:gd name="T17" fmla="*/ 74 h 314"/>
                <a:gd name="T18" fmla="*/ 34 w 315"/>
                <a:gd name="T19" fmla="*/ 42 h 314"/>
                <a:gd name="T20" fmla="*/ 33 w 315"/>
                <a:gd name="T21" fmla="*/ 42 h 314"/>
                <a:gd name="T22" fmla="*/ 35 w 315"/>
                <a:gd name="T23" fmla="*/ 103 h 314"/>
                <a:gd name="T24" fmla="*/ 35 w 315"/>
                <a:gd name="T25" fmla="*/ 314 h 314"/>
                <a:gd name="T26" fmla="*/ 0 w 315"/>
                <a:gd name="T27" fmla="*/ 314 h 314"/>
                <a:gd name="T28" fmla="*/ 0 w 315"/>
                <a:gd name="T29" fmla="*/ 0 h 314"/>
                <a:gd name="T30" fmla="*/ 48 w 315"/>
                <a:gd name="T31" fmla="*/ 0 h 314"/>
                <a:gd name="T32" fmla="*/ 142 w 315"/>
                <a:gd name="T33" fmla="*/ 219 h 314"/>
                <a:gd name="T34" fmla="*/ 156 w 315"/>
                <a:gd name="T35" fmla="*/ 256 h 314"/>
                <a:gd name="T36" fmla="*/ 158 w 315"/>
                <a:gd name="T37" fmla="*/ 256 h 314"/>
                <a:gd name="T38" fmla="*/ 173 w 315"/>
                <a:gd name="T39" fmla="*/ 218 h 314"/>
                <a:gd name="T40" fmla="*/ 270 w 315"/>
                <a:gd name="T41" fmla="*/ 0 h 314"/>
                <a:gd name="T42" fmla="*/ 315 w 315"/>
                <a:gd name="T43" fmla="*/ 0 h 314"/>
                <a:gd name="T44" fmla="*/ 315 w 315"/>
                <a:gd name="T45"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5" h="314">
                  <a:moveTo>
                    <a:pt x="315" y="314"/>
                  </a:moveTo>
                  <a:cubicBezTo>
                    <a:pt x="279" y="314"/>
                    <a:pt x="279" y="314"/>
                    <a:pt x="279" y="314"/>
                  </a:cubicBezTo>
                  <a:cubicBezTo>
                    <a:pt x="279" y="103"/>
                    <a:pt x="279" y="103"/>
                    <a:pt x="279" y="103"/>
                  </a:cubicBezTo>
                  <a:cubicBezTo>
                    <a:pt x="279" y="86"/>
                    <a:pt x="280" y="66"/>
                    <a:pt x="282" y="42"/>
                  </a:cubicBezTo>
                  <a:cubicBezTo>
                    <a:pt x="281" y="42"/>
                    <a:pt x="281" y="42"/>
                    <a:pt x="281" y="42"/>
                  </a:cubicBezTo>
                  <a:cubicBezTo>
                    <a:pt x="277" y="56"/>
                    <a:pt x="274" y="66"/>
                    <a:pt x="272" y="72"/>
                  </a:cubicBezTo>
                  <a:cubicBezTo>
                    <a:pt x="166" y="314"/>
                    <a:pt x="166" y="314"/>
                    <a:pt x="166" y="314"/>
                  </a:cubicBezTo>
                  <a:cubicBezTo>
                    <a:pt x="149" y="314"/>
                    <a:pt x="149" y="314"/>
                    <a:pt x="149" y="314"/>
                  </a:cubicBezTo>
                  <a:cubicBezTo>
                    <a:pt x="43" y="74"/>
                    <a:pt x="43" y="74"/>
                    <a:pt x="43" y="74"/>
                  </a:cubicBezTo>
                  <a:cubicBezTo>
                    <a:pt x="40" y="68"/>
                    <a:pt x="37" y="57"/>
                    <a:pt x="34" y="42"/>
                  </a:cubicBezTo>
                  <a:cubicBezTo>
                    <a:pt x="33" y="42"/>
                    <a:pt x="33" y="42"/>
                    <a:pt x="33" y="42"/>
                  </a:cubicBezTo>
                  <a:cubicBezTo>
                    <a:pt x="34" y="54"/>
                    <a:pt x="35" y="75"/>
                    <a:pt x="35" y="103"/>
                  </a:cubicBezTo>
                  <a:cubicBezTo>
                    <a:pt x="35" y="314"/>
                    <a:pt x="35" y="314"/>
                    <a:pt x="35" y="314"/>
                  </a:cubicBezTo>
                  <a:cubicBezTo>
                    <a:pt x="0" y="314"/>
                    <a:pt x="0" y="314"/>
                    <a:pt x="0" y="314"/>
                  </a:cubicBezTo>
                  <a:cubicBezTo>
                    <a:pt x="0" y="0"/>
                    <a:pt x="0" y="0"/>
                    <a:pt x="0" y="0"/>
                  </a:cubicBezTo>
                  <a:cubicBezTo>
                    <a:pt x="48" y="0"/>
                    <a:pt x="48" y="0"/>
                    <a:pt x="48" y="0"/>
                  </a:cubicBezTo>
                  <a:cubicBezTo>
                    <a:pt x="142" y="219"/>
                    <a:pt x="142" y="219"/>
                    <a:pt x="142" y="219"/>
                  </a:cubicBezTo>
                  <a:cubicBezTo>
                    <a:pt x="150" y="235"/>
                    <a:pt x="154" y="248"/>
                    <a:pt x="156" y="256"/>
                  </a:cubicBezTo>
                  <a:cubicBezTo>
                    <a:pt x="158" y="256"/>
                    <a:pt x="158" y="256"/>
                    <a:pt x="158" y="256"/>
                  </a:cubicBezTo>
                  <a:cubicBezTo>
                    <a:pt x="165" y="236"/>
                    <a:pt x="170" y="223"/>
                    <a:pt x="173" y="218"/>
                  </a:cubicBezTo>
                  <a:cubicBezTo>
                    <a:pt x="270" y="0"/>
                    <a:pt x="270" y="0"/>
                    <a:pt x="270" y="0"/>
                  </a:cubicBezTo>
                  <a:cubicBezTo>
                    <a:pt x="315" y="0"/>
                    <a:pt x="315" y="0"/>
                    <a:pt x="315" y="0"/>
                  </a:cubicBezTo>
                  <a:lnTo>
                    <a:pt x="315" y="3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 name="Freeform 6"/>
            <p:cNvSpPr>
              <a:spLocks noEditPoints="1"/>
            </p:cNvSpPr>
            <p:nvPr userDrawn="1"/>
          </p:nvSpPr>
          <p:spPr bwMode="auto">
            <a:xfrm>
              <a:off x="2339" y="-722"/>
              <a:ext cx="111" cy="776"/>
            </a:xfrm>
            <a:custGeom>
              <a:avLst/>
              <a:gdLst>
                <a:gd name="T0" fmla="*/ 47 w 47"/>
                <a:gd name="T1" fmla="*/ 23 h 328"/>
                <a:gd name="T2" fmla="*/ 40 w 47"/>
                <a:gd name="T3" fmla="*/ 40 h 328"/>
                <a:gd name="T4" fmla="*/ 23 w 47"/>
                <a:gd name="T5" fmla="*/ 46 h 328"/>
                <a:gd name="T6" fmla="*/ 7 w 47"/>
                <a:gd name="T7" fmla="*/ 40 h 328"/>
                <a:gd name="T8" fmla="*/ 0 w 47"/>
                <a:gd name="T9" fmla="*/ 23 h 328"/>
                <a:gd name="T10" fmla="*/ 7 w 47"/>
                <a:gd name="T11" fmla="*/ 7 h 328"/>
                <a:gd name="T12" fmla="*/ 23 w 47"/>
                <a:gd name="T13" fmla="*/ 0 h 328"/>
                <a:gd name="T14" fmla="*/ 40 w 47"/>
                <a:gd name="T15" fmla="*/ 7 h 328"/>
                <a:gd name="T16" fmla="*/ 47 w 47"/>
                <a:gd name="T17" fmla="*/ 23 h 328"/>
                <a:gd name="T18" fmla="*/ 41 w 47"/>
                <a:gd name="T19" fmla="*/ 328 h 328"/>
                <a:gd name="T20" fmla="*/ 5 w 47"/>
                <a:gd name="T21" fmla="*/ 328 h 328"/>
                <a:gd name="T22" fmla="*/ 5 w 47"/>
                <a:gd name="T23" fmla="*/ 103 h 328"/>
                <a:gd name="T24" fmla="*/ 41 w 47"/>
                <a:gd name="T25" fmla="*/ 103 h 328"/>
                <a:gd name="T26" fmla="*/ 41 w 47"/>
                <a:gd name="T27"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328">
                  <a:moveTo>
                    <a:pt x="47" y="23"/>
                  </a:moveTo>
                  <a:cubicBezTo>
                    <a:pt x="47" y="30"/>
                    <a:pt x="44" y="35"/>
                    <a:pt x="40" y="40"/>
                  </a:cubicBezTo>
                  <a:cubicBezTo>
                    <a:pt x="35" y="44"/>
                    <a:pt x="30" y="46"/>
                    <a:pt x="23" y="46"/>
                  </a:cubicBezTo>
                  <a:cubicBezTo>
                    <a:pt x="17" y="46"/>
                    <a:pt x="11" y="44"/>
                    <a:pt x="7" y="40"/>
                  </a:cubicBezTo>
                  <a:cubicBezTo>
                    <a:pt x="3" y="36"/>
                    <a:pt x="0" y="30"/>
                    <a:pt x="0" y="23"/>
                  </a:cubicBezTo>
                  <a:cubicBezTo>
                    <a:pt x="0" y="17"/>
                    <a:pt x="2" y="11"/>
                    <a:pt x="7" y="7"/>
                  </a:cubicBezTo>
                  <a:cubicBezTo>
                    <a:pt x="11" y="2"/>
                    <a:pt x="17" y="0"/>
                    <a:pt x="23" y="0"/>
                  </a:cubicBezTo>
                  <a:cubicBezTo>
                    <a:pt x="30" y="0"/>
                    <a:pt x="35" y="2"/>
                    <a:pt x="40" y="7"/>
                  </a:cubicBezTo>
                  <a:cubicBezTo>
                    <a:pt x="44" y="11"/>
                    <a:pt x="47" y="17"/>
                    <a:pt x="47" y="23"/>
                  </a:cubicBezTo>
                  <a:close/>
                  <a:moveTo>
                    <a:pt x="41" y="328"/>
                  </a:moveTo>
                  <a:cubicBezTo>
                    <a:pt x="5" y="328"/>
                    <a:pt x="5" y="328"/>
                    <a:pt x="5" y="328"/>
                  </a:cubicBezTo>
                  <a:cubicBezTo>
                    <a:pt x="5" y="103"/>
                    <a:pt x="5" y="103"/>
                    <a:pt x="5" y="103"/>
                  </a:cubicBezTo>
                  <a:cubicBezTo>
                    <a:pt x="41" y="103"/>
                    <a:pt x="41" y="103"/>
                    <a:pt x="41" y="103"/>
                  </a:cubicBezTo>
                  <a:lnTo>
                    <a:pt x="41"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 name="Freeform 7"/>
            <p:cNvSpPr>
              <a:spLocks/>
            </p:cNvSpPr>
            <p:nvPr userDrawn="1"/>
          </p:nvSpPr>
          <p:spPr bwMode="auto">
            <a:xfrm>
              <a:off x="2564" y="-490"/>
              <a:ext cx="393" cy="555"/>
            </a:xfrm>
            <a:custGeom>
              <a:avLst/>
              <a:gdLst>
                <a:gd name="T0" fmla="*/ 166 w 166"/>
                <a:gd name="T1" fmla="*/ 219 h 235"/>
                <a:gd name="T2" fmla="*/ 105 w 166"/>
                <a:gd name="T3" fmla="*/ 235 h 235"/>
                <a:gd name="T4" fmla="*/ 51 w 166"/>
                <a:gd name="T5" fmla="*/ 221 h 235"/>
                <a:gd name="T6" fmla="*/ 14 w 166"/>
                <a:gd name="T7" fmla="*/ 181 h 235"/>
                <a:gd name="T8" fmla="*/ 0 w 166"/>
                <a:gd name="T9" fmla="*/ 123 h 235"/>
                <a:gd name="T10" fmla="*/ 32 w 166"/>
                <a:gd name="T11" fmla="*/ 34 h 235"/>
                <a:gd name="T12" fmla="*/ 115 w 166"/>
                <a:gd name="T13" fmla="*/ 0 h 235"/>
                <a:gd name="T14" fmla="*/ 166 w 166"/>
                <a:gd name="T15" fmla="*/ 11 h 235"/>
                <a:gd name="T16" fmla="*/ 166 w 166"/>
                <a:gd name="T17" fmla="*/ 48 h 235"/>
                <a:gd name="T18" fmla="*/ 114 w 166"/>
                <a:gd name="T19" fmla="*/ 31 h 235"/>
                <a:gd name="T20" fmla="*/ 58 w 166"/>
                <a:gd name="T21" fmla="*/ 55 h 235"/>
                <a:gd name="T22" fmla="*/ 37 w 166"/>
                <a:gd name="T23" fmla="*/ 120 h 235"/>
                <a:gd name="T24" fmla="*/ 57 w 166"/>
                <a:gd name="T25" fmla="*/ 182 h 235"/>
                <a:gd name="T26" fmla="*/ 111 w 166"/>
                <a:gd name="T27" fmla="*/ 204 h 235"/>
                <a:gd name="T28" fmla="*/ 166 w 166"/>
                <a:gd name="T29" fmla="*/ 185 h 235"/>
                <a:gd name="T30" fmla="*/ 166 w 166"/>
                <a:gd name="T31" fmla="*/ 21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235">
                  <a:moveTo>
                    <a:pt x="166" y="219"/>
                  </a:moveTo>
                  <a:cubicBezTo>
                    <a:pt x="149" y="230"/>
                    <a:pt x="129" y="235"/>
                    <a:pt x="105" y="235"/>
                  </a:cubicBezTo>
                  <a:cubicBezTo>
                    <a:pt x="85" y="235"/>
                    <a:pt x="67" y="230"/>
                    <a:pt x="51" y="221"/>
                  </a:cubicBezTo>
                  <a:cubicBezTo>
                    <a:pt x="35" y="212"/>
                    <a:pt x="23" y="198"/>
                    <a:pt x="14" y="181"/>
                  </a:cubicBezTo>
                  <a:cubicBezTo>
                    <a:pt x="5" y="164"/>
                    <a:pt x="0" y="144"/>
                    <a:pt x="0" y="123"/>
                  </a:cubicBezTo>
                  <a:cubicBezTo>
                    <a:pt x="0" y="86"/>
                    <a:pt x="11" y="56"/>
                    <a:pt x="32" y="34"/>
                  </a:cubicBezTo>
                  <a:cubicBezTo>
                    <a:pt x="53" y="11"/>
                    <a:pt x="80" y="0"/>
                    <a:pt x="115" y="0"/>
                  </a:cubicBezTo>
                  <a:cubicBezTo>
                    <a:pt x="134" y="0"/>
                    <a:pt x="151" y="4"/>
                    <a:pt x="166" y="11"/>
                  </a:cubicBezTo>
                  <a:cubicBezTo>
                    <a:pt x="166" y="48"/>
                    <a:pt x="166" y="48"/>
                    <a:pt x="166" y="48"/>
                  </a:cubicBezTo>
                  <a:cubicBezTo>
                    <a:pt x="150" y="36"/>
                    <a:pt x="132" y="31"/>
                    <a:pt x="114" y="31"/>
                  </a:cubicBezTo>
                  <a:cubicBezTo>
                    <a:pt x="91" y="31"/>
                    <a:pt x="72" y="39"/>
                    <a:pt x="58" y="55"/>
                  </a:cubicBezTo>
                  <a:cubicBezTo>
                    <a:pt x="44" y="72"/>
                    <a:pt x="37" y="93"/>
                    <a:pt x="37" y="120"/>
                  </a:cubicBezTo>
                  <a:cubicBezTo>
                    <a:pt x="37" y="146"/>
                    <a:pt x="43" y="166"/>
                    <a:pt x="57" y="182"/>
                  </a:cubicBezTo>
                  <a:cubicBezTo>
                    <a:pt x="70" y="197"/>
                    <a:pt x="89" y="204"/>
                    <a:pt x="111" y="204"/>
                  </a:cubicBezTo>
                  <a:cubicBezTo>
                    <a:pt x="131" y="204"/>
                    <a:pt x="149" y="198"/>
                    <a:pt x="166" y="185"/>
                  </a:cubicBezTo>
                  <a:lnTo>
                    <a:pt x="166"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 name="Freeform 8"/>
            <p:cNvSpPr>
              <a:spLocks/>
            </p:cNvSpPr>
            <p:nvPr userDrawn="1"/>
          </p:nvSpPr>
          <p:spPr bwMode="auto">
            <a:xfrm>
              <a:off x="3082" y="-488"/>
              <a:ext cx="272" cy="542"/>
            </a:xfrm>
            <a:custGeom>
              <a:avLst/>
              <a:gdLst>
                <a:gd name="T0" fmla="*/ 115 w 115"/>
                <a:gd name="T1" fmla="*/ 41 h 229"/>
                <a:gd name="T2" fmla="*/ 88 w 115"/>
                <a:gd name="T3" fmla="*/ 33 h 229"/>
                <a:gd name="T4" fmla="*/ 50 w 115"/>
                <a:gd name="T5" fmla="*/ 56 h 229"/>
                <a:gd name="T6" fmla="*/ 36 w 115"/>
                <a:gd name="T7" fmla="*/ 114 h 229"/>
                <a:gd name="T8" fmla="*/ 36 w 115"/>
                <a:gd name="T9" fmla="*/ 229 h 229"/>
                <a:gd name="T10" fmla="*/ 0 w 115"/>
                <a:gd name="T11" fmla="*/ 229 h 229"/>
                <a:gd name="T12" fmla="*/ 0 w 115"/>
                <a:gd name="T13" fmla="*/ 4 h 229"/>
                <a:gd name="T14" fmla="*/ 36 w 115"/>
                <a:gd name="T15" fmla="*/ 4 h 229"/>
                <a:gd name="T16" fmla="*/ 36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9" y="36"/>
                    <a:pt x="100" y="33"/>
                    <a:pt x="88" y="33"/>
                  </a:cubicBezTo>
                  <a:cubicBezTo>
                    <a:pt x="73" y="33"/>
                    <a:pt x="60" y="41"/>
                    <a:pt x="50" y="56"/>
                  </a:cubicBezTo>
                  <a:cubicBezTo>
                    <a:pt x="40" y="71"/>
                    <a:pt x="36" y="90"/>
                    <a:pt x="36" y="114"/>
                  </a:cubicBezTo>
                  <a:cubicBezTo>
                    <a:pt x="36" y="229"/>
                    <a:pt x="36" y="229"/>
                    <a:pt x="36" y="229"/>
                  </a:cubicBezTo>
                  <a:cubicBezTo>
                    <a:pt x="0" y="229"/>
                    <a:pt x="0" y="229"/>
                    <a:pt x="0" y="229"/>
                  </a:cubicBezTo>
                  <a:cubicBezTo>
                    <a:pt x="0" y="4"/>
                    <a:pt x="0" y="4"/>
                    <a:pt x="0" y="4"/>
                  </a:cubicBezTo>
                  <a:cubicBezTo>
                    <a:pt x="36" y="4"/>
                    <a:pt x="36" y="4"/>
                    <a:pt x="36" y="4"/>
                  </a:cubicBezTo>
                  <a:cubicBezTo>
                    <a:pt x="36" y="51"/>
                    <a:pt x="36" y="51"/>
                    <a:pt x="36" y="51"/>
                  </a:cubicBezTo>
                  <a:cubicBezTo>
                    <a:pt x="36" y="51"/>
                    <a:pt x="36" y="51"/>
                    <a:pt x="36" y="51"/>
                  </a:cubicBezTo>
                  <a:cubicBezTo>
                    <a:pt x="41" y="35"/>
                    <a:pt x="49" y="23"/>
                    <a:pt x="59" y="14"/>
                  </a:cubicBezTo>
                  <a:cubicBezTo>
                    <a:pt x="69" y="5"/>
                    <a:pt x="81"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 name="Freeform 9"/>
            <p:cNvSpPr>
              <a:spLocks noEditPoints="1"/>
            </p:cNvSpPr>
            <p:nvPr userDrawn="1"/>
          </p:nvSpPr>
          <p:spPr bwMode="auto">
            <a:xfrm>
              <a:off x="3392" y="-490"/>
              <a:ext cx="513" cy="555"/>
            </a:xfrm>
            <a:custGeom>
              <a:avLst/>
              <a:gdLst>
                <a:gd name="T0" fmla="*/ 217 w 217"/>
                <a:gd name="T1" fmla="*/ 117 h 235"/>
                <a:gd name="T2" fmla="*/ 188 w 217"/>
                <a:gd name="T3" fmla="*/ 203 h 235"/>
                <a:gd name="T4" fmla="*/ 108 w 217"/>
                <a:gd name="T5" fmla="*/ 235 h 235"/>
                <a:gd name="T6" fmla="*/ 29 w 217"/>
                <a:gd name="T7" fmla="*/ 203 h 235"/>
                <a:gd name="T8" fmla="*/ 0 w 217"/>
                <a:gd name="T9" fmla="*/ 120 h 235"/>
                <a:gd name="T10" fmla="*/ 30 w 217"/>
                <a:gd name="T11" fmla="*/ 32 h 235"/>
                <a:gd name="T12" fmla="*/ 113 w 217"/>
                <a:gd name="T13" fmla="*/ 0 h 235"/>
                <a:gd name="T14" fmla="*/ 190 w 217"/>
                <a:gd name="T15" fmla="*/ 31 h 235"/>
                <a:gd name="T16" fmla="*/ 217 w 217"/>
                <a:gd name="T17" fmla="*/ 117 h 235"/>
                <a:gd name="T18" fmla="*/ 181 w 217"/>
                <a:gd name="T19" fmla="*/ 118 h 235"/>
                <a:gd name="T20" fmla="*/ 163 w 217"/>
                <a:gd name="T21" fmla="*/ 53 h 235"/>
                <a:gd name="T22" fmla="*/ 110 w 217"/>
                <a:gd name="T23" fmla="*/ 31 h 235"/>
                <a:gd name="T24" fmla="*/ 56 w 217"/>
                <a:gd name="T25" fmla="*/ 54 h 235"/>
                <a:gd name="T26" fmla="*/ 36 w 217"/>
                <a:gd name="T27" fmla="*/ 119 h 235"/>
                <a:gd name="T28" fmla="*/ 56 w 217"/>
                <a:gd name="T29" fmla="*/ 182 h 235"/>
                <a:gd name="T30" fmla="*/ 110 w 217"/>
                <a:gd name="T31" fmla="*/ 204 h 235"/>
                <a:gd name="T32" fmla="*/ 163 w 217"/>
                <a:gd name="T33" fmla="*/ 182 h 235"/>
                <a:gd name="T34" fmla="*/ 181 w 217"/>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7" h="235">
                  <a:moveTo>
                    <a:pt x="217" y="117"/>
                  </a:moveTo>
                  <a:cubicBezTo>
                    <a:pt x="217" y="152"/>
                    <a:pt x="207" y="181"/>
                    <a:pt x="188" y="203"/>
                  </a:cubicBezTo>
                  <a:cubicBezTo>
                    <a:pt x="168" y="224"/>
                    <a:pt x="141" y="235"/>
                    <a:pt x="108" y="235"/>
                  </a:cubicBezTo>
                  <a:cubicBezTo>
                    <a:pt x="75" y="235"/>
                    <a:pt x="49" y="225"/>
                    <a:pt x="29" y="203"/>
                  </a:cubicBezTo>
                  <a:cubicBezTo>
                    <a:pt x="10" y="182"/>
                    <a:pt x="0" y="155"/>
                    <a:pt x="0" y="120"/>
                  </a:cubicBezTo>
                  <a:cubicBezTo>
                    <a:pt x="0" y="83"/>
                    <a:pt x="10" y="54"/>
                    <a:pt x="30" y="32"/>
                  </a:cubicBezTo>
                  <a:cubicBezTo>
                    <a:pt x="50" y="11"/>
                    <a:pt x="78" y="0"/>
                    <a:pt x="113" y="0"/>
                  </a:cubicBezTo>
                  <a:cubicBezTo>
                    <a:pt x="145" y="0"/>
                    <a:pt x="171" y="10"/>
                    <a:pt x="190" y="31"/>
                  </a:cubicBezTo>
                  <a:cubicBezTo>
                    <a:pt x="208" y="52"/>
                    <a:pt x="217" y="80"/>
                    <a:pt x="217" y="117"/>
                  </a:cubicBezTo>
                  <a:close/>
                  <a:moveTo>
                    <a:pt x="181" y="118"/>
                  </a:moveTo>
                  <a:cubicBezTo>
                    <a:pt x="181" y="90"/>
                    <a:pt x="175" y="68"/>
                    <a:pt x="163" y="53"/>
                  </a:cubicBezTo>
                  <a:cubicBezTo>
                    <a:pt x="151" y="38"/>
                    <a:pt x="133" y="31"/>
                    <a:pt x="110" y="31"/>
                  </a:cubicBezTo>
                  <a:cubicBezTo>
                    <a:pt x="87" y="31"/>
                    <a:pt x="69" y="38"/>
                    <a:pt x="56" y="54"/>
                  </a:cubicBezTo>
                  <a:cubicBezTo>
                    <a:pt x="43" y="69"/>
                    <a:pt x="36" y="91"/>
                    <a:pt x="36" y="119"/>
                  </a:cubicBezTo>
                  <a:cubicBezTo>
                    <a:pt x="36" y="146"/>
                    <a:pt x="43" y="167"/>
                    <a:pt x="56"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 name="Freeform 10"/>
            <p:cNvSpPr>
              <a:spLocks/>
            </p:cNvSpPr>
            <p:nvPr userDrawn="1"/>
          </p:nvSpPr>
          <p:spPr bwMode="auto">
            <a:xfrm>
              <a:off x="4000" y="-490"/>
              <a:ext cx="322" cy="555"/>
            </a:xfrm>
            <a:custGeom>
              <a:avLst/>
              <a:gdLst>
                <a:gd name="T0" fmla="*/ 136 w 136"/>
                <a:gd name="T1" fmla="*/ 170 h 235"/>
                <a:gd name="T2" fmla="*/ 113 w 136"/>
                <a:gd name="T3" fmla="*/ 217 h 235"/>
                <a:gd name="T4" fmla="*/ 55 w 136"/>
                <a:gd name="T5" fmla="*/ 235 h 235"/>
                <a:gd name="T6" fmla="*/ 0 w 136"/>
                <a:gd name="T7" fmla="*/ 222 h 235"/>
                <a:gd name="T8" fmla="*/ 0 w 136"/>
                <a:gd name="T9" fmla="*/ 183 h 235"/>
                <a:gd name="T10" fmla="*/ 57 w 136"/>
                <a:gd name="T11" fmla="*/ 204 h 235"/>
                <a:gd name="T12" fmla="*/ 99 w 136"/>
                <a:gd name="T13" fmla="*/ 173 h 235"/>
                <a:gd name="T14" fmla="*/ 91 w 136"/>
                <a:gd name="T15" fmla="*/ 152 h 235"/>
                <a:gd name="T16" fmla="*/ 54 w 136"/>
                <a:gd name="T17" fmla="*/ 131 h 235"/>
                <a:gd name="T18" fmla="*/ 13 w 136"/>
                <a:gd name="T19" fmla="*/ 104 h 235"/>
                <a:gd name="T20" fmla="*/ 0 w 136"/>
                <a:gd name="T21" fmla="*/ 65 h 235"/>
                <a:gd name="T22" fmla="*/ 22 w 136"/>
                <a:gd name="T23" fmla="*/ 18 h 235"/>
                <a:gd name="T24" fmla="*/ 78 w 136"/>
                <a:gd name="T25" fmla="*/ 0 h 235"/>
                <a:gd name="T26" fmla="*/ 125 w 136"/>
                <a:gd name="T27" fmla="*/ 10 h 235"/>
                <a:gd name="T28" fmla="*/ 125 w 136"/>
                <a:gd name="T29" fmla="*/ 47 h 235"/>
                <a:gd name="T30" fmla="*/ 75 w 136"/>
                <a:gd name="T31" fmla="*/ 31 h 235"/>
                <a:gd name="T32" fmla="*/ 47 w 136"/>
                <a:gd name="T33" fmla="*/ 39 h 235"/>
                <a:gd name="T34" fmla="*/ 37 w 136"/>
                <a:gd name="T35" fmla="*/ 62 h 235"/>
                <a:gd name="T36" fmla="*/ 45 w 136"/>
                <a:gd name="T37" fmla="*/ 85 h 235"/>
                <a:gd name="T38" fmla="*/ 79 w 136"/>
                <a:gd name="T39" fmla="*/ 104 h 235"/>
                <a:gd name="T40" fmla="*/ 123 w 136"/>
                <a:gd name="T41" fmla="*/ 132 h 235"/>
                <a:gd name="T42" fmla="*/ 136 w 136"/>
                <a:gd name="T43" fmla="*/ 17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235">
                  <a:moveTo>
                    <a:pt x="136" y="170"/>
                  </a:moveTo>
                  <a:cubicBezTo>
                    <a:pt x="136" y="189"/>
                    <a:pt x="128" y="205"/>
                    <a:pt x="113" y="217"/>
                  </a:cubicBezTo>
                  <a:cubicBezTo>
                    <a:pt x="99" y="229"/>
                    <a:pt x="79" y="235"/>
                    <a:pt x="55" y="235"/>
                  </a:cubicBezTo>
                  <a:cubicBezTo>
                    <a:pt x="34" y="235"/>
                    <a:pt x="16" y="231"/>
                    <a:pt x="0" y="222"/>
                  </a:cubicBezTo>
                  <a:cubicBezTo>
                    <a:pt x="0" y="183"/>
                    <a:pt x="0" y="183"/>
                    <a:pt x="0" y="183"/>
                  </a:cubicBezTo>
                  <a:cubicBezTo>
                    <a:pt x="17" y="197"/>
                    <a:pt x="37" y="204"/>
                    <a:pt x="57" y="204"/>
                  </a:cubicBezTo>
                  <a:cubicBezTo>
                    <a:pt x="85" y="204"/>
                    <a:pt x="99" y="194"/>
                    <a:pt x="99" y="173"/>
                  </a:cubicBezTo>
                  <a:cubicBezTo>
                    <a:pt x="99" y="165"/>
                    <a:pt x="97" y="158"/>
                    <a:pt x="91" y="152"/>
                  </a:cubicBezTo>
                  <a:cubicBezTo>
                    <a:pt x="86" y="147"/>
                    <a:pt x="73" y="140"/>
                    <a:pt x="54" y="131"/>
                  </a:cubicBezTo>
                  <a:cubicBezTo>
                    <a:pt x="34" y="122"/>
                    <a:pt x="21" y="113"/>
                    <a:pt x="13" y="104"/>
                  </a:cubicBezTo>
                  <a:cubicBezTo>
                    <a:pt x="5" y="94"/>
                    <a:pt x="0" y="81"/>
                    <a:pt x="0" y="65"/>
                  </a:cubicBezTo>
                  <a:cubicBezTo>
                    <a:pt x="0" y="46"/>
                    <a:pt x="8" y="31"/>
                    <a:pt x="22" y="18"/>
                  </a:cubicBezTo>
                  <a:cubicBezTo>
                    <a:pt x="37" y="6"/>
                    <a:pt x="56" y="0"/>
                    <a:pt x="78" y="0"/>
                  </a:cubicBezTo>
                  <a:cubicBezTo>
                    <a:pt x="96" y="0"/>
                    <a:pt x="111" y="3"/>
                    <a:pt x="125" y="10"/>
                  </a:cubicBezTo>
                  <a:cubicBezTo>
                    <a:pt x="125" y="47"/>
                    <a:pt x="125" y="47"/>
                    <a:pt x="125" y="47"/>
                  </a:cubicBezTo>
                  <a:cubicBezTo>
                    <a:pt x="111" y="36"/>
                    <a:pt x="94" y="31"/>
                    <a:pt x="75" y="31"/>
                  </a:cubicBezTo>
                  <a:cubicBezTo>
                    <a:pt x="64" y="31"/>
                    <a:pt x="54" y="33"/>
                    <a:pt x="47" y="39"/>
                  </a:cubicBezTo>
                  <a:cubicBezTo>
                    <a:pt x="40" y="45"/>
                    <a:pt x="37" y="53"/>
                    <a:pt x="37" y="62"/>
                  </a:cubicBezTo>
                  <a:cubicBezTo>
                    <a:pt x="37" y="72"/>
                    <a:pt x="39" y="79"/>
                    <a:pt x="45" y="85"/>
                  </a:cubicBezTo>
                  <a:cubicBezTo>
                    <a:pt x="50" y="90"/>
                    <a:pt x="62" y="96"/>
                    <a:pt x="79" y="104"/>
                  </a:cubicBezTo>
                  <a:cubicBezTo>
                    <a:pt x="100" y="113"/>
                    <a:pt x="114" y="122"/>
                    <a:pt x="123" y="132"/>
                  </a:cubicBezTo>
                  <a:cubicBezTo>
                    <a:pt x="131" y="142"/>
                    <a:pt x="136" y="155"/>
                    <a:pt x="136" y="1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 name="Freeform 11"/>
            <p:cNvSpPr>
              <a:spLocks noEditPoints="1"/>
            </p:cNvSpPr>
            <p:nvPr userDrawn="1"/>
          </p:nvSpPr>
          <p:spPr bwMode="auto">
            <a:xfrm>
              <a:off x="4402" y="-490"/>
              <a:ext cx="516" cy="555"/>
            </a:xfrm>
            <a:custGeom>
              <a:avLst/>
              <a:gdLst>
                <a:gd name="T0" fmla="*/ 218 w 218"/>
                <a:gd name="T1" fmla="*/ 117 h 235"/>
                <a:gd name="T2" fmla="*/ 188 w 218"/>
                <a:gd name="T3" fmla="*/ 203 h 235"/>
                <a:gd name="T4" fmla="*/ 108 w 218"/>
                <a:gd name="T5" fmla="*/ 235 h 235"/>
                <a:gd name="T6" fmla="*/ 30 w 218"/>
                <a:gd name="T7" fmla="*/ 203 h 235"/>
                <a:gd name="T8" fmla="*/ 0 w 218"/>
                <a:gd name="T9" fmla="*/ 120 h 235"/>
                <a:gd name="T10" fmla="*/ 30 w 218"/>
                <a:gd name="T11" fmla="*/ 32 h 235"/>
                <a:gd name="T12" fmla="*/ 113 w 218"/>
                <a:gd name="T13" fmla="*/ 0 h 235"/>
                <a:gd name="T14" fmla="*/ 190 w 218"/>
                <a:gd name="T15" fmla="*/ 31 h 235"/>
                <a:gd name="T16" fmla="*/ 218 w 218"/>
                <a:gd name="T17" fmla="*/ 117 h 235"/>
                <a:gd name="T18" fmla="*/ 181 w 218"/>
                <a:gd name="T19" fmla="*/ 118 h 235"/>
                <a:gd name="T20" fmla="*/ 163 w 218"/>
                <a:gd name="T21" fmla="*/ 53 h 235"/>
                <a:gd name="T22" fmla="*/ 110 w 218"/>
                <a:gd name="T23" fmla="*/ 31 h 235"/>
                <a:gd name="T24" fmla="*/ 57 w 218"/>
                <a:gd name="T25" fmla="*/ 54 h 235"/>
                <a:gd name="T26" fmla="*/ 37 w 218"/>
                <a:gd name="T27" fmla="*/ 119 h 235"/>
                <a:gd name="T28" fmla="*/ 57 w 218"/>
                <a:gd name="T29" fmla="*/ 182 h 235"/>
                <a:gd name="T30" fmla="*/ 110 w 218"/>
                <a:gd name="T31" fmla="*/ 204 h 235"/>
                <a:gd name="T32" fmla="*/ 163 w 218"/>
                <a:gd name="T33" fmla="*/ 182 h 235"/>
                <a:gd name="T34" fmla="*/ 181 w 218"/>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8" h="235">
                  <a:moveTo>
                    <a:pt x="218" y="117"/>
                  </a:moveTo>
                  <a:cubicBezTo>
                    <a:pt x="218" y="152"/>
                    <a:pt x="208" y="181"/>
                    <a:pt x="188" y="203"/>
                  </a:cubicBezTo>
                  <a:cubicBezTo>
                    <a:pt x="168" y="224"/>
                    <a:pt x="141" y="235"/>
                    <a:pt x="108" y="235"/>
                  </a:cubicBezTo>
                  <a:cubicBezTo>
                    <a:pt x="75" y="235"/>
                    <a:pt x="49" y="225"/>
                    <a:pt x="30" y="203"/>
                  </a:cubicBezTo>
                  <a:cubicBezTo>
                    <a:pt x="10" y="182"/>
                    <a:pt x="0" y="155"/>
                    <a:pt x="0" y="120"/>
                  </a:cubicBezTo>
                  <a:cubicBezTo>
                    <a:pt x="0" y="83"/>
                    <a:pt x="10" y="54"/>
                    <a:pt x="30" y="32"/>
                  </a:cubicBezTo>
                  <a:cubicBezTo>
                    <a:pt x="50" y="11"/>
                    <a:pt x="78" y="0"/>
                    <a:pt x="113" y="0"/>
                  </a:cubicBezTo>
                  <a:cubicBezTo>
                    <a:pt x="146" y="0"/>
                    <a:pt x="171" y="10"/>
                    <a:pt x="190" y="31"/>
                  </a:cubicBezTo>
                  <a:cubicBezTo>
                    <a:pt x="208" y="52"/>
                    <a:pt x="218" y="80"/>
                    <a:pt x="218" y="117"/>
                  </a:cubicBezTo>
                  <a:close/>
                  <a:moveTo>
                    <a:pt x="181" y="118"/>
                  </a:moveTo>
                  <a:cubicBezTo>
                    <a:pt x="181" y="90"/>
                    <a:pt x="175" y="68"/>
                    <a:pt x="163" y="53"/>
                  </a:cubicBezTo>
                  <a:cubicBezTo>
                    <a:pt x="151" y="38"/>
                    <a:pt x="133" y="31"/>
                    <a:pt x="110" y="31"/>
                  </a:cubicBezTo>
                  <a:cubicBezTo>
                    <a:pt x="88" y="31"/>
                    <a:pt x="70" y="38"/>
                    <a:pt x="57" y="54"/>
                  </a:cubicBezTo>
                  <a:cubicBezTo>
                    <a:pt x="43" y="69"/>
                    <a:pt x="37" y="91"/>
                    <a:pt x="37" y="119"/>
                  </a:cubicBezTo>
                  <a:cubicBezTo>
                    <a:pt x="37" y="146"/>
                    <a:pt x="43" y="167"/>
                    <a:pt x="57"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Freeform 12"/>
            <p:cNvSpPr>
              <a:spLocks/>
            </p:cNvSpPr>
            <p:nvPr userDrawn="1"/>
          </p:nvSpPr>
          <p:spPr bwMode="auto">
            <a:xfrm>
              <a:off x="4970" y="-743"/>
              <a:ext cx="314" cy="797"/>
            </a:xfrm>
            <a:custGeom>
              <a:avLst/>
              <a:gdLst>
                <a:gd name="T0" fmla="*/ 133 w 133"/>
                <a:gd name="T1" fmla="*/ 36 h 337"/>
                <a:gd name="T2" fmla="*/ 110 w 133"/>
                <a:gd name="T3" fmla="*/ 30 h 337"/>
                <a:gd name="T4" fmla="*/ 73 w 133"/>
                <a:gd name="T5" fmla="*/ 78 h 337"/>
                <a:gd name="T6" fmla="*/ 73 w 133"/>
                <a:gd name="T7" fmla="*/ 112 h 337"/>
                <a:gd name="T8" fmla="*/ 125 w 133"/>
                <a:gd name="T9" fmla="*/ 112 h 337"/>
                <a:gd name="T10" fmla="*/ 125 w 133"/>
                <a:gd name="T11" fmla="*/ 143 h 337"/>
                <a:gd name="T12" fmla="*/ 73 w 133"/>
                <a:gd name="T13" fmla="*/ 143 h 337"/>
                <a:gd name="T14" fmla="*/ 73 w 133"/>
                <a:gd name="T15" fmla="*/ 337 h 337"/>
                <a:gd name="T16" fmla="*/ 38 w 133"/>
                <a:gd name="T17" fmla="*/ 337 h 337"/>
                <a:gd name="T18" fmla="*/ 38 w 133"/>
                <a:gd name="T19" fmla="*/ 143 h 337"/>
                <a:gd name="T20" fmla="*/ 0 w 133"/>
                <a:gd name="T21" fmla="*/ 143 h 337"/>
                <a:gd name="T22" fmla="*/ 0 w 133"/>
                <a:gd name="T23" fmla="*/ 112 h 337"/>
                <a:gd name="T24" fmla="*/ 38 w 133"/>
                <a:gd name="T25" fmla="*/ 112 h 337"/>
                <a:gd name="T26" fmla="*/ 38 w 133"/>
                <a:gd name="T27" fmla="*/ 76 h 337"/>
                <a:gd name="T28" fmla="*/ 57 w 133"/>
                <a:gd name="T29" fmla="*/ 21 h 337"/>
                <a:gd name="T30" fmla="*/ 108 w 133"/>
                <a:gd name="T31" fmla="*/ 0 h 337"/>
                <a:gd name="T32" fmla="*/ 133 w 133"/>
                <a:gd name="T33" fmla="*/ 4 h 337"/>
                <a:gd name="T34" fmla="*/ 133 w 133"/>
                <a:gd name="T35" fmla="*/ 36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3" h="337">
                  <a:moveTo>
                    <a:pt x="133" y="36"/>
                  </a:moveTo>
                  <a:cubicBezTo>
                    <a:pt x="127" y="32"/>
                    <a:pt x="119" y="30"/>
                    <a:pt x="110" y="30"/>
                  </a:cubicBezTo>
                  <a:cubicBezTo>
                    <a:pt x="85" y="30"/>
                    <a:pt x="73" y="46"/>
                    <a:pt x="73" y="78"/>
                  </a:cubicBezTo>
                  <a:cubicBezTo>
                    <a:pt x="73" y="112"/>
                    <a:pt x="73" y="112"/>
                    <a:pt x="73" y="112"/>
                  </a:cubicBezTo>
                  <a:cubicBezTo>
                    <a:pt x="125" y="112"/>
                    <a:pt x="125" y="112"/>
                    <a:pt x="125" y="112"/>
                  </a:cubicBezTo>
                  <a:cubicBezTo>
                    <a:pt x="125" y="143"/>
                    <a:pt x="125" y="143"/>
                    <a:pt x="125" y="143"/>
                  </a:cubicBezTo>
                  <a:cubicBezTo>
                    <a:pt x="73" y="143"/>
                    <a:pt x="73" y="143"/>
                    <a:pt x="73" y="143"/>
                  </a:cubicBezTo>
                  <a:cubicBezTo>
                    <a:pt x="73" y="337"/>
                    <a:pt x="73" y="337"/>
                    <a:pt x="73" y="337"/>
                  </a:cubicBezTo>
                  <a:cubicBezTo>
                    <a:pt x="38" y="337"/>
                    <a:pt x="38" y="337"/>
                    <a:pt x="38" y="337"/>
                  </a:cubicBezTo>
                  <a:cubicBezTo>
                    <a:pt x="38" y="143"/>
                    <a:pt x="38" y="143"/>
                    <a:pt x="38" y="143"/>
                  </a:cubicBezTo>
                  <a:cubicBezTo>
                    <a:pt x="0" y="143"/>
                    <a:pt x="0" y="143"/>
                    <a:pt x="0" y="143"/>
                  </a:cubicBezTo>
                  <a:cubicBezTo>
                    <a:pt x="0" y="112"/>
                    <a:pt x="0" y="112"/>
                    <a:pt x="0" y="112"/>
                  </a:cubicBezTo>
                  <a:cubicBezTo>
                    <a:pt x="38" y="112"/>
                    <a:pt x="38" y="112"/>
                    <a:pt x="38" y="112"/>
                  </a:cubicBezTo>
                  <a:cubicBezTo>
                    <a:pt x="38" y="76"/>
                    <a:pt x="38" y="76"/>
                    <a:pt x="38" y="76"/>
                  </a:cubicBezTo>
                  <a:cubicBezTo>
                    <a:pt x="38" y="53"/>
                    <a:pt x="44" y="35"/>
                    <a:pt x="57" y="21"/>
                  </a:cubicBezTo>
                  <a:cubicBezTo>
                    <a:pt x="71" y="7"/>
                    <a:pt x="87" y="0"/>
                    <a:pt x="108" y="0"/>
                  </a:cubicBezTo>
                  <a:cubicBezTo>
                    <a:pt x="119" y="0"/>
                    <a:pt x="127" y="1"/>
                    <a:pt x="133" y="4"/>
                  </a:cubicBezTo>
                  <a:lnTo>
                    <a:pt x="133"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Freeform 13"/>
            <p:cNvSpPr>
              <a:spLocks/>
            </p:cNvSpPr>
            <p:nvPr userDrawn="1"/>
          </p:nvSpPr>
          <p:spPr bwMode="auto">
            <a:xfrm>
              <a:off x="5310" y="-635"/>
              <a:ext cx="305" cy="700"/>
            </a:xfrm>
            <a:custGeom>
              <a:avLst/>
              <a:gdLst>
                <a:gd name="T0" fmla="*/ 129 w 129"/>
                <a:gd name="T1" fmla="*/ 288 h 296"/>
                <a:gd name="T2" fmla="*/ 96 w 129"/>
                <a:gd name="T3" fmla="*/ 296 h 296"/>
                <a:gd name="T4" fmla="*/ 38 w 129"/>
                <a:gd name="T5" fmla="*/ 230 h 296"/>
                <a:gd name="T6" fmla="*/ 38 w 129"/>
                <a:gd name="T7" fmla="*/ 97 h 296"/>
                <a:gd name="T8" fmla="*/ 0 w 129"/>
                <a:gd name="T9" fmla="*/ 97 h 296"/>
                <a:gd name="T10" fmla="*/ 0 w 129"/>
                <a:gd name="T11" fmla="*/ 66 h 296"/>
                <a:gd name="T12" fmla="*/ 38 w 129"/>
                <a:gd name="T13" fmla="*/ 66 h 296"/>
                <a:gd name="T14" fmla="*/ 38 w 129"/>
                <a:gd name="T15" fmla="*/ 12 h 296"/>
                <a:gd name="T16" fmla="*/ 73 w 129"/>
                <a:gd name="T17" fmla="*/ 0 h 296"/>
                <a:gd name="T18" fmla="*/ 73 w 129"/>
                <a:gd name="T19" fmla="*/ 66 h 296"/>
                <a:gd name="T20" fmla="*/ 129 w 129"/>
                <a:gd name="T21" fmla="*/ 66 h 296"/>
                <a:gd name="T22" fmla="*/ 129 w 129"/>
                <a:gd name="T23" fmla="*/ 97 h 296"/>
                <a:gd name="T24" fmla="*/ 73 w 129"/>
                <a:gd name="T25" fmla="*/ 97 h 296"/>
                <a:gd name="T26" fmla="*/ 73 w 129"/>
                <a:gd name="T27" fmla="*/ 223 h 296"/>
                <a:gd name="T28" fmla="*/ 81 w 129"/>
                <a:gd name="T29" fmla="*/ 255 h 296"/>
                <a:gd name="T30" fmla="*/ 106 w 129"/>
                <a:gd name="T31" fmla="*/ 265 h 296"/>
                <a:gd name="T32" fmla="*/ 129 w 129"/>
                <a:gd name="T33" fmla="*/ 258 h 296"/>
                <a:gd name="T34" fmla="*/ 129 w 129"/>
                <a:gd name="T35" fmla="*/ 28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9" h="296">
                  <a:moveTo>
                    <a:pt x="129" y="288"/>
                  </a:moveTo>
                  <a:cubicBezTo>
                    <a:pt x="120" y="293"/>
                    <a:pt x="109" y="296"/>
                    <a:pt x="96" y="296"/>
                  </a:cubicBezTo>
                  <a:cubicBezTo>
                    <a:pt x="57" y="296"/>
                    <a:pt x="38" y="274"/>
                    <a:pt x="38" y="230"/>
                  </a:cubicBezTo>
                  <a:cubicBezTo>
                    <a:pt x="38" y="97"/>
                    <a:pt x="38" y="97"/>
                    <a:pt x="38" y="97"/>
                  </a:cubicBezTo>
                  <a:cubicBezTo>
                    <a:pt x="0" y="97"/>
                    <a:pt x="0" y="97"/>
                    <a:pt x="0" y="97"/>
                  </a:cubicBezTo>
                  <a:cubicBezTo>
                    <a:pt x="0" y="66"/>
                    <a:pt x="0" y="66"/>
                    <a:pt x="0" y="66"/>
                  </a:cubicBezTo>
                  <a:cubicBezTo>
                    <a:pt x="38" y="66"/>
                    <a:pt x="38" y="66"/>
                    <a:pt x="38" y="66"/>
                  </a:cubicBezTo>
                  <a:cubicBezTo>
                    <a:pt x="38" y="12"/>
                    <a:pt x="38" y="12"/>
                    <a:pt x="38" y="12"/>
                  </a:cubicBezTo>
                  <a:cubicBezTo>
                    <a:pt x="73" y="0"/>
                    <a:pt x="73" y="0"/>
                    <a:pt x="73" y="0"/>
                  </a:cubicBezTo>
                  <a:cubicBezTo>
                    <a:pt x="73" y="66"/>
                    <a:pt x="73" y="66"/>
                    <a:pt x="73" y="66"/>
                  </a:cubicBezTo>
                  <a:cubicBezTo>
                    <a:pt x="129" y="66"/>
                    <a:pt x="129" y="66"/>
                    <a:pt x="129" y="66"/>
                  </a:cubicBezTo>
                  <a:cubicBezTo>
                    <a:pt x="129" y="97"/>
                    <a:pt x="129" y="97"/>
                    <a:pt x="129" y="97"/>
                  </a:cubicBezTo>
                  <a:cubicBezTo>
                    <a:pt x="73" y="97"/>
                    <a:pt x="73" y="97"/>
                    <a:pt x="73" y="97"/>
                  </a:cubicBezTo>
                  <a:cubicBezTo>
                    <a:pt x="73" y="223"/>
                    <a:pt x="73" y="223"/>
                    <a:pt x="73" y="223"/>
                  </a:cubicBezTo>
                  <a:cubicBezTo>
                    <a:pt x="73" y="238"/>
                    <a:pt x="76" y="249"/>
                    <a:pt x="81" y="255"/>
                  </a:cubicBezTo>
                  <a:cubicBezTo>
                    <a:pt x="86" y="262"/>
                    <a:pt x="94" y="265"/>
                    <a:pt x="106" y="265"/>
                  </a:cubicBezTo>
                  <a:cubicBezTo>
                    <a:pt x="115" y="265"/>
                    <a:pt x="122" y="263"/>
                    <a:pt x="129" y="258"/>
                  </a:cubicBezTo>
                  <a:lnTo>
                    <a:pt x="129" y="2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 name="Freeform 14"/>
            <p:cNvSpPr>
              <a:spLocks/>
            </p:cNvSpPr>
            <p:nvPr userDrawn="1"/>
          </p:nvSpPr>
          <p:spPr bwMode="auto">
            <a:xfrm>
              <a:off x="1343" y="434"/>
              <a:ext cx="949" cy="743"/>
            </a:xfrm>
            <a:custGeom>
              <a:avLst/>
              <a:gdLst>
                <a:gd name="T0" fmla="*/ 401 w 401"/>
                <a:gd name="T1" fmla="*/ 0 h 314"/>
                <a:gd name="T2" fmla="*/ 314 w 401"/>
                <a:gd name="T3" fmla="*/ 314 h 314"/>
                <a:gd name="T4" fmla="*/ 271 w 401"/>
                <a:gd name="T5" fmla="*/ 314 h 314"/>
                <a:gd name="T6" fmla="*/ 208 w 401"/>
                <a:gd name="T7" fmla="*/ 84 h 314"/>
                <a:gd name="T8" fmla="*/ 203 w 401"/>
                <a:gd name="T9" fmla="*/ 52 h 314"/>
                <a:gd name="T10" fmla="*/ 202 w 401"/>
                <a:gd name="T11" fmla="*/ 52 h 314"/>
                <a:gd name="T12" fmla="*/ 196 w 401"/>
                <a:gd name="T13" fmla="*/ 83 h 314"/>
                <a:gd name="T14" fmla="*/ 132 w 401"/>
                <a:gd name="T15" fmla="*/ 314 h 314"/>
                <a:gd name="T16" fmla="*/ 90 w 401"/>
                <a:gd name="T17" fmla="*/ 314 h 314"/>
                <a:gd name="T18" fmla="*/ 0 w 401"/>
                <a:gd name="T19" fmla="*/ 0 h 314"/>
                <a:gd name="T20" fmla="*/ 40 w 401"/>
                <a:gd name="T21" fmla="*/ 0 h 314"/>
                <a:gd name="T22" fmla="*/ 105 w 401"/>
                <a:gd name="T23" fmla="*/ 240 h 314"/>
                <a:gd name="T24" fmla="*/ 111 w 401"/>
                <a:gd name="T25" fmla="*/ 272 h 314"/>
                <a:gd name="T26" fmla="*/ 112 w 401"/>
                <a:gd name="T27" fmla="*/ 272 h 314"/>
                <a:gd name="T28" fmla="*/ 118 w 401"/>
                <a:gd name="T29" fmla="*/ 240 h 314"/>
                <a:gd name="T30" fmla="*/ 187 w 401"/>
                <a:gd name="T31" fmla="*/ 0 h 314"/>
                <a:gd name="T32" fmla="*/ 222 w 401"/>
                <a:gd name="T33" fmla="*/ 0 h 314"/>
                <a:gd name="T34" fmla="*/ 287 w 401"/>
                <a:gd name="T35" fmla="*/ 242 h 314"/>
                <a:gd name="T36" fmla="*/ 292 w 401"/>
                <a:gd name="T37" fmla="*/ 271 h 314"/>
                <a:gd name="T38" fmla="*/ 293 w 401"/>
                <a:gd name="T39" fmla="*/ 271 h 314"/>
                <a:gd name="T40" fmla="*/ 299 w 401"/>
                <a:gd name="T41" fmla="*/ 241 h 314"/>
                <a:gd name="T42" fmla="*/ 362 w 401"/>
                <a:gd name="T43" fmla="*/ 0 h 314"/>
                <a:gd name="T44" fmla="*/ 401 w 401"/>
                <a:gd name="T45"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1" h="314">
                  <a:moveTo>
                    <a:pt x="401" y="0"/>
                  </a:moveTo>
                  <a:cubicBezTo>
                    <a:pt x="314" y="314"/>
                    <a:pt x="314" y="314"/>
                    <a:pt x="314" y="314"/>
                  </a:cubicBezTo>
                  <a:cubicBezTo>
                    <a:pt x="271" y="314"/>
                    <a:pt x="271" y="314"/>
                    <a:pt x="271" y="314"/>
                  </a:cubicBezTo>
                  <a:cubicBezTo>
                    <a:pt x="208" y="84"/>
                    <a:pt x="208" y="84"/>
                    <a:pt x="208" y="84"/>
                  </a:cubicBezTo>
                  <a:cubicBezTo>
                    <a:pt x="205" y="75"/>
                    <a:pt x="204" y="65"/>
                    <a:pt x="203" y="52"/>
                  </a:cubicBezTo>
                  <a:cubicBezTo>
                    <a:pt x="202" y="52"/>
                    <a:pt x="202" y="52"/>
                    <a:pt x="202" y="52"/>
                  </a:cubicBezTo>
                  <a:cubicBezTo>
                    <a:pt x="201" y="63"/>
                    <a:pt x="199" y="73"/>
                    <a:pt x="196" y="83"/>
                  </a:cubicBezTo>
                  <a:cubicBezTo>
                    <a:pt x="132" y="314"/>
                    <a:pt x="132" y="314"/>
                    <a:pt x="132" y="314"/>
                  </a:cubicBezTo>
                  <a:cubicBezTo>
                    <a:pt x="90" y="314"/>
                    <a:pt x="90" y="314"/>
                    <a:pt x="90" y="314"/>
                  </a:cubicBezTo>
                  <a:cubicBezTo>
                    <a:pt x="0" y="0"/>
                    <a:pt x="0" y="0"/>
                    <a:pt x="0" y="0"/>
                  </a:cubicBezTo>
                  <a:cubicBezTo>
                    <a:pt x="40" y="0"/>
                    <a:pt x="40" y="0"/>
                    <a:pt x="40" y="0"/>
                  </a:cubicBezTo>
                  <a:cubicBezTo>
                    <a:pt x="105" y="240"/>
                    <a:pt x="105" y="240"/>
                    <a:pt x="105" y="240"/>
                  </a:cubicBezTo>
                  <a:cubicBezTo>
                    <a:pt x="108" y="251"/>
                    <a:pt x="110" y="262"/>
                    <a:pt x="111" y="272"/>
                  </a:cubicBezTo>
                  <a:cubicBezTo>
                    <a:pt x="112" y="272"/>
                    <a:pt x="112" y="272"/>
                    <a:pt x="112" y="272"/>
                  </a:cubicBezTo>
                  <a:cubicBezTo>
                    <a:pt x="112" y="263"/>
                    <a:pt x="115" y="253"/>
                    <a:pt x="118" y="240"/>
                  </a:cubicBezTo>
                  <a:cubicBezTo>
                    <a:pt x="187" y="0"/>
                    <a:pt x="187" y="0"/>
                    <a:pt x="187" y="0"/>
                  </a:cubicBezTo>
                  <a:cubicBezTo>
                    <a:pt x="222" y="0"/>
                    <a:pt x="222" y="0"/>
                    <a:pt x="222" y="0"/>
                  </a:cubicBezTo>
                  <a:cubicBezTo>
                    <a:pt x="287" y="242"/>
                    <a:pt x="287" y="242"/>
                    <a:pt x="287" y="242"/>
                  </a:cubicBezTo>
                  <a:cubicBezTo>
                    <a:pt x="289" y="251"/>
                    <a:pt x="291" y="261"/>
                    <a:pt x="292" y="271"/>
                  </a:cubicBezTo>
                  <a:cubicBezTo>
                    <a:pt x="293" y="271"/>
                    <a:pt x="293" y="271"/>
                    <a:pt x="293" y="271"/>
                  </a:cubicBezTo>
                  <a:cubicBezTo>
                    <a:pt x="294" y="264"/>
                    <a:pt x="296" y="254"/>
                    <a:pt x="299" y="241"/>
                  </a:cubicBezTo>
                  <a:cubicBezTo>
                    <a:pt x="362" y="0"/>
                    <a:pt x="362" y="0"/>
                    <a:pt x="362" y="0"/>
                  </a:cubicBezTo>
                  <a:lnTo>
                    <a:pt x="40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 name="Freeform 15"/>
            <p:cNvSpPr>
              <a:spLocks noEditPoints="1"/>
            </p:cNvSpPr>
            <p:nvPr userDrawn="1"/>
          </p:nvSpPr>
          <p:spPr bwMode="auto">
            <a:xfrm>
              <a:off x="2325" y="633"/>
              <a:ext cx="513" cy="556"/>
            </a:xfrm>
            <a:custGeom>
              <a:avLst/>
              <a:gdLst>
                <a:gd name="T0" fmla="*/ 217 w 217"/>
                <a:gd name="T1" fmla="*/ 117 h 235"/>
                <a:gd name="T2" fmla="*/ 187 w 217"/>
                <a:gd name="T3" fmla="*/ 203 h 235"/>
                <a:gd name="T4" fmla="*/ 107 w 217"/>
                <a:gd name="T5" fmla="*/ 235 h 235"/>
                <a:gd name="T6" fmla="*/ 29 w 217"/>
                <a:gd name="T7" fmla="*/ 203 h 235"/>
                <a:gd name="T8" fmla="*/ 0 w 217"/>
                <a:gd name="T9" fmla="*/ 120 h 235"/>
                <a:gd name="T10" fmla="*/ 30 w 217"/>
                <a:gd name="T11" fmla="*/ 32 h 235"/>
                <a:gd name="T12" fmla="*/ 112 w 217"/>
                <a:gd name="T13" fmla="*/ 0 h 235"/>
                <a:gd name="T14" fmla="*/ 189 w 217"/>
                <a:gd name="T15" fmla="*/ 31 h 235"/>
                <a:gd name="T16" fmla="*/ 217 w 217"/>
                <a:gd name="T17" fmla="*/ 117 h 235"/>
                <a:gd name="T18" fmla="*/ 181 w 217"/>
                <a:gd name="T19" fmla="*/ 118 h 235"/>
                <a:gd name="T20" fmla="*/ 162 w 217"/>
                <a:gd name="T21" fmla="*/ 53 h 235"/>
                <a:gd name="T22" fmla="*/ 110 w 217"/>
                <a:gd name="T23" fmla="*/ 31 h 235"/>
                <a:gd name="T24" fmla="*/ 56 w 217"/>
                <a:gd name="T25" fmla="*/ 54 h 235"/>
                <a:gd name="T26" fmla="*/ 36 w 217"/>
                <a:gd name="T27" fmla="*/ 119 h 235"/>
                <a:gd name="T28" fmla="*/ 56 w 217"/>
                <a:gd name="T29" fmla="*/ 182 h 235"/>
                <a:gd name="T30" fmla="*/ 110 w 217"/>
                <a:gd name="T31" fmla="*/ 204 h 235"/>
                <a:gd name="T32" fmla="*/ 163 w 217"/>
                <a:gd name="T33" fmla="*/ 182 h 235"/>
                <a:gd name="T34" fmla="*/ 181 w 217"/>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7" h="235">
                  <a:moveTo>
                    <a:pt x="217" y="117"/>
                  </a:moveTo>
                  <a:cubicBezTo>
                    <a:pt x="217" y="152"/>
                    <a:pt x="207" y="181"/>
                    <a:pt x="187" y="203"/>
                  </a:cubicBezTo>
                  <a:cubicBezTo>
                    <a:pt x="167" y="224"/>
                    <a:pt x="141" y="235"/>
                    <a:pt x="107" y="235"/>
                  </a:cubicBezTo>
                  <a:cubicBezTo>
                    <a:pt x="75" y="235"/>
                    <a:pt x="48" y="225"/>
                    <a:pt x="29" y="203"/>
                  </a:cubicBezTo>
                  <a:cubicBezTo>
                    <a:pt x="10" y="182"/>
                    <a:pt x="0" y="155"/>
                    <a:pt x="0" y="120"/>
                  </a:cubicBezTo>
                  <a:cubicBezTo>
                    <a:pt x="0" y="83"/>
                    <a:pt x="10" y="54"/>
                    <a:pt x="30" y="32"/>
                  </a:cubicBezTo>
                  <a:cubicBezTo>
                    <a:pt x="50" y="11"/>
                    <a:pt x="77" y="0"/>
                    <a:pt x="112" y="0"/>
                  </a:cubicBezTo>
                  <a:cubicBezTo>
                    <a:pt x="145" y="0"/>
                    <a:pt x="171" y="10"/>
                    <a:pt x="189" y="31"/>
                  </a:cubicBezTo>
                  <a:cubicBezTo>
                    <a:pt x="208" y="52"/>
                    <a:pt x="217" y="80"/>
                    <a:pt x="217" y="117"/>
                  </a:cubicBezTo>
                  <a:close/>
                  <a:moveTo>
                    <a:pt x="181" y="118"/>
                  </a:moveTo>
                  <a:cubicBezTo>
                    <a:pt x="181" y="90"/>
                    <a:pt x="175" y="68"/>
                    <a:pt x="162" y="53"/>
                  </a:cubicBezTo>
                  <a:cubicBezTo>
                    <a:pt x="150" y="38"/>
                    <a:pt x="133" y="31"/>
                    <a:pt x="110" y="31"/>
                  </a:cubicBezTo>
                  <a:cubicBezTo>
                    <a:pt x="87" y="31"/>
                    <a:pt x="69" y="38"/>
                    <a:pt x="56" y="54"/>
                  </a:cubicBezTo>
                  <a:cubicBezTo>
                    <a:pt x="43" y="69"/>
                    <a:pt x="36" y="91"/>
                    <a:pt x="36" y="119"/>
                  </a:cubicBezTo>
                  <a:cubicBezTo>
                    <a:pt x="36" y="146"/>
                    <a:pt x="43" y="167"/>
                    <a:pt x="56" y="182"/>
                  </a:cubicBezTo>
                  <a:cubicBezTo>
                    <a:pt x="69" y="197"/>
                    <a:pt x="87" y="204"/>
                    <a:pt x="110" y="204"/>
                  </a:cubicBezTo>
                  <a:cubicBezTo>
                    <a:pt x="133" y="204"/>
                    <a:pt x="150"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 name="Freeform 16"/>
            <p:cNvSpPr>
              <a:spLocks/>
            </p:cNvSpPr>
            <p:nvPr userDrawn="1"/>
          </p:nvSpPr>
          <p:spPr bwMode="auto">
            <a:xfrm>
              <a:off x="2968" y="635"/>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100"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9"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 name="Rectangle 17"/>
            <p:cNvSpPr>
              <a:spLocks noChangeArrowheads="1"/>
            </p:cNvSpPr>
            <p:nvPr userDrawn="1"/>
          </p:nvSpPr>
          <p:spPr bwMode="auto">
            <a:xfrm>
              <a:off x="3330" y="392"/>
              <a:ext cx="86" cy="78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 name="Freeform 18"/>
            <p:cNvSpPr>
              <a:spLocks noEditPoints="1"/>
            </p:cNvSpPr>
            <p:nvPr userDrawn="1"/>
          </p:nvSpPr>
          <p:spPr bwMode="auto">
            <a:xfrm>
              <a:off x="3543" y="392"/>
              <a:ext cx="483" cy="797"/>
            </a:xfrm>
            <a:custGeom>
              <a:avLst/>
              <a:gdLst>
                <a:gd name="T0" fmla="*/ 204 w 204"/>
                <a:gd name="T1" fmla="*/ 332 h 337"/>
                <a:gd name="T2" fmla="*/ 168 w 204"/>
                <a:gd name="T3" fmla="*/ 332 h 337"/>
                <a:gd name="T4" fmla="*/ 168 w 204"/>
                <a:gd name="T5" fmla="*/ 294 h 337"/>
                <a:gd name="T6" fmla="*/ 168 w 204"/>
                <a:gd name="T7" fmla="*/ 294 h 337"/>
                <a:gd name="T8" fmla="*/ 92 w 204"/>
                <a:gd name="T9" fmla="*/ 337 h 337"/>
                <a:gd name="T10" fmla="*/ 25 w 204"/>
                <a:gd name="T11" fmla="*/ 307 h 337"/>
                <a:gd name="T12" fmla="*/ 0 w 204"/>
                <a:gd name="T13" fmla="*/ 225 h 337"/>
                <a:gd name="T14" fmla="*/ 28 w 204"/>
                <a:gd name="T15" fmla="*/ 136 h 337"/>
                <a:gd name="T16" fmla="*/ 101 w 204"/>
                <a:gd name="T17" fmla="*/ 102 h 337"/>
                <a:gd name="T18" fmla="*/ 168 w 204"/>
                <a:gd name="T19" fmla="*/ 138 h 337"/>
                <a:gd name="T20" fmla="*/ 168 w 204"/>
                <a:gd name="T21" fmla="*/ 138 h 337"/>
                <a:gd name="T22" fmla="*/ 168 w 204"/>
                <a:gd name="T23" fmla="*/ 0 h 337"/>
                <a:gd name="T24" fmla="*/ 204 w 204"/>
                <a:gd name="T25" fmla="*/ 0 h 337"/>
                <a:gd name="T26" fmla="*/ 204 w 204"/>
                <a:gd name="T27" fmla="*/ 332 h 337"/>
                <a:gd name="T28" fmla="*/ 168 w 204"/>
                <a:gd name="T29" fmla="*/ 230 h 337"/>
                <a:gd name="T30" fmla="*/ 168 w 204"/>
                <a:gd name="T31" fmla="*/ 197 h 337"/>
                <a:gd name="T32" fmla="*/ 150 w 204"/>
                <a:gd name="T33" fmla="*/ 151 h 337"/>
                <a:gd name="T34" fmla="*/ 106 w 204"/>
                <a:gd name="T35" fmla="*/ 133 h 337"/>
                <a:gd name="T36" fmla="*/ 55 w 204"/>
                <a:gd name="T37" fmla="*/ 157 h 337"/>
                <a:gd name="T38" fmla="*/ 37 w 204"/>
                <a:gd name="T39" fmla="*/ 223 h 337"/>
                <a:gd name="T40" fmla="*/ 54 w 204"/>
                <a:gd name="T41" fmla="*/ 284 h 337"/>
                <a:gd name="T42" fmla="*/ 102 w 204"/>
                <a:gd name="T43" fmla="*/ 306 h 337"/>
                <a:gd name="T44" fmla="*/ 150 w 204"/>
                <a:gd name="T45" fmla="*/ 285 h 337"/>
                <a:gd name="T46" fmla="*/ 168 w 204"/>
                <a:gd name="T47" fmla="*/ 23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4" h="337">
                  <a:moveTo>
                    <a:pt x="204" y="332"/>
                  </a:moveTo>
                  <a:cubicBezTo>
                    <a:pt x="168" y="332"/>
                    <a:pt x="168" y="332"/>
                    <a:pt x="168" y="332"/>
                  </a:cubicBezTo>
                  <a:cubicBezTo>
                    <a:pt x="168" y="294"/>
                    <a:pt x="168" y="294"/>
                    <a:pt x="168" y="294"/>
                  </a:cubicBezTo>
                  <a:cubicBezTo>
                    <a:pt x="168" y="294"/>
                    <a:pt x="168" y="294"/>
                    <a:pt x="168" y="294"/>
                  </a:cubicBezTo>
                  <a:cubicBezTo>
                    <a:pt x="151" y="323"/>
                    <a:pt x="126" y="337"/>
                    <a:pt x="92" y="337"/>
                  </a:cubicBezTo>
                  <a:cubicBezTo>
                    <a:pt x="64" y="337"/>
                    <a:pt x="42" y="327"/>
                    <a:pt x="25" y="307"/>
                  </a:cubicBezTo>
                  <a:cubicBezTo>
                    <a:pt x="9" y="286"/>
                    <a:pt x="0" y="259"/>
                    <a:pt x="0" y="225"/>
                  </a:cubicBezTo>
                  <a:cubicBezTo>
                    <a:pt x="0" y="188"/>
                    <a:pt x="10" y="158"/>
                    <a:pt x="28" y="136"/>
                  </a:cubicBezTo>
                  <a:cubicBezTo>
                    <a:pt x="46" y="113"/>
                    <a:pt x="71" y="102"/>
                    <a:pt x="101" y="102"/>
                  </a:cubicBezTo>
                  <a:cubicBezTo>
                    <a:pt x="132" y="102"/>
                    <a:pt x="154" y="114"/>
                    <a:pt x="168" y="138"/>
                  </a:cubicBezTo>
                  <a:cubicBezTo>
                    <a:pt x="168" y="138"/>
                    <a:pt x="168" y="138"/>
                    <a:pt x="168" y="138"/>
                  </a:cubicBezTo>
                  <a:cubicBezTo>
                    <a:pt x="168" y="0"/>
                    <a:pt x="168" y="0"/>
                    <a:pt x="168" y="0"/>
                  </a:cubicBezTo>
                  <a:cubicBezTo>
                    <a:pt x="204" y="0"/>
                    <a:pt x="204" y="0"/>
                    <a:pt x="204" y="0"/>
                  </a:cubicBezTo>
                  <a:lnTo>
                    <a:pt x="204" y="332"/>
                  </a:lnTo>
                  <a:close/>
                  <a:moveTo>
                    <a:pt x="168" y="230"/>
                  </a:moveTo>
                  <a:cubicBezTo>
                    <a:pt x="168" y="197"/>
                    <a:pt x="168" y="197"/>
                    <a:pt x="168" y="197"/>
                  </a:cubicBezTo>
                  <a:cubicBezTo>
                    <a:pt x="168" y="179"/>
                    <a:pt x="162" y="163"/>
                    <a:pt x="150" y="151"/>
                  </a:cubicBezTo>
                  <a:cubicBezTo>
                    <a:pt x="138" y="139"/>
                    <a:pt x="123" y="133"/>
                    <a:pt x="106" y="133"/>
                  </a:cubicBezTo>
                  <a:cubicBezTo>
                    <a:pt x="85" y="133"/>
                    <a:pt x="68" y="141"/>
                    <a:pt x="55" y="157"/>
                  </a:cubicBezTo>
                  <a:cubicBezTo>
                    <a:pt x="43" y="173"/>
                    <a:pt x="37" y="195"/>
                    <a:pt x="37" y="223"/>
                  </a:cubicBezTo>
                  <a:cubicBezTo>
                    <a:pt x="37" y="249"/>
                    <a:pt x="43" y="269"/>
                    <a:pt x="54" y="284"/>
                  </a:cubicBezTo>
                  <a:cubicBezTo>
                    <a:pt x="66" y="299"/>
                    <a:pt x="82" y="306"/>
                    <a:pt x="102" y="306"/>
                  </a:cubicBezTo>
                  <a:cubicBezTo>
                    <a:pt x="121" y="306"/>
                    <a:pt x="137" y="299"/>
                    <a:pt x="150" y="285"/>
                  </a:cubicBezTo>
                  <a:cubicBezTo>
                    <a:pt x="162" y="271"/>
                    <a:pt x="168" y="252"/>
                    <a:pt x="168" y="2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 name="Freeform 19"/>
            <p:cNvSpPr>
              <a:spLocks/>
            </p:cNvSpPr>
            <p:nvPr userDrawn="1"/>
          </p:nvSpPr>
          <p:spPr bwMode="auto">
            <a:xfrm>
              <a:off x="4123" y="645"/>
              <a:ext cx="728" cy="532"/>
            </a:xfrm>
            <a:custGeom>
              <a:avLst/>
              <a:gdLst>
                <a:gd name="T0" fmla="*/ 308 w 308"/>
                <a:gd name="T1" fmla="*/ 0 h 225"/>
                <a:gd name="T2" fmla="*/ 242 w 308"/>
                <a:gd name="T3" fmla="*/ 225 h 225"/>
                <a:gd name="T4" fmla="*/ 206 w 308"/>
                <a:gd name="T5" fmla="*/ 225 h 225"/>
                <a:gd name="T6" fmla="*/ 160 w 308"/>
                <a:gd name="T7" fmla="*/ 64 h 225"/>
                <a:gd name="T8" fmla="*/ 157 w 308"/>
                <a:gd name="T9" fmla="*/ 43 h 225"/>
                <a:gd name="T10" fmla="*/ 156 w 308"/>
                <a:gd name="T11" fmla="*/ 43 h 225"/>
                <a:gd name="T12" fmla="*/ 151 w 308"/>
                <a:gd name="T13" fmla="*/ 64 h 225"/>
                <a:gd name="T14" fmla="*/ 102 w 308"/>
                <a:gd name="T15" fmla="*/ 225 h 225"/>
                <a:gd name="T16" fmla="*/ 67 w 308"/>
                <a:gd name="T17" fmla="*/ 225 h 225"/>
                <a:gd name="T18" fmla="*/ 0 w 308"/>
                <a:gd name="T19" fmla="*/ 0 h 225"/>
                <a:gd name="T20" fmla="*/ 37 w 308"/>
                <a:gd name="T21" fmla="*/ 0 h 225"/>
                <a:gd name="T22" fmla="*/ 83 w 308"/>
                <a:gd name="T23" fmla="*/ 169 h 225"/>
                <a:gd name="T24" fmla="*/ 86 w 308"/>
                <a:gd name="T25" fmla="*/ 189 h 225"/>
                <a:gd name="T26" fmla="*/ 87 w 308"/>
                <a:gd name="T27" fmla="*/ 189 h 225"/>
                <a:gd name="T28" fmla="*/ 91 w 308"/>
                <a:gd name="T29" fmla="*/ 169 h 225"/>
                <a:gd name="T30" fmla="*/ 142 w 308"/>
                <a:gd name="T31" fmla="*/ 0 h 225"/>
                <a:gd name="T32" fmla="*/ 174 w 308"/>
                <a:gd name="T33" fmla="*/ 0 h 225"/>
                <a:gd name="T34" fmla="*/ 220 w 308"/>
                <a:gd name="T35" fmla="*/ 169 h 225"/>
                <a:gd name="T36" fmla="*/ 223 w 308"/>
                <a:gd name="T37" fmla="*/ 190 h 225"/>
                <a:gd name="T38" fmla="*/ 225 w 308"/>
                <a:gd name="T39" fmla="*/ 190 h 225"/>
                <a:gd name="T40" fmla="*/ 228 w 308"/>
                <a:gd name="T41" fmla="*/ 169 h 225"/>
                <a:gd name="T42" fmla="*/ 273 w 308"/>
                <a:gd name="T43" fmla="*/ 0 h 225"/>
                <a:gd name="T44" fmla="*/ 308 w 308"/>
                <a:gd name="T45"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8" h="225">
                  <a:moveTo>
                    <a:pt x="308" y="0"/>
                  </a:moveTo>
                  <a:cubicBezTo>
                    <a:pt x="242" y="225"/>
                    <a:pt x="242" y="225"/>
                    <a:pt x="242" y="225"/>
                  </a:cubicBezTo>
                  <a:cubicBezTo>
                    <a:pt x="206" y="225"/>
                    <a:pt x="206" y="225"/>
                    <a:pt x="206" y="225"/>
                  </a:cubicBezTo>
                  <a:cubicBezTo>
                    <a:pt x="160" y="64"/>
                    <a:pt x="160" y="64"/>
                    <a:pt x="160" y="64"/>
                  </a:cubicBezTo>
                  <a:cubicBezTo>
                    <a:pt x="158" y="59"/>
                    <a:pt x="157" y="52"/>
                    <a:pt x="157" y="43"/>
                  </a:cubicBezTo>
                  <a:cubicBezTo>
                    <a:pt x="156" y="43"/>
                    <a:pt x="156" y="43"/>
                    <a:pt x="156" y="43"/>
                  </a:cubicBezTo>
                  <a:cubicBezTo>
                    <a:pt x="155" y="49"/>
                    <a:pt x="154" y="55"/>
                    <a:pt x="151" y="64"/>
                  </a:cubicBezTo>
                  <a:cubicBezTo>
                    <a:pt x="102" y="225"/>
                    <a:pt x="102" y="225"/>
                    <a:pt x="102" y="225"/>
                  </a:cubicBezTo>
                  <a:cubicBezTo>
                    <a:pt x="67" y="225"/>
                    <a:pt x="67" y="225"/>
                    <a:pt x="67" y="225"/>
                  </a:cubicBezTo>
                  <a:cubicBezTo>
                    <a:pt x="0" y="0"/>
                    <a:pt x="0" y="0"/>
                    <a:pt x="0" y="0"/>
                  </a:cubicBezTo>
                  <a:cubicBezTo>
                    <a:pt x="37" y="0"/>
                    <a:pt x="37" y="0"/>
                    <a:pt x="37" y="0"/>
                  </a:cubicBezTo>
                  <a:cubicBezTo>
                    <a:pt x="83" y="169"/>
                    <a:pt x="83" y="169"/>
                    <a:pt x="83" y="169"/>
                  </a:cubicBezTo>
                  <a:cubicBezTo>
                    <a:pt x="84" y="175"/>
                    <a:pt x="85" y="182"/>
                    <a:pt x="86" y="189"/>
                  </a:cubicBezTo>
                  <a:cubicBezTo>
                    <a:pt x="87" y="189"/>
                    <a:pt x="87" y="189"/>
                    <a:pt x="87" y="189"/>
                  </a:cubicBezTo>
                  <a:cubicBezTo>
                    <a:pt x="88" y="184"/>
                    <a:pt x="89" y="177"/>
                    <a:pt x="91" y="169"/>
                  </a:cubicBezTo>
                  <a:cubicBezTo>
                    <a:pt x="142" y="0"/>
                    <a:pt x="142" y="0"/>
                    <a:pt x="142" y="0"/>
                  </a:cubicBezTo>
                  <a:cubicBezTo>
                    <a:pt x="174" y="0"/>
                    <a:pt x="174" y="0"/>
                    <a:pt x="174" y="0"/>
                  </a:cubicBezTo>
                  <a:cubicBezTo>
                    <a:pt x="220" y="169"/>
                    <a:pt x="220" y="169"/>
                    <a:pt x="220" y="169"/>
                  </a:cubicBezTo>
                  <a:cubicBezTo>
                    <a:pt x="222" y="175"/>
                    <a:pt x="223" y="182"/>
                    <a:pt x="223" y="190"/>
                  </a:cubicBezTo>
                  <a:cubicBezTo>
                    <a:pt x="225" y="190"/>
                    <a:pt x="225" y="190"/>
                    <a:pt x="225" y="190"/>
                  </a:cubicBezTo>
                  <a:cubicBezTo>
                    <a:pt x="225" y="183"/>
                    <a:pt x="226" y="176"/>
                    <a:pt x="228" y="169"/>
                  </a:cubicBezTo>
                  <a:cubicBezTo>
                    <a:pt x="273" y="0"/>
                    <a:pt x="273" y="0"/>
                    <a:pt x="273" y="0"/>
                  </a:cubicBezTo>
                  <a:lnTo>
                    <a:pt x="30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 name="Freeform 20"/>
            <p:cNvSpPr>
              <a:spLocks noEditPoints="1"/>
            </p:cNvSpPr>
            <p:nvPr userDrawn="1"/>
          </p:nvSpPr>
          <p:spPr bwMode="auto">
            <a:xfrm>
              <a:off x="4939" y="401"/>
              <a:ext cx="109" cy="776"/>
            </a:xfrm>
            <a:custGeom>
              <a:avLst/>
              <a:gdLst>
                <a:gd name="T0" fmla="*/ 46 w 46"/>
                <a:gd name="T1" fmla="*/ 23 h 328"/>
                <a:gd name="T2" fmla="*/ 39 w 46"/>
                <a:gd name="T3" fmla="*/ 40 h 328"/>
                <a:gd name="T4" fmla="*/ 23 w 46"/>
                <a:gd name="T5" fmla="*/ 46 h 328"/>
                <a:gd name="T6" fmla="*/ 6 w 46"/>
                <a:gd name="T7" fmla="*/ 40 h 328"/>
                <a:gd name="T8" fmla="*/ 0 w 46"/>
                <a:gd name="T9" fmla="*/ 23 h 328"/>
                <a:gd name="T10" fmla="*/ 6 w 46"/>
                <a:gd name="T11" fmla="*/ 7 h 328"/>
                <a:gd name="T12" fmla="*/ 23 w 46"/>
                <a:gd name="T13" fmla="*/ 0 h 328"/>
                <a:gd name="T14" fmla="*/ 39 w 46"/>
                <a:gd name="T15" fmla="*/ 7 h 328"/>
                <a:gd name="T16" fmla="*/ 46 w 46"/>
                <a:gd name="T17" fmla="*/ 23 h 328"/>
                <a:gd name="T18" fmla="*/ 40 w 46"/>
                <a:gd name="T19" fmla="*/ 328 h 328"/>
                <a:gd name="T20" fmla="*/ 4 w 46"/>
                <a:gd name="T21" fmla="*/ 328 h 328"/>
                <a:gd name="T22" fmla="*/ 4 w 46"/>
                <a:gd name="T23" fmla="*/ 103 h 328"/>
                <a:gd name="T24" fmla="*/ 40 w 46"/>
                <a:gd name="T25" fmla="*/ 103 h 328"/>
                <a:gd name="T26" fmla="*/ 40 w 46"/>
                <a:gd name="T27"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 h="328">
                  <a:moveTo>
                    <a:pt x="46" y="23"/>
                  </a:moveTo>
                  <a:cubicBezTo>
                    <a:pt x="46" y="30"/>
                    <a:pt x="44" y="35"/>
                    <a:pt x="39" y="40"/>
                  </a:cubicBezTo>
                  <a:cubicBezTo>
                    <a:pt x="34" y="44"/>
                    <a:pt x="29" y="46"/>
                    <a:pt x="23" y="46"/>
                  </a:cubicBezTo>
                  <a:cubicBezTo>
                    <a:pt x="16" y="46"/>
                    <a:pt x="11" y="44"/>
                    <a:pt x="6" y="40"/>
                  </a:cubicBezTo>
                  <a:cubicBezTo>
                    <a:pt x="2" y="36"/>
                    <a:pt x="0" y="30"/>
                    <a:pt x="0" y="23"/>
                  </a:cubicBezTo>
                  <a:cubicBezTo>
                    <a:pt x="0" y="17"/>
                    <a:pt x="2" y="11"/>
                    <a:pt x="6" y="7"/>
                  </a:cubicBezTo>
                  <a:cubicBezTo>
                    <a:pt x="10" y="2"/>
                    <a:pt x="16" y="0"/>
                    <a:pt x="23" y="0"/>
                  </a:cubicBezTo>
                  <a:cubicBezTo>
                    <a:pt x="29" y="0"/>
                    <a:pt x="35" y="2"/>
                    <a:pt x="39" y="7"/>
                  </a:cubicBezTo>
                  <a:cubicBezTo>
                    <a:pt x="44" y="11"/>
                    <a:pt x="46" y="17"/>
                    <a:pt x="46" y="23"/>
                  </a:cubicBezTo>
                  <a:close/>
                  <a:moveTo>
                    <a:pt x="40" y="328"/>
                  </a:moveTo>
                  <a:cubicBezTo>
                    <a:pt x="4" y="328"/>
                    <a:pt x="4" y="328"/>
                    <a:pt x="4" y="328"/>
                  </a:cubicBezTo>
                  <a:cubicBezTo>
                    <a:pt x="4" y="103"/>
                    <a:pt x="4" y="103"/>
                    <a:pt x="4" y="103"/>
                  </a:cubicBezTo>
                  <a:cubicBezTo>
                    <a:pt x="40" y="103"/>
                    <a:pt x="40" y="103"/>
                    <a:pt x="40" y="103"/>
                  </a:cubicBezTo>
                  <a:lnTo>
                    <a:pt x="40"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 name="Freeform 21"/>
            <p:cNvSpPr>
              <a:spLocks noEditPoints="1"/>
            </p:cNvSpPr>
            <p:nvPr userDrawn="1"/>
          </p:nvSpPr>
          <p:spPr bwMode="auto">
            <a:xfrm>
              <a:off x="5164" y="392"/>
              <a:ext cx="480" cy="797"/>
            </a:xfrm>
            <a:custGeom>
              <a:avLst/>
              <a:gdLst>
                <a:gd name="T0" fmla="*/ 203 w 203"/>
                <a:gd name="T1" fmla="*/ 332 h 337"/>
                <a:gd name="T2" fmla="*/ 168 w 203"/>
                <a:gd name="T3" fmla="*/ 332 h 337"/>
                <a:gd name="T4" fmla="*/ 168 w 203"/>
                <a:gd name="T5" fmla="*/ 294 h 337"/>
                <a:gd name="T6" fmla="*/ 167 w 203"/>
                <a:gd name="T7" fmla="*/ 294 h 337"/>
                <a:gd name="T8" fmla="*/ 91 w 203"/>
                <a:gd name="T9" fmla="*/ 337 h 337"/>
                <a:gd name="T10" fmla="*/ 24 w 203"/>
                <a:gd name="T11" fmla="*/ 307 h 337"/>
                <a:gd name="T12" fmla="*/ 0 w 203"/>
                <a:gd name="T13" fmla="*/ 225 h 337"/>
                <a:gd name="T14" fmla="*/ 27 w 203"/>
                <a:gd name="T15" fmla="*/ 136 h 337"/>
                <a:gd name="T16" fmla="*/ 101 w 203"/>
                <a:gd name="T17" fmla="*/ 102 h 337"/>
                <a:gd name="T18" fmla="*/ 167 w 203"/>
                <a:gd name="T19" fmla="*/ 138 h 337"/>
                <a:gd name="T20" fmla="*/ 168 w 203"/>
                <a:gd name="T21" fmla="*/ 138 h 337"/>
                <a:gd name="T22" fmla="*/ 168 w 203"/>
                <a:gd name="T23" fmla="*/ 0 h 337"/>
                <a:gd name="T24" fmla="*/ 203 w 203"/>
                <a:gd name="T25" fmla="*/ 0 h 337"/>
                <a:gd name="T26" fmla="*/ 203 w 203"/>
                <a:gd name="T27" fmla="*/ 332 h 337"/>
                <a:gd name="T28" fmla="*/ 168 w 203"/>
                <a:gd name="T29" fmla="*/ 230 h 337"/>
                <a:gd name="T30" fmla="*/ 168 w 203"/>
                <a:gd name="T31" fmla="*/ 197 h 337"/>
                <a:gd name="T32" fmla="*/ 149 w 203"/>
                <a:gd name="T33" fmla="*/ 151 h 337"/>
                <a:gd name="T34" fmla="*/ 105 w 203"/>
                <a:gd name="T35" fmla="*/ 133 h 337"/>
                <a:gd name="T36" fmla="*/ 54 w 203"/>
                <a:gd name="T37" fmla="*/ 157 h 337"/>
                <a:gd name="T38" fmla="*/ 36 w 203"/>
                <a:gd name="T39" fmla="*/ 223 h 337"/>
                <a:gd name="T40" fmla="*/ 53 w 203"/>
                <a:gd name="T41" fmla="*/ 284 h 337"/>
                <a:gd name="T42" fmla="*/ 101 w 203"/>
                <a:gd name="T43" fmla="*/ 306 h 337"/>
                <a:gd name="T44" fmla="*/ 149 w 203"/>
                <a:gd name="T45" fmla="*/ 285 h 337"/>
                <a:gd name="T46" fmla="*/ 168 w 203"/>
                <a:gd name="T47" fmla="*/ 23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337">
                  <a:moveTo>
                    <a:pt x="203" y="332"/>
                  </a:moveTo>
                  <a:cubicBezTo>
                    <a:pt x="168" y="332"/>
                    <a:pt x="168" y="332"/>
                    <a:pt x="168" y="332"/>
                  </a:cubicBezTo>
                  <a:cubicBezTo>
                    <a:pt x="168" y="294"/>
                    <a:pt x="168" y="294"/>
                    <a:pt x="168" y="294"/>
                  </a:cubicBezTo>
                  <a:cubicBezTo>
                    <a:pt x="167" y="294"/>
                    <a:pt x="167" y="294"/>
                    <a:pt x="167" y="294"/>
                  </a:cubicBezTo>
                  <a:cubicBezTo>
                    <a:pt x="150" y="323"/>
                    <a:pt x="125" y="337"/>
                    <a:pt x="91" y="337"/>
                  </a:cubicBezTo>
                  <a:cubicBezTo>
                    <a:pt x="63" y="337"/>
                    <a:pt x="41" y="327"/>
                    <a:pt x="24" y="307"/>
                  </a:cubicBezTo>
                  <a:cubicBezTo>
                    <a:pt x="8" y="286"/>
                    <a:pt x="0" y="259"/>
                    <a:pt x="0" y="225"/>
                  </a:cubicBezTo>
                  <a:cubicBezTo>
                    <a:pt x="0" y="188"/>
                    <a:pt x="9" y="158"/>
                    <a:pt x="27" y="136"/>
                  </a:cubicBezTo>
                  <a:cubicBezTo>
                    <a:pt x="45" y="113"/>
                    <a:pt x="70" y="102"/>
                    <a:pt x="101" y="102"/>
                  </a:cubicBezTo>
                  <a:cubicBezTo>
                    <a:pt x="131" y="102"/>
                    <a:pt x="153" y="114"/>
                    <a:pt x="167" y="138"/>
                  </a:cubicBezTo>
                  <a:cubicBezTo>
                    <a:pt x="168" y="138"/>
                    <a:pt x="168" y="138"/>
                    <a:pt x="168" y="138"/>
                  </a:cubicBezTo>
                  <a:cubicBezTo>
                    <a:pt x="168" y="0"/>
                    <a:pt x="168" y="0"/>
                    <a:pt x="168" y="0"/>
                  </a:cubicBezTo>
                  <a:cubicBezTo>
                    <a:pt x="203" y="0"/>
                    <a:pt x="203" y="0"/>
                    <a:pt x="203" y="0"/>
                  </a:cubicBezTo>
                  <a:lnTo>
                    <a:pt x="203" y="332"/>
                  </a:lnTo>
                  <a:close/>
                  <a:moveTo>
                    <a:pt x="168" y="230"/>
                  </a:moveTo>
                  <a:cubicBezTo>
                    <a:pt x="168" y="197"/>
                    <a:pt x="168" y="197"/>
                    <a:pt x="168" y="197"/>
                  </a:cubicBezTo>
                  <a:cubicBezTo>
                    <a:pt x="168" y="179"/>
                    <a:pt x="162" y="163"/>
                    <a:pt x="149" y="151"/>
                  </a:cubicBezTo>
                  <a:cubicBezTo>
                    <a:pt x="137" y="139"/>
                    <a:pt x="122" y="133"/>
                    <a:pt x="105" y="133"/>
                  </a:cubicBezTo>
                  <a:cubicBezTo>
                    <a:pt x="84" y="133"/>
                    <a:pt x="67" y="141"/>
                    <a:pt x="54" y="157"/>
                  </a:cubicBezTo>
                  <a:cubicBezTo>
                    <a:pt x="42" y="173"/>
                    <a:pt x="36" y="195"/>
                    <a:pt x="36" y="223"/>
                  </a:cubicBezTo>
                  <a:cubicBezTo>
                    <a:pt x="36" y="249"/>
                    <a:pt x="42" y="269"/>
                    <a:pt x="53" y="284"/>
                  </a:cubicBezTo>
                  <a:cubicBezTo>
                    <a:pt x="65" y="299"/>
                    <a:pt x="81" y="306"/>
                    <a:pt x="101" y="306"/>
                  </a:cubicBezTo>
                  <a:cubicBezTo>
                    <a:pt x="120" y="306"/>
                    <a:pt x="136" y="299"/>
                    <a:pt x="149" y="285"/>
                  </a:cubicBezTo>
                  <a:cubicBezTo>
                    <a:pt x="161" y="271"/>
                    <a:pt x="168" y="252"/>
                    <a:pt x="168" y="2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 name="Freeform 22"/>
            <p:cNvSpPr>
              <a:spLocks noEditPoints="1"/>
            </p:cNvSpPr>
            <p:nvPr userDrawn="1"/>
          </p:nvSpPr>
          <p:spPr bwMode="auto">
            <a:xfrm>
              <a:off x="5774" y="633"/>
              <a:ext cx="454" cy="556"/>
            </a:xfrm>
            <a:custGeom>
              <a:avLst/>
              <a:gdLst>
                <a:gd name="T0" fmla="*/ 192 w 192"/>
                <a:gd name="T1" fmla="*/ 126 h 235"/>
                <a:gd name="T2" fmla="*/ 36 w 192"/>
                <a:gd name="T3" fmla="*/ 126 h 235"/>
                <a:gd name="T4" fmla="*/ 56 w 192"/>
                <a:gd name="T5" fmla="*/ 184 h 235"/>
                <a:gd name="T6" fmla="*/ 108 w 192"/>
                <a:gd name="T7" fmla="*/ 204 h 235"/>
                <a:gd name="T8" fmla="*/ 177 w 192"/>
                <a:gd name="T9" fmla="*/ 180 h 235"/>
                <a:gd name="T10" fmla="*/ 177 w 192"/>
                <a:gd name="T11" fmla="*/ 213 h 235"/>
                <a:gd name="T12" fmla="*/ 100 w 192"/>
                <a:gd name="T13" fmla="*/ 235 h 235"/>
                <a:gd name="T14" fmla="*/ 26 w 192"/>
                <a:gd name="T15" fmla="*/ 204 h 235"/>
                <a:gd name="T16" fmla="*/ 0 w 192"/>
                <a:gd name="T17" fmla="*/ 118 h 235"/>
                <a:gd name="T18" fmla="*/ 13 w 192"/>
                <a:gd name="T19" fmla="*/ 58 h 235"/>
                <a:gd name="T20" fmla="*/ 49 w 192"/>
                <a:gd name="T21" fmla="*/ 15 h 235"/>
                <a:gd name="T22" fmla="*/ 101 w 192"/>
                <a:gd name="T23" fmla="*/ 0 h 235"/>
                <a:gd name="T24" fmla="*/ 168 w 192"/>
                <a:gd name="T25" fmla="*/ 28 h 235"/>
                <a:gd name="T26" fmla="*/ 192 w 192"/>
                <a:gd name="T27" fmla="*/ 108 h 235"/>
                <a:gd name="T28" fmla="*/ 192 w 192"/>
                <a:gd name="T29" fmla="*/ 126 h 235"/>
                <a:gd name="T30" fmla="*/ 156 w 192"/>
                <a:gd name="T31" fmla="*/ 96 h 235"/>
                <a:gd name="T32" fmla="*/ 141 w 192"/>
                <a:gd name="T33" fmla="*/ 48 h 235"/>
                <a:gd name="T34" fmla="*/ 101 w 192"/>
                <a:gd name="T35" fmla="*/ 31 h 235"/>
                <a:gd name="T36" fmla="*/ 59 w 192"/>
                <a:gd name="T37" fmla="*/ 48 h 235"/>
                <a:gd name="T38" fmla="*/ 37 w 192"/>
                <a:gd name="T39" fmla="*/ 96 h 235"/>
                <a:gd name="T40" fmla="*/ 156 w 192"/>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2" h="235">
                  <a:moveTo>
                    <a:pt x="192" y="126"/>
                  </a:moveTo>
                  <a:cubicBezTo>
                    <a:pt x="36" y="126"/>
                    <a:pt x="36" y="126"/>
                    <a:pt x="36" y="126"/>
                  </a:cubicBezTo>
                  <a:cubicBezTo>
                    <a:pt x="37" y="152"/>
                    <a:pt x="43" y="171"/>
                    <a:pt x="56" y="184"/>
                  </a:cubicBezTo>
                  <a:cubicBezTo>
                    <a:pt x="69" y="198"/>
                    <a:pt x="86" y="204"/>
                    <a:pt x="108" y="204"/>
                  </a:cubicBezTo>
                  <a:cubicBezTo>
                    <a:pt x="133" y="204"/>
                    <a:pt x="156" y="196"/>
                    <a:pt x="177" y="180"/>
                  </a:cubicBezTo>
                  <a:cubicBezTo>
                    <a:pt x="177" y="213"/>
                    <a:pt x="177" y="213"/>
                    <a:pt x="177" y="213"/>
                  </a:cubicBezTo>
                  <a:cubicBezTo>
                    <a:pt x="157" y="228"/>
                    <a:pt x="132" y="235"/>
                    <a:pt x="100" y="235"/>
                  </a:cubicBezTo>
                  <a:cubicBezTo>
                    <a:pt x="68" y="235"/>
                    <a:pt x="44" y="225"/>
                    <a:pt x="26" y="204"/>
                  </a:cubicBezTo>
                  <a:cubicBezTo>
                    <a:pt x="8" y="183"/>
                    <a:pt x="0" y="155"/>
                    <a:pt x="0" y="118"/>
                  </a:cubicBezTo>
                  <a:cubicBezTo>
                    <a:pt x="0" y="96"/>
                    <a:pt x="4" y="76"/>
                    <a:pt x="13" y="58"/>
                  </a:cubicBezTo>
                  <a:cubicBezTo>
                    <a:pt x="22" y="39"/>
                    <a:pt x="34" y="25"/>
                    <a:pt x="49" y="15"/>
                  </a:cubicBezTo>
                  <a:cubicBezTo>
                    <a:pt x="65" y="5"/>
                    <a:pt x="82" y="0"/>
                    <a:pt x="101" y="0"/>
                  </a:cubicBezTo>
                  <a:cubicBezTo>
                    <a:pt x="130" y="0"/>
                    <a:pt x="152" y="9"/>
                    <a:pt x="168" y="28"/>
                  </a:cubicBezTo>
                  <a:cubicBezTo>
                    <a:pt x="184" y="47"/>
                    <a:pt x="192" y="74"/>
                    <a:pt x="192" y="108"/>
                  </a:cubicBezTo>
                  <a:lnTo>
                    <a:pt x="192" y="126"/>
                  </a:lnTo>
                  <a:close/>
                  <a:moveTo>
                    <a:pt x="156" y="96"/>
                  </a:moveTo>
                  <a:cubicBezTo>
                    <a:pt x="156" y="75"/>
                    <a:pt x="151" y="59"/>
                    <a:pt x="141" y="48"/>
                  </a:cubicBezTo>
                  <a:cubicBezTo>
                    <a:pt x="132" y="36"/>
                    <a:pt x="118" y="31"/>
                    <a:pt x="101" y="31"/>
                  </a:cubicBezTo>
                  <a:cubicBezTo>
                    <a:pt x="84" y="31"/>
                    <a:pt x="70" y="37"/>
                    <a:pt x="59" y="48"/>
                  </a:cubicBezTo>
                  <a:cubicBezTo>
                    <a:pt x="47" y="60"/>
                    <a:pt x="40" y="76"/>
                    <a:pt x="37" y="96"/>
                  </a:cubicBezTo>
                  <a:lnTo>
                    <a:pt x="156"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 name="Freeform 23"/>
            <p:cNvSpPr>
              <a:spLocks noEditPoints="1"/>
            </p:cNvSpPr>
            <p:nvPr userDrawn="1"/>
          </p:nvSpPr>
          <p:spPr bwMode="auto">
            <a:xfrm>
              <a:off x="1426" y="1557"/>
              <a:ext cx="447" cy="743"/>
            </a:xfrm>
            <a:custGeom>
              <a:avLst/>
              <a:gdLst>
                <a:gd name="T0" fmla="*/ 189 w 189"/>
                <a:gd name="T1" fmla="*/ 93 h 314"/>
                <a:gd name="T2" fmla="*/ 158 w 189"/>
                <a:gd name="T3" fmla="*/ 167 h 314"/>
                <a:gd name="T4" fmla="*/ 77 w 189"/>
                <a:gd name="T5" fmla="*/ 195 h 314"/>
                <a:gd name="T6" fmla="*/ 36 w 189"/>
                <a:gd name="T7" fmla="*/ 195 h 314"/>
                <a:gd name="T8" fmla="*/ 36 w 189"/>
                <a:gd name="T9" fmla="*/ 314 h 314"/>
                <a:gd name="T10" fmla="*/ 0 w 189"/>
                <a:gd name="T11" fmla="*/ 314 h 314"/>
                <a:gd name="T12" fmla="*/ 0 w 189"/>
                <a:gd name="T13" fmla="*/ 0 h 314"/>
                <a:gd name="T14" fmla="*/ 85 w 189"/>
                <a:gd name="T15" fmla="*/ 0 h 314"/>
                <a:gd name="T16" fmla="*/ 161 w 189"/>
                <a:gd name="T17" fmla="*/ 24 h 314"/>
                <a:gd name="T18" fmla="*/ 189 w 189"/>
                <a:gd name="T19" fmla="*/ 93 h 314"/>
                <a:gd name="T20" fmla="*/ 151 w 189"/>
                <a:gd name="T21" fmla="*/ 95 h 314"/>
                <a:gd name="T22" fmla="*/ 78 w 189"/>
                <a:gd name="T23" fmla="*/ 33 h 314"/>
                <a:gd name="T24" fmla="*/ 36 w 189"/>
                <a:gd name="T25" fmla="*/ 33 h 314"/>
                <a:gd name="T26" fmla="*/ 36 w 189"/>
                <a:gd name="T27" fmla="*/ 162 h 314"/>
                <a:gd name="T28" fmla="*/ 74 w 189"/>
                <a:gd name="T29" fmla="*/ 162 h 314"/>
                <a:gd name="T30" fmla="*/ 131 w 189"/>
                <a:gd name="T31" fmla="*/ 144 h 314"/>
                <a:gd name="T32" fmla="*/ 151 w 189"/>
                <a:gd name="T33" fmla="*/ 9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9" h="314">
                  <a:moveTo>
                    <a:pt x="189" y="93"/>
                  </a:moveTo>
                  <a:cubicBezTo>
                    <a:pt x="189" y="124"/>
                    <a:pt x="178" y="148"/>
                    <a:pt x="158" y="167"/>
                  </a:cubicBezTo>
                  <a:cubicBezTo>
                    <a:pt x="137" y="185"/>
                    <a:pt x="110" y="195"/>
                    <a:pt x="77" y="195"/>
                  </a:cubicBezTo>
                  <a:cubicBezTo>
                    <a:pt x="36" y="195"/>
                    <a:pt x="36" y="195"/>
                    <a:pt x="36" y="195"/>
                  </a:cubicBezTo>
                  <a:cubicBezTo>
                    <a:pt x="36" y="314"/>
                    <a:pt x="36" y="314"/>
                    <a:pt x="36" y="314"/>
                  </a:cubicBezTo>
                  <a:cubicBezTo>
                    <a:pt x="0" y="314"/>
                    <a:pt x="0" y="314"/>
                    <a:pt x="0" y="314"/>
                  </a:cubicBezTo>
                  <a:cubicBezTo>
                    <a:pt x="0" y="0"/>
                    <a:pt x="0" y="0"/>
                    <a:pt x="0" y="0"/>
                  </a:cubicBezTo>
                  <a:cubicBezTo>
                    <a:pt x="85" y="0"/>
                    <a:pt x="85" y="0"/>
                    <a:pt x="85" y="0"/>
                  </a:cubicBezTo>
                  <a:cubicBezTo>
                    <a:pt x="118" y="0"/>
                    <a:pt x="143" y="8"/>
                    <a:pt x="161" y="24"/>
                  </a:cubicBezTo>
                  <a:cubicBezTo>
                    <a:pt x="180" y="41"/>
                    <a:pt x="189" y="64"/>
                    <a:pt x="189" y="93"/>
                  </a:cubicBezTo>
                  <a:close/>
                  <a:moveTo>
                    <a:pt x="151" y="95"/>
                  </a:moveTo>
                  <a:cubicBezTo>
                    <a:pt x="151" y="54"/>
                    <a:pt x="127" y="33"/>
                    <a:pt x="78" y="33"/>
                  </a:cubicBezTo>
                  <a:cubicBezTo>
                    <a:pt x="36" y="33"/>
                    <a:pt x="36" y="33"/>
                    <a:pt x="36" y="33"/>
                  </a:cubicBezTo>
                  <a:cubicBezTo>
                    <a:pt x="36" y="162"/>
                    <a:pt x="36" y="162"/>
                    <a:pt x="36" y="162"/>
                  </a:cubicBezTo>
                  <a:cubicBezTo>
                    <a:pt x="74" y="162"/>
                    <a:pt x="74" y="162"/>
                    <a:pt x="74" y="162"/>
                  </a:cubicBezTo>
                  <a:cubicBezTo>
                    <a:pt x="99" y="162"/>
                    <a:pt x="118" y="156"/>
                    <a:pt x="131" y="144"/>
                  </a:cubicBezTo>
                  <a:cubicBezTo>
                    <a:pt x="144" y="133"/>
                    <a:pt x="151" y="117"/>
                    <a:pt x="151" y="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 name="Freeform 24"/>
            <p:cNvSpPr>
              <a:spLocks noEditPoints="1"/>
            </p:cNvSpPr>
            <p:nvPr userDrawn="1"/>
          </p:nvSpPr>
          <p:spPr bwMode="auto">
            <a:xfrm>
              <a:off x="1923" y="1756"/>
              <a:ext cx="411" cy="556"/>
            </a:xfrm>
            <a:custGeom>
              <a:avLst/>
              <a:gdLst>
                <a:gd name="T0" fmla="*/ 174 w 174"/>
                <a:gd name="T1" fmla="*/ 230 h 235"/>
                <a:gd name="T2" fmla="*/ 139 w 174"/>
                <a:gd name="T3" fmla="*/ 230 h 235"/>
                <a:gd name="T4" fmla="*/ 139 w 174"/>
                <a:gd name="T5" fmla="*/ 195 h 235"/>
                <a:gd name="T6" fmla="*/ 138 w 174"/>
                <a:gd name="T7" fmla="*/ 195 h 235"/>
                <a:gd name="T8" fmla="*/ 70 w 174"/>
                <a:gd name="T9" fmla="*/ 235 h 235"/>
                <a:gd name="T10" fmla="*/ 19 w 174"/>
                <a:gd name="T11" fmla="*/ 218 h 235"/>
                <a:gd name="T12" fmla="*/ 0 w 174"/>
                <a:gd name="T13" fmla="*/ 170 h 235"/>
                <a:gd name="T14" fmla="*/ 73 w 174"/>
                <a:gd name="T15" fmla="*/ 97 h 235"/>
                <a:gd name="T16" fmla="*/ 139 w 174"/>
                <a:gd name="T17" fmla="*/ 87 h 235"/>
                <a:gd name="T18" fmla="*/ 93 w 174"/>
                <a:gd name="T19" fmla="*/ 31 h 235"/>
                <a:gd name="T20" fmla="*/ 21 w 174"/>
                <a:gd name="T21" fmla="*/ 58 h 235"/>
                <a:gd name="T22" fmla="*/ 21 w 174"/>
                <a:gd name="T23" fmla="*/ 21 h 235"/>
                <a:gd name="T24" fmla="*/ 55 w 174"/>
                <a:gd name="T25" fmla="*/ 7 h 235"/>
                <a:gd name="T26" fmla="*/ 96 w 174"/>
                <a:gd name="T27" fmla="*/ 0 h 235"/>
                <a:gd name="T28" fmla="*/ 174 w 174"/>
                <a:gd name="T29" fmla="*/ 84 h 235"/>
                <a:gd name="T30" fmla="*/ 174 w 174"/>
                <a:gd name="T31" fmla="*/ 230 h 235"/>
                <a:gd name="T32" fmla="*/ 139 w 174"/>
                <a:gd name="T33" fmla="*/ 116 h 235"/>
                <a:gd name="T34" fmla="*/ 85 w 174"/>
                <a:gd name="T35" fmla="*/ 124 h 235"/>
                <a:gd name="T36" fmla="*/ 47 w 174"/>
                <a:gd name="T37" fmla="*/ 137 h 235"/>
                <a:gd name="T38" fmla="*/ 36 w 174"/>
                <a:gd name="T39" fmla="*/ 167 h 235"/>
                <a:gd name="T40" fmla="*/ 48 w 174"/>
                <a:gd name="T41" fmla="*/ 194 h 235"/>
                <a:gd name="T42" fmla="*/ 78 w 174"/>
                <a:gd name="T43" fmla="*/ 204 h 235"/>
                <a:gd name="T44" fmla="*/ 122 w 174"/>
                <a:gd name="T45" fmla="*/ 186 h 235"/>
                <a:gd name="T46" fmla="*/ 139 w 174"/>
                <a:gd name="T47" fmla="*/ 139 h 235"/>
                <a:gd name="T48" fmla="*/ 139 w 174"/>
                <a:gd name="T49" fmla="*/ 11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 h="235">
                  <a:moveTo>
                    <a:pt x="174" y="230"/>
                  </a:moveTo>
                  <a:cubicBezTo>
                    <a:pt x="139" y="230"/>
                    <a:pt x="139" y="230"/>
                    <a:pt x="139" y="230"/>
                  </a:cubicBezTo>
                  <a:cubicBezTo>
                    <a:pt x="139" y="195"/>
                    <a:pt x="139" y="195"/>
                    <a:pt x="139" y="195"/>
                  </a:cubicBezTo>
                  <a:cubicBezTo>
                    <a:pt x="138" y="195"/>
                    <a:pt x="138" y="195"/>
                    <a:pt x="138" y="195"/>
                  </a:cubicBezTo>
                  <a:cubicBezTo>
                    <a:pt x="123" y="222"/>
                    <a:pt x="100" y="235"/>
                    <a:pt x="70" y="235"/>
                  </a:cubicBezTo>
                  <a:cubicBezTo>
                    <a:pt x="49" y="235"/>
                    <a:pt x="32" y="229"/>
                    <a:pt x="19" y="218"/>
                  </a:cubicBezTo>
                  <a:cubicBezTo>
                    <a:pt x="6" y="206"/>
                    <a:pt x="0" y="190"/>
                    <a:pt x="0" y="170"/>
                  </a:cubicBezTo>
                  <a:cubicBezTo>
                    <a:pt x="0" y="128"/>
                    <a:pt x="24" y="104"/>
                    <a:pt x="73" y="97"/>
                  </a:cubicBezTo>
                  <a:cubicBezTo>
                    <a:pt x="139" y="87"/>
                    <a:pt x="139" y="87"/>
                    <a:pt x="139" y="87"/>
                  </a:cubicBezTo>
                  <a:cubicBezTo>
                    <a:pt x="139" y="50"/>
                    <a:pt x="124" y="31"/>
                    <a:pt x="93" y="31"/>
                  </a:cubicBezTo>
                  <a:cubicBezTo>
                    <a:pt x="67" y="31"/>
                    <a:pt x="43" y="40"/>
                    <a:pt x="21" y="58"/>
                  </a:cubicBezTo>
                  <a:cubicBezTo>
                    <a:pt x="21" y="21"/>
                    <a:pt x="21" y="21"/>
                    <a:pt x="21" y="21"/>
                  </a:cubicBezTo>
                  <a:cubicBezTo>
                    <a:pt x="28" y="16"/>
                    <a:pt x="39" y="11"/>
                    <a:pt x="55" y="7"/>
                  </a:cubicBezTo>
                  <a:cubicBezTo>
                    <a:pt x="70" y="2"/>
                    <a:pt x="84" y="0"/>
                    <a:pt x="96" y="0"/>
                  </a:cubicBezTo>
                  <a:cubicBezTo>
                    <a:pt x="148" y="0"/>
                    <a:pt x="174" y="28"/>
                    <a:pt x="174" y="84"/>
                  </a:cubicBezTo>
                  <a:lnTo>
                    <a:pt x="174" y="230"/>
                  </a:lnTo>
                  <a:close/>
                  <a:moveTo>
                    <a:pt x="139" y="116"/>
                  </a:moveTo>
                  <a:cubicBezTo>
                    <a:pt x="85" y="124"/>
                    <a:pt x="85" y="124"/>
                    <a:pt x="85" y="124"/>
                  </a:cubicBezTo>
                  <a:cubicBezTo>
                    <a:pt x="67" y="126"/>
                    <a:pt x="54" y="131"/>
                    <a:pt x="47" y="137"/>
                  </a:cubicBezTo>
                  <a:cubicBezTo>
                    <a:pt x="40" y="143"/>
                    <a:pt x="36" y="153"/>
                    <a:pt x="36" y="167"/>
                  </a:cubicBezTo>
                  <a:cubicBezTo>
                    <a:pt x="36" y="178"/>
                    <a:pt x="40" y="187"/>
                    <a:pt x="48" y="194"/>
                  </a:cubicBezTo>
                  <a:cubicBezTo>
                    <a:pt x="56" y="201"/>
                    <a:pt x="66" y="204"/>
                    <a:pt x="78" y="204"/>
                  </a:cubicBezTo>
                  <a:cubicBezTo>
                    <a:pt x="96" y="204"/>
                    <a:pt x="110" y="198"/>
                    <a:pt x="122" y="186"/>
                  </a:cubicBezTo>
                  <a:cubicBezTo>
                    <a:pt x="133" y="173"/>
                    <a:pt x="139" y="157"/>
                    <a:pt x="139" y="139"/>
                  </a:cubicBezTo>
                  <a:lnTo>
                    <a:pt x="13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 name="Freeform 25"/>
            <p:cNvSpPr>
              <a:spLocks/>
            </p:cNvSpPr>
            <p:nvPr userDrawn="1"/>
          </p:nvSpPr>
          <p:spPr bwMode="auto">
            <a:xfrm>
              <a:off x="2493" y="1758"/>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99"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9"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 name="Freeform 26"/>
            <p:cNvSpPr>
              <a:spLocks/>
            </p:cNvSpPr>
            <p:nvPr userDrawn="1"/>
          </p:nvSpPr>
          <p:spPr bwMode="auto">
            <a:xfrm>
              <a:off x="2824" y="1612"/>
              <a:ext cx="303" cy="700"/>
            </a:xfrm>
            <a:custGeom>
              <a:avLst/>
              <a:gdLst>
                <a:gd name="T0" fmla="*/ 128 w 128"/>
                <a:gd name="T1" fmla="*/ 288 h 296"/>
                <a:gd name="T2" fmla="*/ 95 w 128"/>
                <a:gd name="T3" fmla="*/ 296 h 296"/>
                <a:gd name="T4" fmla="*/ 37 w 128"/>
                <a:gd name="T5" fmla="*/ 230 h 296"/>
                <a:gd name="T6" fmla="*/ 37 w 128"/>
                <a:gd name="T7" fmla="*/ 97 h 296"/>
                <a:gd name="T8" fmla="*/ 0 w 128"/>
                <a:gd name="T9" fmla="*/ 97 h 296"/>
                <a:gd name="T10" fmla="*/ 0 w 128"/>
                <a:gd name="T11" fmla="*/ 66 h 296"/>
                <a:gd name="T12" fmla="*/ 37 w 128"/>
                <a:gd name="T13" fmla="*/ 66 h 296"/>
                <a:gd name="T14" fmla="*/ 37 w 128"/>
                <a:gd name="T15" fmla="*/ 12 h 296"/>
                <a:gd name="T16" fmla="*/ 73 w 128"/>
                <a:gd name="T17" fmla="*/ 0 h 296"/>
                <a:gd name="T18" fmla="*/ 73 w 128"/>
                <a:gd name="T19" fmla="*/ 66 h 296"/>
                <a:gd name="T20" fmla="*/ 128 w 128"/>
                <a:gd name="T21" fmla="*/ 66 h 296"/>
                <a:gd name="T22" fmla="*/ 128 w 128"/>
                <a:gd name="T23" fmla="*/ 97 h 296"/>
                <a:gd name="T24" fmla="*/ 73 w 128"/>
                <a:gd name="T25" fmla="*/ 97 h 296"/>
                <a:gd name="T26" fmla="*/ 73 w 128"/>
                <a:gd name="T27" fmla="*/ 223 h 296"/>
                <a:gd name="T28" fmla="*/ 80 w 128"/>
                <a:gd name="T29" fmla="*/ 256 h 296"/>
                <a:gd name="T30" fmla="*/ 106 w 128"/>
                <a:gd name="T31" fmla="*/ 265 h 296"/>
                <a:gd name="T32" fmla="*/ 128 w 128"/>
                <a:gd name="T33" fmla="*/ 258 h 296"/>
                <a:gd name="T34" fmla="*/ 128 w 128"/>
                <a:gd name="T35" fmla="*/ 28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8" h="296">
                  <a:moveTo>
                    <a:pt x="128" y="288"/>
                  </a:moveTo>
                  <a:cubicBezTo>
                    <a:pt x="120" y="293"/>
                    <a:pt x="109" y="296"/>
                    <a:pt x="95" y="296"/>
                  </a:cubicBezTo>
                  <a:cubicBezTo>
                    <a:pt x="57" y="296"/>
                    <a:pt x="37" y="274"/>
                    <a:pt x="37" y="230"/>
                  </a:cubicBezTo>
                  <a:cubicBezTo>
                    <a:pt x="37" y="97"/>
                    <a:pt x="37" y="97"/>
                    <a:pt x="37" y="97"/>
                  </a:cubicBezTo>
                  <a:cubicBezTo>
                    <a:pt x="0" y="97"/>
                    <a:pt x="0" y="97"/>
                    <a:pt x="0" y="97"/>
                  </a:cubicBezTo>
                  <a:cubicBezTo>
                    <a:pt x="0" y="66"/>
                    <a:pt x="0" y="66"/>
                    <a:pt x="0" y="66"/>
                  </a:cubicBezTo>
                  <a:cubicBezTo>
                    <a:pt x="37" y="66"/>
                    <a:pt x="37" y="66"/>
                    <a:pt x="37" y="66"/>
                  </a:cubicBezTo>
                  <a:cubicBezTo>
                    <a:pt x="37" y="12"/>
                    <a:pt x="37" y="12"/>
                    <a:pt x="37" y="12"/>
                  </a:cubicBezTo>
                  <a:cubicBezTo>
                    <a:pt x="73" y="0"/>
                    <a:pt x="73" y="0"/>
                    <a:pt x="73" y="0"/>
                  </a:cubicBezTo>
                  <a:cubicBezTo>
                    <a:pt x="73" y="66"/>
                    <a:pt x="73" y="66"/>
                    <a:pt x="73" y="66"/>
                  </a:cubicBezTo>
                  <a:cubicBezTo>
                    <a:pt x="128" y="66"/>
                    <a:pt x="128" y="66"/>
                    <a:pt x="128" y="66"/>
                  </a:cubicBezTo>
                  <a:cubicBezTo>
                    <a:pt x="128" y="97"/>
                    <a:pt x="128" y="97"/>
                    <a:pt x="128" y="97"/>
                  </a:cubicBezTo>
                  <a:cubicBezTo>
                    <a:pt x="73" y="97"/>
                    <a:pt x="73" y="97"/>
                    <a:pt x="73" y="97"/>
                  </a:cubicBezTo>
                  <a:cubicBezTo>
                    <a:pt x="73" y="223"/>
                    <a:pt x="73" y="223"/>
                    <a:pt x="73" y="223"/>
                  </a:cubicBezTo>
                  <a:cubicBezTo>
                    <a:pt x="73" y="238"/>
                    <a:pt x="75" y="249"/>
                    <a:pt x="80" y="256"/>
                  </a:cubicBezTo>
                  <a:cubicBezTo>
                    <a:pt x="85" y="262"/>
                    <a:pt x="94" y="265"/>
                    <a:pt x="106" y="265"/>
                  </a:cubicBezTo>
                  <a:cubicBezTo>
                    <a:pt x="114" y="265"/>
                    <a:pt x="122" y="263"/>
                    <a:pt x="128" y="258"/>
                  </a:cubicBezTo>
                  <a:lnTo>
                    <a:pt x="128" y="2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 name="Freeform 27"/>
            <p:cNvSpPr>
              <a:spLocks/>
            </p:cNvSpPr>
            <p:nvPr userDrawn="1"/>
          </p:nvSpPr>
          <p:spPr bwMode="auto">
            <a:xfrm>
              <a:off x="3240" y="1756"/>
              <a:ext cx="433" cy="544"/>
            </a:xfrm>
            <a:custGeom>
              <a:avLst/>
              <a:gdLst>
                <a:gd name="T0" fmla="*/ 183 w 183"/>
                <a:gd name="T1" fmla="*/ 230 h 230"/>
                <a:gd name="T2" fmla="*/ 147 w 183"/>
                <a:gd name="T3" fmla="*/ 230 h 230"/>
                <a:gd name="T4" fmla="*/ 147 w 183"/>
                <a:gd name="T5" fmla="*/ 102 h 230"/>
                <a:gd name="T6" fmla="*/ 96 w 183"/>
                <a:gd name="T7" fmla="*/ 31 h 230"/>
                <a:gd name="T8" fmla="*/ 52 w 183"/>
                <a:gd name="T9" fmla="*/ 51 h 230"/>
                <a:gd name="T10" fmla="*/ 35 w 183"/>
                <a:gd name="T11" fmla="*/ 102 h 230"/>
                <a:gd name="T12" fmla="*/ 35 w 183"/>
                <a:gd name="T13" fmla="*/ 230 h 230"/>
                <a:gd name="T14" fmla="*/ 0 w 183"/>
                <a:gd name="T15" fmla="*/ 230 h 230"/>
                <a:gd name="T16" fmla="*/ 0 w 183"/>
                <a:gd name="T17" fmla="*/ 5 h 230"/>
                <a:gd name="T18" fmla="*/ 35 w 183"/>
                <a:gd name="T19" fmla="*/ 5 h 230"/>
                <a:gd name="T20" fmla="*/ 35 w 183"/>
                <a:gd name="T21" fmla="*/ 43 h 230"/>
                <a:gd name="T22" fmla="*/ 36 w 183"/>
                <a:gd name="T23" fmla="*/ 43 h 230"/>
                <a:gd name="T24" fmla="*/ 108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7" y="230"/>
                    <a:pt x="147" y="230"/>
                    <a:pt x="147" y="230"/>
                  </a:cubicBezTo>
                  <a:cubicBezTo>
                    <a:pt x="147" y="102"/>
                    <a:pt x="147" y="102"/>
                    <a:pt x="147" y="102"/>
                  </a:cubicBezTo>
                  <a:cubicBezTo>
                    <a:pt x="147" y="54"/>
                    <a:pt x="130" y="31"/>
                    <a:pt x="96" y="31"/>
                  </a:cubicBezTo>
                  <a:cubicBezTo>
                    <a:pt x="79" y="31"/>
                    <a:pt x="64" y="37"/>
                    <a:pt x="52" y="51"/>
                  </a:cubicBezTo>
                  <a:cubicBezTo>
                    <a:pt x="41" y="64"/>
                    <a:pt x="35" y="81"/>
                    <a:pt x="35" y="102"/>
                  </a:cubicBezTo>
                  <a:cubicBezTo>
                    <a:pt x="35" y="230"/>
                    <a:pt x="35" y="230"/>
                    <a:pt x="35" y="230"/>
                  </a:cubicBezTo>
                  <a:cubicBezTo>
                    <a:pt x="0" y="230"/>
                    <a:pt x="0" y="230"/>
                    <a:pt x="0" y="230"/>
                  </a:cubicBezTo>
                  <a:cubicBezTo>
                    <a:pt x="0" y="5"/>
                    <a:pt x="0" y="5"/>
                    <a:pt x="0" y="5"/>
                  </a:cubicBezTo>
                  <a:cubicBezTo>
                    <a:pt x="35" y="5"/>
                    <a:pt x="35" y="5"/>
                    <a:pt x="35" y="5"/>
                  </a:cubicBezTo>
                  <a:cubicBezTo>
                    <a:pt x="35" y="43"/>
                    <a:pt x="35" y="43"/>
                    <a:pt x="35" y="43"/>
                  </a:cubicBezTo>
                  <a:cubicBezTo>
                    <a:pt x="36" y="43"/>
                    <a:pt x="36" y="43"/>
                    <a:pt x="36" y="43"/>
                  </a:cubicBezTo>
                  <a:cubicBezTo>
                    <a:pt x="52" y="14"/>
                    <a:pt x="76" y="0"/>
                    <a:pt x="108" y="0"/>
                  </a:cubicBezTo>
                  <a:cubicBezTo>
                    <a:pt x="132" y="0"/>
                    <a:pt x="151" y="8"/>
                    <a:pt x="164" y="24"/>
                  </a:cubicBezTo>
                  <a:cubicBezTo>
                    <a:pt x="176"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 name="Freeform 28"/>
            <p:cNvSpPr>
              <a:spLocks noEditPoints="1"/>
            </p:cNvSpPr>
            <p:nvPr userDrawn="1"/>
          </p:nvSpPr>
          <p:spPr bwMode="auto">
            <a:xfrm>
              <a:off x="3789" y="1756"/>
              <a:ext cx="457"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2 w 193"/>
                <a:gd name="T35" fmla="*/ 31 h 235"/>
                <a:gd name="T36" fmla="*/ 60 w 193"/>
                <a:gd name="T37" fmla="*/ 49 h 235"/>
                <a:gd name="T38" fmla="*/ 38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3" y="235"/>
                    <a:pt x="101" y="235"/>
                  </a:cubicBezTo>
                  <a:cubicBezTo>
                    <a:pt x="69" y="235"/>
                    <a:pt x="45" y="225"/>
                    <a:pt x="27" y="204"/>
                  </a:cubicBezTo>
                  <a:cubicBezTo>
                    <a:pt x="9" y="183"/>
                    <a:pt x="0" y="155"/>
                    <a:pt x="0" y="118"/>
                  </a:cubicBezTo>
                  <a:cubicBezTo>
                    <a:pt x="0" y="96"/>
                    <a:pt x="5" y="76"/>
                    <a:pt x="14" y="58"/>
                  </a:cubicBezTo>
                  <a:cubicBezTo>
                    <a:pt x="23" y="39"/>
                    <a:pt x="35" y="25"/>
                    <a:pt x="50" y="15"/>
                  </a:cubicBezTo>
                  <a:cubicBezTo>
                    <a:pt x="66" y="5"/>
                    <a:pt x="83" y="0"/>
                    <a:pt x="102" y="0"/>
                  </a:cubicBezTo>
                  <a:cubicBezTo>
                    <a:pt x="131" y="0"/>
                    <a:pt x="153" y="9"/>
                    <a:pt x="169" y="28"/>
                  </a:cubicBezTo>
                  <a:cubicBezTo>
                    <a:pt x="185" y="47"/>
                    <a:pt x="193" y="74"/>
                    <a:pt x="193" y="108"/>
                  </a:cubicBezTo>
                  <a:lnTo>
                    <a:pt x="193" y="126"/>
                  </a:lnTo>
                  <a:close/>
                  <a:moveTo>
                    <a:pt x="157" y="96"/>
                  </a:moveTo>
                  <a:cubicBezTo>
                    <a:pt x="156" y="75"/>
                    <a:pt x="152" y="59"/>
                    <a:pt x="142" y="48"/>
                  </a:cubicBezTo>
                  <a:cubicBezTo>
                    <a:pt x="132" y="36"/>
                    <a:pt x="119" y="31"/>
                    <a:pt x="102" y="31"/>
                  </a:cubicBezTo>
                  <a:cubicBezTo>
                    <a:pt x="85" y="31"/>
                    <a:pt x="71" y="37"/>
                    <a:pt x="60" y="49"/>
                  </a:cubicBezTo>
                  <a:cubicBezTo>
                    <a:pt x="48" y="60"/>
                    <a:pt x="41" y="76"/>
                    <a:pt x="38"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 name="Freeform 29"/>
            <p:cNvSpPr>
              <a:spLocks/>
            </p:cNvSpPr>
            <p:nvPr userDrawn="1"/>
          </p:nvSpPr>
          <p:spPr bwMode="auto">
            <a:xfrm>
              <a:off x="4369" y="1758"/>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8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99"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8"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 name="Freeform 30"/>
            <p:cNvSpPr>
              <a:spLocks/>
            </p:cNvSpPr>
            <p:nvPr userDrawn="1"/>
          </p:nvSpPr>
          <p:spPr bwMode="auto">
            <a:xfrm>
              <a:off x="1379" y="2666"/>
              <a:ext cx="544" cy="769"/>
            </a:xfrm>
            <a:custGeom>
              <a:avLst/>
              <a:gdLst>
                <a:gd name="T0" fmla="*/ 230 w 230"/>
                <a:gd name="T1" fmla="*/ 307 h 325"/>
                <a:gd name="T2" fmla="*/ 145 w 230"/>
                <a:gd name="T3" fmla="*/ 325 h 325"/>
                <a:gd name="T4" fmla="*/ 69 w 230"/>
                <a:gd name="T5" fmla="*/ 306 h 325"/>
                <a:gd name="T6" fmla="*/ 17 w 230"/>
                <a:gd name="T7" fmla="*/ 250 h 325"/>
                <a:gd name="T8" fmla="*/ 0 w 230"/>
                <a:gd name="T9" fmla="*/ 169 h 325"/>
                <a:gd name="T10" fmla="*/ 20 w 230"/>
                <a:gd name="T11" fmla="*/ 82 h 325"/>
                <a:gd name="T12" fmla="*/ 76 w 230"/>
                <a:gd name="T13" fmla="*/ 22 h 325"/>
                <a:gd name="T14" fmla="*/ 157 w 230"/>
                <a:gd name="T15" fmla="*/ 0 h 325"/>
                <a:gd name="T16" fmla="*/ 230 w 230"/>
                <a:gd name="T17" fmla="*/ 13 h 325"/>
                <a:gd name="T18" fmla="*/ 230 w 230"/>
                <a:gd name="T19" fmla="*/ 52 h 325"/>
                <a:gd name="T20" fmla="*/ 157 w 230"/>
                <a:gd name="T21" fmla="*/ 33 h 325"/>
                <a:gd name="T22" fmla="*/ 95 w 230"/>
                <a:gd name="T23" fmla="*/ 50 h 325"/>
                <a:gd name="T24" fmla="*/ 52 w 230"/>
                <a:gd name="T25" fmla="*/ 97 h 325"/>
                <a:gd name="T26" fmla="*/ 37 w 230"/>
                <a:gd name="T27" fmla="*/ 166 h 325"/>
                <a:gd name="T28" fmla="*/ 51 w 230"/>
                <a:gd name="T29" fmla="*/ 232 h 325"/>
                <a:gd name="T30" fmla="*/ 91 w 230"/>
                <a:gd name="T31" fmla="*/ 276 h 325"/>
                <a:gd name="T32" fmla="*/ 150 w 230"/>
                <a:gd name="T33" fmla="*/ 292 h 325"/>
                <a:gd name="T34" fmla="*/ 230 w 230"/>
                <a:gd name="T35" fmla="*/ 271 h 325"/>
                <a:gd name="T36" fmla="*/ 230 w 230"/>
                <a:gd name="T37" fmla="*/ 30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0" h="325">
                  <a:moveTo>
                    <a:pt x="230" y="307"/>
                  </a:moveTo>
                  <a:cubicBezTo>
                    <a:pt x="207" y="319"/>
                    <a:pt x="179" y="325"/>
                    <a:pt x="145" y="325"/>
                  </a:cubicBezTo>
                  <a:cubicBezTo>
                    <a:pt x="116" y="325"/>
                    <a:pt x="91" y="319"/>
                    <a:pt x="69" y="306"/>
                  </a:cubicBezTo>
                  <a:cubicBezTo>
                    <a:pt x="47" y="293"/>
                    <a:pt x="29" y="274"/>
                    <a:pt x="17" y="250"/>
                  </a:cubicBezTo>
                  <a:cubicBezTo>
                    <a:pt x="6" y="226"/>
                    <a:pt x="0" y="199"/>
                    <a:pt x="0" y="169"/>
                  </a:cubicBezTo>
                  <a:cubicBezTo>
                    <a:pt x="0" y="137"/>
                    <a:pt x="6" y="108"/>
                    <a:pt x="20" y="82"/>
                  </a:cubicBezTo>
                  <a:cubicBezTo>
                    <a:pt x="33" y="56"/>
                    <a:pt x="52" y="36"/>
                    <a:pt x="76" y="22"/>
                  </a:cubicBezTo>
                  <a:cubicBezTo>
                    <a:pt x="100" y="7"/>
                    <a:pt x="127" y="0"/>
                    <a:pt x="157" y="0"/>
                  </a:cubicBezTo>
                  <a:cubicBezTo>
                    <a:pt x="186" y="0"/>
                    <a:pt x="210" y="5"/>
                    <a:pt x="230" y="13"/>
                  </a:cubicBezTo>
                  <a:cubicBezTo>
                    <a:pt x="230" y="52"/>
                    <a:pt x="230" y="52"/>
                    <a:pt x="230" y="52"/>
                  </a:cubicBezTo>
                  <a:cubicBezTo>
                    <a:pt x="208" y="40"/>
                    <a:pt x="183" y="33"/>
                    <a:pt x="157" y="33"/>
                  </a:cubicBezTo>
                  <a:cubicBezTo>
                    <a:pt x="133" y="33"/>
                    <a:pt x="113" y="39"/>
                    <a:pt x="95" y="50"/>
                  </a:cubicBezTo>
                  <a:cubicBezTo>
                    <a:pt x="76" y="61"/>
                    <a:pt x="62" y="76"/>
                    <a:pt x="52" y="97"/>
                  </a:cubicBezTo>
                  <a:cubicBezTo>
                    <a:pt x="42" y="117"/>
                    <a:pt x="37" y="140"/>
                    <a:pt x="37" y="166"/>
                  </a:cubicBezTo>
                  <a:cubicBezTo>
                    <a:pt x="37" y="191"/>
                    <a:pt x="42" y="213"/>
                    <a:pt x="51" y="232"/>
                  </a:cubicBezTo>
                  <a:cubicBezTo>
                    <a:pt x="61" y="251"/>
                    <a:pt x="74" y="266"/>
                    <a:pt x="91" y="276"/>
                  </a:cubicBezTo>
                  <a:cubicBezTo>
                    <a:pt x="108" y="287"/>
                    <a:pt x="128" y="292"/>
                    <a:pt x="150" y="292"/>
                  </a:cubicBezTo>
                  <a:cubicBezTo>
                    <a:pt x="181" y="292"/>
                    <a:pt x="207" y="285"/>
                    <a:pt x="230" y="271"/>
                  </a:cubicBezTo>
                  <a:lnTo>
                    <a:pt x="230" y="3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9" name="Freeform 31"/>
            <p:cNvSpPr>
              <a:spLocks noEditPoints="1"/>
            </p:cNvSpPr>
            <p:nvPr userDrawn="1"/>
          </p:nvSpPr>
          <p:spPr bwMode="auto">
            <a:xfrm>
              <a:off x="2020" y="2879"/>
              <a:ext cx="516" cy="556"/>
            </a:xfrm>
            <a:custGeom>
              <a:avLst/>
              <a:gdLst>
                <a:gd name="T0" fmla="*/ 218 w 218"/>
                <a:gd name="T1" fmla="*/ 117 h 235"/>
                <a:gd name="T2" fmla="*/ 188 w 218"/>
                <a:gd name="T3" fmla="*/ 203 h 235"/>
                <a:gd name="T4" fmla="*/ 108 w 218"/>
                <a:gd name="T5" fmla="*/ 235 h 235"/>
                <a:gd name="T6" fmla="*/ 30 w 218"/>
                <a:gd name="T7" fmla="*/ 203 h 235"/>
                <a:gd name="T8" fmla="*/ 0 w 218"/>
                <a:gd name="T9" fmla="*/ 120 h 235"/>
                <a:gd name="T10" fmla="*/ 30 w 218"/>
                <a:gd name="T11" fmla="*/ 32 h 235"/>
                <a:gd name="T12" fmla="*/ 113 w 218"/>
                <a:gd name="T13" fmla="*/ 0 h 235"/>
                <a:gd name="T14" fmla="*/ 190 w 218"/>
                <a:gd name="T15" fmla="*/ 31 h 235"/>
                <a:gd name="T16" fmla="*/ 218 w 218"/>
                <a:gd name="T17" fmla="*/ 117 h 235"/>
                <a:gd name="T18" fmla="*/ 181 w 218"/>
                <a:gd name="T19" fmla="*/ 118 h 235"/>
                <a:gd name="T20" fmla="*/ 163 w 218"/>
                <a:gd name="T21" fmla="*/ 53 h 235"/>
                <a:gd name="T22" fmla="*/ 110 w 218"/>
                <a:gd name="T23" fmla="*/ 31 h 235"/>
                <a:gd name="T24" fmla="*/ 56 w 218"/>
                <a:gd name="T25" fmla="*/ 54 h 235"/>
                <a:gd name="T26" fmla="*/ 37 w 218"/>
                <a:gd name="T27" fmla="*/ 119 h 235"/>
                <a:gd name="T28" fmla="*/ 57 w 218"/>
                <a:gd name="T29" fmla="*/ 182 h 235"/>
                <a:gd name="T30" fmla="*/ 110 w 218"/>
                <a:gd name="T31" fmla="*/ 204 h 235"/>
                <a:gd name="T32" fmla="*/ 163 w 218"/>
                <a:gd name="T33" fmla="*/ 182 h 235"/>
                <a:gd name="T34" fmla="*/ 181 w 218"/>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8" h="235">
                  <a:moveTo>
                    <a:pt x="218" y="117"/>
                  </a:moveTo>
                  <a:cubicBezTo>
                    <a:pt x="218" y="152"/>
                    <a:pt x="208" y="181"/>
                    <a:pt x="188" y="203"/>
                  </a:cubicBezTo>
                  <a:cubicBezTo>
                    <a:pt x="168" y="224"/>
                    <a:pt x="141" y="235"/>
                    <a:pt x="108" y="235"/>
                  </a:cubicBezTo>
                  <a:cubicBezTo>
                    <a:pt x="75" y="235"/>
                    <a:pt x="49" y="225"/>
                    <a:pt x="30" y="203"/>
                  </a:cubicBezTo>
                  <a:cubicBezTo>
                    <a:pt x="10" y="182"/>
                    <a:pt x="0" y="155"/>
                    <a:pt x="0" y="120"/>
                  </a:cubicBezTo>
                  <a:cubicBezTo>
                    <a:pt x="0" y="83"/>
                    <a:pt x="10" y="54"/>
                    <a:pt x="30" y="32"/>
                  </a:cubicBezTo>
                  <a:cubicBezTo>
                    <a:pt x="50" y="11"/>
                    <a:pt x="78" y="0"/>
                    <a:pt x="113" y="0"/>
                  </a:cubicBezTo>
                  <a:cubicBezTo>
                    <a:pt x="146" y="0"/>
                    <a:pt x="171" y="10"/>
                    <a:pt x="190" y="31"/>
                  </a:cubicBezTo>
                  <a:cubicBezTo>
                    <a:pt x="208" y="52"/>
                    <a:pt x="218" y="80"/>
                    <a:pt x="218" y="117"/>
                  </a:cubicBezTo>
                  <a:close/>
                  <a:moveTo>
                    <a:pt x="181" y="118"/>
                  </a:moveTo>
                  <a:cubicBezTo>
                    <a:pt x="181" y="90"/>
                    <a:pt x="175" y="68"/>
                    <a:pt x="163" y="53"/>
                  </a:cubicBezTo>
                  <a:cubicBezTo>
                    <a:pt x="151" y="38"/>
                    <a:pt x="133" y="31"/>
                    <a:pt x="110" y="31"/>
                  </a:cubicBezTo>
                  <a:cubicBezTo>
                    <a:pt x="88" y="31"/>
                    <a:pt x="70" y="38"/>
                    <a:pt x="56" y="54"/>
                  </a:cubicBezTo>
                  <a:cubicBezTo>
                    <a:pt x="43" y="69"/>
                    <a:pt x="37" y="91"/>
                    <a:pt x="37" y="119"/>
                  </a:cubicBezTo>
                  <a:cubicBezTo>
                    <a:pt x="37" y="146"/>
                    <a:pt x="43" y="167"/>
                    <a:pt x="57"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0" name="Freeform 32"/>
            <p:cNvSpPr>
              <a:spLocks/>
            </p:cNvSpPr>
            <p:nvPr userDrawn="1"/>
          </p:nvSpPr>
          <p:spPr bwMode="auto">
            <a:xfrm>
              <a:off x="2663" y="2879"/>
              <a:ext cx="433" cy="544"/>
            </a:xfrm>
            <a:custGeom>
              <a:avLst/>
              <a:gdLst>
                <a:gd name="T0" fmla="*/ 183 w 183"/>
                <a:gd name="T1" fmla="*/ 230 h 230"/>
                <a:gd name="T2" fmla="*/ 148 w 183"/>
                <a:gd name="T3" fmla="*/ 230 h 230"/>
                <a:gd name="T4" fmla="*/ 148 w 183"/>
                <a:gd name="T5" fmla="*/ 102 h 230"/>
                <a:gd name="T6" fmla="*/ 97 w 183"/>
                <a:gd name="T7" fmla="*/ 31 h 230"/>
                <a:gd name="T8" fmla="*/ 53 w 183"/>
                <a:gd name="T9" fmla="*/ 51 h 230"/>
                <a:gd name="T10" fmla="*/ 36 w 183"/>
                <a:gd name="T11" fmla="*/ 102 h 230"/>
                <a:gd name="T12" fmla="*/ 36 w 183"/>
                <a:gd name="T13" fmla="*/ 230 h 230"/>
                <a:gd name="T14" fmla="*/ 0 w 183"/>
                <a:gd name="T15" fmla="*/ 230 h 230"/>
                <a:gd name="T16" fmla="*/ 0 w 183"/>
                <a:gd name="T17" fmla="*/ 5 h 230"/>
                <a:gd name="T18" fmla="*/ 36 w 183"/>
                <a:gd name="T19" fmla="*/ 5 h 230"/>
                <a:gd name="T20" fmla="*/ 36 w 183"/>
                <a:gd name="T21" fmla="*/ 43 h 230"/>
                <a:gd name="T22" fmla="*/ 37 w 183"/>
                <a:gd name="T23" fmla="*/ 43 h 230"/>
                <a:gd name="T24" fmla="*/ 109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8" y="230"/>
                    <a:pt x="148" y="230"/>
                    <a:pt x="148" y="230"/>
                  </a:cubicBezTo>
                  <a:cubicBezTo>
                    <a:pt x="148" y="102"/>
                    <a:pt x="148" y="102"/>
                    <a:pt x="148" y="102"/>
                  </a:cubicBezTo>
                  <a:cubicBezTo>
                    <a:pt x="148" y="54"/>
                    <a:pt x="131" y="31"/>
                    <a:pt x="97" y="31"/>
                  </a:cubicBezTo>
                  <a:cubicBezTo>
                    <a:pt x="79" y="31"/>
                    <a:pt x="65" y="37"/>
                    <a:pt x="53" y="51"/>
                  </a:cubicBezTo>
                  <a:cubicBezTo>
                    <a:pt x="42" y="64"/>
                    <a:pt x="36" y="81"/>
                    <a:pt x="36" y="102"/>
                  </a:cubicBezTo>
                  <a:cubicBezTo>
                    <a:pt x="36" y="230"/>
                    <a:pt x="36" y="230"/>
                    <a:pt x="36" y="230"/>
                  </a:cubicBezTo>
                  <a:cubicBezTo>
                    <a:pt x="0" y="230"/>
                    <a:pt x="0" y="230"/>
                    <a:pt x="0" y="230"/>
                  </a:cubicBezTo>
                  <a:cubicBezTo>
                    <a:pt x="0" y="5"/>
                    <a:pt x="0" y="5"/>
                    <a:pt x="0" y="5"/>
                  </a:cubicBezTo>
                  <a:cubicBezTo>
                    <a:pt x="36" y="5"/>
                    <a:pt x="36" y="5"/>
                    <a:pt x="36" y="5"/>
                  </a:cubicBezTo>
                  <a:cubicBezTo>
                    <a:pt x="36" y="43"/>
                    <a:pt x="36" y="43"/>
                    <a:pt x="36" y="43"/>
                  </a:cubicBezTo>
                  <a:cubicBezTo>
                    <a:pt x="37" y="43"/>
                    <a:pt x="37" y="43"/>
                    <a:pt x="37" y="43"/>
                  </a:cubicBezTo>
                  <a:cubicBezTo>
                    <a:pt x="53" y="14"/>
                    <a:pt x="77" y="0"/>
                    <a:pt x="109" y="0"/>
                  </a:cubicBezTo>
                  <a:cubicBezTo>
                    <a:pt x="133" y="0"/>
                    <a:pt x="152" y="8"/>
                    <a:pt x="164" y="24"/>
                  </a:cubicBezTo>
                  <a:cubicBezTo>
                    <a:pt x="177"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1" name="Freeform 33"/>
            <p:cNvSpPr>
              <a:spLocks/>
            </p:cNvSpPr>
            <p:nvPr userDrawn="1"/>
          </p:nvSpPr>
          <p:spPr bwMode="auto">
            <a:xfrm>
              <a:off x="3198" y="2626"/>
              <a:ext cx="315" cy="797"/>
            </a:xfrm>
            <a:custGeom>
              <a:avLst/>
              <a:gdLst>
                <a:gd name="T0" fmla="*/ 133 w 133"/>
                <a:gd name="T1" fmla="*/ 36 h 337"/>
                <a:gd name="T2" fmla="*/ 110 w 133"/>
                <a:gd name="T3" fmla="*/ 30 h 337"/>
                <a:gd name="T4" fmla="*/ 73 w 133"/>
                <a:gd name="T5" fmla="*/ 78 h 337"/>
                <a:gd name="T6" fmla="*/ 73 w 133"/>
                <a:gd name="T7" fmla="*/ 112 h 337"/>
                <a:gd name="T8" fmla="*/ 124 w 133"/>
                <a:gd name="T9" fmla="*/ 112 h 337"/>
                <a:gd name="T10" fmla="*/ 124 w 133"/>
                <a:gd name="T11" fmla="*/ 143 h 337"/>
                <a:gd name="T12" fmla="*/ 73 w 133"/>
                <a:gd name="T13" fmla="*/ 143 h 337"/>
                <a:gd name="T14" fmla="*/ 73 w 133"/>
                <a:gd name="T15" fmla="*/ 337 h 337"/>
                <a:gd name="T16" fmla="*/ 37 w 133"/>
                <a:gd name="T17" fmla="*/ 337 h 337"/>
                <a:gd name="T18" fmla="*/ 37 w 133"/>
                <a:gd name="T19" fmla="*/ 143 h 337"/>
                <a:gd name="T20" fmla="*/ 0 w 133"/>
                <a:gd name="T21" fmla="*/ 143 h 337"/>
                <a:gd name="T22" fmla="*/ 0 w 133"/>
                <a:gd name="T23" fmla="*/ 112 h 337"/>
                <a:gd name="T24" fmla="*/ 37 w 133"/>
                <a:gd name="T25" fmla="*/ 112 h 337"/>
                <a:gd name="T26" fmla="*/ 37 w 133"/>
                <a:gd name="T27" fmla="*/ 76 h 337"/>
                <a:gd name="T28" fmla="*/ 57 w 133"/>
                <a:gd name="T29" fmla="*/ 21 h 337"/>
                <a:gd name="T30" fmla="*/ 107 w 133"/>
                <a:gd name="T31" fmla="*/ 0 h 337"/>
                <a:gd name="T32" fmla="*/ 133 w 133"/>
                <a:gd name="T33" fmla="*/ 4 h 337"/>
                <a:gd name="T34" fmla="*/ 133 w 133"/>
                <a:gd name="T35" fmla="*/ 36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3" h="337">
                  <a:moveTo>
                    <a:pt x="133" y="36"/>
                  </a:moveTo>
                  <a:cubicBezTo>
                    <a:pt x="126" y="32"/>
                    <a:pt x="118" y="30"/>
                    <a:pt x="110" y="30"/>
                  </a:cubicBezTo>
                  <a:cubicBezTo>
                    <a:pt x="85" y="30"/>
                    <a:pt x="73" y="46"/>
                    <a:pt x="73" y="78"/>
                  </a:cubicBezTo>
                  <a:cubicBezTo>
                    <a:pt x="73" y="112"/>
                    <a:pt x="73" y="112"/>
                    <a:pt x="73" y="112"/>
                  </a:cubicBezTo>
                  <a:cubicBezTo>
                    <a:pt x="124" y="112"/>
                    <a:pt x="124" y="112"/>
                    <a:pt x="124" y="112"/>
                  </a:cubicBezTo>
                  <a:cubicBezTo>
                    <a:pt x="124" y="143"/>
                    <a:pt x="124" y="143"/>
                    <a:pt x="124" y="143"/>
                  </a:cubicBezTo>
                  <a:cubicBezTo>
                    <a:pt x="73" y="143"/>
                    <a:pt x="73" y="143"/>
                    <a:pt x="73" y="143"/>
                  </a:cubicBezTo>
                  <a:cubicBezTo>
                    <a:pt x="73" y="337"/>
                    <a:pt x="73" y="337"/>
                    <a:pt x="73" y="337"/>
                  </a:cubicBezTo>
                  <a:cubicBezTo>
                    <a:pt x="37" y="337"/>
                    <a:pt x="37" y="337"/>
                    <a:pt x="37" y="337"/>
                  </a:cubicBezTo>
                  <a:cubicBezTo>
                    <a:pt x="37" y="143"/>
                    <a:pt x="37" y="143"/>
                    <a:pt x="37" y="143"/>
                  </a:cubicBezTo>
                  <a:cubicBezTo>
                    <a:pt x="0" y="143"/>
                    <a:pt x="0" y="143"/>
                    <a:pt x="0" y="143"/>
                  </a:cubicBezTo>
                  <a:cubicBezTo>
                    <a:pt x="0" y="112"/>
                    <a:pt x="0" y="112"/>
                    <a:pt x="0" y="112"/>
                  </a:cubicBezTo>
                  <a:cubicBezTo>
                    <a:pt x="37" y="112"/>
                    <a:pt x="37" y="112"/>
                    <a:pt x="37" y="112"/>
                  </a:cubicBezTo>
                  <a:cubicBezTo>
                    <a:pt x="37" y="76"/>
                    <a:pt x="37" y="76"/>
                    <a:pt x="37" y="76"/>
                  </a:cubicBezTo>
                  <a:cubicBezTo>
                    <a:pt x="37" y="53"/>
                    <a:pt x="44" y="35"/>
                    <a:pt x="57" y="21"/>
                  </a:cubicBezTo>
                  <a:cubicBezTo>
                    <a:pt x="70" y="7"/>
                    <a:pt x="87" y="0"/>
                    <a:pt x="107" y="0"/>
                  </a:cubicBezTo>
                  <a:cubicBezTo>
                    <a:pt x="118" y="0"/>
                    <a:pt x="127" y="1"/>
                    <a:pt x="133" y="4"/>
                  </a:cubicBezTo>
                  <a:lnTo>
                    <a:pt x="133"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2" name="Freeform 34"/>
            <p:cNvSpPr>
              <a:spLocks noEditPoints="1"/>
            </p:cNvSpPr>
            <p:nvPr userDrawn="1"/>
          </p:nvSpPr>
          <p:spPr bwMode="auto">
            <a:xfrm>
              <a:off x="3541" y="2879"/>
              <a:ext cx="456"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1 w 193"/>
                <a:gd name="T35" fmla="*/ 31 h 235"/>
                <a:gd name="T36" fmla="*/ 59 w 193"/>
                <a:gd name="T37" fmla="*/ 49 h 235"/>
                <a:gd name="T38" fmla="*/ 37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2" y="235"/>
                    <a:pt x="101" y="235"/>
                  </a:cubicBezTo>
                  <a:cubicBezTo>
                    <a:pt x="69" y="235"/>
                    <a:pt x="45" y="225"/>
                    <a:pt x="27" y="204"/>
                  </a:cubicBezTo>
                  <a:cubicBezTo>
                    <a:pt x="9" y="183"/>
                    <a:pt x="0" y="155"/>
                    <a:pt x="0" y="118"/>
                  </a:cubicBezTo>
                  <a:cubicBezTo>
                    <a:pt x="0" y="96"/>
                    <a:pt x="5" y="76"/>
                    <a:pt x="14" y="58"/>
                  </a:cubicBezTo>
                  <a:cubicBezTo>
                    <a:pt x="22" y="39"/>
                    <a:pt x="35" y="25"/>
                    <a:pt x="50" y="15"/>
                  </a:cubicBezTo>
                  <a:cubicBezTo>
                    <a:pt x="66" y="5"/>
                    <a:pt x="83" y="0"/>
                    <a:pt x="102" y="0"/>
                  </a:cubicBezTo>
                  <a:cubicBezTo>
                    <a:pt x="130" y="0"/>
                    <a:pt x="153" y="9"/>
                    <a:pt x="169" y="28"/>
                  </a:cubicBezTo>
                  <a:cubicBezTo>
                    <a:pt x="185" y="47"/>
                    <a:pt x="193" y="74"/>
                    <a:pt x="193" y="108"/>
                  </a:cubicBezTo>
                  <a:lnTo>
                    <a:pt x="193" y="126"/>
                  </a:lnTo>
                  <a:close/>
                  <a:moveTo>
                    <a:pt x="157" y="96"/>
                  </a:moveTo>
                  <a:cubicBezTo>
                    <a:pt x="156" y="75"/>
                    <a:pt x="151" y="59"/>
                    <a:pt x="142" y="48"/>
                  </a:cubicBezTo>
                  <a:cubicBezTo>
                    <a:pt x="132" y="36"/>
                    <a:pt x="119" y="31"/>
                    <a:pt x="101" y="31"/>
                  </a:cubicBezTo>
                  <a:cubicBezTo>
                    <a:pt x="85" y="31"/>
                    <a:pt x="71" y="37"/>
                    <a:pt x="59" y="49"/>
                  </a:cubicBezTo>
                  <a:cubicBezTo>
                    <a:pt x="48" y="60"/>
                    <a:pt x="40" y="76"/>
                    <a:pt x="37"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3" name="Freeform 35"/>
            <p:cNvSpPr>
              <a:spLocks/>
            </p:cNvSpPr>
            <p:nvPr userDrawn="1"/>
          </p:nvSpPr>
          <p:spPr bwMode="auto">
            <a:xfrm>
              <a:off x="4118" y="2882"/>
              <a:ext cx="274" cy="541"/>
            </a:xfrm>
            <a:custGeom>
              <a:avLst/>
              <a:gdLst>
                <a:gd name="T0" fmla="*/ 116 w 116"/>
                <a:gd name="T1" fmla="*/ 41 h 229"/>
                <a:gd name="T2" fmla="*/ 89 w 116"/>
                <a:gd name="T3" fmla="*/ 33 h 229"/>
                <a:gd name="T4" fmla="*/ 50 w 116"/>
                <a:gd name="T5" fmla="*/ 56 h 229"/>
                <a:gd name="T6" fmla="*/ 36 w 116"/>
                <a:gd name="T7" fmla="*/ 114 h 229"/>
                <a:gd name="T8" fmla="*/ 36 w 116"/>
                <a:gd name="T9" fmla="*/ 229 h 229"/>
                <a:gd name="T10" fmla="*/ 0 w 116"/>
                <a:gd name="T11" fmla="*/ 229 h 229"/>
                <a:gd name="T12" fmla="*/ 0 w 116"/>
                <a:gd name="T13" fmla="*/ 4 h 229"/>
                <a:gd name="T14" fmla="*/ 36 w 116"/>
                <a:gd name="T15" fmla="*/ 4 h 229"/>
                <a:gd name="T16" fmla="*/ 36 w 116"/>
                <a:gd name="T17" fmla="*/ 51 h 229"/>
                <a:gd name="T18" fmla="*/ 37 w 116"/>
                <a:gd name="T19" fmla="*/ 51 h 229"/>
                <a:gd name="T20" fmla="*/ 59 w 116"/>
                <a:gd name="T21" fmla="*/ 14 h 229"/>
                <a:gd name="T22" fmla="*/ 94 w 116"/>
                <a:gd name="T23" fmla="*/ 0 h 229"/>
                <a:gd name="T24" fmla="*/ 116 w 116"/>
                <a:gd name="T25" fmla="*/ 3 h 229"/>
                <a:gd name="T26" fmla="*/ 116 w 116"/>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229">
                  <a:moveTo>
                    <a:pt x="116" y="41"/>
                  </a:moveTo>
                  <a:cubicBezTo>
                    <a:pt x="109" y="36"/>
                    <a:pt x="100" y="33"/>
                    <a:pt x="89" y="33"/>
                  </a:cubicBezTo>
                  <a:cubicBezTo>
                    <a:pt x="73" y="33"/>
                    <a:pt x="60" y="41"/>
                    <a:pt x="50" y="56"/>
                  </a:cubicBezTo>
                  <a:cubicBezTo>
                    <a:pt x="41" y="71"/>
                    <a:pt x="36" y="90"/>
                    <a:pt x="36" y="114"/>
                  </a:cubicBezTo>
                  <a:cubicBezTo>
                    <a:pt x="36" y="229"/>
                    <a:pt x="36" y="229"/>
                    <a:pt x="36" y="229"/>
                  </a:cubicBezTo>
                  <a:cubicBezTo>
                    <a:pt x="0" y="229"/>
                    <a:pt x="0" y="229"/>
                    <a:pt x="0" y="229"/>
                  </a:cubicBezTo>
                  <a:cubicBezTo>
                    <a:pt x="0" y="4"/>
                    <a:pt x="0" y="4"/>
                    <a:pt x="0" y="4"/>
                  </a:cubicBezTo>
                  <a:cubicBezTo>
                    <a:pt x="36" y="4"/>
                    <a:pt x="36" y="4"/>
                    <a:pt x="36" y="4"/>
                  </a:cubicBezTo>
                  <a:cubicBezTo>
                    <a:pt x="36" y="51"/>
                    <a:pt x="36" y="51"/>
                    <a:pt x="36" y="51"/>
                  </a:cubicBezTo>
                  <a:cubicBezTo>
                    <a:pt x="37" y="51"/>
                    <a:pt x="37" y="51"/>
                    <a:pt x="37" y="51"/>
                  </a:cubicBezTo>
                  <a:cubicBezTo>
                    <a:pt x="42" y="35"/>
                    <a:pt x="49" y="23"/>
                    <a:pt x="59" y="14"/>
                  </a:cubicBezTo>
                  <a:cubicBezTo>
                    <a:pt x="69" y="5"/>
                    <a:pt x="81" y="0"/>
                    <a:pt x="94" y="0"/>
                  </a:cubicBezTo>
                  <a:cubicBezTo>
                    <a:pt x="104" y="0"/>
                    <a:pt x="111" y="1"/>
                    <a:pt x="116" y="3"/>
                  </a:cubicBezTo>
                  <a:lnTo>
                    <a:pt x="116"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4" name="Freeform 36"/>
            <p:cNvSpPr>
              <a:spLocks noEditPoints="1"/>
            </p:cNvSpPr>
            <p:nvPr userDrawn="1"/>
          </p:nvSpPr>
          <p:spPr bwMode="auto">
            <a:xfrm>
              <a:off x="4428" y="2879"/>
              <a:ext cx="457"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2 w 193"/>
                <a:gd name="T35" fmla="*/ 31 h 235"/>
                <a:gd name="T36" fmla="*/ 60 w 193"/>
                <a:gd name="T37" fmla="*/ 49 h 235"/>
                <a:gd name="T38" fmla="*/ 38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3" y="235"/>
                    <a:pt x="101" y="235"/>
                  </a:cubicBezTo>
                  <a:cubicBezTo>
                    <a:pt x="69" y="235"/>
                    <a:pt x="45" y="225"/>
                    <a:pt x="27" y="204"/>
                  </a:cubicBezTo>
                  <a:cubicBezTo>
                    <a:pt x="9" y="183"/>
                    <a:pt x="0" y="155"/>
                    <a:pt x="0" y="118"/>
                  </a:cubicBezTo>
                  <a:cubicBezTo>
                    <a:pt x="0" y="96"/>
                    <a:pt x="5" y="76"/>
                    <a:pt x="14" y="58"/>
                  </a:cubicBezTo>
                  <a:cubicBezTo>
                    <a:pt x="23" y="39"/>
                    <a:pt x="35" y="25"/>
                    <a:pt x="50" y="15"/>
                  </a:cubicBezTo>
                  <a:cubicBezTo>
                    <a:pt x="66" y="5"/>
                    <a:pt x="83" y="0"/>
                    <a:pt x="102" y="0"/>
                  </a:cubicBezTo>
                  <a:cubicBezTo>
                    <a:pt x="131" y="0"/>
                    <a:pt x="153" y="9"/>
                    <a:pt x="169" y="28"/>
                  </a:cubicBezTo>
                  <a:cubicBezTo>
                    <a:pt x="185" y="47"/>
                    <a:pt x="193" y="74"/>
                    <a:pt x="193" y="108"/>
                  </a:cubicBezTo>
                  <a:lnTo>
                    <a:pt x="193" y="126"/>
                  </a:lnTo>
                  <a:close/>
                  <a:moveTo>
                    <a:pt x="157" y="96"/>
                  </a:moveTo>
                  <a:cubicBezTo>
                    <a:pt x="156" y="75"/>
                    <a:pt x="151" y="59"/>
                    <a:pt x="142" y="48"/>
                  </a:cubicBezTo>
                  <a:cubicBezTo>
                    <a:pt x="132" y="36"/>
                    <a:pt x="119" y="31"/>
                    <a:pt x="102" y="31"/>
                  </a:cubicBezTo>
                  <a:cubicBezTo>
                    <a:pt x="85" y="31"/>
                    <a:pt x="71" y="37"/>
                    <a:pt x="60" y="49"/>
                  </a:cubicBezTo>
                  <a:cubicBezTo>
                    <a:pt x="48" y="60"/>
                    <a:pt x="41" y="76"/>
                    <a:pt x="38"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5" name="Freeform 37"/>
            <p:cNvSpPr>
              <a:spLocks/>
            </p:cNvSpPr>
            <p:nvPr userDrawn="1"/>
          </p:nvSpPr>
          <p:spPr bwMode="auto">
            <a:xfrm>
              <a:off x="5008" y="2879"/>
              <a:ext cx="432" cy="544"/>
            </a:xfrm>
            <a:custGeom>
              <a:avLst/>
              <a:gdLst>
                <a:gd name="T0" fmla="*/ 183 w 183"/>
                <a:gd name="T1" fmla="*/ 230 h 230"/>
                <a:gd name="T2" fmla="*/ 147 w 183"/>
                <a:gd name="T3" fmla="*/ 230 h 230"/>
                <a:gd name="T4" fmla="*/ 147 w 183"/>
                <a:gd name="T5" fmla="*/ 102 h 230"/>
                <a:gd name="T6" fmla="*/ 96 w 183"/>
                <a:gd name="T7" fmla="*/ 31 h 230"/>
                <a:gd name="T8" fmla="*/ 52 w 183"/>
                <a:gd name="T9" fmla="*/ 51 h 230"/>
                <a:gd name="T10" fmla="*/ 35 w 183"/>
                <a:gd name="T11" fmla="*/ 102 h 230"/>
                <a:gd name="T12" fmla="*/ 35 w 183"/>
                <a:gd name="T13" fmla="*/ 230 h 230"/>
                <a:gd name="T14" fmla="*/ 0 w 183"/>
                <a:gd name="T15" fmla="*/ 230 h 230"/>
                <a:gd name="T16" fmla="*/ 0 w 183"/>
                <a:gd name="T17" fmla="*/ 5 h 230"/>
                <a:gd name="T18" fmla="*/ 35 w 183"/>
                <a:gd name="T19" fmla="*/ 5 h 230"/>
                <a:gd name="T20" fmla="*/ 35 w 183"/>
                <a:gd name="T21" fmla="*/ 43 h 230"/>
                <a:gd name="T22" fmla="*/ 36 w 183"/>
                <a:gd name="T23" fmla="*/ 43 h 230"/>
                <a:gd name="T24" fmla="*/ 108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7" y="230"/>
                    <a:pt x="147" y="230"/>
                    <a:pt x="147" y="230"/>
                  </a:cubicBezTo>
                  <a:cubicBezTo>
                    <a:pt x="147" y="102"/>
                    <a:pt x="147" y="102"/>
                    <a:pt x="147" y="102"/>
                  </a:cubicBezTo>
                  <a:cubicBezTo>
                    <a:pt x="147" y="54"/>
                    <a:pt x="130" y="31"/>
                    <a:pt x="96" y="31"/>
                  </a:cubicBezTo>
                  <a:cubicBezTo>
                    <a:pt x="79" y="31"/>
                    <a:pt x="64" y="37"/>
                    <a:pt x="52" y="51"/>
                  </a:cubicBezTo>
                  <a:cubicBezTo>
                    <a:pt x="41" y="64"/>
                    <a:pt x="35" y="81"/>
                    <a:pt x="35" y="102"/>
                  </a:cubicBezTo>
                  <a:cubicBezTo>
                    <a:pt x="35" y="230"/>
                    <a:pt x="35" y="230"/>
                    <a:pt x="35" y="230"/>
                  </a:cubicBezTo>
                  <a:cubicBezTo>
                    <a:pt x="0" y="230"/>
                    <a:pt x="0" y="230"/>
                    <a:pt x="0" y="230"/>
                  </a:cubicBezTo>
                  <a:cubicBezTo>
                    <a:pt x="0" y="5"/>
                    <a:pt x="0" y="5"/>
                    <a:pt x="0" y="5"/>
                  </a:cubicBezTo>
                  <a:cubicBezTo>
                    <a:pt x="35" y="5"/>
                    <a:pt x="35" y="5"/>
                    <a:pt x="35" y="5"/>
                  </a:cubicBezTo>
                  <a:cubicBezTo>
                    <a:pt x="35" y="43"/>
                    <a:pt x="35" y="43"/>
                    <a:pt x="35" y="43"/>
                  </a:cubicBezTo>
                  <a:cubicBezTo>
                    <a:pt x="36" y="43"/>
                    <a:pt x="36" y="43"/>
                    <a:pt x="36" y="43"/>
                  </a:cubicBezTo>
                  <a:cubicBezTo>
                    <a:pt x="52" y="14"/>
                    <a:pt x="76" y="0"/>
                    <a:pt x="108" y="0"/>
                  </a:cubicBezTo>
                  <a:cubicBezTo>
                    <a:pt x="132" y="0"/>
                    <a:pt x="151" y="8"/>
                    <a:pt x="164" y="24"/>
                  </a:cubicBezTo>
                  <a:cubicBezTo>
                    <a:pt x="176"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6" name="Freeform 38"/>
            <p:cNvSpPr>
              <a:spLocks/>
            </p:cNvSpPr>
            <p:nvPr userDrawn="1"/>
          </p:nvSpPr>
          <p:spPr bwMode="auto">
            <a:xfrm>
              <a:off x="5559" y="2879"/>
              <a:ext cx="390" cy="556"/>
            </a:xfrm>
            <a:custGeom>
              <a:avLst/>
              <a:gdLst>
                <a:gd name="T0" fmla="*/ 165 w 165"/>
                <a:gd name="T1" fmla="*/ 219 h 235"/>
                <a:gd name="T2" fmla="*/ 104 w 165"/>
                <a:gd name="T3" fmla="*/ 235 h 235"/>
                <a:gd name="T4" fmla="*/ 50 w 165"/>
                <a:gd name="T5" fmla="*/ 221 h 235"/>
                <a:gd name="T6" fmla="*/ 13 w 165"/>
                <a:gd name="T7" fmla="*/ 181 h 235"/>
                <a:gd name="T8" fmla="*/ 0 w 165"/>
                <a:gd name="T9" fmla="*/ 123 h 235"/>
                <a:gd name="T10" fmla="*/ 31 w 165"/>
                <a:gd name="T11" fmla="*/ 34 h 235"/>
                <a:gd name="T12" fmla="*/ 114 w 165"/>
                <a:gd name="T13" fmla="*/ 0 h 235"/>
                <a:gd name="T14" fmla="*/ 165 w 165"/>
                <a:gd name="T15" fmla="*/ 11 h 235"/>
                <a:gd name="T16" fmla="*/ 165 w 165"/>
                <a:gd name="T17" fmla="*/ 48 h 235"/>
                <a:gd name="T18" fmla="*/ 113 w 165"/>
                <a:gd name="T19" fmla="*/ 31 h 235"/>
                <a:gd name="T20" fmla="*/ 57 w 165"/>
                <a:gd name="T21" fmla="*/ 55 h 235"/>
                <a:gd name="T22" fmla="*/ 36 w 165"/>
                <a:gd name="T23" fmla="*/ 120 h 235"/>
                <a:gd name="T24" fmla="*/ 56 w 165"/>
                <a:gd name="T25" fmla="*/ 182 h 235"/>
                <a:gd name="T26" fmla="*/ 111 w 165"/>
                <a:gd name="T27" fmla="*/ 204 h 235"/>
                <a:gd name="T28" fmla="*/ 165 w 165"/>
                <a:gd name="T29" fmla="*/ 185 h 235"/>
                <a:gd name="T30" fmla="*/ 165 w 165"/>
                <a:gd name="T31" fmla="*/ 21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5" h="235">
                  <a:moveTo>
                    <a:pt x="165" y="219"/>
                  </a:moveTo>
                  <a:cubicBezTo>
                    <a:pt x="148" y="230"/>
                    <a:pt x="128" y="235"/>
                    <a:pt x="104" y="235"/>
                  </a:cubicBezTo>
                  <a:cubicBezTo>
                    <a:pt x="84" y="235"/>
                    <a:pt x="66" y="230"/>
                    <a:pt x="50" y="221"/>
                  </a:cubicBezTo>
                  <a:cubicBezTo>
                    <a:pt x="34" y="212"/>
                    <a:pt x="22" y="198"/>
                    <a:pt x="13" y="181"/>
                  </a:cubicBezTo>
                  <a:cubicBezTo>
                    <a:pt x="4" y="164"/>
                    <a:pt x="0" y="144"/>
                    <a:pt x="0" y="123"/>
                  </a:cubicBezTo>
                  <a:cubicBezTo>
                    <a:pt x="0" y="86"/>
                    <a:pt x="10" y="56"/>
                    <a:pt x="31" y="34"/>
                  </a:cubicBezTo>
                  <a:cubicBezTo>
                    <a:pt x="52" y="11"/>
                    <a:pt x="80" y="0"/>
                    <a:pt x="114" y="0"/>
                  </a:cubicBezTo>
                  <a:cubicBezTo>
                    <a:pt x="134" y="0"/>
                    <a:pt x="151" y="4"/>
                    <a:pt x="165" y="11"/>
                  </a:cubicBezTo>
                  <a:cubicBezTo>
                    <a:pt x="165" y="48"/>
                    <a:pt x="165" y="48"/>
                    <a:pt x="165" y="48"/>
                  </a:cubicBezTo>
                  <a:cubicBezTo>
                    <a:pt x="149" y="36"/>
                    <a:pt x="131" y="31"/>
                    <a:pt x="113" y="31"/>
                  </a:cubicBezTo>
                  <a:cubicBezTo>
                    <a:pt x="90" y="31"/>
                    <a:pt x="71" y="39"/>
                    <a:pt x="57" y="55"/>
                  </a:cubicBezTo>
                  <a:cubicBezTo>
                    <a:pt x="43" y="72"/>
                    <a:pt x="36" y="93"/>
                    <a:pt x="36" y="120"/>
                  </a:cubicBezTo>
                  <a:cubicBezTo>
                    <a:pt x="36" y="146"/>
                    <a:pt x="42" y="167"/>
                    <a:pt x="56" y="182"/>
                  </a:cubicBezTo>
                  <a:cubicBezTo>
                    <a:pt x="70" y="197"/>
                    <a:pt x="88" y="204"/>
                    <a:pt x="111" y="204"/>
                  </a:cubicBezTo>
                  <a:cubicBezTo>
                    <a:pt x="130" y="204"/>
                    <a:pt x="148" y="198"/>
                    <a:pt x="165" y="185"/>
                  </a:cubicBezTo>
                  <a:lnTo>
                    <a:pt x="165"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7" name="Freeform 39"/>
            <p:cNvSpPr>
              <a:spLocks noEditPoints="1"/>
            </p:cNvSpPr>
            <p:nvPr userDrawn="1"/>
          </p:nvSpPr>
          <p:spPr bwMode="auto">
            <a:xfrm>
              <a:off x="6037" y="2879"/>
              <a:ext cx="454" cy="556"/>
            </a:xfrm>
            <a:custGeom>
              <a:avLst/>
              <a:gdLst>
                <a:gd name="T0" fmla="*/ 192 w 192"/>
                <a:gd name="T1" fmla="*/ 126 h 235"/>
                <a:gd name="T2" fmla="*/ 36 w 192"/>
                <a:gd name="T3" fmla="*/ 126 h 235"/>
                <a:gd name="T4" fmla="*/ 56 w 192"/>
                <a:gd name="T5" fmla="*/ 184 h 235"/>
                <a:gd name="T6" fmla="*/ 108 w 192"/>
                <a:gd name="T7" fmla="*/ 204 h 235"/>
                <a:gd name="T8" fmla="*/ 177 w 192"/>
                <a:gd name="T9" fmla="*/ 180 h 235"/>
                <a:gd name="T10" fmla="*/ 177 w 192"/>
                <a:gd name="T11" fmla="*/ 213 h 235"/>
                <a:gd name="T12" fmla="*/ 100 w 192"/>
                <a:gd name="T13" fmla="*/ 235 h 235"/>
                <a:gd name="T14" fmla="*/ 26 w 192"/>
                <a:gd name="T15" fmla="*/ 204 h 235"/>
                <a:gd name="T16" fmla="*/ 0 w 192"/>
                <a:gd name="T17" fmla="*/ 118 h 235"/>
                <a:gd name="T18" fmla="*/ 13 w 192"/>
                <a:gd name="T19" fmla="*/ 58 h 235"/>
                <a:gd name="T20" fmla="*/ 49 w 192"/>
                <a:gd name="T21" fmla="*/ 15 h 235"/>
                <a:gd name="T22" fmla="*/ 101 w 192"/>
                <a:gd name="T23" fmla="*/ 0 h 235"/>
                <a:gd name="T24" fmla="*/ 168 w 192"/>
                <a:gd name="T25" fmla="*/ 28 h 235"/>
                <a:gd name="T26" fmla="*/ 192 w 192"/>
                <a:gd name="T27" fmla="*/ 108 h 235"/>
                <a:gd name="T28" fmla="*/ 192 w 192"/>
                <a:gd name="T29" fmla="*/ 126 h 235"/>
                <a:gd name="T30" fmla="*/ 156 w 192"/>
                <a:gd name="T31" fmla="*/ 96 h 235"/>
                <a:gd name="T32" fmla="*/ 141 w 192"/>
                <a:gd name="T33" fmla="*/ 48 h 235"/>
                <a:gd name="T34" fmla="*/ 101 w 192"/>
                <a:gd name="T35" fmla="*/ 31 h 235"/>
                <a:gd name="T36" fmla="*/ 59 w 192"/>
                <a:gd name="T37" fmla="*/ 49 h 235"/>
                <a:gd name="T38" fmla="*/ 37 w 192"/>
                <a:gd name="T39" fmla="*/ 96 h 235"/>
                <a:gd name="T40" fmla="*/ 156 w 192"/>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2" h="235">
                  <a:moveTo>
                    <a:pt x="192" y="126"/>
                  </a:moveTo>
                  <a:cubicBezTo>
                    <a:pt x="36" y="126"/>
                    <a:pt x="36" y="126"/>
                    <a:pt x="36" y="126"/>
                  </a:cubicBezTo>
                  <a:cubicBezTo>
                    <a:pt x="37" y="152"/>
                    <a:pt x="43" y="171"/>
                    <a:pt x="56" y="184"/>
                  </a:cubicBezTo>
                  <a:cubicBezTo>
                    <a:pt x="69" y="198"/>
                    <a:pt x="86" y="204"/>
                    <a:pt x="108" y="204"/>
                  </a:cubicBezTo>
                  <a:cubicBezTo>
                    <a:pt x="133" y="204"/>
                    <a:pt x="156" y="196"/>
                    <a:pt x="177" y="180"/>
                  </a:cubicBezTo>
                  <a:cubicBezTo>
                    <a:pt x="177" y="213"/>
                    <a:pt x="177" y="213"/>
                    <a:pt x="177" y="213"/>
                  </a:cubicBezTo>
                  <a:cubicBezTo>
                    <a:pt x="157" y="228"/>
                    <a:pt x="132" y="235"/>
                    <a:pt x="100" y="235"/>
                  </a:cubicBezTo>
                  <a:cubicBezTo>
                    <a:pt x="68" y="235"/>
                    <a:pt x="44" y="225"/>
                    <a:pt x="26" y="204"/>
                  </a:cubicBezTo>
                  <a:cubicBezTo>
                    <a:pt x="8" y="183"/>
                    <a:pt x="0" y="155"/>
                    <a:pt x="0" y="118"/>
                  </a:cubicBezTo>
                  <a:cubicBezTo>
                    <a:pt x="0" y="96"/>
                    <a:pt x="4" y="76"/>
                    <a:pt x="13" y="58"/>
                  </a:cubicBezTo>
                  <a:cubicBezTo>
                    <a:pt x="22" y="39"/>
                    <a:pt x="34" y="25"/>
                    <a:pt x="49" y="15"/>
                  </a:cubicBezTo>
                  <a:cubicBezTo>
                    <a:pt x="65" y="5"/>
                    <a:pt x="82" y="0"/>
                    <a:pt x="101" y="0"/>
                  </a:cubicBezTo>
                  <a:cubicBezTo>
                    <a:pt x="130" y="0"/>
                    <a:pt x="152" y="9"/>
                    <a:pt x="168" y="28"/>
                  </a:cubicBezTo>
                  <a:cubicBezTo>
                    <a:pt x="184" y="47"/>
                    <a:pt x="192" y="74"/>
                    <a:pt x="192" y="108"/>
                  </a:cubicBezTo>
                  <a:lnTo>
                    <a:pt x="192" y="126"/>
                  </a:lnTo>
                  <a:close/>
                  <a:moveTo>
                    <a:pt x="156" y="96"/>
                  </a:moveTo>
                  <a:cubicBezTo>
                    <a:pt x="156" y="75"/>
                    <a:pt x="151" y="59"/>
                    <a:pt x="141" y="48"/>
                  </a:cubicBezTo>
                  <a:cubicBezTo>
                    <a:pt x="132" y="36"/>
                    <a:pt x="118" y="31"/>
                    <a:pt x="101" y="31"/>
                  </a:cubicBezTo>
                  <a:cubicBezTo>
                    <a:pt x="84" y="31"/>
                    <a:pt x="70" y="37"/>
                    <a:pt x="59" y="49"/>
                  </a:cubicBezTo>
                  <a:cubicBezTo>
                    <a:pt x="47" y="60"/>
                    <a:pt x="40" y="76"/>
                    <a:pt x="37" y="96"/>
                  </a:cubicBezTo>
                  <a:lnTo>
                    <a:pt x="156"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8" name="Freeform 40"/>
            <p:cNvSpPr>
              <a:spLocks/>
            </p:cNvSpPr>
            <p:nvPr userDrawn="1"/>
          </p:nvSpPr>
          <p:spPr bwMode="auto">
            <a:xfrm>
              <a:off x="1388" y="3830"/>
              <a:ext cx="282" cy="404"/>
            </a:xfrm>
            <a:custGeom>
              <a:avLst/>
              <a:gdLst>
                <a:gd name="T0" fmla="*/ 282 w 282"/>
                <a:gd name="T1" fmla="*/ 42 h 404"/>
                <a:gd name="T2" fmla="*/ 166 w 282"/>
                <a:gd name="T3" fmla="*/ 42 h 404"/>
                <a:gd name="T4" fmla="*/ 166 w 282"/>
                <a:gd name="T5" fmla="*/ 404 h 404"/>
                <a:gd name="T6" fmla="*/ 119 w 282"/>
                <a:gd name="T7" fmla="*/ 404 h 404"/>
                <a:gd name="T8" fmla="*/ 119 w 282"/>
                <a:gd name="T9" fmla="*/ 42 h 404"/>
                <a:gd name="T10" fmla="*/ 0 w 282"/>
                <a:gd name="T11" fmla="*/ 42 h 404"/>
                <a:gd name="T12" fmla="*/ 0 w 282"/>
                <a:gd name="T13" fmla="*/ 0 h 404"/>
                <a:gd name="T14" fmla="*/ 282 w 282"/>
                <a:gd name="T15" fmla="*/ 0 h 404"/>
                <a:gd name="T16" fmla="*/ 282 w 282"/>
                <a:gd name="T17" fmla="*/ 42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2" h="404">
                  <a:moveTo>
                    <a:pt x="282" y="42"/>
                  </a:moveTo>
                  <a:lnTo>
                    <a:pt x="166" y="42"/>
                  </a:lnTo>
                  <a:lnTo>
                    <a:pt x="166" y="404"/>
                  </a:lnTo>
                  <a:lnTo>
                    <a:pt x="119" y="404"/>
                  </a:lnTo>
                  <a:lnTo>
                    <a:pt x="119" y="42"/>
                  </a:lnTo>
                  <a:lnTo>
                    <a:pt x="0" y="42"/>
                  </a:lnTo>
                  <a:lnTo>
                    <a:pt x="0" y="0"/>
                  </a:lnTo>
                  <a:lnTo>
                    <a:pt x="282" y="0"/>
                  </a:lnTo>
                  <a:lnTo>
                    <a:pt x="282"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9" name="Freeform 41"/>
            <p:cNvSpPr>
              <a:spLocks noEditPoints="1"/>
            </p:cNvSpPr>
            <p:nvPr userDrawn="1"/>
          </p:nvSpPr>
          <p:spPr bwMode="auto">
            <a:xfrm>
              <a:off x="1646" y="3939"/>
              <a:ext cx="284"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6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6" y="18"/>
                  </a:cubicBezTo>
                  <a:cubicBezTo>
                    <a:pt x="27" y="6"/>
                    <a:pt x="43" y="0"/>
                    <a:pt x="62" y="0"/>
                  </a:cubicBezTo>
                  <a:cubicBezTo>
                    <a:pt x="80" y="0"/>
                    <a:pt x="94"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3"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0" name="Freeform 42"/>
            <p:cNvSpPr>
              <a:spLocks/>
            </p:cNvSpPr>
            <p:nvPr userDrawn="1"/>
          </p:nvSpPr>
          <p:spPr bwMode="auto">
            <a:xfrm>
              <a:off x="2001" y="3941"/>
              <a:ext cx="151" cy="293"/>
            </a:xfrm>
            <a:custGeom>
              <a:avLst/>
              <a:gdLst>
                <a:gd name="T0" fmla="*/ 64 w 64"/>
                <a:gd name="T1" fmla="*/ 22 h 124"/>
                <a:gd name="T2" fmla="*/ 49 w 64"/>
                <a:gd name="T3" fmla="*/ 18 h 124"/>
                <a:gd name="T4" fmla="*/ 28 w 64"/>
                <a:gd name="T5" fmla="*/ 30 h 124"/>
                <a:gd name="T6" fmla="*/ 20 w 64"/>
                <a:gd name="T7" fmla="*/ 62 h 124"/>
                <a:gd name="T8" fmla="*/ 20 w 64"/>
                <a:gd name="T9" fmla="*/ 124 h 124"/>
                <a:gd name="T10" fmla="*/ 0 w 64"/>
                <a:gd name="T11" fmla="*/ 124 h 124"/>
                <a:gd name="T12" fmla="*/ 0 w 64"/>
                <a:gd name="T13" fmla="*/ 2 h 124"/>
                <a:gd name="T14" fmla="*/ 20 w 64"/>
                <a:gd name="T15" fmla="*/ 2 h 124"/>
                <a:gd name="T16" fmla="*/ 20 w 64"/>
                <a:gd name="T17" fmla="*/ 27 h 124"/>
                <a:gd name="T18" fmla="*/ 20 w 64"/>
                <a:gd name="T19" fmla="*/ 27 h 124"/>
                <a:gd name="T20" fmla="*/ 33 w 64"/>
                <a:gd name="T21" fmla="*/ 7 h 124"/>
                <a:gd name="T22" fmla="*/ 52 w 64"/>
                <a:gd name="T23" fmla="*/ 0 h 124"/>
                <a:gd name="T24" fmla="*/ 64 w 64"/>
                <a:gd name="T25" fmla="*/ 2 h 124"/>
                <a:gd name="T26" fmla="*/ 64 w 64"/>
                <a:gd name="T27" fmla="*/ 2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124">
                  <a:moveTo>
                    <a:pt x="64" y="22"/>
                  </a:moveTo>
                  <a:cubicBezTo>
                    <a:pt x="61" y="19"/>
                    <a:pt x="56" y="18"/>
                    <a:pt x="49" y="18"/>
                  </a:cubicBezTo>
                  <a:cubicBezTo>
                    <a:pt x="40" y="18"/>
                    <a:pt x="33" y="22"/>
                    <a:pt x="28" y="30"/>
                  </a:cubicBezTo>
                  <a:cubicBezTo>
                    <a:pt x="23" y="38"/>
                    <a:pt x="20" y="49"/>
                    <a:pt x="20" y="62"/>
                  </a:cubicBezTo>
                  <a:cubicBezTo>
                    <a:pt x="20" y="124"/>
                    <a:pt x="20" y="124"/>
                    <a:pt x="20" y="124"/>
                  </a:cubicBezTo>
                  <a:cubicBezTo>
                    <a:pt x="0" y="124"/>
                    <a:pt x="0" y="124"/>
                    <a:pt x="0" y="124"/>
                  </a:cubicBezTo>
                  <a:cubicBezTo>
                    <a:pt x="0" y="2"/>
                    <a:pt x="0" y="2"/>
                    <a:pt x="0" y="2"/>
                  </a:cubicBezTo>
                  <a:cubicBezTo>
                    <a:pt x="20" y="2"/>
                    <a:pt x="20" y="2"/>
                    <a:pt x="20" y="2"/>
                  </a:cubicBezTo>
                  <a:cubicBezTo>
                    <a:pt x="20" y="27"/>
                    <a:pt x="20" y="27"/>
                    <a:pt x="20" y="27"/>
                  </a:cubicBezTo>
                  <a:cubicBezTo>
                    <a:pt x="20" y="27"/>
                    <a:pt x="20" y="27"/>
                    <a:pt x="20" y="27"/>
                  </a:cubicBezTo>
                  <a:cubicBezTo>
                    <a:pt x="23" y="19"/>
                    <a:pt x="27" y="12"/>
                    <a:pt x="33" y="7"/>
                  </a:cubicBezTo>
                  <a:cubicBezTo>
                    <a:pt x="39" y="2"/>
                    <a:pt x="45" y="0"/>
                    <a:pt x="52" y="0"/>
                  </a:cubicBezTo>
                  <a:cubicBezTo>
                    <a:pt x="57" y="0"/>
                    <a:pt x="61" y="0"/>
                    <a:pt x="64" y="2"/>
                  </a:cubicBezTo>
                  <a:lnTo>
                    <a:pt x="6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1" name="Freeform 43"/>
            <p:cNvSpPr>
              <a:spLocks noEditPoints="1"/>
            </p:cNvSpPr>
            <p:nvPr userDrawn="1"/>
          </p:nvSpPr>
          <p:spPr bwMode="auto">
            <a:xfrm>
              <a:off x="2174" y="3939"/>
              <a:ext cx="283"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6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6" y="18"/>
                  </a:cubicBezTo>
                  <a:cubicBezTo>
                    <a:pt x="27" y="6"/>
                    <a:pt x="43" y="0"/>
                    <a:pt x="62" y="0"/>
                  </a:cubicBezTo>
                  <a:cubicBezTo>
                    <a:pt x="80" y="0"/>
                    <a:pt x="94"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3"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2" name="Freeform 44"/>
            <p:cNvSpPr>
              <a:spLocks/>
            </p:cNvSpPr>
            <p:nvPr userDrawn="1"/>
          </p:nvSpPr>
          <p:spPr bwMode="auto">
            <a:xfrm>
              <a:off x="2528" y="3939"/>
              <a:ext cx="242" cy="295"/>
            </a:xfrm>
            <a:custGeom>
              <a:avLst/>
              <a:gdLst>
                <a:gd name="T0" fmla="*/ 102 w 102"/>
                <a:gd name="T1" fmla="*/ 125 h 125"/>
                <a:gd name="T2" fmla="*/ 82 w 102"/>
                <a:gd name="T3" fmla="*/ 125 h 125"/>
                <a:gd name="T4" fmla="*/ 82 w 102"/>
                <a:gd name="T5" fmla="*/ 55 h 125"/>
                <a:gd name="T6" fmla="*/ 54 w 102"/>
                <a:gd name="T7" fmla="*/ 17 h 125"/>
                <a:gd name="T8" fmla="*/ 30 w 102"/>
                <a:gd name="T9" fmla="*/ 28 h 125"/>
                <a:gd name="T10" fmla="*/ 20 w 102"/>
                <a:gd name="T11" fmla="*/ 55 h 125"/>
                <a:gd name="T12" fmla="*/ 20 w 102"/>
                <a:gd name="T13" fmla="*/ 125 h 125"/>
                <a:gd name="T14" fmla="*/ 0 w 102"/>
                <a:gd name="T15" fmla="*/ 125 h 125"/>
                <a:gd name="T16" fmla="*/ 0 w 102"/>
                <a:gd name="T17" fmla="*/ 3 h 125"/>
                <a:gd name="T18" fmla="*/ 20 w 102"/>
                <a:gd name="T19" fmla="*/ 3 h 125"/>
                <a:gd name="T20" fmla="*/ 20 w 102"/>
                <a:gd name="T21" fmla="*/ 23 h 125"/>
                <a:gd name="T22" fmla="*/ 20 w 102"/>
                <a:gd name="T23" fmla="*/ 23 h 125"/>
                <a:gd name="T24" fmla="*/ 60 w 102"/>
                <a:gd name="T25" fmla="*/ 0 h 125"/>
                <a:gd name="T26" fmla="*/ 91 w 102"/>
                <a:gd name="T27" fmla="*/ 13 h 125"/>
                <a:gd name="T28" fmla="*/ 102 w 102"/>
                <a:gd name="T29" fmla="*/ 50 h 125"/>
                <a:gd name="T30" fmla="*/ 102 w 102"/>
                <a:gd name="T31"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125">
                  <a:moveTo>
                    <a:pt x="102" y="125"/>
                  </a:moveTo>
                  <a:cubicBezTo>
                    <a:pt x="82" y="125"/>
                    <a:pt x="82" y="125"/>
                    <a:pt x="82" y="125"/>
                  </a:cubicBezTo>
                  <a:cubicBezTo>
                    <a:pt x="82" y="55"/>
                    <a:pt x="82" y="55"/>
                    <a:pt x="82" y="55"/>
                  </a:cubicBezTo>
                  <a:cubicBezTo>
                    <a:pt x="82" y="30"/>
                    <a:pt x="73" y="17"/>
                    <a:pt x="54" y="17"/>
                  </a:cubicBezTo>
                  <a:cubicBezTo>
                    <a:pt x="44" y="17"/>
                    <a:pt x="36" y="20"/>
                    <a:pt x="30" y="28"/>
                  </a:cubicBezTo>
                  <a:cubicBezTo>
                    <a:pt x="23" y="35"/>
                    <a:pt x="20" y="44"/>
                    <a:pt x="20" y="55"/>
                  </a:cubicBezTo>
                  <a:cubicBezTo>
                    <a:pt x="20" y="125"/>
                    <a:pt x="20" y="125"/>
                    <a:pt x="20" y="125"/>
                  </a:cubicBezTo>
                  <a:cubicBezTo>
                    <a:pt x="0" y="125"/>
                    <a:pt x="0" y="125"/>
                    <a:pt x="0" y="125"/>
                  </a:cubicBezTo>
                  <a:cubicBezTo>
                    <a:pt x="0" y="3"/>
                    <a:pt x="0" y="3"/>
                    <a:pt x="0" y="3"/>
                  </a:cubicBezTo>
                  <a:cubicBezTo>
                    <a:pt x="20" y="3"/>
                    <a:pt x="20" y="3"/>
                    <a:pt x="20" y="3"/>
                  </a:cubicBezTo>
                  <a:cubicBezTo>
                    <a:pt x="20" y="23"/>
                    <a:pt x="20" y="23"/>
                    <a:pt x="20" y="23"/>
                  </a:cubicBezTo>
                  <a:cubicBezTo>
                    <a:pt x="20" y="23"/>
                    <a:pt x="20" y="23"/>
                    <a:pt x="20" y="23"/>
                  </a:cubicBezTo>
                  <a:cubicBezTo>
                    <a:pt x="29" y="8"/>
                    <a:pt x="43" y="0"/>
                    <a:pt x="60" y="0"/>
                  </a:cubicBezTo>
                  <a:cubicBezTo>
                    <a:pt x="74" y="0"/>
                    <a:pt x="84" y="4"/>
                    <a:pt x="91" y="13"/>
                  </a:cubicBezTo>
                  <a:cubicBezTo>
                    <a:pt x="98" y="22"/>
                    <a:pt x="102" y="34"/>
                    <a:pt x="102" y="50"/>
                  </a:cubicBezTo>
                  <a:lnTo>
                    <a:pt x="102"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3" name="Freeform 45"/>
            <p:cNvSpPr>
              <a:spLocks/>
            </p:cNvSpPr>
            <p:nvPr userDrawn="1"/>
          </p:nvSpPr>
          <p:spPr bwMode="auto">
            <a:xfrm>
              <a:off x="2822" y="3861"/>
              <a:ext cx="168" cy="380"/>
            </a:xfrm>
            <a:custGeom>
              <a:avLst/>
              <a:gdLst>
                <a:gd name="T0" fmla="*/ 71 w 71"/>
                <a:gd name="T1" fmla="*/ 157 h 161"/>
                <a:gd name="T2" fmla="*/ 53 w 71"/>
                <a:gd name="T3" fmla="*/ 161 h 161"/>
                <a:gd name="T4" fmla="*/ 21 w 71"/>
                <a:gd name="T5" fmla="*/ 125 h 161"/>
                <a:gd name="T6" fmla="*/ 21 w 71"/>
                <a:gd name="T7" fmla="*/ 53 h 161"/>
                <a:gd name="T8" fmla="*/ 0 w 71"/>
                <a:gd name="T9" fmla="*/ 53 h 161"/>
                <a:gd name="T10" fmla="*/ 0 w 71"/>
                <a:gd name="T11" fmla="*/ 36 h 161"/>
                <a:gd name="T12" fmla="*/ 21 w 71"/>
                <a:gd name="T13" fmla="*/ 36 h 161"/>
                <a:gd name="T14" fmla="*/ 21 w 71"/>
                <a:gd name="T15" fmla="*/ 6 h 161"/>
                <a:gd name="T16" fmla="*/ 40 w 71"/>
                <a:gd name="T17" fmla="*/ 0 h 161"/>
                <a:gd name="T18" fmla="*/ 40 w 71"/>
                <a:gd name="T19" fmla="*/ 36 h 161"/>
                <a:gd name="T20" fmla="*/ 71 w 71"/>
                <a:gd name="T21" fmla="*/ 36 h 161"/>
                <a:gd name="T22" fmla="*/ 71 w 71"/>
                <a:gd name="T23" fmla="*/ 53 h 161"/>
                <a:gd name="T24" fmla="*/ 40 w 71"/>
                <a:gd name="T25" fmla="*/ 53 h 161"/>
                <a:gd name="T26" fmla="*/ 40 w 71"/>
                <a:gd name="T27" fmla="*/ 122 h 161"/>
                <a:gd name="T28" fmla="*/ 45 w 71"/>
                <a:gd name="T29" fmla="*/ 139 h 161"/>
                <a:gd name="T30" fmla="*/ 59 w 71"/>
                <a:gd name="T31" fmla="*/ 144 h 161"/>
                <a:gd name="T32" fmla="*/ 71 w 71"/>
                <a:gd name="T33" fmla="*/ 140 h 161"/>
                <a:gd name="T34" fmla="*/ 71 w 71"/>
                <a:gd name="T35" fmla="*/ 157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1" h="161">
                  <a:moveTo>
                    <a:pt x="71" y="157"/>
                  </a:moveTo>
                  <a:cubicBezTo>
                    <a:pt x="66" y="160"/>
                    <a:pt x="60" y="161"/>
                    <a:pt x="53" y="161"/>
                  </a:cubicBezTo>
                  <a:cubicBezTo>
                    <a:pt x="31" y="161"/>
                    <a:pt x="21" y="149"/>
                    <a:pt x="21" y="125"/>
                  </a:cubicBezTo>
                  <a:cubicBezTo>
                    <a:pt x="21" y="53"/>
                    <a:pt x="21" y="53"/>
                    <a:pt x="21" y="53"/>
                  </a:cubicBezTo>
                  <a:cubicBezTo>
                    <a:pt x="0" y="53"/>
                    <a:pt x="0" y="53"/>
                    <a:pt x="0" y="53"/>
                  </a:cubicBezTo>
                  <a:cubicBezTo>
                    <a:pt x="0" y="36"/>
                    <a:pt x="0" y="36"/>
                    <a:pt x="0" y="36"/>
                  </a:cubicBezTo>
                  <a:cubicBezTo>
                    <a:pt x="21" y="36"/>
                    <a:pt x="21" y="36"/>
                    <a:pt x="21" y="36"/>
                  </a:cubicBezTo>
                  <a:cubicBezTo>
                    <a:pt x="21" y="6"/>
                    <a:pt x="21" y="6"/>
                    <a:pt x="21" y="6"/>
                  </a:cubicBezTo>
                  <a:cubicBezTo>
                    <a:pt x="40" y="0"/>
                    <a:pt x="40" y="0"/>
                    <a:pt x="40" y="0"/>
                  </a:cubicBezTo>
                  <a:cubicBezTo>
                    <a:pt x="40" y="36"/>
                    <a:pt x="40" y="36"/>
                    <a:pt x="40" y="36"/>
                  </a:cubicBezTo>
                  <a:cubicBezTo>
                    <a:pt x="71" y="36"/>
                    <a:pt x="71" y="36"/>
                    <a:pt x="71" y="36"/>
                  </a:cubicBezTo>
                  <a:cubicBezTo>
                    <a:pt x="71" y="53"/>
                    <a:pt x="71" y="53"/>
                    <a:pt x="71" y="53"/>
                  </a:cubicBezTo>
                  <a:cubicBezTo>
                    <a:pt x="40" y="53"/>
                    <a:pt x="40" y="53"/>
                    <a:pt x="40" y="53"/>
                  </a:cubicBezTo>
                  <a:cubicBezTo>
                    <a:pt x="40" y="122"/>
                    <a:pt x="40" y="122"/>
                    <a:pt x="40" y="122"/>
                  </a:cubicBezTo>
                  <a:cubicBezTo>
                    <a:pt x="40" y="130"/>
                    <a:pt x="42" y="136"/>
                    <a:pt x="45" y="139"/>
                  </a:cubicBezTo>
                  <a:cubicBezTo>
                    <a:pt x="47" y="142"/>
                    <a:pt x="52" y="144"/>
                    <a:pt x="59" y="144"/>
                  </a:cubicBezTo>
                  <a:cubicBezTo>
                    <a:pt x="63" y="144"/>
                    <a:pt x="68" y="143"/>
                    <a:pt x="71" y="140"/>
                  </a:cubicBezTo>
                  <a:lnTo>
                    <a:pt x="71"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4" name="Freeform 46"/>
            <p:cNvSpPr>
              <a:spLocks noEditPoints="1"/>
            </p:cNvSpPr>
            <p:nvPr userDrawn="1"/>
          </p:nvSpPr>
          <p:spPr bwMode="auto">
            <a:xfrm>
              <a:off x="3030" y="3939"/>
              <a:ext cx="284"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7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7" y="18"/>
                  </a:cubicBezTo>
                  <a:cubicBezTo>
                    <a:pt x="28" y="6"/>
                    <a:pt x="43" y="0"/>
                    <a:pt x="62" y="0"/>
                  </a:cubicBezTo>
                  <a:cubicBezTo>
                    <a:pt x="80" y="0"/>
                    <a:pt x="95"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4"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5" name="Freeform 47"/>
            <p:cNvSpPr>
              <a:spLocks/>
            </p:cNvSpPr>
            <p:nvPr userDrawn="1"/>
          </p:nvSpPr>
          <p:spPr bwMode="auto">
            <a:xfrm>
              <a:off x="3349" y="4170"/>
              <a:ext cx="78" cy="140"/>
            </a:xfrm>
            <a:custGeom>
              <a:avLst/>
              <a:gdLst>
                <a:gd name="T0" fmla="*/ 78 w 78"/>
                <a:gd name="T1" fmla="*/ 0 h 140"/>
                <a:gd name="T2" fmla="*/ 33 w 78"/>
                <a:gd name="T3" fmla="*/ 140 h 140"/>
                <a:gd name="T4" fmla="*/ 0 w 78"/>
                <a:gd name="T5" fmla="*/ 140 h 140"/>
                <a:gd name="T6" fmla="*/ 33 w 78"/>
                <a:gd name="T7" fmla="*/ 0 h 140"/>
                <a:gd name="T8" fmla="*/ 78 w 78"/>
                <a:gd name="T9" fmla="*/ 0 h 140"/>
              </a:gdLst>
              <a:ahLst/>
              <a:cxnLst>
                <a:cxn ang="0">
                  <a:pos x="T0" y="T1"/>
                </a:cxn>
                <a:cxn ang="0">
                  <a:pos x="T2" y="T3"/>
                </a:cxn>
                <a:cxn ang="0">
                  <a:pos x="T4" y="T5"/>
                </a:cxn>
                <a:cxn ang="0">
                  <a:pos x="T6" y="T7"/>
                </a:cxn>
                <a:cxn ang="0">
                  <a:pos x="T8" y="T9"/>
                </a:cxn>
              </a:cxnLst>
              <a:rect l="0" t="0" r="r" b="b"/>
              <a:pathLst>
                <a:path w="78" h="140">
                  <a:moveTo>
                    <a:pt x="78" y="0"/>
                  </a:moveTo>
                  <a:lnTo>
                    <a:pt x="33" y="140"/>
                  </a:lnTo>
                  <a:lnTo>
                    <a:pt x="0" y="140"/>
                  </a:lnTo>
                  <a:lnTo>
                    <a:pt x="33" y="0"/>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6" name="Freeform 48"/>
            <p:cNvSpPr>
              <a:spLocks/>
            </p:cNvSpPr>
            <p:nvPr userDrawn="1"/>
          </p:nvSpPr>
          <p:spPr bwMode="auto">
            <a:xfrm>
              <a:off x="3626" y="3823"/>
              <a:ext cx="300" cy="418"/>
            </a:xfrm>
            <a:custGeom>
              <a:avLst/>
              <a:gdLst>
                <a:gd name="T0" fmla="*/ 127 w 127"/>
                <a:gd name="T1" fmla="*/ 167 h 177"/>
                <a:gd name="T2" fmla="*/ 80 w 127"/>
                <a:gd name="T3" fmla="*/ 177 h 177"/>
                <a:gd name="T4" fmla="*/ 38 w 127"/>
                <a:gd name="T5" fmla="*/ 166 h 177"/>
                <a:gd name="T6" fmla="*/ 10 w 127"/>
                <a:gd name="T7" fmla="*/ 136 h 177"/>
                <a:gd name="T8" fmla="*/ 0 w 127"/>
                <a:gd name="T9" fmla="*/ 92 h 177"/>
                <a:gd name="T10" fmla="*/ 11 w 127"/>
                <a:gd name="T11" fmla="*/ 45 h 177"/>
                <a:gd name="T12" fmla="*/ 42 w 127"/>
                <a:gd name="T13" fmla="*/ 12 h 177"/>
                <a:gd name="T14" fmla="*/ 87 w 127"/>
                <a:gd name="T15" fmla="*/ 0 h 177"/>
                <a:gd name="T16" fmla="*/ 127 w 127"/>
                <a:gd name="T17" fmla="*/ 7 h 177"/>
                <a:gd name="T18" fmla="*/ 127 w 127"/>
                <a:gd name="T19" fmla="*/ 29 h 177"/>
                <a:gd name="T20" fmla="*/ 87 w 127"/>
                <a:gd name="T21" fmla="*/ 18 h 177"/>
                <a:gd name="T22" fmla="*/ 52 w 127"/>
                <a:gd name="T23" fmla="*/ 27 h 177"/>
                <a:gd name="T24" fmla="*/ 29 w 127"/>
                <a:gd name="T25" fmla="*/ 53 h 177"/>
                <a:gd name="T26" fmla="*/ 21 w 127"/>
                <a:gd name="T27" fmla="*/ 91 h 177"/>
                <a:gd name="T28" fmla="*/ 28 w 127"/>
                <a:gd name="T29" fmla="*/ 127 h 177"/>
                <a:gd name="T30" fmla="*/ 50 w 127"/>
                <a:gd name="T31" fmla="*/ 151 h 177"/>
                <a:gd name="T32" fmla="*/ 83 w 127"/>
                <a:gd name="T33" fmla="*/ 159 h 177"/>
                <a:gd name="T34" fmla="*/ 127 w 127"/>
                <a:gd name="T35" fmla="*/ 148 h 177"/>
                <a:gd name="T36" fmla="*/ 127 w 127"/>
                <a:gd name="T37" fmla="*/ 16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177">
                  <a:moveTo>
                    <a:pt x="127" y="167"/>
                  </a:moveTo>
                  <a:cubicBezTo>
                    <a:pt x="115" y="174"/>
                    <a:pt x="99" y="177"/>
                    <a:pt x="80" y="177"/>
                  </a:cubicBezTo>
                  <a:cubicBezTo>
                    <a:pt x="64" y="177"/>
                    <a:pt x="50" y="174"/>
                    <a:pt x="38" y="166"/>
                  </a:cubicBezTo>
                  <a:cubicBezTo>
                    <a:pt x="26" y="159"/>
                    <a:pt x="16" y="149"/>
                    <a:pt x="10" y="136"/>
                  </a:cubicBezTo>
                  <a:cubicBezTo>
                    <a:pt x="3" y="123"/>
                    <a:pt x="0" y="109"/>
                    <a:pt x="0" y="92"/>
                  </a:cubicBezTo>
                  <a:cubicBezTo>
                    <a:pt x="0" y="74"/>
                    <a:pt x="3" y="59"/>
                    <a:pt x="11" y="45"/>
                  </a:cubicBezTo>
                  <a:cubicBezTo>
                    <a:pt x="18" y="31"/>
                    <a:pt x="29" y="20"/>
                    <a:pt x="42" y="12"/>
                  </a:cubicBezTo>
                  <a:cubicBezTo>
                    <a:pt x="55" y="4"/>
                    <a:pt x="70" y="0"/>
                    <a:pt x="87" y="0"/>
                  </a:cubicBezTo>
                  <a:cubicBezTo>
                    <a:pt x="103" y="0"/>
                    <a:pt x="116" y="3"/>
                    <a:pt x="127" y="7"/>
                  </a:cubicBezTo>
                  <a:cubicBezTo>
                    <a:pt x="127" y="29"/>
                    <a:pt x="127" y="29"/>
                    <a:pt x="127" y="29"/>
                  </a:cubicBezTo>
                  <a:cubicBezTo>
                    <a:pt x="115" y="22"/>
                    <a:pt x="101" y="18"/>
                    <a:pt x="87" y="18"/>
                  </a:cubicBezTo>
                  <a:cubicBezTo>
                    <a:pt x="74" y="18"/>
                    <a:pt x="62" y="21"/>
                    <a:pt x="52" y="27"/>
                  </a:cubicBezTo>
                  <a:cubicBezTo>
                    <a:pt x="42" y="33"/>
                    <a:pt x="34" y="42"/>
                    <a:pt x="29" y="53"/>
                  </a:cubicBezTo>
                  <a:cubicBezTo>
                    <a:pt x="23" y="64"/>
                    <a:pt x="21" y="76"/>
                    <a:pt x="21" y="91"/>
                  </a:cubicBezTo>
                  <a:cubicBezTo>
                    <a:pt x="21" y="104"/>
                    <a:pt x="23" y="116"/>
                    <a:pt x="28" y="127"/>
                  </a:cubicBezTo>
                  <a:cubicBezTo>
                    <a:pt x="34" y="137"/>
                    <a:pt x="41" y="145"/>
                    <a:pt x="50" y="151"/>
                  </a:cubicBezTo>
                  <a:cubicBezTo>
                    <a:pt x="60" y="156"/>
                    <a:pt x="71" y="159"/>
                    <a:pt x="83" y="159"/>
                  </a:cubicBezTo>
                  <a:cubicBezTo>
                    <a:pt x="100" y="159"/>
                    <a:pt x="115" y="155"/>
                    <a:pt x="127" y="148"/>
                  </a:cubicBezTo>
                  <a:lnTo>
                    <a:pt x="127" y="1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7" name="Freeform 49"/>
            <p:cNvSpPr>
              <a:spLocks noEditPoints="1"/>
            </p:cNvSpPr>
            <p:nvPr userDrawn="1"/>
          </p:nvSpPr>
          <p:spPr bwMode="auto">
            <a:xfrm>
              <a:off x="3979" y="3939"/>
              <a:ext cx="229" cy="302"/>
            </a:xfrm>
            <a:custGeom>
              <a:avLst/>
              <a:gdLst>
                <a:gd name="T0" fmla="*/ 97 w 97"/>
                <a:gd name="T1" fmla="*/ 125 h 128"/>
                <a:gd name="T2" fmla="*/ 77 w 97"/>
                <a:gd name="T3" fmla="*/ 125 h 128"/>
                <a:gd name="T4" fmla="*/ 77 w 97"/>
                <a:gd name="T5" fmla="*/ 106 h 128"/>
                <a:gd name="T6" fmla="*/ 77 w 97"/>
                <a:gd name="T7" fmla="*/ 106 h 128"/>
                <a:gd name="T8" fmla="*/ 39 w 97"/>
                <a:gd name="T9" fmla="*/ 128 h 128"/>
                <a:gd name="T10" fmla="*/ 11 w 97"/>
                <a:gd name="T11" fmla="*/ 118 h 128"/>
                <a:gd name="T12" fmla="*/ 0 w 97"/>
                <a:gd name="T13" fmla="*/ 93 h 128"/>
                <a:gd name="T14" fmla="*/ 41 w 97"/>
                <a:gd name="T15" fmla="*/ 53 h 128"/>
                <a:gd name="T16" fmla="*/ 77 w 97"/>
                <a:gd name="T17" fmla="*/ 48 h 128"/>
                <a:gd name="T18" fmla="*/ 52 w 97"/>
                <a:gd name="T19" fmla="*/ 17 h 128"/>
                <a:gd name="T20" fmla="*/ 12 w 97"/>
                <a:gd name="T21" fmla="*/ 32 h 128"/>
                <a:gd name="T22" fmla="*/ 12 w 97"/>
                <a:gd name="T23" fmla="*/ 12 h 128"/>
                <a:gd name="T24" fmla="*/ 31 w 97"/>
                <a:gd name="T25" fmla="*/ 4 h 128"/>
                <a:gd name="T26" fmla="*/ 54 w 97"/>
                <a:gd name="T27" fmla="*/ 0 h 128"/>
                <a:gd name="T28" fmla="*/ 97 w 97"/>
                <a:gd name="T29" fmla="*/ 46 h 128"/>
                <a:gd name="T30" fmla="*/ 97 w 97"/>
                <a:gd name="T31" fmla="*/ 125 h 128"/>
                <a:gd name="T32" fmla="*/ 77 w 97"/>
                <a:gd name="T33" fmla="*/ 63 h 128"/>
                <a:gd name="T34" fmla="*/ 48 w 97"/>
                <a:gd name="T35" fmla="*/ 68 h 128"/>
                <a:gd name="T36" fmla="*/ 27 w 97"/>
                <a:gd name="T37" fmla="*/ 75 h 128"/>
                <a:gd name="T38" fmla="*/ 20 w 97"/>
                <a:gd name="T39" fmla="*/ 91 h 128"/>
                <a:gd name="T40" fmla="*/ 27 w 97"/>
                <a:gd name="T41" fmla="*/ 106 h 128"/>
                <a:gd name="T42" fmla="*/ 44 w 97"/>
                <a:gd name="T43" fmla="*/ 111 h 128"/>
                <a:gd name="T44" fmla="*/ 68 w 97"/>
                <a:gd name="T45" fmla="*/ 101 h 128"/>
                <a:gd name="T46" fmla="*/ 77 w 97"/>
                <a:gd name="T47" fmla="*/ 76 h 128"/>
                <a:gd name="T48" fmla="*/ 77 w 97"/>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7" h="128">
                  <a:moveTo>
                    <a:pt x="97" y="125"/>
                  </a:moveTo>
                  <a:cubicBezTo>
                    <a:pt x="77" y="125"/>
                    <a:pt x="77" y="125"/>
                    <a:pt x="77" y="125"/>
                  </a:cubicBezTo>
                  <a:cubicBezTo>
                    <a:pt x="77" y="106"/>
                    <a:pt x="77" y="106"/>
                    <a:pt x="77" y="106"/>
                  </a:cubicBezTo>
                  <a:cubicBezTo>
                    <a:pt x="77" y="106"/>
                    <a:pt x="77" y="106"/>
                    <a:pt x="77" y="106"/>
                  </a:cubicBezTo>
                  <a:cubicBezTo>
                    <a:pt x="68" y="121"/>
                    <a:pt x="56" y="128"/>
                    <a:pt x="39" y="128"/>
                  </a:cubicBezTo>
                  <a:cubicBezTo>
                    <a:pt x="28" y="128"/>
                    <a:pt x="18" y="125"/>
                    <a:pt x="11" y="118"/>
                  </a:cubicBezTo>
                  <a:cubicBezTo>
                    <a:pt x="4" y="112"/>
                    <a:pt x="0" y="103"/>
                    <a:pt x="0" y="93"/>
                  </a:cubicBezTo>
                  <a:cubicBezTo>
                    <a:pt x="0" y="70"/>
                    <a:pt x="14" y="57"/>
                    <a:pt x="41" y="53"/>
                  </a:cubicBezTo>
                  <a:cubicBezTo>
                    <a:pt x="77" y="48"/>
                    <a:pt x="77" y="48"/>
                    <a:pt x="77" y="48"/>
                  </a:cubicBezTo>
                  <a:cubicBezTo>
                    <a:pt x="77" y="27"/>
                    <a:pt x="69" y="17"/>
                    <a:pt x="52" y="17"/>
                  </a:cubicBezTo>
                  <a:cubicBezTo>
                    <a:pt x="38" y="17"/>
                    <a:pt x="24" y="22"/>
                    <a:pt x="12" y="32"/>
                  </a:cubicBezTo>
                  <a:cubicBezTo>
                    <a:pt x="12" y="12"/>
                    <a:pt x="12" y="12"/>
                    <a:pt x="12" y="12"/>
                  </a:cubicBezTo>
                  <a:cubicBezTo>
                    <a:pt x="16" y="9"/>
                    <a:pt x="22" y="6"/>
                    <a:pt x="31" y="4"/>
                  </a:cubicBezTo>
                  <a:cubicBezTo>
                    <a:pt x="39" y="1"/>
                    <a:pt x="47" y="0"/>
                    <a:pt x="54" y="0"/>
                  </a:cubicBezTo>
                  <a:cubicBezTo>
                    <a:pt x="83" y="0"/>
                    <a:pt x="97" y="15"/>
                    <a:pt x="97" y="46"/>
                  </a:cubicBezTo>
                  <a:lnTo>
                    <a:pt x="97" y="125"/>
                  </a:lnTo>
                  <a:close/>
                  <a:moveTo>
                    <a:pt x="77" y="63"/>
                  </a:moveTo>
                  <a:cubicBezTo>
                    <a:pt x="48" y="68"/>
                    <a:pt x="48" y="68"/>
                    <a:pt x="48" y="68"/>
                  </a:cubicBezTo>
                  <a:cubicBezTo>
                    <a:pt x="38" y="69"/>
                    <a:pt x="31" y="71"/>
                    <a:pt x="27" y="75"/>
                  </a:cubicBezTo>
                  <a:cubicBezTo>
                    <a:pt x="23" y="78"/>
                    <a:pt x="20" y="84"/>
                    <a:pt x="20" y="91"/>
                  </a:cubicBezTo>
                  <a:cubicBezTo>
                    <a:pt x="20" y="97"/>
                    <a:pt x="23" y="102"/>
                    <a:pt x="27" y="106"/>
                  </a:cubicBezTo>
                  <a:cubicBezTo>
                    <a:pt x="31" y="110"/>
                    <a:pt x="37" y="111"/>
                    <a:pt x="44" y="111"/>
                  </a:cubicBezTo>
                  <a:cubicBezTo>
                    <a:pt x="54" y="111"/>
                    <a:pt x="62" y="108"/>
                    <a:pt x="68"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8" name="Freeform 50"/>
            <p:cNvSpPr>
              <a:spLocks/>
            </p:cNvSpPr>
            <p:nvPr userDrawn="1"/>
          </p:nvSpPr>
          <p:spPr bwMode="auto">
            <a:xfrm>
              <a:off x="4296" y="3939"/>
              <a:ext cx="238" cy="295"/>
            </a:xfrm>
            <a:custGeom>
              <a:avLst/>
              <a:gdLst>
                <a:gd name="T0" fmla="*/ 101 w 101"/>
                <a:gd name="T1" fmla="*/ 125 h 125"/>
                <a:gd name="T2" fmla="*/ 82 w 101"/>
                <a:gd name="T3" fmla="*/ 125 h 125"/>
                <a:gd name="T4" fmla="*/ 82 w 101"/>
                <a:gd name="T5" fmla="*/ 55 h 125"/>
                <a:gd name="T6" fmla="*/ 53 w 101"/>
                <a:gd name="T7" fmla="*/ 17 h 125"/>
                <a:gd name="T8" fmla="*/ 29 w 101"/>
                <a:gd name="T9" fmla="*/ 28 h 125"/>
                <a:gd name="T10" fmla="*/ 19 w 101"/>
                <a:gd name="T11" fmla="*/ 55 h 125"/>
                <a:gd name="T12" fmla="*/ 19 w 101"/>
                <a:gd name="T13" fmla="*/ 125 h 125"/>
                <a:gd name="T14" fmla="*/ 0 w 101"/>
                <a:gd name="T15" fmla="*/ 125 h 125"/>
                <a:gd name="T16" fmla="*/ 0 w 101"/>
                <a:gd name="T17" fmla="*/ 3 h 125"/>
                <a:gd name="T18" fmla="*/ 19 w 101"/>
                <a:gd name="T19" fmla="*/ 3 h 125"/>
                <a:gd name="T20" fmla="*/ 19 w 101"/>
                <a:gd name="T21" fmla="*/ 23 h 125"/>
                <a:gd name="T22" fmla="*/ 20 w 101"/>
                <a:gd name="T23" fmla="*/ 23 h 125"/>
                <a:gd name="T24" fmla="*/ 60 w 101"/>
                <a:gd name="T25" fmla="*/ 0 h 125"/>
                <a:gd name="T26" fmla="*/ 91 w 101"/>
                <a:gd name="T27" fmla="*/ 13 h 125"/>
                <a:gd name="T28" fmla="*/ 101 w 101"/>
                <a:gd name="T29" fmla="*/ 50 h 125"/>
                <a:gd name="T30" fmla="*/ 101 w 101"/>
                <a:gd name="T31"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1" h="125">
                  <a:moveTo>
                    <a:pt x="101" y="125"/>
                  </a:moveTo>
                  <a:cubicBezTo>
                    <a:pt x="82" y="125"/>
                    <a:pt x="82" y="125"/>
                    <a:pt x="82" y="125"/>
                  </a:cubicBezTo>
                  <a:cubicBezTo>
                    <a:pt x="82" y="55"/>
                    <a:pt x="82" y="55"/>
                    <a:pt x="82" y="55"/>
                  </a:cubicBezTo>
                  <a:cubicBezTo>
                    <a:pt x="82" y="30"/>
                    <a:pt x="72" y="17"/>
                    <a:pt x="53" y="17"/>
                  </a:cubicBezTo>
                  <a:cubicBezTo>
                    <a:pt x="44" y="17"/>
                    <a:pt x="36" y="20"/>
                    <a:pt x="29" y="28"/>
                  </a:cubicBezTo>
                  <a:cubicBezTo>
                    <a:pt x="23" y="35"/>
                    <a:pt x="19" y="44"/>
                    <a:pt x="19" y="55"/>
                  </a:cubicBezTo>
                  <a:cubicBezTo>
                    <a:pt x="19" y="125"/>
                    <a:pt x="19" y="125"/>
                    <a:pt x="19" y="125"/>
                  </a:cubicBezTo>
                  <a:cubicBezTo>
                    <a:pt x="0" y="125"/>
                    <a:pt x="0" y="125"/>
                    <a:pt x="0" y="125"/>
                  </a:cubicBezTo>
                  <a:cubicBezTo>
                    <a:pt x="0" y="3"/>
                    <a:pt x="0" y="3"/>
                    <a:pt x="0" y="3"/>
                  </a:cubicBezTo>
                  <a:cubicBezTo>
                    <a:pt x="19" y="3"/>
                    <a:pt x="19" y="3"/>
                    <a:pt x="19" y="3"/>
                  </a:cubicBezTo>
                  <a:cubicBezTo>
                    <a:pt x="19" y="23"/>
                    <a:pt x="19" y="23"/>
                    <a:pt x="19" y="23"/>
                  </a:cubicBezTo>
                  <a:cubicBezTo>
                    <a:pt x="20" y="23"/>
                    <a:pt x="20" y="23"/>
                    <a:pt x="20" y="23"/>
                  </a:cubicBezTo>
                  <a:cubicBezTo>
                    <a:pt x="29" y="8"/>
                    <a:pt x="42" y="0"/>
                    <a:pt x="60" y="0"/>
                  </a:cubicBezTo>
                  <a:cubicBezTo>
                    <a:pt x="73" y="0"/>
                    <a:pt x="84" y="4"/>
                    <a:pt x="91" y="13"/>
                  </a:cubicBezTo>
                  <a:cubicBezTo>
                    <a:pt x="98" y="22"/>
                    <a:pt x="101" y="34"/>
                    <a:pt x="101" y="50"/>
                  </a:cubicBezTo>
                  <a:lnTo>
                    <a:pt x="101"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9" name="Freeform 51"/>
            <p:cNvSpPr>
              <a:spLocks noEditPoints="1"/>
            </p:cNvSpPr>
            <p:nvPr userDrawn="1"/>
          </p:nvSpPr>
          <p:spPr bwMode="auto">
            <a:xfrm>
              <a:off x="4598" y="3939"/>
              <a:ext cx="227" cy="302"/>
            </a:xfrm>
            <a:custGeom>
              <a:avLst/>
              <a:gdLst>
                <a:gd name="T0" fmla="*/ 96 w 96"/>
                <a:gd name="T1" fmla="*/ 125 h 128"/>
                <a:gd name="T2" fmla="*/ 77 w 96"/>
                <a:gd name="T3" fmla="*/ 125 h 128"/>
                <a:gd name="T4" fmla="*/ 77 w 96"/>
                <a:gd name="T5" fmla="*/ 106 h 128"/>
                <a:gd name="T6" fmla="*/ 76 w 96"/>
                <a:gd name="T7" fmla="*/ 106 h 128"/>
                <a:gd name="T8" fmla="*/ 39 w 96"/>
                <a:gd name="T9" fmla="*/ 128 h 128"/>
                <a:gd name="T10" fmla="*/ 11 w 96"/>
                <a:gd name="T11" fmla="*/ 118 h 128"/>
                <a:gd name="T12" fmla="*/ 0 w 96"/>
                <a:gd name="T13" fmla="*/ 93 h 128"/>
                <a:gd name="T14" fmla="*/ 40 w 96"/>
                <a:gd name="T15" fmla="*/ 53 h 128"/>
                <a:gd name="T16" fmla="*/ 77 w 96"/>
                <a:gd name="T17" fmla="*/ 48 h 128"/>
                <a:gd name="T18" fmla="*/ 52 w 96"/>
                <a:gd name="T19" fmla="*/ 17 h 128"/>
                <a:gd name="T20" fmla="*/ 12 w 96"/>
                <a:gd name="T21" fmla="*/ 32 h 128"/>
                <a:gd name="T22" fmla="*/ 12 w 96"/>
                <a:gd name="T23" fmla="*/ 12 h 128"/>
                <a:gd name="T24" fmla="*/ 30 w 96"/>
                <a:gd name="T25" fmla="*/ 4 h 128"/>
                <a:gd name="T26" fmla="*/ 53 w 96"/>
                <a:gd name="T27" fmla="*/ 0 h 128"/>
                <a:gd name="T28" fmla="*/ 96 w 96"/>
                <a:gd name="T29" fmla="*/ 46 h 128"/>
                <a:gd name="T30" fmla="*/ 96 w 96"/>
                <a:gd name="T31" fmla="*/ 125 h 128"/>
                <a:gd name="T32" fmla="*/ 77 w 96"/>
                <a:gd name="T33" fmla="*/ 63 h 128"/>
                <a:gd name="T34" fmla="*/ 47 w 96"/>
                <a:gd name="T35" fmla="*/ 68 h 128"/>
                <a:gd name="T36" fmla="*/ 26 w 96"/>
                <a:gd name="T37" fmla="*/ 75 h 128"/>
                <a:gd name="T38" fmla="*/ 20 w 96"/>
                <a:gd name="T39" fmla="*/ 91 h 128"/>
                <a:gd name="T40" fmla="*/ 27 w 96"/>
                <a:gd name="T41" fmla="*/ 106 h 128"/>
                <a:gd name="T42" fmla="*/ 43 w 96"/>
                <a:gd name="T43" fmla="*/ 111 h 128"/>
                <a:gd name="T44" fmla="*/ 67 w 96"/>
                <a:gd name="T45" fmla="*/ 101 h 128"/>
                <a:gd name="T46" fmla="*/ 77 w 96"/>
                <a:gd name="T47" fmla="*/ 76 h 128"/>
                <a:gd name="T48" fmla="*/ 77 w 96"/>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6" h="128">
                  <a:moveTo>
                    <a:pt x="96" y="125"/>
                  </a:moveTo>
                  <a:cubicBezTo>
                    <a:pt x="77" y="125"/>
                    <a:pt x="77" y="125"/>
                    <a:pt x="77" y="125"/>
                  </a:cubicBezTo>
                  <a:cubicBezTo>
                    <a:pt x="77" y="106"/>
                    <a:pt x="77" y="106"/>
                    <a:pt x="77" y="106"/>
                  </a:cubicBezTo>
                  <a:cubicBezTo>
                    <a:pt x="76" y="106"/>
                    <a:pt x="76" y="106"/>
                    <a:pt x="76" y="106"/>
                  </a:cubicBezTo>
                  <a:cubicBezTo>
                    <a:pt x="68" y="121"/>
                    <a:pt x="55" y="128"/>
                    <a:pt x="39" y="128"/>
                  </a:cubicBezTo>
                  <a:cubicBezTo>
                    <a:pt x="27" y="128"/>
                    <a:pt x="18" y="125"/>
                    <a:pt x="11" y="118"/>
                  </a:cubicBezTo>
                  <a:cubicBezTo>
                    <a:pt x="3" y="112"/>
                    <a:pt x="0" y="103"/>
                    <a:pt x="0" y="93"/>
                  </a:cubicBezTo>
                  <a:cubicBezTo>
                    <a:pt x="0" y="70"/>
                    <a:pt x="13" y="57"/>
                    <a:pt x="40" y="53"/>
                  </a:cubicBezTo>
                  <a:cubicBezTo>
                    <a:pt x="77" y="48"/>
                    <a:pt x="77" y="48"/>
                    <a:pt x="77" y="48"/>
                  </a:cubicBezTo>
                  <a:cubicBezTo>
                    <a:pt x="77" y="27"/>
                    <a:pt x="68" y="17"/>
                    <a:pt x="52" y="17"/>
                  </a:cubicBezTo>
                  <a:cubicBezTo>
                    <a:pt x="37" y="17"/>
                    <a:pt x="24" y="22"/>
                    <a:pt x="12" y="32"/>
                  </a:cubicBezTo>
                  <a:cubicBezTo>
                    <a:pt x="12" y="12"/>
                    <a:pt x="12" y="12"/>
                    <a:pt x="12" y="12"/>
                  </a:cubicBezTo>
                  <a:cubicBezTo>
                    <a:pt x="15" y="9"/>
                    <a:pt x="22" y="6"/>
                    <a:pt x="30" y="4"/>
                  </a:cubicBezTo>
                  <a:cubicBezTo>
                    <a:pt x="39" y="1"/>
                    <a:pt x="47" y="0"/>
                    <a:pt x="53" y="0"/>
                  </a:cubicBezTo>
                  <a:cubicBezTo>
                    <a:pt x="82" y="0"/>
                    <a:pt x="96" y="15"/>
                    <a:pt x="96" y="46"/>
                  </a:cubicBezTo>
                  <a:lnTo>
                    <a:pt x="96" y="125"/>
                  </a:lnTo>
                  <a:close/>
                  <a:moveTo>
                    <a:pt x="77" y="63"/>
                  </a:moveTo>
                  <a:cubicBezTo>
                    <a:pt x="47" y="68"/>
                    <a:pt x="47" y="68"/>
                    <a:pt x="47" y="68"/>
                  </a:cubicBezTo>
                  <a:cubicBezTo>
                    <a:pt x="37" y="69"/>
                    <a:pt x="30" y="71"/>
                    <a:pt x="26" y="75"/>
                  </a:cubicBezTo>
                  <a:cubicBezTo>
                    <a:pt x="22" y="78"/>
                    <a:pt x="20" y="84"/>
                    <a:pt x="20" y="91"/>
                  </a:cubicBezTo>
                  <a:cubicBezTo>
                    <a:pt x="20" y="97"/>
                    <a:pt x="22" y="102"/>
                    <a:pt x="27" y="106"/>
                  </a:cubicBezTo>
                  <a:cubicBezTo>
                    <a:pt x="31" y="110"/>
                    <a:pt x="37" y="111"/>
                    <a:pt x="43" y="111"/>
                  </a:cubicBezTo>
                  <a:cubicBezTo>
                    <a:pt x="53" y="111"/>
                    <a:pt x="61" y="108"/>
                    <a:pt x="67"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0" name="Freeform 52"/>
            <p:cNvSpPr>
              <a:spLocks noEditPoints="1"/>
            </p:cNvSpPr>
            <p:nvPr userDrawn="1"/>
          </p:nvSpPr>
          <p:spPr bwMode="auto">
            <a:xfrm>
              <a:off x="4892" y="3806"/>
              <a:ext cx="267" cy="435"/>
            </a:xfrm>
            <a:custGeom>
              <a:avLst/>
              <a:gdLst>
                <a:gd name="T0" fmla="*/ 113 w 113"/>
                <a:gd name="T1" fmla="*/ 181 h 184"/>
                <a:gd name="T2" fmla="*/ 93 w 113"/>
                <a:gd name="T3" fmla="*/ 181 h 184"/>
                <a:gd name="T4" fmla="*/ 93 w 113"/>
                <a:gd name="T5" fmla="*/ 160 h 184"/>
                <a:gd name="T6" fmla="*/ 92 w 113"/>
                <a:gd name="T7" fmla="*/ 160 h 184"/>
                <a:gd name="T8" fmla="*/ 51 w 113"/>
                <a:gd name="T9" fmla="*/ 184 h 184"/>
                <a:gd name="T10" fmla="*/ 14 w 113"/>
                <a:gd name="T11" fmla="*/ 167 h 184"/>
                <a:gd name="T12" fmla="*/ 0 w 113"/>
                <a:gd name="T13" fmla="*/ 123 h 184"/>
                <a:gd name="T14" fmla="*/ 15 w 113"/>
                <a:gd name="T15" fmla="*/ 74 h 184"/>
                <a:gd name="T16" fmla="*/ 56 w 113"/>
                <a:gd name="T17" fmla="*/ 56 h 184"/>
                <a:gd name="T18" fmla="*/ 92 w 113"/>
                <a:gd name="T19" fmla="*/ 76 h 184"/>
                <a:gd name="T20" fmla="*/ 93 w 113"/>
                <a:gd name="T21" fmla="*/ 76 h 184"/>
                <a:gd name="T22" fmla="*/ 93 w 113"/>
                <a:gd name="T23" fmla="*/ 0 h 184"/>
                <a:gd name="T24" fmla="*/ 113 w 113"/>
                <a:gd name="T25" fmla="*/ 0 h 184"/>
                <a:gd name="T26" fmla="*/ 113 w 113"/>
                <a:gd name="T27" fmla="*/ 181 h 184"/>
                <a:gd name="T28" fmla="*/ 93 w 113"/>
                <a:gd name="T29" fmla="*/ 126 h 184"/>
                <a:gd name="T30" fmla="*/ 93 w 113"/>
                <a:gd name="T31" fmla="*/ 108 h 184"/>
                <a:gd name="T32" fmla="*/ 83 w 113"/>
                <a:gd name="T33" fmla="*/ 83 h 184"/>
                <a:gd name="T34" fmla="*/ 58 w 113"/>
                <a:gd name="T35" fmla="*/ 73 h 184"/>
                <a:gd name="T36" fmla="*/ 30 w 113"/>
                <a:gd name="T37" fmla="*/ 86 h 184"/>
                <a:gd name="T38" fmla="*/ 20 w 113"/>
                <a:gd name="T39" fmla="*/ 122 h 184"/>
                <a:gd name="T40" fmla="*/ 30 w 113"/>
                <a:gd name="T41" fmla="*/ 155 h 184"/>
                <a:gd name="T42" fmla="*/ 56 w 113"/>
                <a:gd name="T43" fmla="*/ 167 h 184"/>
                <a:gd name="T44" fmla="*/ 83 w 113"/>
                <a:gd name="T45" fmla="*/ 156 h 184"/>
                <a:gd name="T46" fmla="*/ 93 w 113"/>
                <a:gd name="T47" fmla="*/ 12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3" h="184">
                  <a:moveTo>
                    <a:pt x="113" y="181"/>
                  </a:moveTo>
                  <a:cubicBezTo>
                    <a:pt x="93" y="181"/>
                    <a:pt x="93" y="181"/>
                    <a:pt x="93" y="181"/>
                  </a:cubicBezTo>
                  <a:cubicBezTo>
                    <a:pt x="93" y="160"/>
                    <a:pt x="93" y="160"/>
                    <a:pt x="93" y="160"/>
                  </a:cubicBezTo>
                  <a:cubicBezTo>
                    <a:pt x="92" y="160"/>
                    <a:pt x="92" y="160"/>
                    <a:pt x="92" y="160"/>
                  </a:cubicBezTo>
                  <a:cubicBezTo>
                    <a:pt x="83" y="176"/>
                    <a:pt x="69" y="184"/>
                    <a:pt x="51" y="184"/>
                  </a:cubicBezTo>
                  <a:cubicBezTo>
                    <a:pt x="35" y="184"/>
                    <a:pt x="23" y="179"/>
                    <a:pt x="14" y="167"/>
                  </a:cubicBezTo>
                  <a:cubicBezTo>
                    <a:pt x="5" y="156"/>
                    <a:pt x="0" y="142"/>
                    <a:pt x="0" y="123"/>
                  </a:cubicBezTo>
                  <a:cubicBezTo>
                    <a:pt x="0" y="103"/>
                    <a:pt x="5" y="87"/>
                    <a:pt x="15" y="74"/>
                  </a:cubicBezTo>
                  <a:cubicBezTo>
                    <a:pt x="25" y="62"/>
                    <a:pt x="39" y="56"/>
                    <a:pt x="56" y="56"/>
                  </a:cubicBezTo>
                  <a:cubicBezTo>
                    <a:pt x="73" y="56"/>
                    <a:pt x="85" y="63"/>
                    <a:pt x="92" y="76"/>
                  </a:cubicBezTo>
                  <a:cubicBezTo>
                    <a:pt x="93" y="76"/>
                    <a:pt x="93" y="76"/>
                    <a:pt x="93" y="76"/>
                  </a:cubicBezTo>
                  <a:cubicBezTo>
                    <a:pt x="93" y="0"/>
                    <a:pt x="93" y="0"/>
                    <a:pt x="93" y="0"/>
                  </a:cubicBezTo>
                  <a:cubicBezTo>
                    <a:pt x="113" y="0"/>
                    <a:pt x="113" y="0"/>
                    <a:pt x="113" y="0"/>
                  </a:cubicBezTo>
                  <a:lnTo>
                    <a:pt x="113" y="181"/>
                  </a:lnTo>
                  <a:close/>
                  <a:moveTo>
                    <a:pt x="93" y="126"/>
                  </a:moveTo>
                  <a:cubicBezTo>
                    <a:pt x="93" y="108"/>
                    <a:pt x="93" y="108"/>
                    <a:pt x="93" y="108"/>
                  </a:cubicBezTo>
                  <a:cubicBezTo>
                    <a:pt x="93" y="98"/>
                    <a:pt x="90" y="89"/>
                    <a:pt x="83" y="83"/>
                  </a:cubicBezTo>
                  <a:cubicBezTo>
                    <a:pt x="76" y="76"/>
                    <a:pt x="68" y="73"/>
                    <a:pt x="58" y="73"/>
                  </a:cubicBezTo>
                  <a:cubicBezTo>
                    <a:pt x="47" y="73"/>
                    <a:pt x="37" y="77"/>
                    <a:pt x="30" y="86"/>
                  </a:cubicBezTo>
                  <a:cubicBezTo>
                    <a:pt x="23" y="94"/>
                    <a:pt x="20" y="107"/>
                    <a:pt x="20" y="122"/>
                  </a:cubicBezTo>
                  <a:cubicBezTo>
                    <a:pt x="20" y="136"/>
                    <a:pt x="23" y="147"/>
                    <a:pt x="30" y="155"/>
                  </a:cubicBezTo>
                  <a:cubicBezTo>
                    <a:pt x="36" y="163"/>
                    <a:pt x="45" y="167"/>
                    <a:pt x="56" y="167"/>
                  </a:cubicBezTo>
                  <a:cubicBezTo>
                    <a:pt x="67" y="167"/>
                    <a:pt x="76" y="164"/>
                    <a:pt x="83" y="156"/>
                  </a:cubicBezTo>
                  <a:cubicBezTo>
                    <a:pt x="90" y="148"/>
                    <a:pt x="93" y="138"/>
                    <a:pt x="93"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1" name="Freeform 53"/>
            <p:cNvSpPr>
              <a:spLocks noEditPoints="1"/>
            </p:cNvSpPr>
            <p:nvPr userDrawn="1"/>
          </p:nvSpPr>
          <p:spPr bwMode="auto">
            <a:xfrm>
              <a:off x="5228" y="3939"/>
              <a:ext cx="229" cy="302"/>
            </a:xfrm>
            <a:custGeom>
              <a:avLst/>
              <a:gdLst>
                <a:gd name="T0" fmla="*/ 97 w 97"/>
                <a:gd name="T1" fmla="*/ 125 h 128"/>
                <a:gd name="T2" fmla="*/ 77 w 97"/>
                <a:gd name="T3" fmla="*/ 125 h 128"/>
                <a:gd name="T4" fmla="*/ 77 w 97"/>
                <a:gd name="T5" fmla="*/ 106 h 128"/>
                <a:gd name="T6" fmla="*/ 77 w 97"/>
                <a:gd name="T7" fmla="*/ 106 h 128"/>
                <a:gd name="T8" fmla="*/ 39 w 97"/>
                <a:gd name="T9" fmla="*/ 128 h 128"/>
                <a:gd name="T10" fmla="*/ 11 w 97"/>
                <a:gd name="T11" fmla="*/ 118 h 128"/>
                <a:gd name="T12" fmla="*/ 0 w 97"/>
                <a:gd name="T13" fmla="*/ 93 h 128"/>
                <a:gd name="T14" fmla="*/ 40 w 97"/>
                <a:gd name="T15" fmla="*/ 53 h 128"/>
                <a:gd name="T16" fmla="*/ 77 w 97"/>
                <a:gd name="T17" fmla="*/ 48 h 128"/>
                <a:gd name="T18" fmla="*/ 52 w 97"/>
                <a:gd name="T19" fmla="*/ 17 h 128"/>
                <a:gd name="T20" fmla="*/ 12 w 97"/>
                <a:gd name="T21" fmla="*/ 32 h 128"/>
                <a:gd name="T22" fmla="*/ 12 w 97"/>
                <a:gd name="T23" fmla="*/ 12 h 128"/>
                <a:gd name="T24" fmla="*/ 30 w 97"/>
                <a:gd name="T25" fmla="*/ 4 h 128"/>
                <a:gd name="T26" fmla="*/ 54 w 97"/>
                <a:gd name="T27" fmla="*/ 0 h 128"/>
                <a:gd name="T28" fmla="*/ 97 w 97"/>
                <a:gd name="T29" fmla="*/ 46 h 128"/>
                <a:gd name="T30" fmla="*/ 97 w 97"/>
                <a:gd name="T31" fmla="*/ 125 h 128"/>
                <a:gd name="T32" fmla="*/ 77 w 97"/>
                <a:gd name="T33" fmla="*/ 63 h 128"/>
                <a:gd name="T34" fmla="*/ 47 w 97"/>
                <a:gd name="T35" fmla="*/ 68 h 128"/>
                <a:gd name="T36" fmla="*/ 26 w 97"/>
                <a:gd name="T37" fmla="*/ 75 h 128"/>
                <a:gd name="T38" fmla="*/ 20 w 97"/>
                <a:gd name="T39" fmla="*/ 91 h 128"/>
                <a:gd name="T40" fmla="*/ 27 w 97"/>
                <a:gd name="T41" fmla="*/ 106 h 128"/>
                <a:gd name="T42" fmla="*/ 44 w 97"/>
                <a:gd name="T43" fmla="*/ 111 h 128"/>
                <a:gd name="T44" fmla="*/ 68 w 97"/>
                <a:gd name="T45" fmla="*/ 101 h 128"/>
                <a:gd name="T46" fmla="*/ 77 w 97"/>
                <a:gd name="T47" fmla="*/ 76 h 128"/>
                <a:gd name="T48" fmla="*/ 77 w 97"/>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7" h="128">
                  <a:moveTo>
                    <a:pt x="97" y="125"/>
                  </a:moveTo>
                  <a:cubicBezTo>
                    <a:pt x="77" y="125"/>
                    <a:pt x="77" y="125"/>
                    <a:pt x="77" y="125"/>
                  </a:cubicBezTo>
                  <a:cubicBezTo>
                    <a:pt x="77" y="106"/>
                    <a:pt x="77" y="106"/>
                    <a:pt x="77" y="106"/>
                  </a:cubicBezTo>
                  <a:cubicBezTo>
                    <a:pt x="77" y="106"/>
                    <a:pt x="77" y="106"/>
                    <a:pt x="77" y="106"/>
                  </a:cubicBezTo>
                  <a:cubicBezTo>
                    <a:pt x="68" y="121"/>
                    <a:pt x="56" y="128"/>
                    <a:pt x="39" y="128"/>
                  </a:cubicBezTo>
                  <a:cubicBezTo>
                    <a:pt x="27" y="128"/>
                    <a:pt x="18" y="125"/>
                    <a:pt x="11" y="118"/>
                  </a:cubicBezTo>
                  <a:cubicBezTo>
                    <a:pt x="4" y="112"/>
                    <a:pt x="0" y="103"/>
                    <a:pt x="0" y="93"/>
                  </a:cubicBezTo>
                  <a:cubicBezTo>
                    <a:pt x="0" y="70"/>
                    <a:pt x="14" y="57"/>
                    <a:pt x="40" y="53"/>
                  </a:cubicBezTo>
                  <a:cubicBezTo>
                    <a:pt x="77" y="48"/>
                    <a:pt x="77" y="48"/>
                    <a:pt x="77" y="48"/>
                  </a:cubicBezTo>
                  <a:cubicBezTo>
                    <a:pt x="77" y="27"/>
                    <a:pt x="69" y="17"/>
                    <a:pt x="52" y="17"/>
                  </a:cubicBezTo>
                  <a:cubicBezTo>
                    <a:pt x="37" y="17"/>
                    <a:pt x="24" y="22"/>
                    <a:pt x="12" y="32"/>
                  </a:cubicBezTo>
                  <a:cubicBezTo>
                    <a:pt x="12" y="12"/>
                    <a:pt x="12" y="12"/>
                    <a:pt x="12" y="12"/>
                  </a:cubicBezTo>
                  <a:cubicBezTo>
                    <a:pt x="16" y="9"/>
                    <a:pt x="22" y="6"/>
                    <a:pt x="30" y="4"/>
                  </a:cubicBezTo>
                  <a:cubicBezTo>
                    <a:pt x="39" y="1"/>
                    <a:pt x="47" y="0"/>
                    <a:pt x="54" y="0"/>
                  </a:cubicBezTo>
                  <a:cubicBezTo>
                    <a:pt x="82" y="0"/>
                    <a:pt x="97" y="15"/>
                    <a:pt x="97" y="46"/>
                  </a:cubicBezTo>
                  <a:lnTo>
                    <a:pt x="97" y="125"/>
                  </a:lnTo>
                  <a:close/>
                  <a:moveTo>
                    <a:pt x="77" y="63"/>
                  </a:moveTo>
                  <a:cubicBezTo>
                    <a:pt x="47" y="68"/>
                    <a:pt x="47" y="68"/>
                    <a:pt x="47" y="68"/>
                  </a:cubicBezTo>
                  <a:cubicBezTo>
                    <a:pt x="37" y="69"/>
                    <a:pt x="30" y="71"/>
                    <a:pt x="26" y="75"/>
                  </a:cubicBezTo>
                  <a:cubicBezTo>
                    <a:pt x="22" y="78"/>
                    <a:pt x="20" y="84"/>
                    <a:pt x="20" y="91"/>
                  </a:cubicBezTo>
                  <a:cubicBezTo>
                    <a:pt x="20" y="97"/>
                    <a:pt x="22" y="102"/>
                    <a:pt x="27" y="106"/>
                  </a:cubicBezTo>
                  <a:cubicBezTo>
                    <a:pt x="31" y="110"/>
                    <a:pt x="37" y="111"/>
                    <a:pt x="44" y="111"/>
                  </a:cubicBezTo>
                  <a:cubicBezTo>
                    <a:pt x="53" y="111"/>
                    <a:pt x="61" y="108"/>
                    <a:pt x="68"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2" name="Freeform 54"/>
            <p:cNvSpPr>
              <a:spLocks/>
            </p:cNvSpPr>
            <p:nvPr userDrawn="1"/>
          </p:nvSpPr>
          <p:spPr bwMode="auto">
            <a:xfrm>
              <a:off x="1386" y="4610"/>
              <a:ext cx="151" cy="412"/>
            </a:xfrm>
            <a:custGeom>
              <a:avLst/>
              <a:gdLst>
                <a:gd name="T0" fmla="*/ 64 w 64"/>
                <a:gd name="T1" fmla="*/ 110 h 174"/>
                <a:gd name="T2" fmla="*/ 51 w 64"/>
                <a:gd name="T3" fmla="*/ 157 h 174"/>
                <a:gd name="T4" fmla="*/ 16 w 64"/>
                <a:gd name="T5" fmla="*/ 174 h 174"/>
                <a:gd name="T6" fmla="*/ 0 w 64"/>
                <a:gd name="T7" fmla="*/ 171 h 174"/>
                <a:gd name="T8" fmla="*/ 0 w 64"/>
                <a:gd name="T9" fmla="*/ 151 h 174"/>
                <a:gd name="T10" fmla="*/ 17 w 64"/>
                <a:gd name="T11" fmla="*/ 156 h 174"/>
                <a:gd name="T12" fmla="*/ 44 w 64"/>
                <a:gd name="T13" fmla="*/ 110 h 174"/>
                <a:gd name="T14" fmla="*/ 44 w 64"/>
                <a:gd name="T15" fmla="*/ 0 h 174"/>
                <a:gd name="T16" fmla="*/ 64 w 64"/>
                <a:gd name="T17" fmla="*/ 0 h 174"/>
                <a:gd name="T18" fmla="*/ 64 w 64"/>
                <a:gd name="T19" fmla="*/ 11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174">
                  <a:moveTo>
                    <a:pt x="64" y="110"/>
                  </a:moveTo>
                  <a:cubicBezTo>
                    <a:pt x="64" y="129"/>
                    <a:pt x="59" y="145"/>
                    <a:pt x="51" y="157"/>
                  </a:cubicBezTo>
                  <a:cubicBezTo>
                    <a:pt x="43" y="168"/>
                    <a:pt x="31" y="174"/>
                    <a:pt x="16" y="174"/>
                  </a:cubicBezTo>
                  <a:cubicBezTo>
                    <a:pt x="10" y="174"/>
                    <a:pt x="4" y="173"/>
                    <a:pt x="0" y="171"/>
                  </a:cubicBezTo>
                  <a:cubicBezTo>
                    <a:pt x="0" y="151"/>
                    <a:pt x="0" y="151"/>
                    <a:pt x="0" y="151"/>
                  </a:cubicBezTo>
                  <a:cubicBezTo>
                    <a:pt x="4" y="154"/>
                    <a:pt x="10" y="156"/>
                    <a:pt x="17" y="156"/>
                  </a:cubicBezTo>
                  <a:cubicBezTo>
                    <a:pt x="35" y="156"/>
                    <a:pt x="44" y="140"/>
                    <a:pt x="44" y="110"/>
                  </a:cubicBezTo>
                  <a:cubicBezTo>
                    <a:pt x="44" y="0"/>
                    <a:pt x="44" y="0"/>
                    <a:pt x="44" y="0"/>
                  </a:cubicBezTo>
                  <a:cubicBezTo>
                    <a:pt x="64" y="0"/>
                    <a:pt x="64" y="0"/>
                    <a:pt x="64" y="0"/>
                  </a:cubicBezTo>
                  <a:lnTo>
                    <a:pt x="64"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3" name="Freeform 55"/>
            <p:cNvSpPr>
              <a:spLocks/>
            </p:cNvSpPr>
            <p:nvPr userDrawn="1"/>
          </p:nvSpPr>
          <p:spPr bwMode="auto">
            <a:xfrm>
              <a:off x="1627" y="4726"/>
              <a:ext cx="239" cy="296"/>
            </a:xfrm>
            <a:custGeom>
              <a:avLst/>
              <a:gdLst>
                <a:gd name="T0" fmla="*/ 101 w 101"/>
                <a:gd name="T1" fmla="*/ 122 h 125"/>
                <a:gd name="T2" fmla="*/ 82 w 101"/>
                <a:gd name="T3" fmla="*/ 122 h 125"/>
                <a:gd name="T4" fmla="*/ 82 w 101"/>
                <a:gd name="T5" fmla="*/ 103 h 125"/>
                <a:gd name="T6" fmla="*/ 81 w 101"/>
                <a:gd name="T7" fmla="*/ 103 h 125"/>
                <a:gd name="T8" fmla="*/ 43 w 101"/>
                <a:gd name="T9" fmla="*/ 125 h 125"/>
                <a:gd name="T10" fmla="*/ 0 w 101"/>
                <a:gd name="T11" fmla="*/ 73 h 125"/>
                <a:gd name="T12" fmla="*/ 0 w 101"/>
                <a:gd name="T13" fmla="*/ 0 h 125"/>
                <a:gd name="T14" fmla="*/ 19 w 101"/>
                <a:gd name="T15" fmla="*/ 0 h 125"/>
                <a:gd name="T16" fmla="*/ 19 w 101"/>
                <a:gd name="T17" fmla="*/ 70 h 125"/>
                <a:gd name="T18" fmla="*/ 49 w 101"/>
                <a:gd name="T19" fmla="*/ 108 h 125"/>
                <a:gd name="T20" fmla="*/ 72 w 101"/>
                <a:gd name="T21" fmla="*/ 98 h 125"/>
                <a:gd name="T22" fmla="*/ 82 w 101"/>
                <a:gd name="T23" fmla="*/ 70 h 125"/>
                <a:gd name="T24" fmla="*/ 82 w 101"/>
                <a:gd name="T25" fmla="*/ 0 h 125"/>
                <a:gd name="T26" fmla="*/ 101 w 101"/>
                <a:gd name="T27" fmla="*/ 0 h 125"/>
                <a:gd name="T28" fmla="*/ 101 w 101"/>
                <a:gd name="T29" fmla="*/ 12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 h="125">
                  <a:moveTo>
                    <a:pt x="101" y="122"/>
                  </a:moveTo>
                  <a:cubicBezTo>
                    <a:pt x="82" y="122"/>
                    <a:pt x="82" y="122"/>
                    <a:pt x="82" y="122"/>
                  </a:cubicBezTo>
                  <a:cubicBezTo>
                    <a:pt x="82" y="103"/>
                    <a:pt x="82" y="103"/>
                    <a:pt x="82" y="103"/>
                  </a:cubicBezTo>
                  <a:cubicBezTo>
                    <a:pt x="81" y="103"/>
                    <a:pt x="81" y="103"/>
                    <a:pt x="81" y="103"/>
                  </a:cubicBezTo>
                  <a:cubicBezTo>
                    <a:pt x="73" y="117"/>
                    <a:pt x="60" y="125"/>
                    <a:pt x="43" y="125"/>
                  </a:cubicBezTo>
                  <a:cubicBezTo>
                    <a:pt x="14" y="125"/>
                    <a:pt x="0" y="108"/>
                    <a:pt x="0" y="73"/>
                  </a:cubicBezTo>
                  <a:cubicBezTo>
                    <a:pt x="0" y="0"/>
                    <a:pt x="0" y="0"/>
                    <a:pt x="0" y="0"/>
                  </a:cubicBezTo>
                  <a:cubicBezTo>
                    <a:pt x="19" y="0"/>
                    <a:pt x="19" y="0"/>
                    <a:pt x="19" y="0"/>
                  </a:cubicBezTo>
                  <a:cubicBezTo>
                    <a:pt x="19" y="70"/>
                    <a:pt x="19" y="70"/>
                    <a:pt x="19" y="70"/>
                  </a:cubicBezTo>
                  <a:cubicBezTo>
                    <a:pt x="19" y="95"/>
                    <a:pt x="29" y="108"/>
                    <a:pt x="49" y="108"/>
                  </a:cubicBezTo>
                  <a:cubicBezTo>
                    <a:pt x="59" y="108"/>
                    <a:pt x="66" y="105"/>
                    <a:pt x="72" y="98"/>
                  </a:cubicBezTo>
                  <a:cubicBezTo>
                    <a:pt x="78" y="91"/>
                    <a:pt x="82" y="81"/>
                    <a:pt x="82" y="70"/>
                  </a:cubicBezTo>
                  <a:cubicBezTo>
                    <a:pt x="82" y="0"/>
                    <a:pt x="82" y="0"/>
                    <a:pt x="82" y="0"/>
                  </a:cubicBezTo>
                  <a:cubicBezTo>
                    <a:pt x="101" y="0"/>
                    <a:pt x="101" y="0"/>
                    <a:pt x="101" y="0"/>
                  </a:cubicBezTo>
                  <a:lnTo>
                    <a:pt x="101"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4" name="Rectangle 56"/>
            <p:cNvSpPr>
              <a:spLocks noChangeArrowheads="1"/>
            </p:cNvSpPr>
            <p:nvPr userDrawn="1"/>
          </p:nvSpPr>
          <p:spPr bwMode="auto">
            <a:xfrm>
              <a:off x="1961" y="4587"/>
              <a:ext cx="45" cy="42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5" name="Freeform 57"/>
            <p:cNvSpPr>
              <a:spLocks/>
            </p:cNvSpPr>
            <p:nvPr userDrawn="1"/>
          </p:nvSpPr>
          <p:spPr bwMode="auto">
            <a:xfrm>
              <a:off x="2058" y="4726"/>
              <a:ext cx="272" cy="423"/>
            </a:xfrm>
            <a:custGeom>
              <a:avLst/>
              <a:gdLst>
                <a:gd name="T0" fmla="*/ 115 w 115"/>
                <a:gd name="T1" fmla="*/ 0 h 179"/>
                <a:gd name="T2" fmla="*/ 59 w 115"/>
                <a:gd name="T3" fmla="*/ 141 h 179"/>
                <a:gd name="T4" fmla="*/ 17 w 115"/>
                <a:gd name="T5" fmla="*/ 179 h 179"/>
                <a:gd name="T6" fmla="*/ 4 w 115"/>
                <a:gd name="T7" fmla="*/ 178 h 179"/>
                <a:gd name="T8" fmla="*/ 4 w 115"/>
                <a:gd name="T9" fmla="*/ 160 h 179"/>
                <a:gd name="T10" fmla="*/ 15 w 115"/>
                <a:gd name="T11" fmla="*/ 162 h 179"/>
                <a:gd name="T12" fmla="*/ 38 w 115"/>
                <a:gd name="T13" fmla="*/ 145 h 179"/>
                <a:gd name="T14" fmla="*/ 47 w 115"/>
                <a:gd name="T15" fmla="*/ 122 h 179"/>
                <a:gd name="T16" fmla="*/ 0 w 115"/>
                <a:gd name="T17" fmla="*/ 0 h 179"/>
                <a:gd name="T18" fmla="*/ 21 w 115"/>
                <a:gd name="T19" fmla="*/ 0 h 179"/>
                <a:gd name="T20" fmla="*/ 54 w 115"/>
                <a:gd name="T21" fmla="*/ 94 h 179"/>
                <a:gd name="T22" fmla="*/ 57 w 115"/>
                <a:gd name="T23" fmla="*/ 103 h 179"/>
                <a:gd name="T24" fmla="*/ 58 w 115"/>
                <a:gd name="T25" fmla="*/ 103 h 179"/>
                <a:gd name="T26" fmla="*/ 60 w 115"/>
                <a:gd name="T27" fmla="*/ 94 h 179"/>
                <a:gd name="T28" fmla="*/ 95 w 115"/>
                <a:gd name="T29" fmla="*/ 0 h 179"/>
                <a:gd name="T30" fmla="*/ 115 w 115"/>
                <a:gd name="T31"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179">
                  <a:moveTo>
                    <a:pt x="115" y="0"/>
                  </a:moveTo>
                  <a:cubicBezTo>
                    <a:pt x="59" y="141"/>
                    <a:pt x="59" y="141"/>
                    <a:pt x="59" y="141"/>
                  </a:cubicBezTo>
                  <a:cubicBezTo>
                    <a:pt x="49" y="167"/>
                    <a:pt x="35" y="179"/>
                    <a:pt x="17" y="179"/>
                  </a:cubicBezTo>
                  <a:cubicBezTo>
                    <a:pt x="11" y="179"/>
                    <a:pt x="7" y="179"/>
                    <a:pt x="4" y="178"/>
                  </a:cubicBezTo>
                  <a:cubicBezTo>
                    <a:pt x="4" y="160"/>
                    <a:pt x="4" y="160"/>
                    <a:pt x="4" y="160"/>
                  </a:cubicBezTo>
                  <a:cubicBezTo>
                    <a:pt x="8" y="162"/>
                    <a:pt x="12" y="162"/>
                    <a:pt x="15" y="162"/>
                  </a:cubicBezTo>
                  <a:cubicBezTo>
                    <a:pt x="25" y="162"/>
                    <a:pt x="33" y="157"/>
                    <a:pt x="38" y="145"/>
                  </a:cubicBezTo>
                  <a:cubicBezTo>
                    <a:pt x="47" y="122"/>
                    <a:pt x="47" y="122"/>
                    <a:pt x="47" y="122"/>
                  </a:cubicBezTo>
                  <a:cubicBezTo>
                    <a:pt x="0" y="0"/>
                    <a:pt x="0" y="0"/>
                    <a:pt x="0" y="0"/>
                  </a:cubicBezTo>
                  <a:cubicBezTo>
                    <a:pt x="21" y="0"/>
                    <a:pt x="21" y="0"/>
                    <a:pt x="21" y="0"/>
                  </a:cubicBezTo>
                  <a:cubicBezTo>
                    <a:pt x="54" y="94"/>
                    <a:pt x="54" y="94"/>
                    <a:pt x="54" y="94"/>
                  </a:cubicBezTo>
                  <a:cubicBezTo>
                    <a:pt x="57" y="103"/>
                    <a:pt x="57" y="103"/>
                    <a:pt x="57" y="103"/>
                  </a:cubicBezTo>
                  <a:cubicBezTo>
                    <a:pt x="58" y="103"/>
                    <a:pt x="58" y="103"/>
                    <a:pt x="58" y="103"/>
                  </a:cubicBezTo>
                  <a:cubicBezTo>
                    <a:pt x="58" y="101"/>
                    <a:pt x="59" y="98"/>
                    <a:pt x="60" y="94"/>
                  </a:cubicBezTo>
                  <a:cubicBezTo>
                    <a:pt x="95" y="0"/>
                    <a:pt x="95" y="0"/>
                    <a:pt x="95" y="0"/>
                  </a:cubicBezTo>
                  <a:lnTo>
                    <a:pt x="1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6" name="Freeform 58"/>
            <p:cNvSpPr>
              <a:spLocks/>
            </p:cNvSpPr>
            <p:nvPr userDrawn="1"/>
          </p:nvSpPr>
          <p:spPr bwMode="auto">
            <a:xfrm>
              <a:off x="2469" y="4601"/>
              <a:ext cx="140" cy="414"/>
            </a:xfrm>
            <a:custGeom>
              <a:avLst/>
              <a:gdLst>
                <a:gd name="T0" fmla="*/ 40 w 59"/>
                <a:gd name="T1" fmla="*/ 175 h 175"/>
                <a:gd name="T2" fmla="*/ 40 w 59"/>
                <a:gd name="T3" fmla="*/ 27 h 175"/>
                <a:gd name="T4" fmla="*/ 22 w 59"/>
                <a:gd name="T5" fmla="*/ 39 h 175"/>
                <a:gd name="T6" fmla="*/ 0 w 59"/>
                <a:gd name="T7" fmla="*/ 47 h 175"/>
                <a:gd name="T8" fmla="*/ 0 w 59"/>
                <a:gd name="T9" fmla="*/ 28 h 175"/>
                <a:gd name="T10" fmla="*/ 28 w 59"/>
                <a:gd name="T11" fmla="*/ 16 h 175"/>
                <a:gd name="T12" fmla="*/ 52 w 59"/>
                <a:gd name="T13" fmla="*/ 0 h 175"/>
                <a:gd name="T14" fmla="*/ 59 w 59"/>
                <a:gd name="T15" fmla="*/ 0 h 175"/>
                <a:gd name="T16" fmla="*/ 59 w 59"/>
                <a:gd name="T17" fmla="*/ 175 h 175"/>
                <a:gd name="T18" fmla="*/ 40 w 59"/>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175">
                  <a:moveTo>
                    <a:pt x="40" y="175"/>
                  </a:moveTo>
                  <a:cubicBezTo>
                    <a:pt x="40" y="27"/>
                    <a:pt x="40" y="27"/>
                    <a:pt x="40" y="27"/>
                  </a:cubicBezTo>
                  <a:cubicBezTo>
                    <a:pt x="36" y="31"/>
                    <a:pt x="30" y="34"/>
                    <a:pt x="22" y="39"/>
                  </a:cubicBezTo>
                  <a:cubicBezTo>
                    <a:pt x="14" y="43"/>
                    <a:pt x="7" y="46"/>
                    <a:pt x="0" y="47"/>
                  </a:cubicBezTo>
                  <a:cubicBezTo>
                    <a:pt x="0" y="28"/>
                    <a:pt x="0" y="28"/>
                    <a:pt x="0" y="28"/>
                  </a:cubicBezTo>
                  <a:cubicBezTo>
                    <a:pt x="9" y="25"/>
                    <a:pt x="18" y="21"/>
                    <a:pt x="28" y="16"/>
                  </a:cubicBezTo>
                  <a:cubicBezTo>
                    <a:pt x="38" y="11"/>
                    <a:pt x="46" y="5"/>
                    <a:pt x="52" y="0"/>
                  </a:cubicBezTo>
                  <a:cubicBezTo>
                    <a:pt x="59" y="0"/>
                    <a:pt x="59" y="0"/>
                    <a:pt x="59" y="0"/>
                  </a:cubicBezTo>
                  <a:cubicBezTo>
                    <a:pt x="59" y="175"/>
                    <a:pt x="59" y="175"/>
                    <a:pt x="59"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7" name="Freeform 59"/>
            <p:cNvSpPr>
              <a:spLocks noEditPoints="1"/>
            </p:cNvSpPr>
            <p:nvPr userDrawn="1"/>
          </p:nvSpPr>
          <p:spPr bwMode="auto">
            <a:xfrm>
              <a:off x="2696" y="4603"/>
              <a:ext cx="263" cy="419"/>
            </a:xfrm>
            <a:custGeom>
              <a:avLst/>
              <a:gdLst>
                <a:gd name="T0" fmla="*/ 111 w 111"/>
                <a:gd name="T1" fmla="*/ 88 h 177"/>
                <a:gd name="T2" fmla="*/ 96 w 111"/>
                <a:gd name="T3" fmla="*/ 153 h 177"/>
                <a:gd name="T4" fmla="*/ 54 w 111"/>
                <a:gd name="T5" fmla="*/ 177 h 177"/>
                <a:gd name="T6" fmla="*/ 14 w 111"/>
                <a:gd name="T7" fmla="*/ 155 h 177"/>
                <a:gd name="T8" fmla="*/ 0 w 111"/>
                <a:gd name="T9" fmla="*/ 92 h 177"/>
                <a:gd name="T10" fmla="*/ 14 w 111"/>
                <a:gd name="T11" fmla="*/ 24 h 177"/>
                <a:gd name="T12" fmla="*/ 57 w 111"/>
                <a:gd name="T13" fmla="*/ 0 h 177"/>
                <a:gd name="T14" fmla="*/ 111 w 111"/>
                <a:gd name="T15" fmla="*/ 88 h 177"/>
                <a:gd name="T16" fmla="*/ 91 w 111"/>
                <a:gd name="T17" fmla="*/ 90 h 177"/>
                <a:gd name="T18" fmla="*/ 56 w 111"/>
                <a:gd name="T19" fmla="*/ 17 h 177"/>
                <a:gd name="T20" fmla="*/ 20 w 111"/>
                <a:gd name="T21" fmla="*/ 91 h 177"/>
                <a:gd name="T22" fmla="*/ 55 w 111"/>
                <a:gd name="T23" fmla="*/ 160 h 177"/>
                <a:gd name="T24" fmla="*/ 91 w 111"/>
                <a:gd name="T25" fmla="*/ 9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177">
                  <a:moveTo>
                    <a:pt x="111" y="88"/>
                  </a:moveTo>
                  <a:cubicBezTo>
                    <a:pt x="111" y="116"/>
                    <a:pt x="106" y="138"/>
                    <a:pt x="96" y="153"/>
                  </a:cubicBezTo>
                  <a:cubicBezTo>
                    <a:pt x="86" y="169"/>
                    <a:pt x="72" y="177"/>
                    <a:pt x="54" y="177"/>
                  </a:cubicBezTo>
                  <a:cubicBezTo>
                    <a:pt x="36" y="177"/>
                    <a:pt x="23" y="170"/>
                    <a:pt x="14" y="155"/>
                  </a:cubicBezTo>
                  <a:cubicBezTo>
                    <a:pt x="4" y="140"/>
                    <a:pt x="0" y="119"/>
                    <a:pt x="0" y="92"/>
                  </a:cubicBezTo>
                  <a:cubicBezTo>
                    <a:pt x="0" y="62"/>
                    <a:pt x="4" y="39"/>
                    <a:pt x="14" y="24"/>
                  </a:cubicBezTo>
                  <a:cubicBezTo>
                    <a:pt x="24" y="8"/>
                    <a:pt x="38" y="0"/>
                    <a:pt x="57" y="0"/>
                  </a:cubicBezTo>
                  <a:cubicBezTo>
                    <a:pt x="93" y="0"/>
                    <a:pt x="111" y="29"/>
                    <a:pt x="111" y="88"/>
                  </a:cubicBezTo>
                  <a:close/>
                  <a:moveTo>
                    <a:pt x="91" y="90"/>
                  </a:moveTo>
                  <a:cubicBezTo>
                    <a:pt x="91" y="41"/>
                    <a:pt x="79" y="17"/>
                    <a:pt x="56" y="17"/>
                  </a:cubicBezTo>
                  <a:cubicBezTo>
                    <a:pt x="32" y="17"/>
                    <a:pt x="20" y="41"/>
                    <a:pt x="20" y="91"/>
                  </a:cubicBezTo>
                  <a:cubicBezTo>
                    <a:pt x="20" y="137"/>
                    <a:pt x="32" y="160"/>
                    <a:pt x="55" y="160"/>
                  </a:cubicBezTo>
                  <a:cubicBezTo>
                    <a:pt x="79" y="160"/>
                    <a:pt x="91" y="137"/>
                    <a:pt x="91"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8" name="Rectangle 60"/>
            <p:cNvSpPr>
              <a:spLocks noChangeArrowheads="1"/>
            </p:cNvSpPr>
            <p:nvPr userDrawn="1"/>
          </p:nvSpPr>
          <p:spPr bwMode="auto">
            <a:xfrm>
              <a:off x="3030" y="4835"/>
              <a:ext cx="154" cy="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9" name="Freeform 61"/>
            <p:cNvSpPr>
              <a:spLocks/>
            </p:cNvSpPr>
            <p:nvPr userDrawn="1"/>
          </p:nvSpPr>
          <p:spPr bwMode="auto">
            <a:xfrm>
              <a:off x="3236" y="4601"/>
              <a:ext cx="142" cy="414"/>
            </a:xfrm>
            <a:custGeom>
              <a:avLst/>
              <a:gdLst>
                <a:gd name="T0" fmla="*/ 40 w 60"/>
                <a:gd name="T1" fmla="*/ 175 h 175"/>
                <a:gd name="T2" fmla="*/ 40 w 60"/>
                <a:gd name="T3" fmla="*/ 27 h 175"/>
                <a:gd name="T4" fmla="*/ 23 w 60"/>
                <a:gd name="T5" fmla="*/ 39 h 175"/>
                <a:gd name="T6" fmla="*/ 0 w 60"/>
                <a:gd name="T7" fmla="*/ 47 h 175"/>
                <a:gd name="T8" fmla="*/ 0 w 60"/>
                <a:gd name="T9" fmla="*/ 28 h 175"/>
                <a:gd name="T10" fmla="*/ 28 w 60"/>
                <a:gd name="T11" fmla="*/ 16 h 175"/>
                <a:gd name="T12" fmla="*/ 52 w 60"/>
                <a:gd name="T13" fmla="*/ 0 h 175"/>
                <a:gd name="T14" fmla="*/ 60 w 60"/>
                <a:gd name="T15" fmla="*/ 0 h 175"/>
                <a:gd name="T16" fmla="*/ 60 w 60"/>
                <a:gd name="T17" fmla="*/ 175 h 175"/>
                <a:gd name="T18" fmla="*/ 40 w 60"/>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75">
                  <a:moveTo>
                    <a:pt x="40" y="175"/>
                  </a:moveTo>
                  <a:cubicBezTo>
                    <a:pt x="40" y="27"/>
                    <a:pt x="40" y="27"/>
                    <a:pt x="40" y="27"/>
                  </a:cubicBezTo>
                  <a:cubicBezTo>
                    <a:pt x="37" y="31"/>
                    <a:pt x="31" y="34"/>
                    <a:pt x="23" y="39"/>
                  </a:cubicBezTo>
                  <a:cubicBezTo>
                    <a:pt x="14" y="43"/>
                    <a:pt x="7" y="46"/>
                    <a:pt x="0" y="47"/>
                  </a:cubicBezTo>
                  <a:cubicBezTo>
                    <a:pt x="0" y="28"/>
                    <a:pt x="0" y="28"/>
                    <a:pt x="0" y="28"/>
                  </a:cubicBezTo>
                  <a:cubicBezTo>
                    <a:pt x="9" y="25"/>
                    <a:pt x="18" y="21"/>
                    <a:pt x="28" y="16"/>
                  </a:cubicBezTo>
                  <a:cubicBezTo>
                    <a:pt x="38" y="11"/>
                    <a:pt x="46" y="5"/>
                    <a:pt x="52" y="0"/>
                  </a:cubicBezTo>
                  <a:cubicBezTo>
                    <a:pt x="60" y="0"/>
                    <a:pt x="60" y="0"/>
                    <a:pt x="60" y="0"/>
                  </a:cubicBezTo>
                  <a:cubicBezTo>
                    <a:pt x="60" y="175"/>
                    <a:pt x="60" y="175"/>
                    <a:pt x="60"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0" name="Freeform 62"/>
            <p:cNvSpPr>
              <a:spLocks noEditPoints="1"/>
            </p:cNvSpPr>
            <p:nvPr userDrawn="1"/>
          </p:nvSpPr>
          <p:spPr bwMode="auto">
            <a:xfrm>
              <a:off x="3453" y="4610"/>
              <a:ext cx="298" cy="405"/>
            </a:xfrm>
            <a:custGeom>
              <a:avLst/>
              <a:gdLst>
                <a:gd name="T0" fmla="*/ 99 w 126"/>
                <a:gd name="T1" fmla="*/ 0 h 171"/>
                <a:gd name="T2" fmla="*/ 99 w 126"/>
                <a:gd name="T3" fmla="*/ 113 h 171"/>
                <a:gd name="T4" fmla="*/ 126 w 126"/>
                <a:gd name="T5" fmla="*/ 113 h 171"/>
                <a:gd name="T6" fmla="*/ 126 w 126"/>
                <a:gd name="T7" fmla="*/ 131 h 171"/>
                <a:gd name="T8" fmla="*/ 99 w 126"/>
                <a:gd name="T9" fmla="*/ 131 h 171"/>
                <a:gd name="T10" fmla="*/ 99 w 126"/>
                <a:gd name="T11" fmla="*/ 171 h 171"/>
                <a:gd name="T12" fmla="*/ 80 w 126"/>
                <a:gd name="T13" fmla="*/ 171 h 171"/>
                <a:gd name="T14" fmla="*/ 80 w 126"/>
                <a:gd name="T15" fmla="*/ 131 h 171"/>
                <a:gd name="T16" fmla="*/ 0 w 126"/>
                <a:gd name="T17" fmla="*/ 131 h 171"/>
                <a:gd name="T18" fmla="*/ 0 w 126"/>
                <a:gd name="T19" fmla="*/ 114 h 171"/>
                <a:gd name="T20" fmla="*/ 46 w 126"/>
                <a:gd name="T21" fmla="*/ 55 h 171"/>
                <a:gd name="T22" fmla="*/ 78 w 126"/>
                <a:gd name="T23" fmla="*/ 0 h 171"/>
                <a:gd name="T24" fmla="*/ 99 w 126"/>
                <a:gd name="T25" fmla="*/ 0 h 171"/>
                <a:gd name="T26" fmla="*/ 22 w 126"/>
                <a:gd name="T27" fmla="*/ 113 h 171"/>
                <a:gd name="T28" fmla="*/ 80 w 126"/>
                <a:gd name="T29" fmla="*/ 113 h 171"/>
                <a:gd name="T30" fmla="*/ 80 w 126"/>
                <a:gd name="T31" fmla="*/ 29 h 171"/>
                <a:gd name="T32" fmla="*/ 34 w 126"/>
                <a:gd name="T33" fmla="*/ 97 h 171"/>
                <a:gd name="T34" fmla="*/ 22 w 126"/>
                <a:gd name="T35"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6" h="171">
                  <a:moveTo>
                    <a:pt x="99" y="0"/>
                  </a:moveTo>
                  <a:cubicBezTo>
                    <a:pt x="99" y="113"/>
                    <a:pt x="99" y="113"/>
                    <a:pt x="99" y="113"/>
                  </a:cubicBezTo>
                  <a:cubicBezTo>
                    <a:pt x="126" y="113"/>
                    <a:pt x="126" y="113"/>
                    <a:pt x="126" y="113"/>
                  </a:cubicBezTo>
                  <a:cubicBezTo>
                    <a:pt x="126" y="131"/>
                    <a:pt x="126" y="131"/>
                    <a:pt x="126" y="131"/>
                  </a:cubicBezTo>
                  <a:cubicBezTo>
                    <a:pt x="99" y="131"/>
                    <a:pt x="99" y="131"/>
                    <a:pt x="99" y="131"/>
                  </a:cubicBezTo>
                  <a:cubicBezTo>
                    <a:pt x="99" y="171"/>
                    <a:pt x="99" y="171"/>
                    <a:pt x="99" y="171"/>
                  </a:cubicBezTo>
                  <a:cubicBezTo>
                    <a:pt x="80" y="171"/>
                    <a:pt x="80" y="171"/>
                    <a:pt x="80" y="171"/>
                  </a:cubicBezTo>
                  <a:cubicBezTo>
                    <a:pt x="80" y="131"/>
                    <a:pt x="80" y="131"/>
                    <a:pt x="80" y="131"/>
                  </a:cubicBezTo>
                  <a:cubicBezTo>
                    <a:pt x="0" y="131"/>
                    <a:pt x="0" y="131"/>
                    <a:pt x="0" y="131"/>
                  </a:cubicBezTo>
                  <a:cubicBezTo>
                    <a:pt x="0" y="114"/>
                    <a:pt x="0" y="114"/>
                    <a:pt x="0" y="114"/>
                  </a:cubicBezTo>
                  <a:cubicBezTo>
                    <a:pt x="17" y="95"/>
                    <a:pt x="32" y="75"/>
                    <a:pt x="46" y="55"/>
                  </a:cubicBezTo>
                  <a:cubicBezTo>
                    <a:pt x="60" y="34"/>
                    <a:pt x="71" y="16"/>
                    <a:pt x="78" y="0"/>
                  </a:cubicBezTo>
                  <a:lnTo>
                    <a:pt x="99" y="0"/>
                  </a:lnTo>
                  <a:close/>
                  <a:moveTo>
                    <a:pt x="22" y="113"/>
                  </a:moveTo>
                  <a:cubicBezTo>
                    <a:pt x="80" y="113"/>
                    <a:pt x="80" y="113"/>
                    <a:pt x="80" y="113"/>
                  </a:cubicBezTo>
                  <a:cubicBezTo>
                    <a:pt x="80" y="29"/>
                    <a:pt x="80" y="29"/>
                    <a:pt x="80" y="29"/>
                  </a:cubicBezTo>
                  <a:cubicBezTo>
                    <a:pt x="65" y="56"/>
                    <a:pt x="50" y="78"/>
                    <a:pt x="34" y="97"/>
                  </a:cubicBezTo>
                  <a:lnTo>
                    <a:pt x="22"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1" name="Freeform 63"/>
            <p:cNvSpPr>
              <a:spLocks/>
            </p:cNvSpPr>
            <p:nvPr userDrawn="1"/>
          </p:nvSpPr>
          <p:spPr bwMode="auto">
            <a:xfrm>
              <a:off x="3773" y="4951"/>
              <a:ext cx="78" cy="137"/>
            </a:xfrm>
            <a:custGeom>
              <a:avLst/>
              <a:gdLst>
                <a:gd name="T0" fmla="*/ 78 w 78"/>
                <a:gd name="T1" fmla="*/ 0 h 137"/>
                <a:gd name="T2" fmla="*/ 33 w 78"/>
                <a:gd name="T3" fmla="*/ 137 h 137"/>
                <a:gd name="T4" fmla="*/ 0 w 78"/>
                <a:gd name="T5" fmla="*/ 137 h 137"/>
                <a:gd name="T6" fmla="*/ 33 w 78"/>
                <a:gd name="T7" fmla="*/ 0 h 137"/>
                <a:gd name="T8" fmla="*/ 78 w 78"/>
                <a:gd name="T9" fmla="*/ 0 h 137"/>
              </a:gdLst>
              <a:ahLst/>
              <a:cxnLst>
                <a:cxn ang="0">
                  <a:pos x="T0" y="T1"/>
                </a:cxn>
                <a:cxn ang="0">
                  <a:pos x="T2" y="T3"/>
                </a:cxn>
                <a:cxn ang="0">
                  <a:pos x="T4" y="T5"/>
                </a:cxn>
                <a:cxn ang="0">
                  <a:pos x="T6" y="T7"/>
                </a:cxn>
                <a:cxn ang="0">
                  <a:pos x="T8" y="T9"/>
                </a:cxn>
              </a:cxnLst>
              <a:rect l="0" t="0" r="r" b="b"/>
              <a:pathLst>
                <a:path w="78" h="137">
                  <a:moveTo>
                    <a:pt x="78" y="0"/>
                  </a:moveTo>
                  <a:lnTo>
                    <a:pt x="33" y="137"/>
                  </a:lnTo>
                  <a:lnTo>
                    <a:pt x="0" y="137"/>
                  </a:lnTo>
                  <a:lnTo>
                    <a:pt x="33" y="0"/>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2" name="Freeform 64"/>
            <p:cNvSpPr>
              <a:spLocks/>
            </p:cNvSpPr>
            <p:nvPr userDrawn="1"/>
          </p:nvSpPr>
          <p:spPr bwMode="auto">
            <a:xfrm>
              <a:off x="4052" y="4603"/>
              <a:ext cx="251" cy="412"/>
            </a:xfrm>
            <a:custGeom>
              <a:avLst/>
              <a:gdLst>
                <a:gd name="T0" fmla="*/ 79 w 106"/>
                <a:gd name="T1" fmla="*/ 48 h 174"/>
                <a:gd name="T2" fmla="*/ 71 w 106"/>
                <a:gd name="T3" fmla="*/ 25 h 174"/>
                <a:gd name="T4" fmla="*/ 48 w 106"/>
                <a:gd name="T5" fmla="*/ 17 h 174"/>
                <a:gd name="T6" fmla="*/ 27 w 106"/>
                <a:gd name="T7" fmla="*/ 22 h 174"/>
                <a:gd name="T8" fmla="*/ 7 w 106"/>
                <a:gd name="T9" fmla="*/ 38 h 174"/>
                <a:gd name="T10" fmla="*/ 7 w 106"/>
                <a:gd name="T11" fmla="*/ 17 h 174"/>
                <a:gd name="T12" fmla="*/ 25 w 106"/>
                <a:gd name="T13" fmla="*/ 4 h 174"/>
                <a:gd name="T14" fmla="*/ 50 w 106"/>
                <a:gd name="T15" fmla="*/ 0 h 174"/>
                <a:gd name="T16" fmla="*/ 86 w 106"/>
                <a:gd name="T17" fmla="*/ 13 h 174"/>
                <a:gd name="T18" fmla="*/ 99 w 106"/>
                <a:gd name="T19" fmla="*/ 46 h 174"/>
                <a:gd name="T20" fmla="*/ 91 w 106"/>
                <a:gd name="T21" fmla="*/ 78 h 174"/>
                <a:gd name="T22" fmla="*/ 61 w 106"/>
                <a:gd name="T23" fmla="*/ 108 h 174"/>
                <a:gd name="T24" fmla="*/ 33 w 106"/>
                <a:gd name="T25" fmla="*/ 129 h 174"/>
                <a:gd name="T26" fmla="*/ 24 w 106"/>
                <a:gd name="T27" fmla="*/ 142 h 174"/>
                <a:gd name="T28" fmla="*/ 21 w 106"/>
                <a:gd name="T29" fmla="*/ 156 h 174"/>
                <a:gd name="T30" fmla="*/ 106 w 106"/>
                <a:gd name="T31" fmla="*/ 156 h 174"/>
                <a:gd name="T32" fmla="*/ 106 w 106"/>
                <a:gd name="T33" fmla="*/ 174 h 174"/>
                <a:gd name="T34" fmla="*/ 0 w 106"/>
                <a:gd name="T35" fmla="*/ 174 h 174"/>
                <a:gd name="T36" fmla="*/ 0 w 106"/>
                <a:gd name="T37" fmla="*/ 165 h 174"/>
                <a:gd name="T38" fmla="*/ 4 w 106"/>
                <a:gd name="T39" fmla="*/ 142 h 174"/>
                <a:gd name="T40" fmla="*/ 16 w 106"/>
                <a:gd name="T41" fmla="*/ 124 h 174"/>
                <a:gd name="T42" fmla="*/ 47 w 106"/>
                <a:gd name="T43" fmla="*/ 98 h 174"/>
                <a:gd name="T44" fmla="*/ 72 w 106"/>
                <a:gd name="T45" fmla="*/ 74 h 174"/>
                <a:gd name="T46" fmla="*/ 79 w 106"/>
                <a:gd name="T47" fmla="*/ 4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174">
                  <a:moveTo>
                    <a:pt x="79" y="48"/>
                  </a:moveTo>
                  <a:cubicBezTo>
                    <a:pt x="79" y="38"/>
                    <a:pt x="77" y="31"/>
                    <a:pt x="71" y="25"/>
                  </a:cubicBezTo>
                  <a:cubicBezTo>
                    <a:pt x="65" y="19"/>
                    <a:pt x="58" y="17"/>
                    <a:pt x="48" y="17"/>
                  </a:cubicBezTo>
                  <a:cubicBezTo>
                    <a:pt x="41" y="17"/>
                    <a:pt x="34" y="19"/>
                    <a:pt x="27" y="22"/>
                  </a:cubicBezTo>
                  <a:cubicBezTo>
                    <a:pt x="19" y="26"/>
                    <a:pt x="13" y="31"/>
                    <a:pt x="7" y="38"/>
                  </a:cubicBezTo>
                  <a:cubicBezTo>
                    <a:pt x="7" y="17"/>
                    <a:pt x="7" y="17"/>
                    <a:pt x="7" y="17"/>
                  </a:cubicBezTo>
                  <a:cubicBezTo>
                    <a:pt x="13" y="11"/>
                    <a:pt x="19" y="7"/>
                    <a:pt x="25" y="4"/>
                  </a:cubicBezTo>
                  <a:cubicBezTo>
                    <a:pt x="32" y="2"/>
                    <a:pt x="41" y="0"/>
                    <a:pt x="50" y="0"/>
                  </a:cubicBezTo>
                  <a:cubicBezTo>
                    <a:pt x="65" y="0"/>
                    <a:pt x="77" y="4"/>
                    <a:pt x="86" y="13"/>
                  </a:cubicBezTo>
                  <a:cubicBezTo>
                    <a:pt x="95" y="21"/>
                    <a:pt x="99" y="32"/>
                    <a:pt x="99" y="46"/>
                  </a:cubicBezTo>
                  <a:cubicBezTo>
                    <a:pt x="99" y="58"/>
                    <a:pt x="97" y="69"/>
                    <a:pt x="91" y="78"/>
                  </a:cubicBezTo>
                  <a:cubicBezTo>
                    <a:pt x="85" y="88"/>
                    <a:pt x="75" y="97"/>
                    <a:pt x="61" y="108"/>
                  </a:cubicBezTo>
                  <a:cubicBezTo>
                    <a:pt x="47" y="118"/>
                    <a:pt x="38" y="125"/>
                    <a:pt x="33" y="129"/>
                  </a:cubicBezTo>
                  <a:cubicBezTo>
                    <a:pt x="29" y="133"/>
                    <a:pt x="25" y="138"/>
                    <a:pt x="24" y="142"/>
                  </a:cubicBezTo>
                  <a:cubicBezTo>
                    <a:pt x="22" y="146"/>
                    <a:pt x="21" y="151"/>
                    <a:pt x="21" y="156"/>
                  </a:cubicBezTo>
                  <a:cubicBezTo>
                    <a:pt x="106" y="156"/>
                    <a:pt x="106" y="156"/>
                    <a:pt x="106" y="156"/>
                  </a:cubicBezTo>
                  <a:cubicBezTo>
                    <a:pt x="106" y="174"/>
                    <a:pt x="106" y="174"/>
                    <a:pt x="106" y="174"/>
                  </a:cubicBezTo>
                  <a:cubicBezTo>
                    <a:pt x="0" y="174"/>
                    <a:pt x="0" y="174"/>
                    <a:pt x="0" y="174"/>
                  </a:cubicBezTo>
                  <a:cubicBezTo>
                    <a:pt x="0" y="165"/>
                    <a:pt x="0" y="165"/>
                    <a:pt x="0" y="165"/>
                  </a:cubicBezTo>
                  <a:cubicBezTo>
                    <a:pt x="0" y="156"/>
                    <a:pt x="2" y="149"/>
                    <a:pt x="4" y="142"/>
                  </a:cubicBezTo>
                  <a:cubicBezTo>
                    <a:pt x="6" y="136"/>
                    <a:pt x="10" y="130"/>
                    <a:pt x="16" y="124"/>
                  </a:cubicBezTo>
                  <a:cubicBezTo>
                    <a:pt x="22" y="118"/>
                    <a:pt x="32" y="109"/>
                    <a:pt x="47" y="98"/>
                  </a:cubicBezTo>
                  <a:cubicBezTo>
                    <a:pt x="59" y="90"/>
                    <a:pt x="67" y="82"/>
                    <a:pt x="72" y="74"/>
                  </a:cubicBezTo>
                  <a:cubicBezTo>
                    <a:pt x="77" y="66"/>
                    <a:pt x="79" y="58"/>
                    <a:pt x="79"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3" name="Freeform 65"/>
            <p:cNvSpPr>
              <a:spLocks noEditPoints="1"/>
            </p:cNvSpPr>
            <p:nvPr userDrawn="1"/>
          </p:nvSpPr>
          <p:spPr bwMode="auto">
            <a:xfrm>
              <a:off x="4357" y="4603"/>
              <a:ext cx="265" cy="419"/>
            </a:xfrm>
            <a:custGeom>
              <a:avLst/>
              <a:gdLst>
                <a:gd name="T0" fmla="*/ 112 w 112"/>
                <a:gd name="T1" fmla="*/ 88 h 177"/>
                <a:gd name="T2" fmla="*/ 97 w 112"/>
                <a:gd name="T3" fmla="*/ 153 h 177"/>
                <a:gd name="T4" fmla="*/ 54 w 112"/>
                <a:gd name="T5" fmla="*/ 177 h 177"/>
                <a:gd name="T6" fmla="*/ 14 w 112"/>
                <a:gd name="T7" fmla="*/ 155 h 177"/>
                <a:gd name="T8" fmla="*/ 0 w 112"/>
                <a:gd name="T9" fmla="*/ 92 h 177"/>
                <a:gd name="T10" fmla="*/ 15 w 112"/>
                <a:gd name="T11" fmla="*/ 24 h 177"/>
                <a:gd name="T12" fmla="*/ 58 w 112"/>
                <a:gd name="T13" fmla="*/ 0 h 177"/>
                <a:gd name="T14" fmla="*/ 112 w 112"/>
                <a:gd name="T15" fmla="*/ 88 h 177"/>
                <a:gd name="T16" fmla="*/ 92 w 112"/>
                <a:gd name="T17" fmla="*/ 90 h 177"/>
                <a:gd name="T18" fmla="*/ 57 w 112"/>
                <a:gd name="T19" fmla="*/ 17 h 177"/>
                <a:gd name="T20" fmla="*/ 20 w 112"/>
                <a:gd name="T21" fmla="*/ 91 h 177"/>
                <a:gd name="T22" fmla="*/ 56 w 112"/>
                <a:gd name="T23" fmla="*/ 160 h 177"/>
                <a:gd name="T24" fmla="*/ 92 w 112"/>
                <a:gd name="T25" fmla="*/ 9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 h="177">
                  <a:moveTo>
                    <a:pt x="112" y="88"/>
                  </a:moveTo>
                  <a:cubicBezTo>
                    <a:pt x="112" y="116"/>
                    <a:pt x="107" y="138"/>
                    <a:pt x="97" y="153"/>
                  </a:cubicBezTo>
                  <a:cubicBezTo>
                    <a:pt x="87" y="169"/>
                    <a:pt x="73" y="177"/>
                    <a:pt x="54" y="177"/>
                  </a:cubicBezTo>
                  <a:cubicBezTo>
                    <a:pt x="37" y="177"/>
                    <a:pt x="24" y="170"/>
                    <a:pt x="14" y="155"/>
                  </a:cubicBezTo>
                  <a:cubicBezTo>
                    <a:pt x="5" y="140"/>
                    <a:pt x="0" y="119"/>
                    <a:pt x="0" y="92"/>
                  </a:cubicBezTo>
                  <a:cubicBezTo>
                    <a:pt x="0" y="62"/>
                    <a:pt x="5" y="39"/>
                    <a:pt x="15" y="24"/>
                  </a:cubicBezTo>
                  <a:cubicBezTo>
                    <a:pt x="25" y="8"/>
                    <a:pt x="39" y="0"/>
                    <a:pt x="58" y="0"/>
                  </a:cubicBezTo>
                  <a:cubicBezTo>
                    <a:pt x="94" y="0"/>
                    <a:pt x="112" y="29"/>
                    <a:pt x="112" y="88"/>
                  </a:cubicBezTo>
                  <a:close/>
                  <a:moveTo>
                    <a:pt x="92" y="90"/>
                  </a:moveTo>
                  <a:cubicBezTo>
                    <a:pt x="92" y="41"/>
                    <a:pt x="80" y="17"/>
                    <a:pt x="57" y="17"/>
                  </a:cubicBezTo>
                  <a:cubicBezTo>
                    <a:pt x="32" y="17"/>
                    <a:pt x="20" y="41"/>
                    <a:pt x="20" y="91"/>
                  </a:cubicBezTo>
                  <a:cubicBezTo>
                    <a:pt x="20" y="137"/>
                    <a:pt x="32" y="160"/>
                    <a:pt x="56" y="160"/>
                  </a:cubicBezTo>
                  <a:cubicBezTo>
                    <a:pt x="80" y="160"/>
                    <a:pt x="92" y="137"/>
                    <a:pt x="92"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4" name="Freeform 66"/>
            <p:cNvSpPr>
              <a:spLocks/>
            </p:cNvSpPr>
            <p:nvPr userDrawn="1"/>
          </p:nvSpPr>
          <p:spPr bwMode="auto">
            <a:xfrm>
              <a:off x="4667" y="4601"/>
              <a:ext cx="142" cy="414"/>
            </a:xfrm>
            <a:custGeom>
              <a:avLst/>
              <a:gdLst>
                <a:gd name="T0" fmla="*/ 40 w 60"/>
                <a:gd name="T1" fmla="*/ 175 h 175"/>
                <a:gd name="T2" fmla="*/ 40 w 60"/>
                <a:gd name="T3" fmla="*/ 27 h 175"/>
                <a:gd name="T4" fmla="*/ 23 w 60"/>
                <a:gd name="T5" fmla="*/ 39 h 175"/>
                <a:gd name="T6" fmla="*/ 0 w 60"/>
                <a:gd name="T7" fmla="*/ 47 h 175"/>
                <a:gd name="T8" fmla="*/ 0 w 60"/>
                <a:gd name="T9" fmla="*/ 28 h 175"/>
                <a:gd name="T10" fmla="*/ 28 w 60"/>
                <a:gd name="T11" fmla="*/ 16 h 175"/>
                <a:gd name="T12" fmla="*/ 52 w 60"/>
                <a:gd name="T13" fmla="*/ 0 h 175"/>
                <a:gd name="T14" fmla="*/ 60 w 60"/>
                <a:gd name="T15" fmla="*/ 0 h 175"/>
                <a:gd name="T16" fmla="*/ 60 w 60"/>
                <a:gd name="T17" fmla="*/ 175 h 175"/>
                <a:gd name="T18" fmla="*/ 40 w 60"/>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75">
                  <a:moveTo>
                    <a:pt x="40" y="175"/>
                  </a:moveTo>
                  <a:cubicBezTo>
                    <a:pt x="40" y="27"/>
                    <a:pt x="40" y="27"/>
                    <a:pt x="40" y="27"/>
                  </a:cubicBezTo>
                  <a:cubicBezTo>
                    <a:pt x="37" y="31"/>
                    <a:pt x="31" y="34"/>
                    <a:pt x="23" y="39"/>
                  </a:cubicBezTo>
                  <a:cubicBezTo>
                    <a:pt x="15" y="43"/>
                    <a:pt x="7" y="46"/>
                    <a:pt x="0" y="47"/>
                  </a:cubicBezTo>
                  <a:cubicBezTo>
                    <a:pt x="0" y="28"/>
                    <a:pt x="0" y="28"/>
                    <a:pt x="0" y="28"/>
                  </a:cubicBezTo>
                  <a:cubicBezTo>
                    <a:pt x="9" y="25"/>
                    <a:pt x="18" y="21"/>
                    <a:pt x="28" y="16"/>
                  </a:cubicBezTo>
                  <a:cubicBezTo>
                    <a:pt x="38" y="11"/>
                    <a:pt x="46" y="5"/>
                    <a:pt x="52" y="0"/>
                  </a:cubicBezTo>
                  <a:cubicBezTo>
                    <a:pt x="60" y="0"/>
                    <a:pt x="60" y="0"/>
                    <a:pt x="60" y="0"/>
                  </a:cubicBezTo>
                  <a:cubicBezTo>
                    <a:pt x="60" y="175"/>
                    <a:pt x="60" y="175"/>
                    <a:pt x="60"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5" name="Freeform 67"/>
            <p:cNvSpPr>
              <a:spLocks noEditPoints="1"/>
            </p:cNvSpPr>
            <p:nvPr userDrawn="1"/>
          </p:nvSpPr>
          <p:spPr bwMode="auto">
            <a:xfrm>
              <a:off x="4901" y="4603"/>
              <a:ext cx="258" cy="419"/>
            </a:xfrm>
            <a:custGeom>
              <a:avLst/>
              <a:gdLst>
                <a:gd name="T0" fmla="*/ 109 w 109"/>
                <a:gd name="T1" fmla="*/ 120 h 177"/>
                <a:gd name="T2" fmla="*/ 102 w 109"/>
                <a:gd name="T3" fmla="*/ 149 h 177"/>
                <a:gd name="T4" fmla="*/ 82 w 109"/>
                <a:gd name="T5" fmla="*/ 170 h 177"/>
                <a:gd name="T6" fmla="*/ 55 w 109"/>
                <a:gd name="T7" fmla="*/ 177 h 177"/>
                <a:gd name="T8" fmla="*/ 15 w 109"/>
                <a:gd name="T9" fmla="*/ 156 h 177"/>
                <a:gd name="T10" fmla="*/ 0 w 109"/>
                <a:gd name="T11" fmla="*/ 99 h 177"/>
                <a:gd name="T12" fmla="*/ 9 w 109"/>
                <a:gd name="T13" fmla="*/ 47 h 177"/>
                <a:gd name="T14" fmla="*/ 33 w 109"/>
                <a:gd name="T15" fmla="*/ 12 h 177"/>
                <a:gd name="T16" fmla="*/ 70 w 109"/>
                <a:gd name="T17" fmla="*/ 0 h 177"/>
                <a:gd name="T18" fmla="*/ 98 w 109"/>
                <a:gd name="T19" fmla="*/ 5 h 177"/>
                <a:gd name="T20" fmla="*/ 98 w 109"/>
                <a:gd name="T21" fmla="*/ 23 h 177"/>
                <a:gd name="T22" fmla="*/ 70 w 109"/>
                <a:gd name="T23" fmla="*/ 17 h 177"/>
                <a:gd name="T24" fmla="*/ 34 w 109"/>
                <a:gd name="T25" fmla="*/ 37 h 177"/>
                <a:gd name="T26" fmla="*/ 20 w 109"/>
                <a:gd name="T27" fmla="*/ 91 h 177"/>
                <a:gd name="T28" fmla="*/ 21 w 109"/>
                <a:gd name="T29" fmla="*/ 91 h 177"/>
                <a:gd name="T30" fmla="*/ 60 w 109"/>
                <a:gd name="T31" fmla="*/ 67 h 177"/>
                <a:gd name="T32" fmla="*/ 95 w 109"/>
                <a:gd name="T33" fmla="*/ 81 h 177"/>
                <a:gd name="T34" fmla="*/ 109 w 109"/>
                <a:gd name="T35" fmla="*/ 120 h 177"/>
                <a:gd name="T36" fmla="*/ 89 w 109"/>
                <a:gd name="T37" fmla="*/ 122 h 177"/>
                <a:gd name="T38" fmla="*/ 80 w 109"/>
                <a:gd name="T39" fmla="*/ 94 h 177"/>
                <a:gd name="T40" fmla="*/ 55 w 109"/>
                <a:gd name="T41" fmla="*/ 84 h 177"/>
                <a:gd name="T42" fmla="*/ 31 w 109"/>
                <a:gd name="T43" fmla="*/ 94 h 177"/>
                <a:gd name="T44" fmla="*/ 21 w 109"/>
                <a:gd name="T45" fmla="*/ 118 h 177"/>
                <a:gd name="T46" fmla="*/ 31 w 109"/>
                <a:gd name="T47" fmla="*/ 148 h 177"/>
                <a:gd name="T48" fmla="*/ 56 w 109"/>
                <a:gd name="T49" fmla="*/ 160 h 177"/>
                <a:gd name="T50" fmla="*/ 79 w 109"/>
                <a:gd name="T51" fmla="*/ 150 h 177"/>
                <a:gd name="T52" fmla="*/ 89 w 109"/>
                <a:gd name="T53" fmla="*/ 122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9" h="177">
                  <a:moveTo>
                    <a:pt x="109" y="120"/>
                  </a:moveTo>
                  <a:cubicBezTo>
                    <a:pt x="109" y="130"/>
                    <a:pt x="106" y="140"/>
                    <a:pt x="102" y="149"/>
                  </a:cubicBezTo>
                  <a:cubicBezTo>
                    <a:pt x="97" y="158"/>
                    <a:pt x="90" y="165"/>
                    <a:pt x="82" y="170"/>
                  </a:cubicBezTo>
                  <a:cubicBezTo>
                    <a:pt x="74" y="174"/>
                    <a:pt x="65" y="177"/>
                    <a:pt x="55" y="177"/>
                  </a:cubicBezTo>
                  <a:cubicBezTo>
                    <a:pt x="38" y="177"/>
                    <a:pt x="24" y="170"/>
                    <a:pt x="15" y="156"/>
                  </a:cubicBezTo>
                  <a:cubicBezTo>
                    <a:pt x="5" y="143"/>
                    <a:pt x="0" y="123"/>
                    <a:pt x="0" y="99"/>
                  </a:cubicBezTo>
                  <a:cubicBezTo>
                    <a:pt x="0" y="79"/>
                    <a:pt x="3" y="62"/>
                    <a:pt x="9" y="47"/>
                  </a:cubicBezTo>
                  <a:cubicBezTo>
                    <a:pt x="14" y="32"/>
                    <a:pt x="23" y="20"/>
                    <a:pt x="33" y="12"/>
                  </a:cubicBezTo>
                  <a:cubicBezTo>
                    <a:pt x="44" y="4"/>
                    <a:pt x="56" y="0"/>
                    <a:pt x="70" y="0"/>
                  </a:cubicBezTo>
                  <a:cubicBezTo>
                    <a:pt x="81" y="0"/>
                    <a:pt x="91" y="2"/>
                    <a:pt x="98" y="5"/>
                  </a:cubicBezTo>
                  <a:cubicBezTo>
                    <a:pt x="98" y="23"/>
                    <a:pt x="98" y="23"/>
                    <a:pt x="98" y="23"/>
                  </a:cubicBezTo>
                  <a:cubicBezTo>
                    <a:pt x="89" y="19"/>
                    <a:pt x="80" y="17"/>
                    <a:pt x="70" y="17"/>
                  </a:cubicBezTo>
                  <a:cubicBezTo>
                    <a:pt x="55" y="17"/>
                    <a:pt x="43" y="23"/>
                    <a:pt x="34" y="37"/>
                  </a:cubicBezTo>
                  <a:cubicBezTo>
                    <a:pt x="25" y="51"/>
                    <a:pt x="20" y="69"/>
                    <a:pt x="20" y="91"/>
                  </a:cubicBezTo>
                  <a:cubicBezTo>
                    <a:pt x="21" y="91"/>
                    <a:pt x="21" y="91"/>
                    <a:pt x="21" y="91"/>
                  </a:cubicBezTo>
                  <a:cubicBezTo>
                    <a:pt x="29" y="75"/>
                    <a:pt x="42" y="67"/>
                    <a:pt x="60" y="67"/>
                  </a:cubicBezTo>
                  <a:cubicBezTo>
                    <a:pt x="74" y="67"/>
                    <a:pt x="86" y="72"/>
                    <a:pt x="95" y="81"/>
                  </a:cubicBezTo>
                  <a:cubicBezTo>
                    <a:pt x="104" y="91"/>
                    <a:pt x="109" y="104"/>
                    <a:pt x="109" y="120"/>
                  </a:cubicBezTo>
                  <a:close/>
                  <a:moveTo>
                    <a:pt x="89" y="122"/>
                  </a:moveTo>
                  <a:cubicBezTo>
                    <a:pt x="89" y="110"/>
                    <a:pt x="86" y="101"/>
                    <a:pt x="80" y="94"/>
                  </a:cubicBezTo>
                  <a:cubicBezTo>
                    <a:pt x="74" y="87"/>
                    <a:pt x="66" y="84"/>
                    <a:pt x="55" y="84"/>
                  </a:cubicBezTo>
                  <a:cubicBezTo>
                    <a:pt x="46" y="84"/>
                    <a:pt x="38" y="87"/>
                    <a:pt x="31" y="94"/>
                  </a:cubicBezTo>
                  <a:cubicBezTo>
                    <a:pt x="25" y="100"/>
                    <a:pt x="21" y="108"/>
                    <a:pt x="21" y="118"/>
                  </a:cubicBezTo>
                  <a:cubicBezTo>
                    <a:pt x="21" y="130"/>
                    <a:pt x="25" y="140"/>
                    <a:pt x="31" y="148"/>
                  </a:cubicBezTo>
                  <a:cubicBezTo>
                    <a:pt x="38" y="156"/>
                    <a:pt x="46" y="160"/>
                    <a:pt x="56" y="160"/>
                  </a:cubicBezTo>
                  <a:cubicBezTo>
                    <a:pt x="65" y="160"/>
                    <a:pt x="73" y="157"/>
                    <a:pt x="79" y="150"/>
                  </a:cubicBezTo>
                  <a:cubicBezTo>
                    <a:pt x="85" y="143"/>
                    <a:pt x="89" y="133"/>
                    <a:pt x="89"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76" name="Freeform 6"/>
          <p:cNvSpPr>
            <a:spLocks/>
          </p:cNvSpPr>
          <p:nvPr userDrawn="1"/>
        </p:nvSpPr>
        <p:spPr bwMode="auto">
          <a:xfrm>
            <a:off x="8602664" y="6180138"/>
            <a:ext cx="4763"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1" y="0"/>
                  <a:pt x="1" y="1"/>
                </a:cubicBezTo>
                <a:cubicBezTo>
                  <a:pt x="1" y="0"/>
                  <a:pt x="1" y="0"/>
                  <a:pt x="1" y="0"/>
                </a:cubicBezTo>
                <a:close/>
              </a:path>
            </a:pathLst>
          </a:custGeom>
          <a:solidFill>
            <a:srgbClr val="A832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sz="1800"/>
          </a:p>
        </p:txBody>
      </p:sp>
      <p:sp>
        <p:nvSpPr>
          <p:cNvPr id="90" name="Freeform 19"/>
          <p:cNvSpPr>
            <a:spLocks/>
          </p:cNvSpPr>
          <p:nvPr userDrawn="1"/>
        </p:nvSpPr>
        <p:spPr bwMode="auto">
          <a:xfrm>
            <a:off x="8570915" y="5738814"/>
            <a:ext cx="4763"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1" y="0"/>
                  <a:pt x="1" y="1"/>
                </a:cubicBezTo>
                <a:cubicBezTo>
                  <a:pt x="1" y="0"/>
                  <a:pt x="1" y="0"/>
                  <a:pt x="1" y="0"/>
                </a:cubicBezTo>
                <a:close/>
              </a:path>
            </a:pathLst>
          </a:custGeom>
          <a:solidFill>
            <a:srgbClr val="A832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sz="1800"/>
          </a:p>
        </p:txBody>
      </p:sp>
      <p:grpSp>
        <p:nvGrpSpPr>
          <p:cNvPr id="103" name="Group 102"/>
          <p:cNvGrpSpPr/>
          <p:nvPr userDrawn="1"/>
        </p:nvGrpSpPr>
        <p:grpSpPr>
          <a:xfrm>
            <a:off x="0" y="4329114"/>
            <a:ext cx="12436475" cy="2665413"/>
            <a:chOff x="0" y="4329113"/>
            <a:chExt cx="12436475" cy="2665413"/>
          </a:xfrm>
        </p:grpSpPr>
        <p:sp>
          <p:nvSpPr>
            <p:cNvPr id="92" name="Freeform 21"/>
            <p:cNvSpPr>
              <a:spLocks noEditPoints="1"/>
            </p:cNvSpPr>
            <p:nvPr userDrawn="1"/>
          </p:nvSpPr>
          <p:spPr bwMode="auto">
            <a:xfrm>
              <a:off x="3273425" y="4329113"/>
              <a:ext cx="9163050" cy="2665413"/>
            </a:xfrm>
            <a:custGeom>
              <a:avLst/>
              <a:gdLst>
                <a:gd name="T0" fmla="*/ 1597 w 1671"/>
                <a:gd name="T1" fmla="*/ 16 h 486"/>
                <a:gd name="T2" fmla="*/ 1574 w 1671"/>
                <a:gd name="T3" fmla="*/ 67 h 486"/>
                <a:gd name="T4" fmla="*/ 1470 w 1671"/>
                <a:gd name="T5" fmla="*/ 142 h 486"/>
                <a:gd name="T6" fmla="*/ 1369 w 1671"/>
                <a:gd name="T7" fmla="*/ 200 h 486"/>
                <a:gd name="T8" fmla="*/ 1309 w 1671"/>
                <a:gd name="T9" fmla="*/ 219 h 486"/>
                <a:gd name="T10" fmla="*/ 1241 w 1671"/>
                <a:gd name="T11" fmla="*/ 220 h 486"/>
                <a:gd name="T12" fmla="*/ 1143 w 1671"/>
                <a:gd name="T13" fmla="*/ 240 h 486"/>
                <a:gd name="T14" fmla="*/ 952 w 1671"/>
                <a:gd name="T15" fmla="*/ 283 h 486"/>
                <a:gd name="T16" fmla="*/ 898 w 1671"/>
                <a:gd name="T17" fmla="*/ 291 h 486"/>
                <a:gd name="T18" fmla="*/ 647 w 1671"/>
                <a:gd name="T19" fmla="*/ 226 h 486"/>
                <a:gd name="T20" fmla="*/ 248 w 1671"/>
                <a:gd name="T21" fmla="*/ 223 h 486"/>
                <a:gd name="T22" fmla="*/ 114 w 1671"/>
                <a:gd name="T23" fmla="*/ 239 h 486"/>
                <a:gd name="T24" fmla="*/ 50 w 1671"/>
                <a:gd name="T25" fmla="*/ 239 h 486"/>
                <a:gd name="T26" fmla="*/ 64 w 1671"/>
                <a:gd name="T27" fmla="*/ 486 h 486"/>
                <a:gd name="T28" fmla="*/ 114 w 1671"/>
                <a:gd name="T29" fmla="*/ 486 h 486"/>
                <a:gd name="T30" fmla="*/ 185 w 1671"/>
                <a:gd name="T31" fmla="*/ 486 h 486"/>
                <a:gd name="T32" fmla="*/ 248 w 1671"/>
                <a:gd name="T33" fmla="*/ 486 h 486"/>
                <a:gd name="T34" fmla="*/ 653 w 1671"/>
                <a:gd name="T35" fmla="*/ 486 h 486"/>
                <a:gd name="T36" fmla="*/ 727 w 1671"/>
                <a:gd name="T37" fmla="*/ 486 h 486"/>
                <a:gd name="T38" fmla="*/ 917 w 1671"/>
                <a:gd name="T39" fmla="*/ 486 h 486"/>
                <a:gd name="T40" fmla="*/ 952 w 1671"/>
                <a:gd name="T41" fmla="*/ 486 h 486"/>
                <a:gd name="T42" fmla="*/ 1091 w 1671"/>
                <a:gd name="T43" fmla="*/ 486 h 486"/>
                <a:gd name="T44" fmla="*/ 1491 w 1671"/>
                <a:gd name="T45" fmla="*/ 486 h 486"/>
                <a:gd name="T46" fmla="*/ 1571 w 1671"/>
                <a:gd name="T47" fmla="*/ 486 h 486"/>
                <a:gd name="T48" fmla="*/ 304 w 1671"/>
                <a:gd name="T49" fmla="*/ 376 h 486"/>
                <a:gd name="T50" fmla="*/ 304 w 1671"/>
                <a:gd name="T51" fmla="*/ 365 h 486"/>
                <a:gd name="T52" fmla="*/ 304 w 1671"/>
                <a:gd name="T53" fmla="*/ 354 h 486"/>
                <a:gd name="T54" fmla="*/ 334 w 1671"/>
                <a:gd name="T55" fmla="*/ 376 h 486"/>
                <a:gd name="T56" fmla="*/ 334 w 1671"/>
                <a:gd name="T57" fmla="*/ 365 h 486"/>
                <a:gd name="T58" fmla="*/ 334 w 1671"/>
                <a:gd name="T59" fmla="*/ 354 h 486"/>
                <a:gd name="T60" fmla="*/ 364 w 1671"/>
                <a:gd name="T61" fmla="*/ 376 h 486"/>
                <a:gd name="T62" fmla="*/ 364 w 1671"/>
                <a:gd name="T63" fmla="*/ 365 h 486"/>
                <a:gd name="T64" fmla="*/ 364 w 1671"/>
                <a:gd name="T65" fmla="*/ 354 h 486"/>
                <a:gd name="T66" fmla="*/ 447 w 1671"/>
                <a:gd name="T67" fmla="*/ 376 h 486"/>
                <a:gd name="T68" fmla="*/ 447 w 1671"/>
                <a:gd name="T69" fmla="*/ 365 h 486"/>
                <a:gd name="T70" fmla="*/ 447 w 1671"/>
                <a:gd name="T71" fmla="*/ 354 h 486"/>
                <a:gd name="T72" fmla="*/ 477 w 1671"/>
                <a:gd name="T73" fmla="*/ 376 h 486"/>
                <a:gd name="T74" fmla="*/ 477 w 1671"/>
                <a:gd name="T75" fmla="*/ 365 h 486"/>
                <a:gd name="T76" fmla="*/ 477 w 1671"/>
                <a:gd name="T77" fmla="*/ 354 h 486"/>
                <a:gd name="T78" fmla="*/ 507 w 1671"/>
                <a:gd name="T79" fmla="*/ 376 h 486"/>
                <a:gd name="T80" fmla="*/ 507 w 1671"/>
                <a:gd name="T81" fmla="*/ 365 h 486"/>
                <a:gd name="T82" fmla="*/ 507 w 1671"/>
                <a:gd name="T83" fmla="*/ 354 h 486"/>
                <a:gd name="T84" fmla="*/ 416 w 1671"/>
                <a:gd name="T85" fmla="*/ 246 h 486"/>
                <a:gd name="T86" fmla="*/ 568 w 1671"/>
                <a:gd name="T87" fmla="*/ 376 h 486"/>
                <a:gd name="T88" fmla="*/ 568 w 1671"/>
                <a:gd name="T89" fmla="*/ 365 h 486"/>
                <a:gd name="T90" fmla="*/ 568 w 1671"/>
                <a:gd name="T91" fmla="*/ 354 h 486"/>
                <a:gd name="T92" fmla="*/ 598 w 1671"/>
                <a:gd name="T93" fmla="*/ 376 h 486"/>
                <a:gd name="T94" fmla="*/ 598 w 1671"/>
                <a:gd name="T95" fmla="*/ 365 h 486"/>
                <a:gd name="T96" fmla="*/ 598 w 1671"/>
                <a:gd name="T97" fmla="*/ 354 h 486"/>
                <a:gd name="T98" fmla="*/ 628 w 1671"/>
                <a:gd name="T99" fmla="*/ 376 h 486"/>
                <a:gd name="T100" fmla="*/ 628 w 1671"/>
                <a:gd name="T101" fmla="*/ 365 h 486"/>
                <a:gd name="T102" fmla="*/ 628 w 1671"/>
                <a:gd name="T103" fmla="*/ 354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71" h="486">
                  <a:moveTo>
                    <a:pt x="1607" y="78"/>
                  </a:moveTo>
                  <a:cubicBezTo>
                    <a:pt x="1607" y="67"/>
                    <a:pt x="1607" y="67"/>
                    <a:pt x="1607" y="67"/>
                  </a:cubicBezTo>
                  <a:cubicBezTo>
                    <a:pt x="1598" y="67"/>
                    <a:pt x="1598" y="67"/>
                    <a:pt x="1598" y="67"/>
                  </a:cubicBezTo>
                  <a:cubicBezTo>
                    <a:pt x="1598" y="16"/>
                    <a:pt x="1598" y="16"/>
                    <a:pt x="1598" y="16"/>
                  </a:cubicBezTo>
                  <a:cubicBezTo>
                    <a:pt x="1597" y="16"/>
                    <a:pt x="1597" y="16"/>
                    <a:pt x="1597" y="16"/>
                  </a:cubicBezTo>
                  <a:cubicBezTo>
                    <a:pt x="1597" y="67"/>
                    <a:pt x="1597" y="67"/>
                    <a:pt x="1597" y="67"/>
                  </a:cubicBezTo>
                  <a:cubicBezTo>
                    <a:pt x="1577" y="67"/>
                    <a:pt x="1577" y="67"/>
                    <a:pt x="1577" y="67"/>
                  </a:cubicBezTo>
                  <a:cubicBezTo>
                    <a:pt x="1577" y="0"/>
                    <a:pt x="1577" y="0"/>
                    <a:pt x="1577" y="0"/>
                  </a:cubicBezTo>
                  <a:cubicBezTo>
                    <a:pt x="1574" y="0"/>
                    <a:pt x="1574" y="0"/>
                    <a:pt x="1574" y="0"/>
                  </a:cubicBezTo>
                  <a:cubicBezTo>
                    <a:pt x="1574" y="67"/>
                    <a:pt x="1574" y="67"/>
                    <a:pt x="1574" y="67"/>
                  </a:cubicBezTo>
                  <a:cubicBezTo>
                    <a:pt x="1567" y="67"/>
                    <a:pt x="1567" y="67"/>
                    <a:pt x="1567" y="67"/>
                  </a:cubicBezTo>
                  <a:cubicBezTo>
                    <a:pt x="1567" y="78"/>
                    <a:pt x="1567" y="78"/>
                    <a:pt x="1567" y="78"/>
                  </a:cubicBezTo>
                  <a:cubicBezTo>
                    <a:pt x="1559" y="78"/>
                    <a:pt x="1559" y="78"/>
                    <a:pt x="1559" y="78"/>
                  </a:cubicBezTo>
                  <a:cubicBezTo>
                    <a:pt x="1543" y="84"/>
                    <a:pt x="1543" y="84"/>
                    <a:pt x="1543" y="84"/>
                  </a:cubicBezTo>
                  <a:cubicBezTo>
                    <a:pt x="1470" y="142"/>
                    <a:pt x="1470" y="142"/>
                    <a:pt x="1470" y="142"/>
                  </a:cubicBezTo>
                  <a:cubicBezTo>
                    <a:pt x="1437" y="147"/>
                    <a:pt x="1437" y="147"/>
                    <a:pt x="1437" y="147"/>
                  </a:cubicBezTo>
                  <a:cubicBezTo>
                    <a:pt x="1437" y="207"/>
                    <a:pt x="1437" y="207"/>
                    <a:pt x="1437" y="207"/>
                  </a:cubicBezTo>
                  <a:cubicBezTo>
                    <a:pt x="1387" y="207"/>
                    <a:pt x="1387" y="207"/>
                    <a:pt x="1387" y="207"/>
                  </a:cubicBezTo>
                  <a:cubicBezTo>
                    <a:pt x="1380" y="200"/>
                    <a:pt x="1380" y="200"/>
                    <a:pt x="1380" y="200"/>
                  </a:cubicBezTo>
                  <a:cubicBezTo>
                    <a:pt x="1369" y="200"/>
                    <a:pt x="1369" y="200"/>
                    <a:pt x="1369" y="200"/>
                  </a:cubicBezTo>
                  <a:cubicBezTo>
                    <a:pt x="1369" y="189"/>
                    <a:pt x="1369" y="189"/>
                    <a:pt x="1369" y="189"/>
                  </a:cubicBezTo>
                  <a:cubicBezTo>
                    <a:pt x="1325" y="189"/>
                    <a:pt x="1325" y="189"/>
                    <a:pt x="1325" y="189"/>
                  </a:cubicBezTo>
                  <a:cubicBezTo>
                    <a:pt x="1325" y="199"/>
                    <a:pt x="1325" y="199"/>
                    <a:pt x="1325" y="199"/>
                  </a:cubicBezTo>
                  <a:cubicBezTo>
                    <a:pt x="1309" y="206"/>
                    <a:pt x="1309" y="206"/>
                    <a:pt x="1309" y="206"/>
                  </a:cubicBezTo>
                  <a:cubicBezTo>
                    <a:pt x="1309" y="219"/>
                    <a:pt x="1309" y="219"/>
                    <a:pt x="1309" y="219"/>
                  </a:cubicBezTo>
                  <a:cubicBezTo>
                    <a:pt x="1284" y="219"/>
                    <a:pt x="1284" y="219"/>
                    <a:pt x="1284" y="219"/>
                  </a:cubicBezTo>
                  <a:cubicBezTo>
                    <a:pt x="1284" y="205"/>
                    <a:pt x="1284" y="205"/>
                    <a:pt x="1284" y="205"/>
                  </a:cubicBezTo>
                  <a:cubicBezTo>
                    <a:pt x="1262" y="205"/>
                    <a:pt x="1262" y="205"/>
                    <a:pt x="1262" y="205"/>
                  </a:cubicBezTo>
                  <a:cubicBezTo>
                    <a:pt x="1262" y="220"/>
                    <a:pt x="1262" y="220"/>
                    <a:pt x="1262" y="220"/>
                  </a:cubicBezTo>
                  <a:cubicBezTo>
                    <a:pt x="1241" y="220"/>
                    <a:pt x="1241" y="220"/>
                    <a:pt x="1241" y="220"/>
                  </a:cubicBezTo>
                  <a:cubicBezTo>
                    <a:pt x="1241" y="234"/>
                    <a:pt x="1241" y="234"/>
                    <a:pt x="1241" y="234"/>
                  </a:cubicBezTo>
                  <a:cubicBezTo>
                    <a:pt x="1183" y="234"/>
                    <a:pt x="1183" y="234"/>
                    <a:pt x="1183" y="234"/>
                  </a:cubicBezTo>
                  <a:cubicBezTo>
                    <a:pt x="1183" y="226"/>
                    <a:pt x="1183" y="226"/>
                    <a:pt x="1183" y="226"/>
                  </a:cubicBezTo>
                  <a:cubicBezTo>
                    <a:pt x="1143" y="226"/>
                    <a:pt x="1143" y="226"/>
                    <a:pt x="1143" y="226"/>
                  </a:cubicBezTo>
                  <a:cubicBezTo>
                    <a:pt x="1143" y="240"/>
                    <a:pt x="1143" y="240"/>
                    <a:pt x="1143" y="240"/>
                  </a:cubicBezTo>
                  <a:cubicBezTo>
                    <a:pt x="1091" y="240"/>
                    <a:pt x="1091" y="240"/>
                    <a:pt x="1091" y="240"/>
                  </a:cubicBezTo>
                  <a:cubicBezTo>
                    <a:pt x="1091" y="141"/>
                    <a:pt x="1091" y="141"/>
                    <a:pt x="1091" y="141"/>
                  </a:cubicBezTo>
                  <a:cubicBezTo>
                    <a:pt x="970" y="141"/>
                    <a:pt x="970" y="141"/>
                    <a:pt x="970" y="141"/>
                  </a:cubicBezTo>
                  <a:cubicBezTo>
                    <a:pt x="970" y="283"/>
                    <a:pt x="970" y="283"/>
                    <a:pt x="970" y="283"/>
                  </a:cubicBezTo>
                  <a:cubicBezTo>
                    <a:pt x="952" y="283"/>
                    <a:pt x="952" y="283"/>
                    <a:pt x="952" y="283"/>
                  </a:cubicBezTo>
                  <a:cubicBezTo>
                    <a:pt x="952" y="294"/>
                    <a:pt x="952" y="294"/>
                    <a:pt x="952" y="294"/>
                  </a:cubicBezTo>
                  <a:cubicBezTo>
                    <a:pt x="917" y="294"/>
                    <a:pt x="917" y="294"/>
                    <a:pt x="917" y="294"/>
                  </a:cubicBezTo>
                  <a:cubicBezTo>
                    <a:pt x="917" y="316"/>
                    <a:pt x="917" y="316"/>
                    <a:pt x="917" y="316"/>
                  </a:cubicBezTo>
                  <a:cubicBezTo>
                    <a:pt x="898" y="316"/>
                    <a:pt x="898" y="316"/>
                    <a:pt x="898" y="316"/>
                  </a:cubicBezTo>
                  <a:cubicBezTo>
                    <a:pt x="898" y="291"/>
                    <a:pt x="898" y="291"/>
                    <a:pt x="898" y="291"/>
                  </a:cubicBezTo>
                  <a:cubicBezTo>
                    <a:pt x="761" y="291"/>
                    <a:pt x="761" y="291"/>
                    <a:pt x="761" y="291"/>
                  </a:cubicBezTo>
                  <a:cubicBezTo>
                    <a:pt x="761" y="281"/>
                    <a:pt x="761" y="281"/>
                    <a:pt x="761" y="281"/>
                  </a:cubicBezTo>
                  <a:cubicBezTo>
                    <a:pt x="727" y="281"/>
                    <a:pt x="727" y="281"/>
                    <a:pt x="727" y="281"/>
                  </a:cubicBezTo>
                  <a:cubicBezTo>
                    <a:pt x="727" y="226"/>
                    <a:pt x="727" y="226"/>
                    <a:pt x="727" y="226"/>
                  </a:cubicBezTo>
                  <a:cubicBezTo>
                    <a:pt x="647" y="226"/>
                    <a:pt x="647" y="226"/>
                    <a:pt x="647" y="226"/>
                  </a:cubicBezTo>
                  <a:cubicBezTo>
                    <a:pt x="647" y="294"/>
                    <a:pt x="647" y="294"/>
                    <a:pt x="647" y="294"/>
                  </a:cubicBezTo>
                  <a:cubicBezTo>
                    <a:pt x="477" y="154"/>
                    <a:pt x="326" y="244"/>
                    <a:pt x="276" y="283"/>
                  </a:cubicBezTo>
                  <a:cubicBezTo>
                    <a:pt x="276" y="247"/>
                    <a:pt x="276" y="247"/>
                    <a:pt x="276" y="247"/>
                  </a:cubicBezTo>
                  <a:cubicBezTo>
                    <a:pt x="248" y="247"/>
                    <a:pt x="248" y="247"/>
                    <a:pt x="248" y="247"/>
                  </a:cubicBezTo>
                  <a:cubicBezTo>
                    <a:pt x="248" y="223"/>
                    <a:pt x="248" y="223"/>
                    <a:pt x="248" y="223"/>
                  </a:cubicBezTo>
                  <a:cubicBezTo>
                    <a:pt x="185" y="223"/>
                    <a:pt x="185" y="223"/>
                    <a:pt x="185" y="223"/>
                  </a:cubicBezTo>
                  <a:cubicBezTo>
                    <a:pt x="185" y="353"/>
                    <a:pt x="185" y="353"/>
                    <a:pt x="185" y="353"/>
                  </a:cubicBezTo>
                  <a:cubicBezTo>
                    <a:pt x="153" y="353"/>
                    <a:pt x="153" y="353"/>
                    <a:pt x="153" y="353"/>
                  </a:cubicBezTo>
                  <a:cubicBezTo>
                    <a:pt x="153" y="239"/>
                    <a:pt x="153" y="239"/>
                    <a:pt x="153" y="239"/>
                  </a:cubicBezTo>
                  <a:cubicBezTo>
                    <a:pt x="114" y="239"/>
                    <a:pt x="114" y="239"/>
                    <a:pt x="114" y="239"/>
                  </a:cubicBezTo>
                  <a:cubicBezTo>
                    <a:pt x="114" y="199"/>
                    <a:pt x="114" y="199"/>
                    <a:pt x="114" y="199"/>
                  </a:cubicBezTo>
                  <a:cubicBezTo>
                    <a:pt x="64" y="199"/>
                    <a:pt x="64" y="199"/>
                    <a:pt x="64" y="199"/>
                  </a:cubicBezTo>
                  <a:cubicBezTo>
                    <a:pt x="64" y="343"/>
                    <a:pt x="64" y="343"/>
                    <a:pt x="64" y="343"/>
                  </a:cubicBezTo>
                  <a:cubicBezTo>
                    <a:pt x="50" y="343"/>
                    <a:pt x="50" y="343"/>
                    <a:pt x="50" y="343"/>
                  </a:cubicBezTo>
                  <a:cubicBezTo>
                    <a:pt x="50" y="239"/>
                    <a:pt x="50" y="239"/>
                    <a:pt x="50" y="239"/>
                  </a:cubicBezTo>
                  <a:cubicBezTo>
                    <a:pt x="0" y="239"/>
                    <a:pt x="0" y="239"/>
                    <a:pt x="0" y="239"/>
                  </a:cubicBezTo>
                  <a:cubicBezTo>
                    <a:pt x="0" y="486"/>
                    <a:pt x="0" y="486"/>
                    <a:pt x="0" y="486"/>
                  </a:cubicBezTo>
                  <a:cubicBezTo>
                    <a:pt x="36" y="486"/>
                    <a:pt x="36" y="486"/>
                    <a:pt x="36" y="486"/>
                  </a:cubicBezTo>
                  <a:cubicBezTo>
                    <a:pt x="50" y="486"/>
                    <a:pt x="50" y="486"/>
                    <a:pt x="50" y="486"/>
                  </a:cubicBezTo>
                  <a:cubicBezTo>
                    <a:pt x="64" y="486"/>
                    <a:pt x="64" y="486"/>
                    <a:pt x="64" y="486"/>
                  </a:cubicBezTo>
                  <a:cubicBezTo>
                    <a:pt x="66" y="486"/>
                    <a:pt x="66" y="486"/>
                    <a:pt x="66" y="486"/>
                  </a:cubicBezTo>
                  <a:cubicBezTo>
                    <a:pt x="75" y="486"/>
                    <a:pt x="75" y="486"/>
                    <a:pt x="75" y="486"/>
                  </a:cubicBezTo>
                  <a:cubicBezTo>
                    <a:pt x="103" y="486"/>
                    <a:pt x="103" y="486"/>
                    <a:pt x="103" y="486"/>
                  </a:cubicBezTo>
                  <a:cubicBezTo>
                    <a:pt x="112" y="486"/>
                    <a:pt x="112" y="486"/>
                    <a:pt x="112" y="486"/>
                  </a:cubicBezTo>
                  <a:cubicBezTo>
                    <a:pt x="114" y="486"/>
                    <a:pt x="114" y="486"/>
                    <a:pt x="114" y="486"/>
                  </a:cubicBezTo>
                  <a:cubicBezTo>
                    <a:pt x="125" y="486"/>
                    <a:pt x="125" y="486"/>
                    <a:pt x="125" y="486"/>
                  </a:cubicBezTo>
                  <a:cubicBezTo>
                    <a:pt x="141" y="486"/>
                    <a:pt x="141" y="486"/>
                    <a:pt x="141" y="486"/>
                  </a:cubicBezTo>
                  <a:cubicBezTo>
                    <a:pt x="153" y="486"/>
                    <a:pt x="153" y="486"/>
                    <a:pt x="153" y="486"/>
                  </a:cubicBezTo>
                  <a:cubicBezTo>
                    <a:pt x="165" y="486"/>
                    <a:pt x="165" y="486"/>
                    <a:pt x="165" y="486"/>
                  </a:cubicBezTo>
                  <a:cubicBezTo>
                    <a:pt x="185" y="486"/>
                    <a:pt x="185" y="486"/>
                    <a:pt x="185" y="486"/>
                  </a:cubicBezTo>
                  <a:cubicBezTo>
                    <a:pt x="192" y="486"/>
                    <a:pt x="192" y="486"/>
                    <a:pt x="192" y="486"/>
                  </a:cubicBezTo>
                  <a:cubicBezTo>
                    <a:pt x="197" y="486"/>
                    <a:pt x="197" y="486"/>
                    <a:pt x="197" y="486"/>
                  </a:cubicBezTo>
                  <a:cubicBezTo>
                    <a:pt x="219" y="486"/>
                    <a:pt x="219" y="486"/>
                    <a:pt x="219" y="486"/>
                  </a:cubicBezTo>
                  <a:cubicBezTo>
                    <a:pt x="239" y="486"/>
                    <a:pt x="239" y="486"/>
                    <a:pt x="239" y="486"/>
                  </a:cubicBezTo>
                  <a:cubicBezTo>
                    <a:pt x="248" y="486"/>
                    <a:pt x="248" y="486"/>
                    <a:pt x="248" y="486"/>
                  </a:cubicBezTo>
                  <a:cubicBezTo>
                    <a:pt x="268" y="486"/>
                    <a:pt x="268" y="486"/>
                    <a:pt x="268" y="486"/>
                  </a:cubicBezTo>
                  <a:cubicBezTo>
                    <a:pt x="276" y="486"/>
                    <a:pt x="276" y="486"/>
                    <a:pt x="276" y="486"/>
                  </a:cubicBezTo>
                  <a:cubicBezTo>
                    <a:pt x="635" y="486"/>
                    <a:pt x="635" y="486"/>
                    <a:pt x="635" y="486"/>
                  </a:cubicBezTo>
                  <a:cubicBezTo>
                    <a:pt x="647" y="486"/>
                    <a:pt x="647" y="486"/>
                    <a:pt x="647" y="486"/>
                  </a:cubicBezTo>
                  <a:cubicBezTo>
                    <a:pt x="653" y="486"/>
                    <a:pt x="653" y="486"/>
                    <a:pt x="653" y="486"/>
                  </a:cubicBezTo>
                  <a:cubicBezTo>
                    <a:pt x="665" y="486"/>
                    <a:pt x="665" y="486"/>
                    <a:pt x="665" y="486"/>
                  </a:cubicBezTo>
                  <a:cubicBezTo>
                    <a:pt x="673" y="486"/>
                    <a:pt x="673" y="486"/>
                    <a:pt x="673" y="486"/>
                  </a:cubicBezTo>
                  <a:cubicBezTo>
                    <a:pt x="703" y="486"/>
                    <a:pt x="703" y="486"/>
                    <a:pt x="703" y="486"/>
                  </a:cubicBezTo>
                  <a:cubicBezTo>
                    <a:pt x="717" y="486"/>
                    <a:pt x="717" y="486"/>
                    <a:pt x="717" y="486"/>
                  </a:cubicBezTo>
                  <a:cubicBezTo>
                    <a:pt x="727" y="486"/>
                    <a:pt x="727" y="486"/>
                    <a:pt x="727" y="486"/>
                  </a:cubicBezTo>
                  <a:cubicBezTo>
                    <a:pt x="751" y="486"/>
                    <a:pt x="751" y="486"/>
                    <a:pt x="751" y="486"/>
                  </a:cubicBezTo>
                  <a:cubicBezTo>
                    <a:pt x="761" y="486"/>
                    <a:pt x="761" y="486"/>
                    <a:pt x="761" y="486"/>
                  </a:cubicBezTo>
                  <a:cubicBezTo>
                    <a:pt x="888" y="486"/>
                    <a:pt x="888" y="486"/>
                    <a:pt x="888" y="486"/>
                  </a:cubicBezTo>
                  <a:cubicBezTo>
                    <a:pt x="898" y="486"/>
                    <a:pt x="898" y="486"/>
                    <a:pt x="898" y="486"/>
                  </a:cubicBezTo>
                  <a:cubicBezTo>
                    <a:pt x="917" y="486"/>
                    <a:pt x="917" y="486"/>
                    <a:pt x="917" y="486"/>
                  </a:cubicBezTo>
                  <a:cubicBezTo>
                    <a:pt x="926" y="486"/>
                    <a:pt x="926" y="486"/>
                    <a:pt x="926" y="486"/>
                  </a:cubicBezTo>
                  <a:cubicBezTo>
                    <a:pt x="929" y="486"/>
                    <a:pt x="929" y="486"/>
                    <a:pt x="929" y="486"/>
                  </a:cubicBezTo>
                  <a:cubicBezTo>
                    <a:pt x="930" y="486"/>
                    <a:pt x="930" y="486"/>
                    <a:pt x="930" y="486"/>
                  </a:cubicBezTo>
                  <a:cubicBezTo>
                    <a:pt x="945" y="486"/>
                    <a:pt x="945" y="486"/>
                    <a:pt x="945" y="486"/>
                  </a:cubicBezTo>
                  <a:cubicBezTo>
                    <a:pt x="952" y="486"/>
                    <a:pt x="952" y="486"/>
                    <a:pt x="952" y="486"/>
                  </a:cubicBezTo>
                  <a:cubicBezTo>
                    <a:pt x="961" y="486"/>
                    <a:pt x="961" y="486"/>
                    <a:pt x="961" y="486"/>
                  </a:cubicBezTo>
                  <a:cubicBezTo>
                    <a:pt x="970" y="486"/>
                    <a:pt x="970" y="486"/>
                    <a:pt x="970" y="486"/>
                  </a:cubicBezTo>
                  <a:cubicBezTo>
                    <a:pt x="977" y="486"/>
                    <a:pt x="977" y="486"/>
                    <a:pt x="977" y="486"/>
                  </a:cubicBezTo>
                  <a:cubicBezTo>
                    <a:pt x="1087" y="486"/>
                    <a:pt x="1087" y="486"/>
                    <a:pt x="1087" y="486"/>
                  </a:cubicBezTo>
                  <a:cubicBezTo>
                    <a:pt x="1091" y="486"/>
                    <a:pt x="1091" y="486"/>
                    <a:pt x="1091" y="486"/>
                  </a:cubicBezTo>
                  <a:cubicBezTo>
                    <a:pt x="1143" y="486"/>
                    <a:pt x="1143" y="486"/>
                    <a:pt x="1143" y="486"/>
                  </a:cubicBezTo>
                  <a:cubicBezTo>
                    <a:pt x="1147" y="486"/>
                    <a:pt x="1147" y="486"/>
                    <a:pt x="1147" y="486"/>
                  </a:cubicBezTo>
                  <a:cubicBezTo>
                    <a:pt x="1183" y="486"/>
                    <a:pt x="1183" y="486"/>
                    <a:pt x="1183" y="486"/>
                  </a:cubicBezTo>
                  <a:cubicBezTo>
                    <a:pt x="1484" y="486"/>
                    <a:pt x="1484" y="486"/>
                    <a:pt x="1484" y="486"/>
                  </a:cubicBezTo>
                  <a:cubicBezTo>
                    <a:pt x="1491" y="486"/>
                    <a:pt x="1491" y="486"/>
                    <a:pt x="1491" y="486"/>
                  </a:cubicBezTo>
                  <a:cubicBezTo>
                    <a:pt x="1494" y="486"/>
                    <a:pt x="1494" y="486"/>
                    <a:pt x="1494" y="486"/>
                  </a:cubicBezTo>
                  <a:cubicBezTo>
                    <a:pt x="1514" y="486"/>
                    <a:pt x="1514" y="486"/>
                    <a:pt x="1514" y="486"/>
                  </a:cubicBezTo>
                  <a:cubicBezTo>
                    <a:pt x="1515" y="486"/>
                    <a:pt x="1515" y="486"/>
                    <a:pt x="1515" y="486"/>
                  </a:cubicBezTo>
                  <a:cubicBezTo>
                    <a:pt x="1524" y="486"/>
                    <a:pt x="1524" y="486"/>
                    <a:pt x="1524" y="486"/>
                  </a:cubicBezTo>
                  <a:cubicBezTo>
                    <a:pt x="1571" y="486"/>
                    <a:pt x="1571" y="486"/>
                    <a:pt x="1571" y="486"/>
                  </a:cubicBezTo>
                  <a:cubicBezTo>
                    <a:pt x="1603" y="486"/>
                    <a:pt x="1603" y="486"/>
                    <a:pt x="1603" y="486"/>
                  </a:cubicBezTo>
                  <a:cubicBezTo>
                    <a:pt x="1671" y="486"/>
                    <a:pt x="1671" y="486"/>
                    <a:pt x="1671" y="486"/>
                  </a:cubicBezTo>
                  <a:cubicBezTo>
                    <a:pt x="1671" y="78"/>
                    <a:pt x="1671" y="78"/>
                    <a:pt x="1671" y="78"/>
                  </a:cubicBezTo>
                  <a:lnTo>
                    <a:pt x="1607" y="78"/>
                  </a:lnTo>
                  <a:close/>
                  <a:moveTo>
                    <a:pt x="304" y="376"/>
                  </a:moveTo>
                  <a:cubicBezTo>
                    <a:pt x="281" y="376"/>
                    <a:pt x="281" y="376"/>
                    <a:pt x="281" y="376"/>
                  </a:cubicBezTo>
                  <a:cubicBezTo>
                    <a:pt x="281" y="369"/>
                    <a:pt x="281" y="369"/>
                    <a:pt x="281" y="369"/>
                  </a:cubicBezTo>
                  <a:cubicBezTo>
                    <a:pt x="304" y="369"/>
                    <a:pt x="304" y="369"/>
                    <a:pt x="304" y="369"/>
                  </a:cubicBezTo>
                  <a:lnTo>
                    <a:pt x="304" y="376"/>
                  </a:lnTo>
                  <a:close/>
                  <a:moveTo>
                    <a:pt x="304" y="365"/>
                  </a:moveTo>
                  <a:cubicBezTo>
                    <a:pt x="281" y="365"/>
                    <a:pt x="281" y="365"/>
                    <a:pt x="281" y="365"/>
                  </a:cubicBezTo>
                  <a:cubicBezTo>
                    <a:pt x="281" y="357"/>
                    <a:pt x="281" y="357"/>
                    <a:pt x="281" y="357"/>
                  </a:cubicBezTo>
                  <a:cubicBezTo>
                    <a:pt x="304" y="357"/>
                    <a:pt x="304" y="357"/>
                    <a:pt x="304" y="357"/>
                  </a:cubicBezTo>
                  <a:lnTo>
                    <a:pt x="304" y="365"/>
                  </a:lnTo>
                  <a:close/>
                  <a:moveTo>
                    <a:pt x="304" y="354"/>
                  </a:moveTo>
                  <a:cubicBezTo>
                    <a:pt x="281" y="354"/>
                    <a:pt x="281" y="354"/>
                    <a:pt x="281" y="354"/>
                  </a:cubicBezTo>
                  <a:cubicBezTo>
                    <a:pt x="281" y="346"/>
                    <a:pt x="281" y="346"/>
                    <a:pt x="281" y="346"/>
                  </a:cubicBezTo>
                  <a:cubicBezTo>
                    <a:pt x="304" y="346"/>
                    <a:pt x="304" y="346"/>
                    <a:pt x="304" y="346"/>
                  </a:cubicBezTo>
                  <a:lnTo>
                    <a:pt x="304" y="354"/>
                  </a:lnTo>
                  <a:close/>
                  <a:moveTo>
                    <a:pt x="334" y="376"/>
                  </a:moveTo>
                  <a:cubicBezTo>
                    <a:pt x="311" y="376"/>
                    <a:pt x="311" y="376"/>
                    <a:pt x="311" y="376"/>
                  </a:cubicBezTo>
                  <a:cubicBezTo>
                    <a:pt x="311" y="369"/>
                    <a:pt x="311" y="369"/>
                    <a:pt x="311" y="369"/>
                  </a:cubicBezTo>
                  <a:cubicBezTo>
                    <a:pt x="334" y="369"/>
                    <a:pt x="334" y="369"/>
                    <a:pt x="334" y="369"/>
                  </a:cubicBezTo>
                  <a:lnTo>
                    <a:pt x="334" y="376"/>
                  </a:lnTo>
                  <a:close/>
                  <a:moveTo>
                    <a:pt x="334" y="365"/>
                  </a:moveTo>
                  <a:cubicBezTo>
                    <a:pt x="311" y="365"/>
                    <a:pt x="311" y="365"/>
                    <a:pt x="311" y="365"/>
                  </a:cubicBezTo>
                  <a:cubicBezTo>
                    <a:pt x="311" y="357"/>
                    <a:pt x="311" y="357"/>
                    <a:pt x="311" y="357"/>
                  </a:cubicBezTo>
                  <a:cubicBezTo>
                    <a:pt x="334" y="357"/>
                    <a:pt x="334" y="357"/>
                    <a:pt x="334" y="357"/>
                  </a:cubicBezTo>
                  <a:lnTo>
                    <a:pt x="334" y="365"/>
                  </a:lnTo>
                  <a:close/>
                  <a:moveTo>
                    <a:pt x="334" y="354"/>
                  </a:moveTo>
                  <a:cubicBezTo>
                    <a:pt x="311" y="354"/>
                    <a:pt x="311" y="354"/>
                    <a:pt x="311" y="354"/>
                  </a:cubicBezTo>
                  <a:cubicBezTo>
                    <a:pt x="311" y="346"/>
                    <a:pt x="311" y="346"/>
                    <a:pt x="311" y="346"/>
                  </a:cubicBezTo>
                  <a:cubicBezTo>
                    <a:pt x="334" y="346"/>
                    <a:pt x="334" y="346"/>
                    <a:pt x="334" y="346"/>
                  </a:cubicBezTo>
                  <a:lnTo>
                    <a:pt x="334" y="354"/>
                  </a:lnTo>
                  <a:close/>
                  <a:moveTo>
                    <a:pt x="364" y="376"/>
                  </a:moveTo>
                  <a:cubicBezTo>
                    <a:pt x="341" y="376"/>
                    <a:pt x="341" y="376"/>
                    <a:pt x="341" y="376"/>
                  </a:cubicBezTo>
                  <a:cubicBezTo>
                    <a:pt x="341" y="369"/>
                    <a:pt x="341" y="369"/>
                    <a:pt x="341" y="369"/>
                  </a:cubicBezTo>
                  <a:cubicBezTo>
                    <a:pt x="364" y="369"/>
                    <a:pt x="364" y="369"/>
                    <a:pt x="364" y="369"/>
                  </a:cubicBezTo>
                  <a:lnTo>
                    <a:pt x="364" y="376"/>
                  </a:lnTo>
                  <a:close/>
                  <a:moveTo>
                    <a:pt x="364" y="365"/>
                  </a:moveTo>
                  <a:cubicBezTo>
                    <a:pt x="341" y="365"/>
                    <a:pt x="341" y="365"/>
                    <a:pt x="341" y="365"/>
                  </a:cubicBezTo>
                  <a:cubicBezTo>
                    <a:pt x="341" y="357"/>
                    <a:pt x="341" y="357"/>
                    <a:pt x="341" y="357"/>
                  </a:cubicBezTo>
                  <a:cubicBezTo>
                    <a:pt x="364" y="357"/>
                    <a:pt x="364" y="357"/>
                    <a:pt x="364" y="357"/>
                  </a:cubicBezTo>
                  <a:lnTo>
                    <a:pt x="364" y="365"/>
                  </a:lnTo>
                  <a:close/>
                  <a:moveTo>
                    <a:pt x="364" y="354"/>
                  </a:moveTo>
                  <a:cubicBezTo>
                    <a:pt x="341" y="354"/>
                    <a:pt x="341" y="354"/>
                    <a:pt x="341" y="354"/>
                  </a:cubicBezTo>
                  <a:cubicBezTo>
                    <a:pt x="341" y="346"/>
                    <a:pt x="341" y="346"/>
                    <a:pt x="341" y="346"/>
                  </a:cubicBezTo>
                  <a:cubicBezTo>
                    <a:pt x="364" y="346"/>
                    <a:pt x="364" y="346"/>
                    <a:pt x="364" y="346"/>
                  </a:cubicBezTo>
                  <a:lnTo>
                    <a:pt x="364" y="354"/>
                  </a:lnTo>
                  <a:close/>
                  <a:moveTo>
                    <a:pt x="447" y="376"/>
                  </a:moveTo>
                  <a:cubicBezTo>
                    <a:pt x="424" y="376"/>
                    <a:pt x="424" y="376"/>
                    <a:pt x="424" y="376"/>
                  </a:cubicBezTo>
                  <a:cubicBezTo>
                    <a:pt x="424" y="369"/>
                    <a:pt x="424" y="369"/>
                    <a:pt x="424" y="369"/>
                  </a:cubicBezTo>
                  <a:cubicBezTo>
                    <a:pt x="447" y="369"/>
                    <a:pt x="447" y="369"/>
                    <a:pt x="447" y="369"/>
                  </a:cubicBezTo>
                  <a:lnTo>
                    <a:pt x="447" y="376"/>
                  </a:lnTo>
                  <a:close/>
                  <a:moveTo>
                    <a:pt x="447" y="365"/>
                  </a:moveTo>
                  <a:cubicBezTo>
                    <a:pt x="424" y="365"/>
                    <a:pt x="424" y="365"/>
                    <a:pt x="424" y="365"/>
                  </a:cubicBezTo>
                  <a:cubicBezTo>
                    <a:pt x="424" y="357"/>
                    <a:pt x="424" y="357"/>
                    <a:pt x="424" y="357"/>
                  </a:cubicBezTo>
                  <a:cubicBezTo>
                    <a:pt x="447" y="357"/>
                    <a:pt x="447" y="357"/>
                    <a:pt x="447" y="357"/>
                  </a:cubicBezTo>
                  <a:lnTo>
                    <a:pt x="447" y="365"/>
                  </a:lnTo>
                  <a:close/>
                  <a:moveTo>
                    <a:pt x="447" y="354"/>
                  </a:moveTo>
                  <a:cubicBezTo>
                    <a:pt x="424" y="354"/>
                    <a:pt x="424" y="354"/>
                    <a:pt x="424" y="354"/>
                  </a:cubicBezTo>
                  <a:cubicBezTo>
                    <a:pt x="424" y="346"/>
                    <a:pt x="424" y="346"/>
                    <a:pt x="424" y="346"/>
                  </a:cubicBezTo>
                  <a:cubicBezTo>
                    <a:pt x="447" y="346"/>
                    <a:pt x="447" y="346"/>
                    <a:pt x="447" y="346"/>
                  </a:cubicBezTo>
                  <a:lnTo>
                    <a:pt x="447" y="354"/>
                  </a:lnTo>
                  <a:close/>
                  <a:moveTo>
                    <a:pt x="477" y="376"/>
                  </a:moveTo>
                  <a:cubicBezTo>
                    <a:pt x="454" y="376"/>
                    <a:pt x="454" y="376"/>
                    <a:pt x="454" y="376"/>
                  </a:cubicBezTo>
                  <a:cubicBezTo>
                    <a:pt x="454" y="369"/>
                    <a:pt x="454" y="369"/>
                    <a:pt x="454" y="369"/>
                  </a:cubicBezTo>
                  <a:cubicBezTo>
                    <a:pt x="477" y="369"/>
                    <a:pt x="477" y="369"/>
                    <a:pt x="477" y="369"/>
                  </a:cubicBezTo>
                  <a:lnTo>
                    <a:pt x="477" y="376"/>
                  </a:lnTo>
                  <a:close/>
                  <a:moveTo>
                    <a:pt x="477" y="365"/>
                  </a:moveTo>
                  <a:cubicBezTo>
                    <a:pt x="454" y="365"/>
                    <a:pt x="454" y="365"/>
                    <a:pt x="454" y="365"/>
                  </a:cubicBezTo>
                  <a:cubicBezTo>
                    <a:pt x="454" y="357"/>
                    <a:pt x="454" y="357"/>
                    <a:pt x="454" y="357"/>
                  </a:cubicBezTo>
                  <a:cubicBezTo>
                    <a:pt x="477" y="357"/>
                    <a:pt x="477" y="357"/>
                    <a:pt x="477" y="357"/>
                  </a:cubicBezTo>
                  <a:lnTo>
                    <a:pt x="477" y="365"/>
                  </a:lnTo>
                  <a:close/>
                  <a:moveTo>
                    <a:pt x="477" y="354"/>
                  </a:moveTo>
                  <a:cubicBezTo>
                    <a:pt x="454" y="354"/>
                    <a:pt x="454" y="354"/>
                    <a:pt x="454" y="354"/>
                  </a:cubicBezTo>
                  <a:cubicBezTo>
                    <a:pt x="454" y="346"/>
                    <a:pt x="454" y="346"/>
                    <a:pt x="454" y="346"/>
                  </a:cubicBezTo>
                  <a:cubicBezTo>
                    <a:pt x="477" y="346"/>
                    <a:pt x="477" y="346"/>
                    <a:pt x="477" y="346"/>
                  </a:cubicBezTo>
                  <a:lnTo>
                    <a:pt x="477" y="354"/>
                  </a:lnTo>
                  <a:close/>
                  <a:moveTo>
                    <a:pt x="507" y="376"/>
                  </a:moveTo>
                  <a:cubicBezTo>
                    <a:pt x="484" y="376"/>
                    <a:pt x="484" y="376"/>
                    <a:pt x="484" y="376"/>
                  </a:cubicBezTo>
                  <a:cubicBezTo>
                    <a:pt x="484" y="369"/>
                    <a:pt x="484" y="369"/>
                    <a:pt x="484" y="369"/>
                  </a:cubicBezTo>
                  <a:cubicBezTo>
                    <a:pt x="507" y="369"/>
                    <a:pt x="507" y="369"/>
                    <a:pt x="507" y="369"/>
                  </a:cubicBezTo>
                  <a:lnTo>
                    <a:pt x="507" y="376"/>
                  </a:lnTo>
                  <a:close/>
                  <a:moveTo>
                    <a:pt x="507" y="365"/>
                  </a:moveTo>
                  <a:cubicBezTo>
                    <a:pt x="484" y="365"/>
                    <a:pt x="484" y="365"/>
                    <a:pt x="484" y="365"/>
                  </a:cubicBezTo>
                  <a:cubicBezTo>
                    <a:pt x="484" y="357"/>
                    <a:pt x="484" y="357"/>
                    <a:pt x="484" y="357"/>
                  </a:cubicBezTo>
                  <a:cubicBezTo>
                    <a:pt x="507" y="357"/>
                    <a:pt x="507" y="357"/>
                    <a:pt x="507" y="357"/>
                  </a:cubicBezTo>
                  <a:lnTo>
                    <a:pt x="507" y="365"/>
                  </a:lnTo>
                  <a:close/>
                  <a:moveTo>
                    <a:pt x="507" y="354"/>
                  </a:moveTo>
                  <a:cubicBezTo>
                    <a:pt x="484" y="354"/>
                    <a:pt x="484" y="354"/>
                    <a:pt x="484" y="354"/>
                  </a:cubicBezTo>
                  <a:cubicBezTo>
                    <a:pt x="484" y="346"/>
                    <a:pt x="484" y="346"/>
                    <a:pt x="484" y="346"/>
                  </a:cubicBezTo>
                  <a:cubicBezTo>
                    <a:pt x="507" y="346"/>
                    <a:pt x="507" y="346"/>
                    <a:pt x="507" y="346"/>
                  </a:cubicBezTo>
                  <a:lnTo>
                    <a:pt x="507" y="354"/>
                  </a:lnTo>
                  <a:close/>
                  <a:moveTo>
                    <a:pt x="416" y="246"/>
                  </a:moveTo>
                  <a:cubicBezTo>
                    <a:pt x="551" y="224"/>
                    <a:pt x="641" y="326"/>
                    <a:pt x="641" y="326"/>
                  </a:cubicBezTo>
                  <a:cubicBezTo>
                    <a:pt x="511" y="326"/>
                    <a:pt x="511" y="326"/>
                    <a:pt x="511" y="326"/>
                  </a:cubicBezTo>
                  <a:cubicBezTo>
                    <a:pt x="482" y="263"/>
                    <a:pt x="416" y="246"/>
                    <a:pt x="416" y="246"/>
                  </a:cubicBezTo>
                  <a:close/>
                  <a:moveTo>
                    <a:pt x="590" y="376"/>
                  </a:moveTo>
                  <a:cubicBezTo>
                    <a:pt x="568" y="376"/>
                    <a:pt x="568" y="376"/>
                    <a:pt x="568" y="376"/>
                  </a:cubicBezTo>
                  <a:cubicBezTo>
                    <a:pt x="568" y="369"/>
                    <a:pt x="568" y="369"/>
                    <a:pt x="568" y="369"/>
                  </a:cubicBezTo>
                  <a:cubicBezTo>
                    <a:pt x="590" y="369"/>
                    <a:pt x="590" y="369"/>
                    <a:pt x="590" y="369"/>
                  </a:cubicBezTo>
                  <a:lnTo>
                    <a:pt x="590" y="376"/>
                  </a:lnTo>
                  <a:close/>
                  <a:moveTo>
                    <a:pt x="590" y="365"/>
                  </a:moveTo>
                  <a:cubicBezTo>
                    <a:pt x="568" y="365"/>
                    <a:pt x="568" y="365"/>
                    <a:pt x="568" y="365"/>
                  </a:cubicBezTo>
                  <a:cubicBezTo>
                    <a:pt x="568" y="357"/>
                    <a:pt x="568" y="357"/>
                    <a:pt x="568" y="357"/>
                  </a:cubicBezTo>
                  <a:cubicBezTo>
                    <a:pt x="590" y="357"/>
                    <a:pt x="590" y="357"/>
                    <a:pt x="590" y="357"/>
                  </a:cubicBezTo>
                  <a:lnTo>
                    <a:pt x="590" y="365"/>
                  </a:lnTo>
                  <a:close/>
                  <a:moveTo>
                    <a:pt x="590" y="354"/>
                  </a:moveTo>
                  <a:cubicBezTo>
                    <a:pt x="568" y="354"/>
                    <a:pt x="568" y="354"/>
                    <a:pt x="568" y="354"/>
                  </a:cubicBezTo>
                  <a:cubicBezTo>
                    <a:pt x="568" y="346"/>
                    <a:pt x="568" y="346"/>
                    <a:pt x="568" y="346"/>
                  </a:cubicBezTo>
                  <a:cubicBezTo>
                    <a:pt x="590" y="346"/>
                    <a:pt x="590" y="346"/>
                    <a:pt x="590" y="346"/>
                  </a:cubicBezTo>
                  <a:lnTo>
                    <a:pt x="590" y="354"/>
                  </a:lnTo>
                  <a:close/>
                  <a:moveTo>
                    <a:pt x="620" y="376"/>
                  </a:moveTo>
                  <a:cubicBezTo>
                    <a:pt x="598" y="376"/>
                    <a:pt x="598" y="376"/>
                    <a:pt x="598" y="376"/>
                  </a:cubicBezTo>
                  <a:cubicBezTo>
                    <a:pt x="598" y="369"/>
                    <a:pt x="598" y="369"/>
                    <a:pt x="598" y="369"/>
                  </a:cubicBezTo>
                  <a:cubicBezTo>
                    <a:pt x="620" y="369"/>
                    <a:pt x="620" y="369"/>
                    <a:pt x="620" y="369"/>
                  </a:cubicBezTo>
                  <a:lnTo>
                    <a:pt x="620" y="376"/>
                  </a:lnTo>
                  <a:close/>
                  <a:moveTo>
                    <a:pt x="620" y="365"/>
                  </a:moveTo>
                  <a:cubicBezTo>
                    <a:pt x="598" y="365"/>
                    <a:pt x="598" y="365"/>
                    <a:pt x="598" y="365"/>
                  </a:cubicBezTo>
                  <a:cubicBezTo>
                    <a:pt x="598" y="357"/>
                    <a:pt x="598" y="357"/>
                    <a:pt x="598" y="357"/>
                  </a:cubicBezTo>
                  <a:cubicBezTo>
                    <a:pt x="620" y="357"/>
                    <a:pt x="620" y="357"/>
                    <a:pt x="620" y="357"/>
                  </a:cubicBezTo>
                  <a:lnTo>
                    <a:pt x="620" y="365"/>
                  </a:lnTo>
                  <a:close/>
                  <a:moveTo>
                    <a:pt x="620" y="354"/>
                  </a:moveTo>
                  <a:cubicBezTo>
                    <a:pt x="598" y="354"/>
                    <a:pt x="598" y="354"/>
                    <a:pt x="598" y="354"/>
                  </a:cubicBezTo>
                  <a:cubicBezTo>
                    <a:pt x="598" y="346"/>
                    <a:pt x="598" y="346"/>
                    <a:pt x="598" y="346"/>
                  </a:cubicBezTo>
                  <a:cubicBezTo>
                    <a:pt x="620" y="346"/>
                    <a:pt x="620" y="346"/>
                    <a:pt x="620" y="346"/>
                  </a:cubicBezTo>
                  <a:lnTo>
                    <a:pt x="620" y="354"/>
                  </a:lnTo>
                  <a:close/>
                  <a:moveTo>
                    <a:pt x="650" y="376"/>
                  </a:moveTo>
                  <a:cubicBezTo>
                    <a:pt x="628" y="376"/>
                    <a:pt x="628" y="376"/>
                    <a:pt x="628" y="376"/>
                  </a:cubicBezTo>
                  <a:cubicBezTo>
                    <a:pt x="628" y="369"/>
                    <a:pt x="628" y="369"/>
                    <a:pt x="628" y="369"/>
                  </a:cubicBezTo>
                  <a:cubicBezTo>
                    <a:pt x="650" y="369"/>
                    <a:pt x="650" y="369"/>
                    <a:pt x="650" y="369"/>
                  </a:cubicBezTo>
                  <a:lnTo>
                    <a:pt x="650" y="376"/>
                  </a:lnTo>
                  <a:close/>
                  <a:moveTo>
                    <a:pt x="650" y="365"/>
                  </a:moveTo>
                  <a:cubicBezTo>
                    <a:pt x="628" y="365"/>
                    <a:pt x="628" y="365"/>
                    <a:pt x="628" y="365"/>
                  </a:cubicBezTo>
                  <a:cubicBezTo>
                    <a:pt x="628" y="357"/>
                    <a:pt x="628" y="357"/>
                    <a:pt x="628" y="357"/>
                  </a:cubicBezTo>
                  <a:cubicBezTo>
                    <a:pt x="650" y="357"/>
                    <a:pt x="650" y="357"/>
                    <a:pt x="650" y="357"/>
                  </a:cubicBezTo>
                  <a:lnTo>
                    <a:pt x="650" y="365"/>
                  </a:lnTo>
                  <a:close/>
                  <a:moveTo>
                    <a:pt x="650" y="354"/>
                  </a:moveTo>
                  <a:cubicBezTo>
                    <a:pt x="628" y="354"/>
                    <a:pt x="628" y="354"/>
                    <a:pt x="628" y="354"/>
                  </a:cubicBezTo>
                  <a:cubicBezTo>
                    <a:pt x="628" y="346"/>
                    <a:pt x="628" y="346"/>
                    <a:pt x="628" y="346"/>
                  </a:cubicBezTo>
                  <a:cubicBezTo>
                    <a:pt x="650" y="346"/>
                    <a:pt x="650" y="346"/>
                    <a:pt x="650" y="346"/>
                  </a:cubicBezTo>
                  <a:lnTo>
                    <a:pt x="650" y="35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599"/>
            </a:p>
          </p:txBody>
        </p:sp>
        <p:grpSp>
          <p:nvGrpSpPr>
            <p:cNvPr id="102" name="Group 101"/>
            <p:cNvGrpSpPr/>
            <p:nvPr userDrawn="1"/>
          </p:nvGrpSpPr>
          <p:grpSpPr>
            <a:xfrm>
              <a:off x="0" y="5397500"/>
              <a:ext cx="3292189" cy="1597025"/>
              <a:chOff x="0" y="5691798"/>
              <a:chExt cx="3292189" cy="1302727"/>
            </a:xfrm>
          </p:grpSpPr>
          <p:sp>
            <p:nvSpPr>
              <p:cNvPr id="94" name="Rectangle 93"/>
              <p:cNvSpPr/>
              <p:nvPr userDrawn="1"/>
            </p:nvSpPr>
            <p:spPr bwMode="auto">
              <a:xfrm>
                <a:off x="2560677" y="6148993"/>
                <a:ext cx="731512" cy="845532"/>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5" name="Rectangle 94"/>
              <p:cNvSpPr/>
              <p:nvPr userDrawn="1"/>
            </p:nvSpPr>
            <p:spPr bwMode="auto">
              <a:xfrm>
                <a:off x="2012043" y="5966115"/>
                <a:ext cx="731512"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6" name="Rectangle 95"/>
              <p:cNvSpPr/>
              <p:nvPr userDrawn="1"/>
            </p:nvSpPr>
            <p:spPr bwMode="auto">
              <a:xfrm>
                <a:off x="1554847" y="5691798"/>
                <a:ext cx="457195" cy="1302727"/>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7" name="Rectangle 96"/>
              <p:cNvSpPr/>
              <p:nvPr userDrawn="1"/>
            </p:nvSpPr>
            <p:spPr bwMode="auto">
              <a:xfrm>
                <a:off x="1097653" y="5966115"/>
                <a:ext cx="457195"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8" name="Rectangle 97"/>
              <p:cNvSpPr/>
              <p:nvPr userDrawn="1"/>
            </p:nvSpPr>
            <p:spPr bwMode="auto">
              <a:xfrm>
                <a:off x="823336" y="5783263"/>
                <a:ext cx="274317" cy="1211262"/>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9" name="Rectangle 98"/>
              <p:cNvSpPr/>
              <p:nvPr userDrawn="1"/>
            </p:nvSpPr>
            <p:spPr bwMode="auto">
              <a:xfrm>
                <a:off x="549019" y="5691798"/>
                <a:ext cx="274317" cy="1302727"/>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100" name="Rectangle 99"/>
              <p:cNvSpPr/>
              <p:nvPr userDrawn="1"/>
            </p:nvSpPr>
            <p:spPr bwMode="auto">
              <a:xfrm>
                <a:off x="0" y="5966115"/>
                <a:ext cx="731512"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grpSp>
      </p:grpSp>
      <p:sp>
        <p:nvSpPr>
          <p:cNvPr id="3" name="TextBox 2"/>
          <p:cNvSpPr txBox="1"/>
          <p:nvPr userDrawn="1"/>
        </p:nvSpPr>
        <p:spPr>
          <a:xfrm>
            <a:off x="10603689" y="6062368"/>
            <a:ext cx="1558084" cy="634440"/>
          </a:xfrm>
          <a:prstGeom prst="rect">
            <a:avLst/>
          </a:prstGeom>
          <a:noFill/>
        </p:spPr>
        <p:txBody>
          <a:bodyPr wrap="none" lIns="182854" tIns="146283" rIns="182854" bIns="146283" rtlCol="0" anchor="b">
            <a:spAutoFit/>
          </a:bodyPr>
          <a:lstStyle/>
          <a:p>
            <a:pPr algn="r">
              <a:lnSpc>
                <a:spcPct val="90000"/>
              </a:lnSpc>
              <a:spcAft>
                <a:spcPts val="600"/>
              </a:spcAft>
            </a:pPr>
            <a:r>
              <a:rPr lang="en-US" sz="2400">
                <a:gradFill>
                  <a:gsLst>
                    <a:gs pos="2917">
                      <a:schemeClr val="tx1"/>
                    </a:gs>
                    <a:gs pos="30000">
                      <a:schemeClr val="tx1"/>
                    </a:gs>
                  </a:gsLst>
                  <a:lin ang="5400000" scaled="0"/>
                </a:gradFill>
              </a:rPr>
              <a:t>#WPC16</a:t>
            </a:r>
          </a:p>
        </p:txBody>
      </p:sp>
    </p:spTree>
    <p:extLst>
      <p:ext uri="{BB962C8B-B14F-4D97-AF65-F5344CB8AC3E}">
        <p14:creationId xmlns:p14="http://schemas.microsoft.com/office/powerpoint/2010/main" val="9386316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3" name="Text Placeholder 4"/>
          <p:cNvSpPr>
            <a:spLocks noGrp="1"/>
          </p:cNvSpPr>
          <p:nvPr>
            <p:ph type="body" sz="quarter" idx="15" hasCustomPrompt="1"/>
          </p:nvPr>
        </p:nvSpPr>
        <p:spPr bwMode="invGray">
          <a:xfrm>
            <a:off x="9418638" y="872401"/>
            <a:ext cx="2743200" cy="578303"/>
          </a:xfrm>
        </p:spPr>
        <p:txBody>
          <a:bodyPr lIns="182880" tIns="146304" rIns="182880" bIns="146304" anchor="b"/>
          <a:lstStyle>
            <a:lvl1pPr marL="0" indent="0" algn="r">
              <a:buNone/>
              <a:defRPr sz="2000">
                <a:gradFill>
                  <a:gsLst>
                    <a:gs pos="14644">
                      <a:schemeClr val="tx1"/>
                    </a:gs>
                    <a:gs pos="37000">
                      <a:schemeClr val="tx1"/>
                    </a:gs>
                  </a:gsLst>
                  <a:lin ang="5400000" scaled="0"/>
                </a:gradFill>
                <a:latin typeface="+mn-lt"/>
              </a:defRPr>
            </a:lvl1pPr>
            <a:lvl2pPr marL="342834" indent="0">
              <a:buNone/>
              <a:defRPr/>
            </a:lvl2pPr>
            <a:lvl3pPr marL="571390" indent="0">
              <a:buNone/>
              <a:defRPr/>
            </a:lvl3pPr>
            <a:lvl4pPr marL="799946" indent="0">
              <a:buNone/>
              <a:defRPr/>
            </a:lvl4pPr>
            <a:lvl5pPr marL="1028503" indent="0">
              <a:buNone/>
              <a:defRPr/>
            </a:lvl5pPr>
          </a:lstStyle>
          <a:p>
            <a:pPr lvl="0"/>
            <a:r>
              <a:rPr lang="en-US"/>
              <a:t>#hashtag</a:t>
            </a:r>
          </a:p>
        </p:txBody>
      </p:sp>
      <p:sp>
        <p:nvSpPr>
          <p:cNvPr id="15" name="Text Placeholder 4"/>
          <p:cNvSpPr>
            <a:spLocks noGrp="1"/>
          </p:cNvSpPr>
          <p:nvPr>
            <p:ph type="body" sz="quarter" idx="16" hasCustomPrompt="1"/>
          </p:nvPr>
        </p:nvSpPr>
        <p:spPr>
          <a:xfrm>
            <a:off x="8961408" y="305776"/>
            <a:ext cx="3200431" cy="578303"/>
          </a:xfrm>
        </p:spPr>
        <p:txBody>
          <a:bodyPr lIns="182880" tIns="146304" rIns="182880" bIns="146304" anchor="t"/>
          <a:lstStyle>
            <a:lvl1pPr marL="0" indent="0" algn="r">
              <a:buNone/>
              <a:defRPr sz="2000" baseline="0">
                <a:gradFill>
                  <a:gsLst>
                    <a:gs pos="90377">
                      <a:srgbClr val="F8F8F8"/>
                    </a:gs>
                    <a:gs pos="72000">
                      <a:srgbClr val="F8F8F8"/>
                    </a:gs>
                  </a:gsLst>
                  <a:lin ang="5400000" scaled="0"/>
                </a:gradFill>
                <a:latin typeface="+mn-lt"/>
              </a:defRPr>
            </a:lvl1pPr>
            <a:lvl2pPr marL="342834" indent="0">
              <a:buNone/>
              <a:defRPr/>
            </a:lvl2pPr>
            <a:lvl3pPr marL="571390" indent="0">
              <a:buNone/>
              <a:defRPr/>
            </a:lvl3pPr>
            <a:lvl4pPr marL="799946" indent="0">
              <a:buNone/>
              <a:defRPr/>
            </a:lvl4pPr>
            <a:lvl5pPr marL="1028503" indent="0">
              <a:buNone/>
              <a:defRPr/>
            </a:lvl5pPr>
          </a:lstStyle>
          <a:p>
            <a:pPr lvl="0"/>
            <a:r>
              <a:rPr lang="en-US"/>
              <a:t>Session code</a:t>
            </a:r>
          </a:p>
        </p:txBody>
      </p:sp>
      <p:pic>
        <p:nvPicPr>
          <p:cNvPr id="16" name="Picture 15"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59231" y="6240963"/>
            <a:ext cx="1278510" cy="274137"/>
          </a:xfrm>
          <a:prstGeom prst="rect">
            <a:avLst/>
          </a:prstGeom>
        </p:spPr>
      </p:pic>
      <p:pic>
        <p:nvPicPr>
          <p:cNvPr id="14" name="Picture 13"/>
          <p:cNvPicPr>
            <a:picLocks noChangeAspect="1"/>
          </p:cNvPicPr>
          <p:nvPr userDrawn="1"/>
        </p:nvPicPr>
        <p:blipFill rotWithShape="1">
          <a:blip r:embed="rId3" cstate="screen">
            <a:extLst>
              <a:ext uri="{28A0092B-C50C-407E-A947-70E740481C1C}">
                <a14:useLocalDpi xmlns:a14="http://schemas.microsoft.com/office/drawing/2010/main"/>
              </a:ext>
            </a:extLst>
          </a:blip>
          <a:srcRect b="1380"/>
          <a:stretch/>
        </p:blipFill>
        <p:spPr bwMode="invGray">
          <a:xfrm>
            <a:off x="457200" y="484180"/>
            <a:ext cx="1449939" cy="306604"/>
          </a:xfrm>
          <a:prstGeom prst="rect">
            <a:avLst/>
          </a:prstGeom>
        </p:spPr>
      </p:pic>
      <p:sp>
        <p:nvSpPr>
          <p:cNvPr id="8"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399" spc="-100" baseline="0">
                <a:gradFill>
                  <a:gsLst>
                    <a:gs pos="100000">
                      <a:schemeClr val="tx2"/>
                    </a:gs>
                    <a:gs pos="0">
                      <a:schemeClr val="tx2"/>
                    </a:gs>
                  </a:gsLst>
                  <a:lin ang="5400000" scaled="0"/>
                </a:gradFill>
              </a:defRPr>
            </a:lvl1pPr>
          </a:lstStyle>
          <a:p>
            <a:r>
              <a:rPr lang="en-US"/>
              <a:t>Presentation title</a:t>
            </a:r>
          </a:p>
        </p:txBody>
      </p:sp>
      <p:sp>
        <p:nvSpPr>
          <p:cNvPr id="9" name="Text Placeholder 4"/>
          <p:cNvSpPr>
            <a:spLocks noGrp="1"/>
          </p:cNvSpPr>
          <p:nvPr>
            <p:ph type="body" sz="quarter" idx="12" hasCustomPrompt="1"/>
          </p:nvPr>
        </p:nvSpPr>
        <p:spPr>
          <a:xfrm>
            <a:off x="274702" y="3955786"/>
            <a:ext cx="7315137" cy="1828007"/>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1554138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32468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5412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092881"/>
          </a:xfrm>
        </p:spPr>
        <p:txBody>
          <a:bodyPr>
            <a:spAutoFit/>
          </a:bodyPr>
          <a:lstStyle>
            <a:lvl1pPr>
              <a:defRPr sz="3999">
                <a:gradFill>
                  <a:gsLst>
                    <a:gs pos="1250">
                      <a:schemeClr val="tx2"/>
                    </a:gs>
                    <a:gs pos="99000">
                      <a:schemeClr val="tx2"/>
                    </a:gs>
                  </a:gsLst>
                  <a:lin ang="5400000" scaled="0"/>
                </a:gra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891908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092881"/>
          </a:xfrm>
        </p:spPr>
        <p:txBody>
          <a:bodyPr>
            <a:spAutoFit/>
          </a:bodyPr>
          <a:lstStyle>
            <a:lvl1pPr>
              <a:defRPr sz="3999"/>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90273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9">
                <a:gradFill>
                  <a:gsLst>
                    <a:gs pos="1250">
                      <a:schemeClr val="tx2"/>
                    </a:gs>
                    <a:gs pos="99000">
                      <a:schemeClr val="tx2"/>
                    </a:gs>
                  </a:gsLst>
                  <a:lin ang="5400000" scaled="0"/>
                </a:gradFill>
              </a:defRPr>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9">
                <a:gradFill>
                  <a:gsLst>
                    <a:gs pos="1250">
                      <a:schemeClr val="tx2"/>
                    </a:gs>
                    <a:gs pos="99000">
                      <a:schemeClr val="tx2"/>
                    </a:gs>
                  </a:gsLst>
                  <a:lin ang="5400000" scaled="0"/>
                </a:gradFill>
              </a:defRPr>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844265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16735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50"/>
            <a:ext cx="5486399" cy="1985506"/>
          </a:xfrm>
        </p:spPr>
        <p:txBody>
          <a:bodyPr wrap="square">
            <a:spAutoFit/>
          </a:bodyPr>
          <a:lstStyle>
            <a:lvl1pPr marL="287282" indent="-287282">
              <a:spcBef>
                <a:spcPts val="1224"/>
              </a:spcBef>
              <a:buClr>
                <a:schemeClr val="tx2"/>
              </a:buClr>
              <a:buFont typeface="Arial" pitchFamily="34" charset="0"/>
              <a:buChar char="•"/>
              <a:defRPr sz="3199">
                <a:gradFill>
                  <a:gsLst>
                    <a:gs pos="1250">
                      <a:schemeClr val="tx2"/>
                    </a:gs>
                    <a:gs pos="99000">
                      <a:schemeClr val="tx2"/>
                    </a:gs>
                  </a:gsLst>
                  <a:lin ang="5400000" scaled="0"/>
                </a:gradFill>
              </a:defRPr>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50"/>
            <a:ext cx="5486399" cy="1985506"/>
          </a:xfrm>
        </p:spPr>
        <p:txBody>
          <a:bodyPr wrap="square">
            <a:spAutoFit/>
          </a:bodyPr>
          <a:lstStyle>
            <a:lvl1pPr marL="287282" indent="-287282">
              <a:spcBef>
                <a:spcPts val="1224"/>
              </a:spcBef>
              <a:buClr>
                <a:schemeClr val="tx2"/>
              </a:buClr>
              <a:buFont typeface="Arial" pitchFamily="34" charset="0"/>
              <a:buChar char="•"/>
              <a:defRPr sz="3199">
                <a:gradFill>
                  <a:gsLst>
                    <a:gs pos="1250">
                      <a:schemeClr val="tx2"/>
                    </a:gs>
                    <a:gs pos="99000">
                      <a:schemeClr val="tx2"/>
                    </a:gs>
                  </a:gsLst>
                  <a:lin ang="5400000" scaled="0"/>
                </a:gradFill>
              </a:defRPr>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746570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50"/>
            <a:ext cx="5486399" cy="1985506"/>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50"/>
            <a:ext cx="5486399" cy="1985506"/>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2261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8713556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4"/>
            <a:ext cx="4571278" cy="1181862"/>
          </a:xfrm>
          <a:noFill/>
        </p:spPr>
        <p:txBody>
          <a:bodyPr wrap="square" tIns="91440" bIns="91440" anchor="t" anchorCtr="0">
            <a:spAutoFit/>
          </a:bodyPr>
          <a:lstStyle>
            <a:lvl1pPr>
              <a:defRPr sz="7198" spc="-100"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9" y="3954463"/>
            <a:ext cx="4572000" cy="738664"/>
          </a:xfrm>
          <a:noFill/>
        </p:spPr>
        <p:txBody>
          <a:bodyPr wrap="square" lIns="182880" tIns="146304" rIns="182880" bIns="146304">
            <a:spAutoFit/>
          </a:bodyPr>
          <a:lstStyle>
            <a:lvl1pPr marL="0" indent="0">
              <a:spcBef>
                <a:spcPts val="0"/>
              </a:spcBef>
              <a:buNone/>
              <a:defRPr sz="3199" spc="0" baseline="0">
                <a:gradFill>
                  <a:gsLst>
                    <a:gs pos="0">
                      <a:schemeClr val="tx1"/>
                    </a:gs>
                    <a:gs pos="100000">
                      <a:schemeClr val="tx1"/>
                    </a:gs>
                  </a:gsLst>
                  <a:lin ang="5400000" scaled="0"/>
                </a:gradFill>
                <a:latin typeface="+mj-lt"/>
              </a:defRPr>
            </a:lvl1pPr>
          </a:lstStyle>
          <a:p>
            <a:pPr lvl="0"/>
            <a:r>
              <a:rPr lang="en-US"/>
              <a:t>Speaker Name</a:t>
            </a:r>
          </a:p>
        </p:txBody>
      </p:sp>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b="-6"/>
          <a:stretch/>
        </p:blipFill>
        <p:spPr>
          <a:xfrm>
            <a:off x="5303126" y="447"/>
            <a:ext cx="7131760" cy="6999980"/>
          </a:xfrm>
          <a:prstGeom prst="rect">
            <a:avLst/>
          </a:prstGeom>
        </p:spPr>
      </p:pic>
    </p:spTree>
    <p:extLst>
      <p:ext uri="{BB962C8B-B14F-4D97-AF65-F5344CB8AC3E}">
        <p14:creationId xmlns:p14="http://schemas.microsoft.com/office/powerpoint/2010/main" val="32645568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4"/>
            <a:ext cx="4571278" cy="1181862"/>
          </a:xfrm>
          <a:noFill/>
        </p:spPr>
        <p:txBody>
          <a:bodyPr wrap="square" tIns="91440" bIns="91440" anchor="t" anchorCtr="0">
            <a:spAutoFit/>
          </a:bodyPr>
          <a:lstStyle>
            <a:lvl1pPr>
              <a:defRPr sz="7198" spc="-100" baseline="0">
                <a:gradFill>
                  <a:gsLst>
                    <a:gs pos="0">
                      <a:schemeClr val="tx1"/>
                    </a:gs>
                    <a:gs pos="100000">
                      <a:schemeClr val="tx1"/>
                    </a:gs>
                  </a:gsLst>
                  <a:lin ang="5400000" scaled="0"/>
                </a:gradFill>
              </a:defRPr>
            </a:lvl1pPr>
          </a:lstStyle>
          <a:p>
            <a:r>
              <a:rPr lang="en-US"/>
              <a:t>Video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303848" y="0"/>
            <a:ext cx="7134212" cy="6999979"/>
          </a:xfrm>
          <a:prstGeom prst="rect">
            <a:avLst/>
          </a:prstGeom>
        </p:spPr>
      </p:pic>
    </p:spTree>
    <p:extLst>
      <p:ext uri="{BB962C8B-B14F-4D97-AF65-F5344CB8AC3E}">
        <p14:creationId xmlns:p14="http://schemas.microsoft.com/office/powerpoint/2010/main" val="11251605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83112428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68807083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41426"/>
            <a:ext cx="5486399" cy="2012859"/>
          </a:xfrm>
        </p:spPr>
        <p:txBody>
          <a:bodyPr>
            <a:spAutoFit/>
          </a:bodyPr>
          <a:lstStyle>
            <a:lvl1pPr>
              <a:defRPr sz="6599" baseline="0">
                <a:gradFill>
                  <a:gsLst>
                    <a:gs pos="1250">
                      <a:schemeClr val="tx1"/>
                    </a:gs>
                    <a:gs pos="100000">
                      <a:schemeClr val="tx1"/>
                    </a:gs>
                  </a:gsLst>
                  <a:lin ang="5400000" scaled="0"/>
                </a:gradFill>
              </a:defRPr>
            </a:lvl1pPr>
          </a:lstStyle>
          <a:p>
            <a:r>
              <a:rPr lang="en-US"/>
              <a:t>50/50 photo layout</a:t>
            </a:r>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599"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15267782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21151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84905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2" tIns="46632" rIns="46632" bIns="46632" numCol="1" spcCol="0" rtlCol="0" fromWordArt="0" anchor="ctr" anchorCtr="0" forceAA="0" compatLnSpc="1">
            <a:prstTxWarp prst="textNoShape">
              <a:avLst/>
            </a:prstTxWarp>
            <a:noAutofit/>
          </a:bodyPr>
          <a:lstStyle/>
          <a:p>
            <a:pPr algn="ctr" defTabSz="932293" fontAlgn="base">
              <a:spcBef>
                <a:spcPct val="0"/>
              </a:spcBef>
              <a:spcAft>
                <a:spcPct val="0"/>
              </a:spcAft>
            </a:pPr>
            <a:endParaRPr lang="en-US" sz="180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8"/>
            <a:ext cx="11887199" cy="1995931"/>
          </a:xfrm>
        </p:spPr>
        <p:txBody>
          <a:bodyPr/>
          <a:lstStyle>
            <a:lvl1pPr marL="0" indent="0">
              <a:buNone/>
              <a:defRPr sz="3299">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48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49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40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79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7316425"/>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losing logo slide_color">
    <p:bg>
      <p:bgPr>
        <a:solidFill>
          <a:schemeClr val="accent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7"/>
            <a:ext cx="11887199" cy="403187"/>
          </a:xfrm>
          <a:prstGeom prst="rect">
            <a:avLst/>
          </a:prstGeom>
          <a:noFill/>
          <a:ln w="12700">
            <a:noFill/>
            <a:miter lim="800000"/>
            <a:headEnd type="none" w="sm" len="sm"/>
            <a:tailEnd type="none" w="sm" len="sm"/>
          </a:ln>
          <a:effectLst/>
        </p:spPr>
        <p:txBody>
          <a:bodyPr vert="horz" wrap="square" lIns="182854" tIns="146283" rIns="182854" bIns="146283" numCol="1" anchor="t" anchorCtr="0" compatLnSpc="1">
            <a:prstTxWarp prst="textNoShape">
              <a:avLst/>
            </a:prstTxWarp>
            <a:spAutoFit/>
          </a:bodyPr>
          <a:lstStyle/>
          <a:p>
            <a:pPr defTabSz="932111" eaLnBrk="0" hangingPunct="0"/>
            <a:r>
              <a:rPr lang="en-US" sz="700">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spTree>
    <p:extLst>
      <p:ext uri="{BB962C8B-B14F-4D97-AF65-F5344CB8AC3E}">
        <p14:creationId xmlns:p14="http://schemas.microsoft.com/office/powerpoint/2010/main" val="24752865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9" y="1212851"/>
            <a:ext cx="11887200" cy="2443746"/>
          </a:xfrm>
          <a:prstGeom prst="rect">
            <a:avLst/>
          </a:prstGeom>
        </p:spPr>
        <p:txBody>
          <a:bodyPr/>
          <a:lstStyle>
            <a:lvl1pPr marL="290457" indent="-290457">
              <a:buClr>
                <a:schemeClr val="tx1"/>
              </a:buClr>
              <a:buSzPct val="90000"/>
              <a:buFont typeface="Arial" pitchFamily="34" charset="0"/>
              <a:buChar char="•"/>
              <a:defRPr sz="359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390" indent="-280935">
              <a:buClr>
                <a:schemeClr val="tx1"/>
              </a:buClr>
              <a:buSzPct val="90000"/>
              <a:buFont typeface="Arial" pitchFamily="34" charset="0"/>
              <a:buChar char="•"/>
              <a:defRPr sz="3199">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847" indent="-290457">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404" indent="-228557">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960" indent="-228557">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2"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329547497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start screen">
    <p:bg>
      <p:bgPr>
        <a:solidFill>
          <a:srgbClr val="0078D7"/>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2482" y="6030463"/>
            <a:ext cx="1097269" cy="209971"/>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42987" y="662655"/>
            <a:ext cx="10461592" cy="5205888"/>
          </a:xfrm>
          <a:prstGeom prst="rect">
            <a:avLst/>
          </a:prstGeom>
        </p:spPr>
      </p:pic>
    </p:spTree>
    <p:extLst>
      <p:ext uri="{BB962C8B-B14F-4D97-AF65-F5344CB8AC3E}">
        <p14:creationId xmlns:p14="http://schemas.microsoft.com/office/powerpoint/2010/main" val="9885269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Bangalore title">
    <p:bg>
      <p:bgPr>
        <a:solidFill>
          <a:srgbClr val="0078D7"/>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3"/>
            <a:ext cx="5943535" cy="2011665"/>
          </a:xfrm>
          <a:noFill/>
        </p:spPr>
        <p:txBody>
          <a:bodyPr lIns="146304" tIns="91440" rIns="146304" bIns="91440" anchor="t" anchorCtr="0"/>
          <a:lstStyle>
            <a:lvl1pPr>
              <a:defRPr sz="5398"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4" y="3680142"/>
            <a:ext cx="4846268" cy="1009740"/>
          </a:xfrm>
          <a:noFill/>
        </p:spPr>
        <p:txBody>
          <a:bodyPr lIns="146304" tIns="109728" rIns="146304" bIns="109728">
            <a:noAutofit/>
          </a:bodyPr>
          <a:lstStyle>
            <a:lvl1pPr marL="0" indent="0">
              <a:spcBef>
                <a:spcPts val="0"/>
              </a:spcBef>
              <a:buNone/>
              <a:defRPr sz="3198" spc="0" baseline="0">
                <a:gradFill>
                  <a:gsLst>
                    <a:gs pos="91000">
                      <a:schemeClr val="tx1"/>
                    </a:gs>
                    <a:gs pos="0">
                      <a:schemeClr val="tx1"/>
                    </a:gs>
                  </a:gsLst>
                  <a:lin ang="5400000" scaled="0"/>
                </a:gradFill>
                <a:latin typeface="+mj-lt"/>
              </a:defRPr>
            </a:lvl1pPr>
          </a:lstStyle>
          <a:p>
            <a:pPr lvl="0"/>
            <a:r>
              <a:rPr lang="en-US"/>
              <a:t>Speaker Name</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581" y="6234299"/>
            <a:ext cx="1097269" cy="209971"/>
          </a:xfrm>
          <a:prstGeom prst="rect">
            <a:avLst/>
          </a:prstGeom>
        </p:spPr>
      </p:pic>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06073" y="1394167"/>
            <a:ext cx="7376710" cy="3670791"/>
          </a:xfrm>
          <a:prstGeom prst="rect">
            <a:avLst/>
          </a:prstGeom>
        </p:spPr>
      </p:pic>
    </p:spTree>
    <p:extLst>
      <p:ext uri="{BB962C8B-B14F-4D97-AF65-F5344CB8AC3E}">
        <p14:creationId xmlns:p14="http://schemas.microsoft.com/office/powerpoint/2010/main" val="1951077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_Title Slide 2_Option 1 - Preferred">
    <p:bg>
      <p:bgPr>
        <a:solidFill>
          <a:srgbClr val="0078D7"/>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0"/>
            <a:ext cx="8046632" cy="1828786"/>
          </a:xfrm>
          <a:noFill/>
        </p:spPr>
        <p:txBody>
          <a:bodyPr lIns="146304" tIns="91440" rIns="146304" bIns="91440" anchor="t" anchorCtr="0"/>
          <a:lstStyle>
            <a:lvl1pPr>
              <a:defRPr sz="5398" spc="-100" baseline="0">
                <a:solidFill>
                  <a:schemeClr val="tx1"/>
                </a:solidFill>
              </a:defRPr>
            </a:lvl1pPr>
          </a:lstStyle>
          <a:p>
            <a:r>
              <a:rPr lang="en-US"/>
              <a:t>Lorem ipsum</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581" y="6234299"/>
            <a:ext cx="1097269" cy="209971"/>
          </a:xfrm>
          <a:prstGeom prst="rect">
            <a:avLst/>
          </a:prstGeom>
        </p:spPr>
      </p:pic>
    </p:spTree>
    <p:extLst>
      <p:ext uri="{BB962C8B-B14F-4D97-AF65-F5344CB8AC3E}">
        <p14:creationId xmlns:p14="http://schemas.microsoft.com/office/powerpoint/2010/main" val="97321660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0" y="1212852"/>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13" indent="0">
              <a:buNone/>
              <a:defRPr/>
            </a:lvl3pPr>
            <a:lvl4pPr marL="457024" indent="0">
              <a:buNone/>
              <a:defRPr/>
            </a:lvl4pPr>
            <a:lvl5pPr marL="685537"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3932163"/>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0078D7"/>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0" y="1212852"/>
            <a:ext cx="11887200" cy="2025170"/>
          </a:xfrm>
        </p:spPr>
        <p:txBody>
          <a:bodyPr>
            <a:spAutoFit/>
          </a:bodyPr>
          <a:lstStyle>
            <a:lvl1pPr>
              <a:defRPr sz="3598"/>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83851"/>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1" y="1212849"/>
            <a:ext cx="5486399" cy="2425279"/>
          </a:xfrm>
        </p:spPr>
        <p:txBody>
          <a:bodyPr wrap="square">
            <a:spAutoFit/>
          </a:bodyPr>
          <a:lstStyle>
            <a:lvl1pPr marL="287227" indent="-287227">
              <a:spcBef>
                <a:spcPts val="1224"/>
              </a:spcBef>
              <a:buClr>
                <a:schemeClr val="tx1"/>
              </a:buClr>
              <a:buFont typeface="Arial" pitchFamily="34" charset="0"/>
              <a:buChar char="•"/>
              <a:defRPr sz="3198"/>
            </a:lvl1pPr>
            <a:lvl2pPr marL="530962" indent="-233105">
              <a:defRPr sz="2400"/>
            </a:lvl2pPr>
            <a:lvl3pPr marL="699316" indent="-168355">
              <a:tabLst/>
              <a:defRPr sz="2000"/>
            </a:lvl3pPr>
            <a:lvl4pPr marL="880619" indent="-181305">
              <a:defRPr/>
            </a:lvl4pPr>
            <a:lvl5pPr marL="1048973" indent="-168355">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227" indent="-287227">
              <a:spcBef>
                <a:spcPts val="1224"/>
              </a:spcBef>
              <a:buClr>
                <a:schemeClr val="tx1"/>
              </a:buClr>
              <a:buFont typeface="Arial" pitchFamily="34" charset="0"/>
              <a:buChar char="•"/>
              <a:defRPr sz="3198"/>
            </a:lvl1pPr>
            <a:lvl2pPr marL="530962" indent="-233105">
              <a:defRPr sz="2400"/>
            </a:lvl2pPr>
            <a:lvl3pPr marL="699316" indent="-168355">
              <a:tabLst/>
              <a:defRPr sz="2000"/>
            </a:lvl3pPr>
            <a:lvl4pPr marL="880619" indent="-181305">
              <a:defRPr/>
            </a:lvl4pPr>
            <a:lvl5pPr marL="1048973" indent="-168355">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0453913"/>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2_Two Column Bullet text">
    <p:bg>
      <p:bgPr>
        <a:solidFill>
          <a:srgbClr val="001F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37759760"/>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1" y="1212849"/>
            <a:ext cx="5486399" cy="1914370"/>
          </a:xfrm>
        </p:spPr>
        <p:txBody>
          <a:bodyPr wrap="square">
            <a:spAutoFit/>
          </a:bodyPr>
          <a:lstStyle>
            <a:lvl1pPr marL="0" indent="0">
              <a:spcBef>
                <a:spcPts val="1224"/>
              </a:spcBef>
              <a:buClr>
                <a:schemeClr val="tx1"/>
              </a:buClr>
              <a:buFont typeface="Wingdings" pitchFamily="2" charset="2"/>
              <a:buNone/>
              <a:defRPr sz="3198"/>
            </a:lvl1pPr>
            <a:lvl2pPr marL="0" indent="0">
              <a:buNone/>
              <a:defRPr sz="2000"/>
            </a:lvl2pPr>
            <a:lvl3pPr marL="231686" indent="0">
              <a:buNone/>
              <a:tabLst/>
              <a:defRPr sz="2000"/>
            </a:lvl3pPr>
            <a:lvl4pPr marL="460198" indent="0">
              <a:buNone/>
              <a:defRPr/>
            </a:lvl4pPr>
            <a:lvl5pPr marL="685537"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8"/>
            </a:lvl1pPr>
            <a:lvl2pPr marL="0" indent="0">
              <a:buNone/>
              <a:defRPr sz="2000"/>
            </a:lvl2pPr>
            <a:lvl3pPr marL="231686" indent="0">
              <a:buNone/>
              <a:tabLst/>
              <a:defRPr sz="2000"/>
            </a:lvl3pPr>
            <a:lvl4pPr marL="460198" indent="0">
              <a:buNone/>
              <a:defRPr/>
            </a:lvl4pPr>
            <a:lvl5pPr marL="685537"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535001"/>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8D7"/>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702" y="1759920"/>
            <a:ext cx="8046632" cy="1828786"/>
          </a:xfrm>
          <a:noFill/>
        </p:spPr>
        <p:txBody>
          <a:bodyPr lIns="146304" tIns="91440" rIns="146304" bIns="91440" anchor="t" anchorCtr="0"/>
          <a:lstStyle>
            <a:lvl1pPr>
              <a:defRPr sz="5398" spc="-100" baseline="0">
                <a:solidFill>
                  <a:schemeClr val="tx1"/>
                </a:solidFill>
              </a:defRPr>
            </a:lvl1pPr>
          </a:lstStyle>
          <a:p>
            <a:r>
              <a:rPr lang="en-US"/>
              <a:t>Lorem ipsum</a:t>
            </a:r>
          </a:p>
        </p:txBody>
      </p:sp>
    </p:spTree>
    <p:extLst>
      <p:ext uri="{BB962C8B-B14F-4D97-AF65-F5344CB8AC3E}">
        <p14:creationId xmlns:p14="http://schemas.microsoft.com/office/powerpoint/2010/main" val="2870561164"/>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78D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6908937"/>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0" y="1212852"/>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513" indent="0">
              <a:buNone/>
              <a:defRPr/>
            </a:lvl3pPr>
            <a:lvl4pPr marL="457024" indent="0">
              <a:buNone/>
              <a:defRPr/>
            </a:lvl4pPr>
            <a:lvl5pPr marL="685537"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8021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_Title &amp;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0" y="1212852"/>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13" indent="0">
              <a:buNone/>
              <a:defRPr/>
            </a:lvl3pPr>
            <a:lvl4pPr marL="457024" indent="0">
              <a:buNone/>
              <a:defRPr/>
            </a:lvl4pPr>
            <a:lvl5pPr marL="685537"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396899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0" y="1212852"/>
            <a:ext cx="11887200" cy="2025170"/>
          </a:xfrm>
        </p:spPr>
        <p:txBody>
          <a:bodyPr>
            <a:spAutoFit/>
          </a:bodyPr>
          <a:lstStyle>
            <a:lvl1pPr>
              <a:defRPr sz="3598">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1511927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0" y="1212852"/>
            <a:ext cx="11887200" cy="2025170"/>
          </a:xfrm>
        </p:spPr>
        <p:txBody>
          <a:bodyPr>
            <a:spAutoFit/>
          </a:bodyPr>
          <a:lstStyle>
            <a:lvl1pPr>
              <a:defRPr sz="3598"/>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3213712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1" y="1212849"/>
            <a:ext cx="5486399" cy="2468368"/>
          </a:xfrm>
        </p:spPr>
        <p:txBody>
          <a:bodyPr wrap="square">
            <a:spAutoFit/>
          </a:bodyPr>
          <a:lstStyle>
            <a:lvl1pPr marL="0" indent="0">
              <a:spcBef>
                <a:spcPts val="1224"/>
              </a:spcBef>
              <a:buClr>
                <a:schemeClr val="tx1"/>
              </a:buClr>
              <a:buFont typeface="Wingdings" pitchFamily="2" charset="2"/>
              <a:buNone/>
              <a:defRPr sz="3598">
                <a:gradFill>
                  <a:gsLst>
                    <a:gs pos="1250">
                      <a:schemeClr val="tx2"/>
                    </a:gs>
                    <a:gs pos="99000">
                      <a:schemeClr val="tx2"/>
                    </a:gs>
                  </a:gsLst>
                  <a:lin ang="5400000" scaled="0"/>
                </a:gradFill>
              </a:defRPr>
            </a:lvl1pPr>
            <a:lvl2pPr marL="0" indent="0">
              <a:buNone/>
              <a:defRPr sz="2000"/>
            </a:lvl2pPr>
            <a:lvl3pPr marL="231686" indent="0">
              <a:buNone/>
              <a:tabLst/>
              <a:defRPr sz="2000"/>
            </a:lvl3pPr>
            <a:lvl4pPr marL="460198" indent="0">
              <a:buNone/>
              <a:defRPr/>
            </a:lvl4pPr>
            <a:lvl5pPr marL="685537"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8">
                <a:gradFill>
                  <a:gsLst>
                    <a:gs pos="1250">
                      <a:schemeClr val="tx2"/>
                    </a:gs>
                    <a:gs pos="99000">
                      <a:schemeClr val="tx2"/>
                    </a:gs>
                  </a:gsLst>
                  <a:lin ang="5400000" scaled="0"/>
                </a:gradFill>
              </a:defRPr>
            </a:lvl1pPr>
            <a:lvl2pPr marL="0" indent="0">
              <a:buNone/>
              <a:defRPr sz="2000"/>
            </a:lvl2pPr>
            <a:lvl3pPr marL="231686" indent="0">
              <a:buNone/>
              <a:tabLst/>
              <a:defRPr sz="2000"/>
            </a:lvl3pPr>
            <a:lvl4pPr marL="460198" indent="0">
              <a:buNone/>
              <a:defRPr/>
            </a:lvl4pPr>
            <a:lvl5pPr marL="685537"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5664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Two Column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1" y="1212849"/>
            <a:ext cx="5486399" cy="2468368"/>
          </a:xfrm>
        </p:spPr>
        <p:txBody>
          <a:bodyPr wrap="square">
            <a:spAutoFit/>
          </a:bodyPr>
          <a:lstStyle>
            <a:lvl1pPr marL="0" indent="0">
              <a:spcBef>
                <a:spcPts val="1224"/>
              </a:spcBef>
              <a:buClr>
                <a:schemeClr val="tx1"/>
              </a:buClr>
              <a:buFont typeface="Wingdings" pitchFamily="2" charset="2"/>
              <a:buNone/>
              <a:defRPr sz="3598"/>
            </a:lvl1pPr>
            <a:lvl2pPr marL="0" indent="0">
              <a:buNone/>
              <a:defRPr sz="2000"/>
            </a:lvl2pPr>
            <a:lvl3pPr marL="231686" indent="0">
              <a:buNone/>
              <a:tabLst/>
              <a:defRPr sz="2000"/>
            </a:lvl3pPr>
            <a:lvl4pPr marL="460198" indent="0">
              <a:buNone/>
              <a:defRPr/>
            </a:lvl4pPr>
            <a:lvl5pPr marL="685537"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8"/>
            </a:lvl1pPr>
            <a:lvl2pPr marL="0" indent="0">
              <a:buNone/>
              <a:defRPr sz="2000"/>
            </a:lvl2pPr>
            <a:lvl3pPr marL="231686" indent="0">
              <a:buNone/>
              <a:tabLst/>
              <a:defRPr sz="2000"/>
            </a:lvl3pPr>
            <a:lvl4pPr marL="460198" indent="0">
              <a:buNone/>
              <a:defRPr/>
            </a:lvl4pPr>
            <a:lvl5pPr marL="685537"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649989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1" y="1212849"/>
            <a:ext cx="5486399" cy="2425279"/>
          </a:xfrm>
        </p:spPr>
        <p:txBody>
          <a:bodyPr wrap="square">
            <a:spAutoFit/>
          </a:bodyPr>
          <a:lstStyle>
            <a:lvl1pPr marL="287227" indent="-287227">
              <a:spcBef>
                <a:spcPts val="1224"/>
              </a:spcBef>
              <a:buClr>
                <a:schemeClr val="tx2"/>
              </a:buClr>
              <a:buFont typeface="Arial" pitchFamily="34" charset="0"/>
              <a:buChar char="•"/>
              <a:defRPr sz="3198">
                <a:gradFill>
                  <a:gsLst>
                    <a:gs pos="1250">
                      <a:schemeClr val="tx2"/>
                    </a:gs>
                    <a:gs pos="99000">
                      <a:schemeClr val="tx2"/>
                    </a:gs>
                  </a:gsLst>
                  <a:lin ang="5400000" scaled="0"/>
                </a:gradFill>
              </a:defRPr>
            </a:lvl1pPr>
            <a:lvl2pPr marL="530962" indent="-233105">
              <a:defRPr sz="2400"/>
            </a:lvl2pPr>
            <a:lvl3pPr marL="699316" indent="-168355">
              <a:tabLst/>
              <a:defRPr sz="2000"/>
            </a:lvl3pPr>
            <a:lvl4pPr marL="880619" indent="-181305">
              <a:defRPr/>
            </a:lvl4pPr>
            <a:lvl5pPr marL="1048973" indent="-168355">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227" indent="-287227">
              <a:spcBef>
                <a:spcPts val="1224"/>
              </a:spcBef>
              <a:buClr>
                <a:schemeClr val="tx2"/>
              </a:buClr>
              <a:buFont typeface="Arial" pitchFamily="34" charset="0"/>
              <a:buChar char="•"/>
              <a:defRPr sz="3198">
                <a:gradFill>
                  <a:gsLst>
                    <a:gs pos="1250">
                      <a:schemeClr val="tx2"/>
                    </a:gs>
                    <a:gs pos="99000">
                      <a:schemeClr val="tx2"/>
                    </a:gs>
                  </a:gsLst>
                  <a:lin ang="5400000" scaled="0"/>
                </a:gradFill>
              </a:defRPr>
            </a:lvl1pPr>
            <a:lvl2pPr marL="530962" indent="-233105">
              <a:defRPr sz="2400"/>
            </a:lvl2pPr>
            <a:lvl3pPr marL="699316" indent="-168355">
              <a:tabLst/>
              <a:defRPr sz="2000"/>
            </a:lvl3pPr>
            <a:lvl4pPr marL="880619" indent="-181305">
              <a:defRPr/>
            </a:lvl4pPr>
            <a:lvl5pPr marL="1048973" indent="-168355">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650757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_Two Column Bullet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1" y="1212849"/>
            <a:ext cx="5486399" cy="2425279"/>
          </a:xfrm>
        </p:spPr>
        <p:txBody>
          <a:bodyPr wrap="square">
            <a:spAutoFit/>
          </a:bodyPr>
          <a:lstStyle>
            <a:lvl1pPr marL="287227" indent="-287227">
              <a:spcBef>
                <a:spcPts val="1224"/>
              </a:spcBef>
              <a:buClr>
                <a:schemeClr val="tx1"/>
              </a:buClr>
              <a:buFont typeface="Arial" pitchFamily="34" charset="0"/>
              <a:buChar char="•"/>
              <a:defRPr sz="3198"/>
            </a:lvl1pPr>
            <a:lvl2pPr marL="530962" indent="-233105">
              <a:defRPr sz="2400"/>
            </a:lvl2pPr>
            <a:lvl3pPr marL="699316" indent="-168355">
              <a:tabLst/>
              <a:defRPr sz="2000"/>
            </a:lvl3pPr>
            <a:lvl4pPr marL="880619" indent="-181305">
              <a:defRPr/>
            </a:lvl4pPr>
            <a:lvl5pPr marL="1048973" indent="-168355">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227" indent="-287227">
              <a:spcBef>
                <a:spcPts val="1224"/>
              </a:spcBef>
              <a:buClr>
                <a:schemeClr val="tx1"/>
              </a:buClr>
              <a:buFont typeface="Arial" pitchFamily="34" charset="0"/>
              <a:buChar char="•"/>
              <a:defRPr sz="3198"/>
            </a:lvl1pPr>
            <a:lvl2pPr marL="530962" indent="-233105">
              <a:defRPr sz="2400"/>
            </a:lvl2pPr>
            <a:lvl3pPr marL="699316" indent="-168355">
              <a:tabLst/>
              <a:defRPr sz="2000"/>
            </a:lvl3pPr>
            <a:lvl4pPr marL="880619" indent="-181305">
              <a:defRPr/>
            </a:lvl4pPr>
            <a:lvl5pPr marL="1048973" indent="-168355">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92134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2331673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eveloper Code Layou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1287"/>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25" tIns="46625" rIns="46625" bIns="46625"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Text Placeholder 4"/>
          <p:cNvSpPr>
            <a:spLocks noGrp="1"/>
          </p:cNvSpPr>
          <p:nvPr>
            <p:ph type="body" sz="quarter" idx="10"/>
          </p:nvPr>
        </p:nvSpPr>
        <p:spPr>
          <a:xfrm>
            <a:off x="274638" y="1221159"/>
            <a:ext cx="11887199" cy="1995931"/>
          </a:xfrm>
        </p:spPr>
        <p:txBody>
          <a:bodyPr/>
          <a:lstStyle>
            <a:lvl1pPr marL="0" indent="0">
              <a:buNone/>
              <a:defRPr sz="3298">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42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381"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249"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59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1566083"/>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4"/>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8"/>
            <a:ext cx="11887199" cy="403187"/>
          </a:xfrm>
          <a:prstGeom prst="rect">
            <a:avLst/>
          </a:prstGeom>
          <a:noFill/>
          <a:ln w="12700">
            <a:noFill/>
            <a:miter lim="800000"/>
            <a:headEnd type="none" w="sm" len="sm"/>
            <a:tailEnd type="none" w="sm" len="sm"/>
          </a:ln>
          <a:effectLst/>
        </p:spPr>
        <p:txBody>
          <a:bodyPr vert="horz" wrap="square" lIns="182828" tIns="146262" rIns="182828" bIns="146262" numCol="1" anchor="t" anchorCtr="0" compatLnSpc="1">
            <a:prstTxWarp prst="textNoShape">
              <a:avLst/>
            </a:prstTxWarp>
            <a:spAutoFit/>
          </a:bodyPr>
          <a:lstStyle/>
          <a:p>
            <a:pPr marL="0" marR="0" lvl="0" indent="0" algn="l" defTabSz="931932"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 2016 Microsoft Corporation. All rights reserved.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9230" y="495300"/>
            <a:ext cx="1451332" cy="310896"/>
          </a:xfrm>
          <a:prstGeom prst="rect">
            <a:avLst/>
          </a:prstGeom>
        </p:spPr>
      </p:pic>
    </p:spTree>
    <p:extLst>
      <p:ext uri="{BB962C8B-B14F-4D97-AF65-F5344CB8AC3E}">
        <p14:creationId xmlns:p14="http://schemas.microsoft.com/office/powerpoint/2010/main" val="1308103638"/>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Closing logo slide">
    <p:bg>
      <p:bgPr>
        <a:solidFill>
          <a:srgbClr val="0020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130431"/>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40" y="1212852"/>
            <a:ext cx="11887200" cy="2443746"/>
          </a:xfrm>
          <a:prstGeom prst="rect">
            <a:avLst/>
          </a:prstGeom>
        </p:spPr>
        <p:txBody>
          <a:bodyPr/>
          <a:lstStyle>
            <a:lvl1pPr marL="290401" indent="-290401">
              <a:buClr>
                <a:schemeClr val="tx1"/>
              </a:buClr>
              <a:buSzPct val="90000"/>
              <a:buFont typeface="Arial" pitchFamily="34" charset="0"/>
              <a:buChar char="•"/>
              <a:defRPr sz="3598">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281" indent="-280881">
              <a:buClr>
                <a:schemeClr val="tx1"/>
              </a:buClr>
              <a:buSzPct val="90000"/>
              <a:buFont typeface="Arial" pitchFamily="34" charset="0"/>
              <a:buChar char="•"/>
              <a:defRPr sz="3198">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682" indent="-290401">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195" indent="-228513">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706" indent="-228513">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3"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8"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17705232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Atlanta title">
    <p:bg>
      <p:bgPr>
        <a:solidFill>
          <a:srgbClr val="00BCF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759922"/>
            <a:ext cx="5943535" cy="2011665"/>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3" y="3680141"/>
            <a:ext cx="4846268" cy="1009740"/>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9230" y="6207379"/>
            <a:ext cx="1451332" cy="310896"/>
          </a:xfrm>
          <a:prstGeom prst="rect">
            <a:avLst/>
          </a:prstGeom>
        </p:spPr>
      </p:pic>
      <p:grpSp>
        <p:nvGrpSpPr>
          <p:cNvPr id="2" name="Group 4"/>
          <p:cNvGrpSpPr>
            <a:grpSpLocks noChangeAspect="1"/>
          </p:cNvGrpSpPr>
          <p:nvPr userDrawn="1"/>
        </p:nvGrpSpPr>
        <p:grpSpPr bwMode="auto">
          <a:xfrm>
            <a:off x="6018213" y="846138"/>
            <a:ext cx="5765800" cy="5462588"/>
            <a:chOff x="3791" y="533"/>
            <a:chExt cx="3632" cy="3441"/>
          </a:xfrm>
        </p:grpSpPr>
        <p:grpSp>
          <p:nvGrpSpPr>
            <p:cNvPr id="8" name="Group 205"/>
            <p:cNvGrpSpPr>
              <a:grpSpLocks/>
            </p:cNvGrpSpPr>
            <p:nvPr userDrawn="1"/>
          </p:nvGrpSpPr>
          <p:grpSpPr bwMode="auto">
            <a:xfrm>
              <a:off x="3791" y="799"/>
              <a:ext cx="3478" cy="2181"/>
              <a:chOff x="3791" y="799"/>
              <a:chExt cx="3478" cy="2181"/>
            </a:xfrm>
          </p:grpSpPr>
          <p:sp>
            <p:nvSpPr>
              <p:cNvPr id="186" name="Rectangle 5"/>
              <p:cNvSpPr>
                <a:spLocks noChangeArrowheads="1"/>
              </p:cNvSpPr>
              <p:nvPr userDrawn="1"/>
            </p:nvSpPr>
            <p:spPr bwMode="auto">
              <a:xfrm>
                <a:off x="7003" y="2634"/>
                <a:ext cx="266" cy="276"/>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7" name="Rectangle 6"/>
              <p:cNvSpPr>
                <a:spLocks noChangeArrowheads="1"/>
              </p:cNvSpPr>
              <p:nvPr userDrawn="1"/>
            </p:nvSpPr>
            <p:spPr bwMode="auto">
              <a:xfrm>
                <a:off x="4360" y="2228"/>
                <a:ext cx="206" cy="752"/>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8" name="Rectangle 7"/>
              <p:cNvSpPr>
                <a:spLocks noChangeArrowheads="1"/>
              </p:cNvSpPr>
              <p:nvPr userDrawn="1"/>
            </p:nvSpPr>
            <p:spPr bwMode="auto">
              <a:xfrm>
                <a:off x="4603" y="2438"/>
                <a:ext cx="332" cy="523"/>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9" name="Rectangle 8"/>
              <p:cNvSpPr>
                <a:spLocks noChangeArrowheads="1"/>
              </p:cNvSpPr>
              <p:nvPr userDrawn="1"/>
            </p:nvSpPr>
            <p:spPr bwMode="auto">
              <a:xfrm>
                <a:off x="5266" y="2522"/>
                <a:ext cx="318" cy="420"/>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0" name="Rectangle 9"/>
              <p:cNvSpPr>
                <a:spLocks noChangeArrowheads="1"/>
              </p:cNvSpPr>
              <p:nvPr userDrawn="1"/>
            </p:nvSpPr>
            <p:spPr bwMode="auto">
              <a:xfrm>
                <a:off x="4145" y="2051"/>
                <a:ext cx="248" cy="845"/>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1" name="Rectangle 10"/>
              <p:cNvSpPr>
                <a:spLocks noChangeArrowheads="1"/>
              </p:cNvSpPr>
              <p:nvPr userDrawn="1"/>
            </p:nvSpPr>
            <p:spPr bwMode="auto">
              <a:xfrm>
                <a:off x="4183" y="1981"/>
                <a:ext cx="168" cy="93"/>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2" name="Rectangle 11"/>
              <p:cNvSpPr>
                <a:spLocks noChangeArrowheads="1"/>
              </p:cNvSpPr>
              <p:nvPr userDrawn="1"/>
            </p:nvSpPr>
            <p:spPr bwMode="auto">
              <a:xfrm>
                <a:off x="4220" y="1892"/>
                <a:ext cx="98" cy="135"/>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3" name="Rectangle 12"/>
              <p:cNvSpPr>
                <a:spLocks noChangeArrowheads="1"/>
              </p:cNvSpPr>
              <p:nvPr userDrawn="1"/>
            </p:nvSpPr>
            <p:spPr bwMode="auto">
              <a:xfrm>
                <a:off x="4262" y="1906"/>
                <a:ext cx="14" cy="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4" name="Rectangle 13"/>
              <p:cNvSpPr>
                <a:spLocks noChangeArrowheads="1"/>
              </p:cNvSpPr>
              <p:nvPr userDrawn="1"/>
            </p:nvSpPr>
            <p:spPr bwMode="auto">
              <a:xfrm>
                <a:off x="4234" y="1906"/>
                <a:ext cx="14" cy="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5" name="Rectangle 14"/>
              <p:cNvSpPr>
                <a:spLocks noChangeArrowheads="1"/>
              </p:cNvSpPr>
              <p:nvPr userDrawn="1"/>
            </p:nvSpPr>
            <p:spPr bwMode="auto">
              <a:xfrm>
                <a:off x="4285" y="1906"/>
                <a:ext cx="19" cy="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6" name="Rectangle 15"/>
              <p:cNvSpPr>
                <a:spLocks noChangeArrowheads="1"/>
              </p:cNvSpPr>
              <p:nvPr userDrawn="1"/>
            </p:nvSpPr>
            <p:spPr bwMode="auto">
              <a:xfrm>
                <a:off x="4164" y="2079"/>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7" name="Rectangle 16"/>
              <p:cNvSpPr>
                <a:spLocks noChangeArrowheads="1"/>
              </p:cNvSpPr>
              <p:nvPr userDrawn="1"/>
            </p:nvSpPr>
            <p:spPr bwMode="auto">
              <a:xfrm>
                <a:off x="4220" y="2079"/>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8" name="Rectangle 17"/>
              <p:cNvSpPr>
                <a:spLocks noChangeArrowheads="1"/>
              </p:cNvSpPr>
              <p:nvPr userDrawn="1"/>
            </p:nvSpPr>
            <p:spPr bwMode="auto">
              <a:xfrm>
                <a:off x="4276" y="2079"/>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9" name="Rectangle 18"/>
              <p:cNvSpPr>
                <a:spLocks noChangeArrowheads="1"/>
              </p:cNvSpPr>
              <p:nvPr userDrawn="1"/>
            </p:nvSpPr>
            <p:spPr bwMode="auto">
              <a:xfrm>
                <a:off x="4328" y="2079"/>
                <a:ext cx="32"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0" name="Rectangle 19"/>
              <p:cNvSpPr>
                <a:spLocks noChangeArrowheads="1"/>
              </p:cNvSpPr>
              <p:nvPr userDrawn="1"/>
            </p:nvSpPr>
            <p:spPr bwMode="auto">
              <a:xfrm>
                <a:off x="4164" y="213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1" name="Rectangle 20"/>
              <p:cNvSpPr>
                <a:spLocks noChangeArrowheads="1"/>
              </p:cNvSpPr>
              <p:nvPr userDrawn="1"/>
            </p:nvSpPr>
            <p:spPr bwMode="auto">
              <a:xfrm>
                <a:off x="4220" y="213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2" name="Rectangle 21"/>
              <p:cNvSpPr>
                <a:spLocks noChangeArrowheads="1"/>
              </p:cNvSpPr>
              <p:nvPr userDrawn="1"/>
            </p:nvSpPr>
            <p:spPr bwMode="auto">
              <a:xfrm>
                <a:off x="4276" y="213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3" name="Rectangle 22"/>
              <p:cNvSpPr>
                <a:spLocks noChangeArrowheads="1"/>
              </p:cNvSpPr>
              <p:nvPr userDrawn="1"/>
            </p:nvSpPr>
            <p:spPr bwMode="auto">
              <a:xfrm>
                <a:off x="4328" y="2130"/>
                <a:ext cx="32"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4" name="Rectangle 23"/>
              <p:cNvSpPr>
                <a:spLocks noChangeArrowheads="1"/>
              </p:cNvSpPr>
              <p:nvPr userDrawn="1"/>
            </p:nvSpPr>
            <p:spPr bwMode="auto">
              <a:xfrm>
                <a:off x="4164" y="2177"/>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5" name="Rectangle 24"/>
              <p:cNvSpPr>
                <a:spLocks noChangeArrowheads="1"/>
              </p:cNvSpPr>
              <p:nvPr userDrawn="1"/>
            </p:nvSpPr>
            <p:spPr bwMode="auto">
              <a:xfrm>
                <a:off x="4220" y="2177"/>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6" name="Rectangle 25"/>
              <p:cNvSpPr>
                <a:spLocks noChangeArrowheads="1"/>
              </p:cNvSpPr>
              <p:nvPr userDrawn="1"/>
            </p:nvSpPr>
            <p:spPr bwMode="auto">
              <a:xfrm>
                <a:off x="4276" y="2177"/>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7" name="Rectangle 26"/>
              <p:cNvSpPr>
                <a:spLocks noChangeArrowheads="1"/>
              </p:cNvSpPr>
              <p:nvPr userDrawn="1"/>
            </p:nvSpPr>
            <p:spPr bwMode="auto">
              <a:xfrm>
                <a:off x="4328" y="2177"/>
                <a:ext cx="32"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8" name="Rectangle 27"/>
              <p:cNvSpPr>
                <a:spLocks noChangeArrowheads="1"/>
              </p:cNvSpPr>
              <p:nvPr userDrawn="1"/>
            </p:nvSpPr>
            <p:spPr bwMode="auto">
              <a:xfrm>
                <a:off x="4164" y="222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9" name="Rectangle 28"/>
              <p:cNvSpPr>
                <a:spLocks noChangeArrowheads="1"/>
              </p:cNvSpPr>
              <p:nvPr userDrawn="1"/>
            </p:nvSpPr>
            <p:spPr bwMode="auto">
              <a:xfrm>
                <a:off x="4220" y="222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0" name="Rectangle 29"/>
              <p:cNvSpPr>
                <a:spLocks noChangeArrowheads="1"/>
              </p:cNvSpPr>
              <p:nvPr userDrawn="1"/>
            </p:nvSpPr>
            <p:spPr bwMode="auto">
              <a:xfrm>
                <a:off x="4276" y="222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1" name="Rectangle 30"/>
              <p:cNvSpPr>
                <a:spLocks noChangeArrowheads="1"/>
              </p:cNvSpPr>
              <p:nvPr userDrawn="1"/>
            </p:nvSpPr>
            <p:spPr bwMode="auto">
              <a:xfrm>
                <a:off x="4328" y="2228"/>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2" name="Rectangle 31"/>
              <p:cNvSpPr>
                <a:spLocks noChangeArrowheads="1"/>
              </p:cNvSpPr>
              <p:nvPr userDrawn="1"/>
            </p:nvSpPr>
            <p:spPr bwMode="auto">
              <a:xfrm>
                <a:off x="4164" y="2275"/>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3" name="Rectangle 32"/>
              <p:cNvSpPr>
                <a:spLocks noChangeArrowheads="1"/>
              </p:cNvSpPr>
              <p:nvPr userDrawn="1"/>
            </p:nvSpPr>
            <p:spPr bwMode="auto">
              <a:xfrm>
                <a:off x="4220" y="2275"/>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4" name="Rectangle 33"/>
              <p:cNvSpPr>
                <a:spLocks noChangeArrowheads="1"/>
              </p:cNvSpPr>
              <p:nvPr userDrawn="1"/>
            </p:nvSpPr>
            <p:spPr bwMode="auto">
              <a:xfrm>
                <a:off x="4276" y="2275"/>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5" name="Rectangle 34"/>
              <p:cNvSpPr>
                <a:spLocks noChangeArrowheads="1"/>
              </p:cNvSpPr>
              <p:nvPr userDrawn="1"/>
            </p:nvSpPr>
            <p:spPr bwMode="auto">
              <a:xfrm>
                <a:off x="4328" y="2275"/>
                <a:ext cx="32"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6" name="Rectangle 35"/>
              <p:cNvSpPr>
                <a:spLocks noChangeArrowheads="1"/>
              </p:cNvSpPr>
              <p:nvPr userDrawn="1"/>
            </p:nvSpPr>
            <p:spPr bwMode="auto">
              <a:xfrm>
                <a:off x="4164" y="232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7" name="Rectangle 36"/>
              <p:cNvSpPr>
                <a:spLocks noChangeArrowheads="1"/>
              </p:cNvSpPr>
              <p:nvPr userDrawn="1"/>
            </p:nvSpPr>
            <p:spPr bwMode="auto">
              <a:xfrm>
                <a:off x="4220" y="232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8" name="Rectangle 37"/>
              <p:cNvSpPr>
                <a:spLocks noChangeArrowheads="1"/>
              </p:cNvSpPr>
              <p:nvPr userDrawn="1"/>
            </p:nvSpPr>
            <p:spPr bwMode="auto">
              <a:xfrm>
                <a:off x="4276" y="232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9" name="Rectangle 38"/>
              <p:cNvSpPr>
                <a:spLocks noChangeArrowheads="1"/>
              </p:cNvSpPr>
              <p:nvPr userDrawn="1"/>
            </p:nvSpPr>
            <p:spPr bwMode="auto">
              <a:xfrm>
                <a:off x="4328" y="2326"/>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0" name="Rectangle 39"/>
              <p:cNvSpPr>
                <a:spLocks noChangeArrowheads="1"/>
              </p:cNvSpPr>
              <p:nvPr userDrawn="1"/>
            </p:nvSpPr>
            <p:spPr bwMode="auto">
              <a:xfrm>
                <a:off x="4164" y="2373"/>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1" name="Rectangle 40"/>
              <p:cNvSpPr>
                <a:spLocks noChangeArrowheads="1"/>
              </p:cNvSpPr>
              <p:nvPr userDrawn="1"/>
            </p:nvSpPr>
            <p:spPr bwMode="auto">
              <a:xfrm>
                <a:off x="4220" y="2373"/>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2" name="Rectangle 41"/>
              <p:cNvSpPr>
                <a:spLocks noChangeArrowheads="1"/>
              </p:cNvSpPr>
              <p:nvPr userDrawn="1"/>
            </p:nvSpPr>
            <p:spPr bwMode="auto">
              <a:xfrm>
                <a:off x="4276" y="2373"/>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3" name="Rectangle 42"/>
              <p:cNvSpPr>
                <a:spLocks noChangeArrowheads="1"/>
              </p:cNvSpPr>
              <p:nvPr userDrawn="1"/>
            </p:nvSpPr>
            <p:spPr bwMode="auto">
              <a:xfrm>
                <a:off x="4328" y="2373"/>
                <a:ext cx="32"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4" name="Rectangle 43"/>
              <p:cNvSpPr>
                <a:spLocks noChangeArrowheads="1"/>
              </p:cNvSpPr>
              <p:nvPr userDrawn="1"/>
            </p:nvSpPr>
            <p:spPr bwMode="auto">
              <a:xfrm>
                <a:off x="4164" y="2424"/>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5" name="Rectangle 44"/>
              <p:cNvSpPr>
                <a:spLocks noChangeArrowheads="1"/>
              </p:cNvSpPr>
              <p:nvPr userDrawn="1"/>
            </p:nvSpPr>
            <p:spPr bwMode="auto">
              <a:xfrm>
                <a:off x="4220" y="2424"/>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6" name="Rectangle 45"/>
              <p:cNvSpPr>
                <a:spLocks noChangeArrowheads="1"/>
              </p:cNvSpPr>
              <p:nvPr userDrawn="1"/>
            </p:nvSpPr>
            <p:spPr bwMode="auto">
              <a:xfrm>
                <a:off x="4276" y="2424"/>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7" name="Rectangle 46"/>
              <p:cNvSpPr>
                <a:spLocks noChangeArrowheads="1"/>
              </p:cNvSpPr>
              <p:nvPr userDrawn="1"/>
            </p:nvSpPr>
            <p:spPr bwMode="auto">
              <a:xfrm>
                <a:off x="4328" y="2424"/>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8" name="Rectangle 47"/>
              <p:cNvSpPr>
                <a:spLocks noChangeArrowheads="1"/>
              </p:cNvSpPr>
              <p:nvPr userDrawn="1"/>
            </p:nvSpPr>
            <p:spPr bwMode="auto">
              <a:xfrm>
                <a:off x="4164" y="2471"/>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9" name="Rectangle 48"/>
              <p:cNvSpPr>
                <a:spLocks noChangeArrowheads="1"/>
              </p:cNvSpPr>
              <p:nvPr userDrawn="1"/>
            </p:nvSpPr>
            <p:spPr bwMode="auto">
              <a:xfrm>
                <a:off x="4220" y="2471"/>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0" name="Rectangle 49"/>
              <p:cNvSpPr>
                <a:spLocks noChangeArrowheads="1"/>
              </p:cNvSpPr>
              <p:nvPr userDrawn="1"/>
            </p:nvSpPr>
            <p:spPr bwMode="auto">
              <a:xfrm>
                <a:off x="4276" y="2471"/>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1" name="Rectangle 50"/>
              <p:cNvSpPr>
                <a:spLocks noChangeArrowheads="1"/>
              </p:cNvSpPr>
              <p:nvPr userDrawn="1"/>
            </p:nvSpPr>
            <p:spPr bwMode="auto">
              <a:xfrm>
                <a:off x="4328" y="2471"/>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2" name="Rectangle 51"/>
              <p:cNvSpPr>
                <a:spLocks noChangeArrowheads="1"/>
              </p:cNvSpPr>
              <p:nvPr userDrawn="1"/>
            </p:nvSpPr>
            <p:spPr bwMode="auto">
              <a:xfrm>
                <a:off x="4164" y="2522"/>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3" name="Rectangle 52"/>
              <p:cNvSpPr>
                <a:spLocks noChangeArrowheads="1"/>
              </p:cNvSpPr>
              <p:nvPr userDrawn="1"/>
            </p:nvSpPr>
            <p:spPr bwMode="auto">
              <a:xfrm>
                <a:off x="4220" y="2522"/>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4" name="Rectangle 53"/>
              <p:cNvSpPr>
                <a:spLocks noChangeArrowheads="1"/>
              </p:cNvSpPr>
              <p:nvPr userDrawn="1"/>
            </p:nvSpPr>
            <p:spPr bwMode="auto">
              <a:xfrm>
                <a:off x="4276" y="2522"/>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5" name="Rectangle 54"/>
              <p:cNvSpPr>
                <a:spLocks noChangeArrowheads="1"/>
              </p:cNvSpPr>
              <p:nvPr userDrawn="1"/>
            </p:nvSpPr>
            <p:spPr bwMode="auto">
              <a:xfrm>
                <a:off x="4328" y="2522"/>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6" name="Rectangle 55"/>
              <p:cNvSpPr>
                <a:spLocks noChangeArrowheads="1"/>
              </p:cNvSpPr>
              <p:nvPr userDrawn="1"/>
            </p:nvSpPr>
            <p:spPr bwMode="auto">
              <a:xfrm>
                <a:off x="4164" y="2569"/>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7" name="Rectangle 56"/>
              <p:cNvSpPr>
                <a:spLocks noChangeArrowheads="1"/>
              </p:cNvSpPr>
              <p:nvPr userDrawn="1"/>
            </p:nvSpPr>
            <p:spPr bwMode="auto">
              <a:xfrm>
                <a:off x="4220" y="2569"/>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8" name="Rectangle 57"/>
              <p:cNvSpPr>
                <a:spLocks noChangeArrowheads="1"/>
              </p:cNvSpPr>
              <p:nvPr userDrawn="1"/>
            </p:nvSpPr>
            <p:spPr bwMode="auto">
              <a:xfrm>
                <a:off x="4276" y="2569"/>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9" name="Rectangle 58"/>
              <p:cNvSpPr>
                <a:spLocks noChangeArrowheads="1"/>
              </p:cNvSpPr>
              <p:nvPr userDrawn="1"/>
            </p:nvSpPr>
            <p:spPr bwMode="auto">
              <a:xfrm>
                <a:off x="4328" y="2569"/>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0" name="Rectangle 59"/>
              <p:cNvSpPr>
                <a:spLocks noChangeArrowheads="1"/>
              </p:cNvSpPr>
              <p:nvPr userDrawn="1"/>
            </p:nvSpPr>
            <p:spPr bwMode="auto">
              <a:xfrm>
                <a:off x="4164" y="2620"/>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1" name="Rectangle 60"/>
              <p:cNvSpPr>
                <a:spLocks noChangeArrowheads="1"/>
              </p:cNvSpPr>
              <p:nvPr userDrawn="1"/>
            </p:nvSpPr>
            <p:spPr bwMode="auto">
              <a:xfrm>
                <a:off x="4220" y="2620"/>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2" name="Rectangle 61"/>
              <p:cNvSpPr>
                <a:spLocks noChangeArrowheads="1"/>
              </p:cNvSpPr>
              <p:nvPr userDrawn="1"/>
            </p:nvSpPr>
            <p:spPr bwMode="auto">
              <a:xfrm>
                <a:off x="4276" y="2620"/>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3" name="Rectangle 62"/>
              <p:cNvSpPr>
                <a:spLocks noChangeArrowheads="1"/>
              </p:cNvSpPr>
              <p:nvPr userDrawn="1"/>
            </p:nvSpPr>
            <p:spPr bwMode="auto">
              <a:xfrm>
                <a:off x="4328" y="2620"/>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4" name="Rectangle 63"/>
              <p:cNvSpPr>
                <a:spLocks noChangeArrowheads="1"/>
              </p:cNvSpPr>
              <p:nvPr userDrawn="1"/>
            </p:nvSpPr>
            <p:spPr bwMode="auto">
              <a:xfrm>
                <a:off x="4164" y="2672"/>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5" name="Rectangle 64"/>
              <p:cNvSpPr>
                <a:spLocks noChangeArrowheads="1"/>
              </p:cNvSpPr>
              <p:nvPr userDrawn="1"/>
            </p:nvSpPr>
            <p:spPr bwMode="auto">
              <a:xfrm>
                <a:off x="4220" y="2672"/>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6" name="Rectangle 65"/>
              <p:cNvSpPr>
                <a:spLocks noChangeArrowheads="1"/>
              </p:cNvSpPr>
              <p:nvPr userDrawn="1"/>
            </p:nvSpPr>
            <p:spPr bwMode="auto">
              <a:xfrm>
                <a:off x="4276" y="2672"/>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7" name="Rectangle 66"/>
              <p:cNvSpPr>
                <a:spLocks noChangeArrowheads="1"/>
              </p:cNvSpPr>
              <p:nvPr userDrawn="1"/>
            </p:nvSpPr>
            <p:spPr bwMode="auto">
              <a:xfrm>
                <a:off x="4328" y="2672"/>
                <a:ext cx="32"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8" name="Rectangle 67"/>
              <p:cNvSpPr>
                <a:spLocks noChangeArrowheads="1"/>
              </p:cNvSpPr>
              <p:nvPr userDrawn="1"/>
            </p:nvSpPr>
            <p:spPr bwMode="auto">
              <a:xfrm>
                <a:off x="4164" y="271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9" name="Rectangle 68"/>
              <p:cNvSpPr>
                <a:spLocks noChangeArrowheads="1"/>
              </p:cNvSpPr>
              <p:nvPr userDrawn="1"/>
            </p:nvSpPr>
            <p:spPr bwMode="auto">
              <a:xfrm>
                <a:off x="4220" y="271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0" name="Rectangle 69"/>
              <p:cNvSpPr>
                <a:spLocks noChangeArrowheads="1"/>
              </p:cNvSpPr>
              <p:nvPr userDrawn="1"/>
            </p:nvSpPr>
            <p:spPr bwMode="auto">
              <a:xfrm>
                <a:off x="4276" y="271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1" name="Rectangle 70"/>
              <p:cNvSpPr>
                <a:spLocks noChangeArrowheads="1"/>
              </p:cNvSpPr>
              <p:nvPr userDrawn="1"/>
            </p:nvSpPr>
            <p:spPr bwMode="auto">
              <a:xfrm>
                <a:off x="4328" y="2718"/>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2" name="Rectangle 71"/>
              <p:cNvSpPr>
                <a:spLocks noChangeArrowheads="1"/>
              </p:cNvSpPr>
              <p:nvPr userDrawn="1"/>
            </p:nvSpPr>
            <p:spPr bwMode="auto">
              <a:xfrm>
                <a:off x="4164" y="277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3" name="Rectangle 72"/>
              <p:cNvSpPr>
                <a:spLocks noChangeArrowheads="1"/>
              </p:cNvSpPr>
              <p:nvPr userDrawn="1"/>
            </p:nvSpPr>
            <p:spPr bwMode="auto">
              <a:xfrm>
                <a:off x="4220" y="277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4" name="Rectangle 73"/>
              <p:cNvSpPr>
                <a:spLocks noChangeArrowheads="1"/>
              </p:cNvSpPr>
              <p:nvPr userDrawn="1"/>
            </p:nvSpPr>
            <p:spPr bwMode="auto">
              <a:xfrm>
                <a:off x="4276" y="277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5" name="Rectangle 74"/>
              <p:cNvSpPr>
                <a:spLocks noChangeArrowheads="1"/>
              </p:cNvSpPr>
              <p:nvPr userDrawn="1"/>
            </p:nvSpPr>
            <p:spPr bwMode="auto">
              <a:xfrm>
                <a:off x="4328" y="2770"/>
                <a:ext cx="32"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6" name="Rectangle 75"/>
              <p:cNvSpPr>
                <a:spLocks noChangeArrowheads="1"/>
              </p:cNvSpPr>
              <p:nvPr userDrawn="1"/>
            </p:nvSpPr>
            <p:spPr bwMode="auto">
              <a:xfrm>
                <a:off x="4164" y="281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7" name="Rectangle 76"/>
              <p:cNvSpPr>
                <a:spLocks noChangeArrowheads="1"/>
              </p:cNvSpPr>
              <p:nvPr userDrawn="1"/>
            </p:nvSpPr>
            <p:spPr bwMode="auto">
              <a:xfrm>
                <a:off x="4220" y="281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8" name="Rectangle 77"/>
              <p:cNvSpPr>
                <a:spLocks noChangeArrowheads="1"/>
              </p:cNvSpPr>
              <p:nvPr userDrawn="1"/>
            </p:nvSpPr>
            <p:spPr bwMode="auto">
              <a:xfrm>
                <a:off x="4276" y="281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9" name="Rectangle 78"/>
              <p:cNvSpPr>
                <a:spLocks noChangeArrowheads="1"/>
              </p:cNvSpPr>
              <p:nvPr userDrawn="1"/>
            </p:nvSpPr>
            <p:spPr bwMode="auto">
              <a:xfrm>
                <a:off x="4328" y="2816"/>
                <a:ext cx="32"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0" name="Rectangle 79"/>
              <p:cNvSpPr>
                <a:spLocks noChangeArrowheads="1"/>
              </p:cNvSpPr>
              <p:nvPr userDrawn="1"/>
            </p:nvSpPr>
            <p:spPr bwMode="auto">
              <a:xfrm>
                <a:off x="4197"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1" name="Rectangle 80"/>
              <p:cNvSpPr>
                <a:spLocks noChangeArrowheads="1"/>
              </p:cNvSpPr>
              <p:nvPr userDrawn="1"/>
            </p:nvSpPr>
            <p:spPr bwMode="auto">
              <a:xfrm>
                <a:off x="4239"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2" name="Rectangle 81"/>
              <p:cNvSpPr>
                <a:spLocks noChangeArrowheads="1"/>
              </p:cNvSpPr>
              <p:nvPr userDrawn="1"/>
            </p:nvSpPr>
            <p:spPr bwMode="auto">
              <a:xfrm>
                <a:off x="4285" y="1999"/>
                <a:ext cx="15"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3" name="Rectangle 82"/>
              <p:cNvSpPr>
                <a:spLocks noChangeArrowheads="1"/>
              </p:cNvSpPr>
              <p:nvPr userDrawn="1"/>
            </p:nvSpPr>
            <p:spPr bwMode="auto">
              <a:xfrm>
                <a:off x="4304"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4" name="Rectangle 83"/>
              <p:cNvSpPr>
                <a:spLocks noChangeArrowheads="1"/>
              </p:cNvSpPr>
              <p:nvPr userDrawn="1"/>
            </p:nvSpPr>
            <p:spPr bwMode="auto">
              <a:xfrm>
                <a:off x="4328"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5" name="Rectangle 84"/>
              <p:cNvSpPr>
                <a:spLocks noChangeArrowheads="1"/>
              </p:cNvSpPr>
              <p:nvPr userDrawn="1"/>
            </p:nvSpPr>
            <p:spPr bwMode="auto">
              <a:xfrm>
                <a:off x="4262"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6" name="Rectangle 85"/>
              <p:cNvSpPr>
                <a:spLocks noChangeArrowheads="1"/>
              </p:cNvSpPr>
              <p:nvPr userDrawn="1"/>
            </p:nvSpPr>
            <p:spPr bwMode="auto">
              <a:xfrm>
                <a:off x="4220"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7" name="Rectangle 86"/>
              <p:cNvSpPr>
                <a:spLocks noChangeArrowheads="1"/>
              </p:cNvSpPr>
              <p:nvPr userDrawn="1"/>
            </p:nvSpPr>
            <p:spPr bwMode="auto">
              <a:xfrm>
                <a:off x="4454" y="2051"/>
                <a:ext cx="252" cy="845"/>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8" name="Rectangle 87"/>
              <p:cNvSpPr>
                <a:spLocks noChangeArrowheads="1"/>
              </p:cNvSpPr>
              <p:nvPr userDrawn="1"/>
            </p:nvSpPr>
            <p:spPr bwMode="auto">
              <a:xfrm>
                <a:off x="4496" y="1981"/>
                <a:ext cx="168" cy="93"/>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9" name="Rectangle 88"/>
              <p:cNvSpPr>
                <a:spLocks noChangeArrowheads="1"/>
              </p:cNvSpPr>
              <p:nvPr userDrawn="1"/>
            </p:nvSpPr>
            <p:spPr bwMode="auto">
              <a:xfrm>
                <a:off x="4533" y="1892"/>
                <a:ext cx="98" cy="135"/>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0" name="Rectangle 89"/>
              <p:cNvSpPr>
                <a:spLocks noChangeArrowheads="1"/>
              </p:cNvSpPr>
              <p:nvPr userDrawn="1"/>
            </p:nvSpPr>
            <p:spPr bwMode="auto">
              <a:xfrm>
                <a:off x="4570" y="1906"/>
                <a:ext cx="19" cy="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1" name="Rectangle 90"/>
              <p:cNvSpPr>
                <a:spLocks noChangeArrowheads="1"/>
              </p:cNvSpPr>
              <p:nvPr userDrawn="1"/>
            </p:nvSpPr>
            <p:spPr bwMode="auto">
              <a:xfrm>
                <a:off x="4547" y="1906"/>
                <a:ext cx="14" cy="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2" name="Rectangle 91"/>
              <p:cNvSpPr>
                <a:spLocks noChangeArrowheads="1"/>
              </p:cNvSpPr>
              <p:nvPr userDrawn="1"/>
            </p:nvSpPr>
            <p:spPr bwMode="auto">
              <a:xfrm>
                <a:off x="4598" y="1906"/>
                <a:ext cx="19" cy="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3" name="Rectangle 92"/>
              <p:cNvSpPr>
                <a:spLocks noChangeArrowheads="1"/>
              </p:cNvSpPr>
              <p:nvPr userDrawn="1"/>
            </p:nvSpPr>
            <p:spPr bwMode="auto">
              <a:xfrm>
                <a:off x="4477" y="2079"/>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4" name="Rectangle 93"/>
              <p:cNvSpPr>
                <a:spLocks noChangeArrowheads="1"/>
              </p:cNvSpPr>
              <p:nvPr userDrawn="1"/>
            </p:nvSpPr>
            <p:spPr bwMode="auto">
              <a:xfrm>
                <a:off x="4533" y="2079"/>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5" name="Rectangle 94"/>
              <p:cNvSpPr>
                <a:spLocks noChangeArrowheads="1"/>
              </p:cNvSpPr>
              <p:nvPr userDrawn="1"/>
            </p:nvSpPr>
            <p:spPr bwMode="auto">
              <a:xfrm>
                <a:off x="4589" y="2079"/>
                <a:ext cx="28"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6" name="Rectangle 95"/>
              <p:cNvSpPr>
                <a:spLocks noChangeArrowheads="1"/>
              </p:cNvSpPr>
              <p:nvPr userDrawn="1"/>
            </p:nvSpPr>
            <p:spPr bwMode="auto">
              <a:xfrm>
                <a:off x="4640" y="2079"/>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7" name="Rectangle 96"/>
              <p:cNvSpPr>
                <a:spLocks noChangeArrowheads="1"/>
              </p:cNvSpPr>
              <p:nvPr userDrawn="1"/>
            </p:nvSpPr>
            <p:spPr bwMode="auto">
              <a:xfrm>
                <a:off x="4477" y="213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8" name="Rectangle 97"/>
              <p:cNvSpPr>
                <a:spLocks noChangeArrowheads="1"/>
              </p:cNvSpPr>
              <p:nvPr userDrawn="1"/>
            </p:nvSpPr>
            <p:spPr bwMode="auto">
              <a:xfrm>
                <a:off x="4533" y="213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9" name="Rectangle 98"/>
              <p:cNvSpPr>
                <a:spLocks noChangeArrowheads="1"/>
              </p:cNvSpPr>
              <p:nvPr userDrawn="1"/>
            </p:nvSpPr>
            <p:spPr bwMode="auto">
              <a:xfrm>
                <a:off x="4589" y="2130"/>
                <a:ext cx="28"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0" name="Rectangle 99"/>
              <p:cNvSpPr>
                <a:spLocks noChangeArrowheads="1"/>
              </p:cNvSpPr>
              <p:nvPr userDrawn="1"/>
            </p:nvSpPr>
            <p:spPr bwMode="auto">
              <a:xfrm>
                <a:off x="4640" y="213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1" name="Rectangle 100"/>
              <p:cNvSpPr>
                <a:spLocks noChangeArrowheads="1"/>
              </p:cNvSpPr>
              <p:nvPr userDrawn="1"/>
            </p:nvSpPr>
            <p:spPr bwMode="auto">
              <a:xfrm>
                <a:off x="4477" y="2177"/>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2" name="Rectangle 101"/>
              <p:cNvSpPr>
                <a:spLocks noChangeArrowheads="1"/>
              </p:cNvSpPr>
              <p:nvPr userDrawn="1"/>
            </p:nvSpPr>
            <p:spPr bwMode="auto">
              <a:xfrm>
                <a:off x="4533" y="2177"/>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3" name="Rectangle 102"/>
              <p:cNvSpPr>
                <a:spLocks noChangeArrowheads="1"/>
              </p:cNvSpPr>
              <p:nvPr userDrawn="1"/>
            </p:nvSpPr>
            <p:spPr bwMode="auto">
              <a:xfrm>
                <a:off x="4589" y="2177"/>
                <a:ext cx="28"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4" name="Rectangle 103"/>
              <p:cNvSpPr>
                <a:spLocks noChangeArrowheads="1"/>
              </p:cNvSpPr>
              <p:nvPr userDrawn="1"/>
            </p:nvSpPr>
            <p:spPr bwMode="auto">
              <a:xfrm>
                <a:off x="4640" y="2177"/>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5" name="Rectangle 104"/>
              <p:cNvSpPr>
                <a:spLocks noChangeArrowheads="1"/>
              </p:cNvSpPr>
              <p:nvPr userDrawn="1"/>
            </p:nvSpPr>
            <p:spPr bwMode="auto">
              <a:xfrm>
                <a:off x="4477" y="222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6" name="Rectangle 105"/>
              <p:cNvSpPr>
                <a:spLocks noChangeArrowheads="1"/>
              </p:cNvSpPr>
              <p:nvPr userDrawn="1"/>
            </p:nvSpPr>
            <p:spPr bwMode="auto">
              <a:xfrm>
                <a:off x="4533" y="222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7" name="Rectangle 106"/>
              <p:cNvSpPr>
                <a:spLocks noChangeArrowheads="1"/>
              </p:cNvSpPr>
              <p:nvPr userDrawn="1"/>
            </p:nvSpPr>
            <p:spPr bwMode="auto">
              <a:xfrm>
                <a:off x="4589" y="2228"/>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8" name="Rectangle 107"/>
              <p:cNvSpPr>
                <a:spLocks noChangeArrowheads="1"/>
              </p:cNvSpPr>
              <p:nvPr userDrawn="1"/>
            </p:nvSpPr>
            <p:spPr bwMode="auto">
              <a:xfrm>
                <a:off x="4640" y="222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9" name="Rectangle 108"/>
              <p:cNvSpPr>
                <a:spLocks noChangeArrowheads="1"/>
              </p:cNvSpPr>
              <p:nvPr userDrawn="1"/>
            </p:nvSpPr>
            <p:spPr bwMode="auto">
              <a:xfrm>
                <a:off x="4477" y="2275"/>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0" name="Rectangle 109"/>
              <p:cNvSpPr>
                <a:spLocks noChangeArrowheads="1"/>
              </p:cNvSpPr>
              <p:nvPr userDrawn="1"/>
            </p:nvSpPr>
            <p:spPr bwMode="auto">
              <a:xfrm>
                <a:off x="4533" y="2275"/>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1" name="Rectangle 110"/>
              <p:cNvSpPr>
                <a:spLocks noChangeArrowheads="1"/>
              </p:cNvSpPr>
              <p:nvPr userDrawn="1"/>
            </p:nvSpPr>
            <p:spPr bwMode="auto">
              <a:xfrm>
                <a:off x="4589" y="2275"/>
                <a:ext cx="28"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2" name="Rectangle 111"/>
              <p:cNvSpPr>
                <a:spLocks noChangeArrowheads="1"/>
              </p:cNvSpPr>
              <p:nvPr userDrawn="1"/>
            </p:nvSpPr>
            <p:spPr bwMode="auto">
              <a:xfrm>
                <a:off x="4640" y="2275"/>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3" name="Rectangle 112"/>
              <p:cNvSpPr>
                <a:spLocks noChangeArrowheads="1"/>
              </p:cNvSpPr>
              <p:nvPr userDrawn="1"/>
            </p:nvSpPr>
            <p:spPr bwMode="auto">
              <a:xfrm>
                <a:off x="4477" y="232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4" name="Rectangle 113"/>
              <p:cNvSpPr>
                <a:spLocks noChangeArrowheads="1"/>
              </p:cNvSpPr>
              <p:nvPr userDrawn="1"/>
            </p:nvSpPr>
            <p:spPr bwMode="auto">
              <a:xfrm>
                <a:off x="4533" y="232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5" name="Rectangle 114"/>
              <p:cNvSpPr>
                <a:spLocks noChangeArrowheads="1"/>
              </p:cNvSpPr>
              <p:nvPr userDrawn="1"/>
            </p:nvSpPr>
            <p:spPr bwMode="auto">
              <a:xfrm>
                <a:off x="4589" y="2326"/>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6" name="Rectangle 115"/>
              <p:cNvSpPr>
                <a:spLocks noChangeArrowheads="1"/>
              </p:cNvSpPr>
              <p:nvPr userDrawn="1"/>
            </p:nvSpPr>
            <p:spPr bwMode="auto">
              <a:xfrm>
                <a:off x="4640" y="232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7" name="Rectangle 116"/>
              <p:cNvSpPr>
                <a:spLocks noChangeArrowheads="1"/>
              </p:cNvSpPr>
              <p:nvPr userDrawn="1"/>
            </p:nvSpPr>
            <p:spPr bwMode="auto">
              <a:xfrm>
                <a:off x="4477" y="2373"/>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8" name="Rectangle 117"/>
              <p:cNvSpPr>
                <a:spLocks noChangeArrowheads="1"/>
              </p:cNvSpPr>
              <p:nvPr userDrawn="1"/>
            </p:nvSpPr>
            <p:spPr bwMode="auto">
              <a:xfrm>
                <a:off x="4533" y="2373"/>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9" name="Rectangle 118"/>
              <p:cNvSpPr>
                <a:spLocks noChangeArrowheads="1"/>
              </p:cNvSpPr>
              <p:nvPr userDrawn="1"/>
            </p:nvSpPr>
            <p:spPr bwMode="auto">
              <a:xfrm>
                <a:off x="4589" y="2373"/>
                <a:ext cx="28"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0" name="Rectangle 119"/>
              <p:cNvSpPr>
                <a:spLocks noChangeArrowheads="1"/>
              </p:cNvSpPr>
              <p:nvPr userDrawn="1"/>
            </p:nvSpPr>
            <p:spPr bwMode="auto">
              <a:xfrm>
                <a:off x="4640" y="2373"/>
                <a:ext cx="3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1" name="Rectangle 120"/>
              <p:cNvSpPr>
                <a:spLocks noChangeArrowheads="1"/>
              </p:cNvSpPr>
              <p:nvPr userDrawn="1"/>
            </p:nvSpPr>
            <p:spPr bwMode="auto">
              <a:xfrm>
                <a:off x="4477" y="2424"/>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2" name="Rectangle 121"/>
              <p:cNvSpPr>
                <a:spLocks noChangeArrowheads="1"/>
              </p:cNvSpPr>
              <p:nvPr userDrawn="1"/>
            </p:nvSpPr>
            <p:spPr bwMode="auto">
              <a:xfrm>
                <a:off x="4533" y="2424"/>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3" name="Rectangle 122"/>
              <p:cNvSpPr>
                <a:spLocks noChangeArrowheads="1"/>
              </p:cNvSpPr>
              <p:nvPr userDrawn="1"/>
            </p:nvSpPr>
            <p:spPr bwMode="auto">
              <a:xfrm>
                <a:off x="4589" y="2424"/>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4" name="Rectangle 123"/>
              <p:cNvSpPr>
                <a:spLocks noChangeArrowheads="1"/>
              </p:cNvSpPr>
              <p:nvPr userDrawn="1"/>
            </p:nvSpPr>
            <p:spPr bwMode="auto">
              <a:xfrm>
                <a:off x="4640" y="2424"/>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5" name="Rectangle 124"/>
              <p:cNvSpPr>
                <a:spLocks noChangeArrowheads="1"/>
              </p:cNvSpPr>
              <p:nvPr userDrawn="1"/>
            </p:nvSpPr>
            <p:spPr bwMode="auto">
              <a:xfrm>
                <a:off x="4477" y="2471"/>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6" name="Rectangle 125"/>
              <p:cNvSpPr>
                <a:spLocks noChangeArrowheads="1"/>
              </p:cNvSpPr>
              <p:nvPr userDrawn="1"/>
            </p:nvSpPr>
            <p:spPr bwMode="auto">
              <a:xfrm>
                <a:off x="4533" y="2471"/>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7" name="Rectangle 126"/>
              <p:cNvSpPr>
                <a:spLocks noChangeArrowheads="1"/>
              </p:cNvSpPr>
              <p:nvPr userDrawn="1"/>
            </p:nvSpPr>
            <p:spPr bwMode="auto">
              <a:xfrm>
                <a:off x="4589" y="2471"/>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8" name="Rectangle 127"/>
              <p:cNvSpPr>
                <a:spLocks noChangeArrowheads="1"/>
              </p:cNvSpPr>
              <p:nvPr userDrawn="1"/>
            </p:nvSpPr>
            <p:spPr bwMode="auto">
              <a:xfrm>
                <a:off x="4640" y="2471"/>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9" name="Rectangle 128"/>
              <p:cNvSpPr>
                <a:spLocks noChangeArrowheads="1"/>
              </p:cNvSpPr>
              <p:nvPr userDrawn="1"/>
            </p:nvSpPr>
            <p:spPr bwMode="auto">
              <a:xfrm>
                <a:off x="4477" y="2522"/>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0" name="Rectangle 129"/>
              <p:cNvSpPr>
                <a:spLocks noChangeArrowheads="1"/>
              </p:cNvSpPr>
              <p:nvPr userDrawn="1"/>
            </p:nvSpPr>
            <p:spPr bwMode="auto">
              <a:xfrm>
                <a:off x="4533" y="2522"/>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1" name="Rectangle 130"/>
              <p:cNvSpPr>
                <a:spLocks noChangeArrowheads="1"/>
              </p:cNvSpPr>
              <p:nvPr userDrawn="1"/>
            </p:nvSpPr>
            <p:spPr bwMode="auto">
              <a:xfrm>
                <a:off x="4589" y="2522"/>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2" name="Rectangle 131"/>
              <p:cNvSpPr>
                <a:spLocks noChangeArrowheads="1"/>
              </p:cNvSpPr>
              <p:nvPr userDrawn="1"/>
            </p:nvSpPr>
            <p:spPr bwMode="auto">
              <a:xfrm>
                <a:off x="4640" y="2522"/>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3" name="Rectangle 132"/>
              <p:cNvSpPr>
                <a:spLocks noChangeArrowheads="1"/>
              </p:cNvSpPr>
              <p:nvPr userDrawn="1"/>
            </p:nvSpPr>
            <p:spPr bwMode="auto">
              <a:xfrm>
                <a:off x="4477" y="2569"/>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4" name="Rectangle 133"/>
              <p:cNvSpPr>
                <a:spLocks noChangeArrowheads="1"/>
              </p:cNvSpPr>
              <p:nvPr userDrawn="1"/>
            </p:nvSpPr>
            <p:spPr bwMode="auto">
              <a:xfrm>
                <a:off x="4533" y="2569"/>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5" name="Rectangle 134"/>
              <p:cNvSpPr>
                <a:spLocks noChangeArrowheads="1"/>
              </p:cNvSpPr>
              <p:nvPr userDrawn="1"/>
            </p:nvSpPr>
            <p:spPr bwMode="auto">
              <a:xfrm>
                <a:off x="4589" y="2569"/>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6" name="Rectangle 135"/>
              <p:cNvSpPr>
                <a:spLocks noChangeArrowheads="1"/>
              </p:cNvSpPr>
              <p:nvPr userDrawn="1"/>
            </p:nvSpPr>
            <p:spPr bwMode="auto">
              <a:xfrm>
                <a:off x="4640" y="2569"/>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7" name="Rectangle 136"/>
              <p:cNvSpPr>
                <a:spLocks noChangeArrowheads="1"/>
              </p:cNvSpPr>
              <p:nvPr userDrawn="1"/>
            </p:nvSpPr>
            <p:spPr bwMode="auto">
              <a:xfrm>
                <a:off x="4477" y="2620"/>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8" name="Rectangle 137"/>
              <p:cNvSpPr>
                <a:spLocks noChangeArrowheads="1"/>
              </p:cNvSpPr>
              <p:nvPr userDrawn="1"/>
            </p:nvSpPr>
            <p:spPr bwMode="auto">
              <a:xfrm>
                <a:off x="4533" y="2620"/>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9" name="Rectangle 138"/>
              <p:cNvSpPr>
                <a:spLocks noChangeArrowheads="1"/>
              </p:cNvSpPr>
              <p:nvPr userDrawn="1"/>
            </p:nvSpPr>
            <p:spPr bwMode="auto">
              <a:xfrm>
                <a:off x="4589" y="2620"/>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0" name="Rectangle 139"/>
              <p:cNvSpPr>
                <a:spLocks noChangeArrowheads="1"/>
              </p:cNvSpPr>
              <p:nvPr userDrawn="1"/>
            </p:nvSpPr>
            <p:spPr bwMode="auto">
              <a:xfrm>
                <a:off x="4640" y="2620"/>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1" name="Rectangle 140"/>
              <p:cNvSpPr>
                <a:spLocks noChangeArrowheads="1"/>
              </p:cNvSpPr>
              <p:nvPr userDrawn="1"/>
            </p:nvSpPr>
            <p:spPr bwMode="auto">
              <a:xfrm>
                <a:off x="4477" y="2672"/>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2" name="Rectangle 141"/>
              <p:cNvSpPr>
                <a:spLocks noChangeArrowheads="1"/>
              </p:cNvSpPr>
              <p:nvPr userDrawn="1"/>
            </p:nvSpPr>
            <p:spPr bwMode="auto">
              <a:xfrm>
                <a:off x="4533" y="2672"/>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3" name="Rectangle 142"/>
              <p:cNvSpPr>
                <a:spLocks noChangeArrowheads="1"/>
              </p:cNvSpPr>
              <p:nvPr userDrawn="1"/>
            </p:nvSpPr>
            <p:spPr bwMode="auto">
              <a:xfrm>
                <a:off x="4589" y="2672"/>
                <a:ext cx="28"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4" name="Rectangle 143"/>
              <p:cNvSpPr>
                <a:spLocks noChangeArrowheads="1"/>
              </p:cNvSpPr>
              <p:nvPr userDrawn="1"/>
            </p:nvSpPr>
            <p:spPr bwMode="auto">
              <a:xfrm>
                <a:off x="4640" y="2672"/>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5" name="Rectangle 144"/>
              <p:cNvSpPr>
                <a:spLocks noChangeArrowheads="1"/>
              </p:cNvSpPr>
              <p:nvPr userDrawn="1"/>
            </p:nvSpPr>
            <p:spPr bwMode="auto">
              <a:xfrm>
                <a:off x="4477" y="271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6" name="Rectangle 145"/>
              <p:cNvSpPr>
                <a:spLocks noChangeArrowheads="1"/>
              </p:cNvSpPr>
              <p:nvPr userDrawn="1"/>
            </p:nvSpPr>
            <p:spPr bwMode="auto">
              <a:xfrm>
                <a:off x="4533" y="271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7" name="Rectangle 146"/>
              <p:cNvSpPr>
                <a:spLocks noChangeArrowheads="1"/>
              </p:cNvSpPr>
              <p:nvPr userDrawn="1"/>
            </p:nvSpPr>
            <p:spPr bwMode="auto">
              <a:xfrm>
                <a:off x="4589" y="2718"/>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8" name="Rectangle 147"/>
              <p:cNvSpPr>
                <a:spLocks noChangeArrowheads="1"/>
              </p:cNvSpPr>
              <p:nvPr userDrawn="1"/>
            </p:nvSpPr>
            <p:spPr bwMode="auto">
              <a:xfrm>
                <a:off x="4640" y="2718"/>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9" name="Rectangle 148"/>
              <p:cNvSpPr>
                <a:spLocks noChangeArrowheads="1"/>
              </p:cNvSpPr>
              <p:nvPr userDrawn="1"/>
            </p:nvSpPr>
            <p:spPr bwMode="auto">
              <a:xfrm>
                <a:off x="4477" y="277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0" name="Rectangle 149"/>
              <p:cNvSpPr>
                <a:spLocks noChangeArrowheads="1"/>
              </p:cNvSpPr>
              <p:nvPr userDrawn="1"/>
            </p:nvSpPr>
            <p:spPr bwMode="auto">
              <a:xfrm>
                <a:off x="4533" y="277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1" name="Rectangle 150"/>
              <p:cNvSpPr>
                <a:spLocks noChangeArrowheads="1"/>
              </p:cNvSpPr>
              <p:nvPr userDrawn="1"/>
            </p:nvSpPr>
            <p:spPr bwMode="auto">
              <a:xfrm>
                <a:off x="4589" y="2770"/>
                <a:ext cx="28"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2" name="Rectangle 151"/>
              <p:cNvSpPr>
                <a:spLocks noChangeArrowheads="1"/>
              </p:cNvSpPr>
              <p:nvPr userDrawn="1"/>
            </p:nvSpPr>
            <p:spPr bwMode="auto">
              <a:xfrm>
                <a:off x="4640" y="2770"/>
                <a:ext cx="33"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3" name="Rectangle 152"/>
              <p:cNvSpPr>
                <a:spLocks noChangeArrowheads="1"/>
              </p:cNvSpPr>
              <p:nvPr userDrawn="1"/>
            </p:nvSpPr>
            <p:spPr bwMode="auto">
              <a:xfrm>
                <a:off x="4477" y="281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4" name="Rectangle 153"/>
              <p:cNvSpPr>
                <a:spLocks noChangeArrowheads="1"/>
              </p:cNvSpPr>
              <p:nvPr userDrawn="1"/>
            </p:nvSpPr>
            <p:spPr bwMode="auto">
              <a:xfrm>
                <a:off x="4533" y="281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5" name="Rectangle 154"/>
              <p:cNvSpPr>
                <a:spLocks noChangeArrowheads="1"/>
              </p:cNvSpPr>
              <p:nvPr userDrawn="1"/>
            </p:nvSpPr>
            <p:spPr bwMode="auto">
              <a:xfrm>
                <a:off x="4589" y="2816"/>
                <a:ext cx="28"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6" name="Rectangle 155"/>
              <p:cNvSpPr>
                <a:spLocks noChangeArrowheads="1"/>
              </p:cNvSpPr>
              <p:nvPr userDrawn="1"/>
            </p:nvSpPr>
            <p:spPr bwMode="auto">
              <a:xfrm>
                <a:off x="4640" y="2816"/>
                <a:ext cx="3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7" name="Rectangle 156"/>
              <p:cNvSpPr>
                <a:spLocks noChangeArrowheads="1"/>
              </p:cNvSpPr>
              <p:nvPr userDrawn="1"/>
            </p:nvSpPr>
            <p:spPr bwMode="auto">
              <a:xfrm>
                <a:off x="4510"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8" name="Rectangle 157"/>
              <p:cNvSpPr>
                <a:spLocks noChangeArrowheads="1"/>
              </p:cNvSpPr>
              <p:nvPr userDrawn="1"/>
            </p:nvSpPr>
            <p:spPr bwMode="auto">
              <a:xfrm>
                <a:off x="4552"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9" name="Rectangle 158"/>
              <p:cNvSpPr>
                <a:spLocks noChangeArrowheads="1"/>
              </p:cNvSpPr>
              <p:nvPr userDrawn="1"/>
            </p:nvSpPr>
            <p:spPr bwMode="auto">
              <a:xfrm>
                <a:off x="4594"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0" name="Rectangle 159"/>
              <p:cNvSpPr>
                <a:spLocks noChangeArrowheads="1"/>
              </p:cNvSpPr>
              <p:nvPr userDrawn="1"/>
            </p:nvSpPr>
            <p:spPr bwMode="auto">
              <a:xfrm>
                <a:off x="4617"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1" name="Rectangle 160"/>
              <p:cNvSpPr>
                <a:spLocks noChangeArrowheads="1"/>
              </p:cNvSpPr>
              <p:nvPr userDrawn="1"/>
            </p:nvSpPr>
            <p:spPr bwMode="auto">
              <a:xfrm>
                <a:off x="4640"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2" name="Rectangle 161"/>
              <p:cNvSpPr>
                <a:spLocks noChangeArrowheads="1"/>
              </p:cNvSpPr>
              <p:nvPr userDrawn="1"/>
            </p:nvSpPr>
            <p:spPr bwMode="auto">
              <a:xfrm>
                <a:off x="4575"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3" name="Rectangle 162"/>
              <p:cNvSpPr>
                <a:spLocks noChangeArrowheads="1"/>
              </p:cNvSpPr>
              <p:nvPr userDrawn="1"/>
            </p:nvSpPr>
            <p:spPr bwMode="auto">
              <a:xfrm>
                <a:off x="4533" y="1999"/>
                <a:ext cx="14" cy="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4" name="Freeform 163"/>
              <p:cNvSpPr>
                <a:spLocks/>
              </p:cNvSpPr>
              <p:nvPr userDrawn="1"/>
            </p:nvSpPr>
            <p:spPr bwMode="auto">
              <a:xfrm>
                <a:off x="3791" y="799"/>
                <a:ext cx="737" cy="416"/>
              </a:xfrm>
              <a:custGeom>
                <a:avLst/>
                <a:gdLst>
                  <a:gd name="T0" fmla="*/ 132 w 158"/>
                  <a:gd name="T1" fmla="*/ 37 h 89"/>
                  <a:gd name="T2" fmla="*/ 129 w 158"/>
                  <a:gd name="T3" fmla="*/ 38 h 89"/>
                  <a:gd name="T4" fmla="*/ 132 w 158"/>
                  <a:gd name="T5" fmla="*/ 26 h 89"/>
                  <a:gd name="T6" fmla="*/ 106 w 158"/>
                  <a:gd name="T7" fmla="*/ 0 h 89"/>
                  <a:gd name="T8" fmla="*/ 80 w 158"/>
                  <a:gd name="T9" fmla="*/ 23 h 89"/>
                  <a:gd name="T10" fmla="*/ 61 w 158"/>
                  <a:gd name="T11" fmla="*/ 14 h 89"/>
                  <a:gd name="T12" fmla="*/ 35 w 158"/>
                  <a:gd name="T13" fmla="*/ 39 h 89"/>
                  <a:gd name="T14" fmla="*/ 26 w 158"/>
                  <a:gd name="T15" fmla="*/ 37 h 89"/>
                  <a:gd name="T16" fmla="*/ 0 w 158"/>
                  <a:gd name="T17" fmla="*/ 63 h 89"/>
                  <a:gd name="T18" fmla="*/ 26 w 158"/>
                  <a:gd name="T19" fmla="*/ 89 h 89"/>
                  <a:gd name="T20" fmla="*/ 132 w 158"/>
                  <a:gd name="T21" fmla="*/ 89 h 89"/>
                  <a:gd name="T22" fmla="*/ 158 w 158"/>
                  <a:gd name="T23" fmla="*/ 63 h 89"/>
                  <a:gd name="T24" fmla="*/ 132 w 158"/>
                  <a:gd name="T25" fmla="*/ 3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89">
                    <a:moveTo>
                      <a:pt x="132" y="37"/>
                    </a:moveTo>
                    <a:cubicBezTo>
                      <a:pt x="131" y="37"/>
                      <a:pt x="130" y="37"/>
                      <a:pt x="129" y="38"/>
                    </a:cubicBezTo>
                    <a:cubicBezTo>
                      <a:pt x="131" y="34"/>
                      <a:pt x="132" y="30"/>
                      <a:pt x="132" y="26"/>
                    </a:cubicBezTo>
                    <a:cubicBezTo>
                      <a:pt x="132" y="12"/>
                      <a:pt x="120" y="0"/>
                      <a:pt x="106" y="0"/>
                    </a:cubicBezTo>
                    <a:cubicBezTo>
                      <a:pt x="93" y="0"/>
                      <a:pt x="82" y="10"/>
                      <a:pt x="80" y="23"/>
                    </a:cubicBezTo>
                    <a:cubicBezTo>
                      <a:pt x="75" y="18"/>
                      <a:pt x="69" y="14"/>
                      <a:pt x="61" y="14"/>
                    </a:cubicBezTo>
                    <a:cubicBezTo>
                      <a:pt x="47" y="14"/>
                      <a:pt x="36" y="25"/>
                      <a:pt x="35" y="39"/>
                    </a:cubicBezTo>
                    <a:cubicBezTo>
                      <a:pt x="32" y="38"/>
                      <a:pt x="29" y="37"/>
                      <a:pt x="26" y="37"/>
                    </a:cubicBezTo>
                    <a:cubicBezTo>
                      <a:pt x="12" y="37"/>
                      <a:pt x="0" y="49"/>
                      <a:pt x="0" y="63"/>
                    </a:cubicBezTo>
                    <a:cubicBezTo>
                      <a:pt x="0" y="78"/>
                      <a:pt x="12" y="89"/>
                      <a:pt x="26" y="89"/>
                    </a:cubicBezTo>
                    <a:cubicBezTo>
                      <a:pt x="132" y="89"/>
                      <a:pt x="132" y="89"/>
                      <a:pt x="132" y="89"/>
                    </a:cubicBezTo>
                    <a:cubicBezTo>
                      <a:pt x="146" y="89"/>
                      <a:pt x="158" y="78"/>
                      <a:pt x="158" y="63"/>
                    </a:cubicBezTo>
                    <a:cubicBezTo>
                      <a:pt x="158" y="49"/>
                      <a:pt x="146" y="37"/>
                      <a:pt x="132" y="37"/>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5" name="Freeform 164"/>
              <p:cNvSpPr>
                <a:spLocks/>
              </p:cNvSpPr>
              <p:nvPr userDrawn="1"/>
            </p:nvSpPr>
            <p:spPr bwMode="auto">
              <a:xfrm>
                <a:off x="5980" y="1275"/>
                <a:ext cx="1121" cy="598"/>
              </a:xfrm>
              <a:custGeom>
                <a:avLst/>
                <a:gdLst>
                  <a:gd name="T0" fmla="*/ 208 w 240"/>
                  <a:gd name="T1" fmla="*/ 63 h 128"/>
                  <a:gd name="T2" fmla="*/ 207 w 240"/>
                  <a:gd name="T3" fmla="*/ 63 h 128"/>
                  <a:gd name="T4" fmla="*/ 143 w 240"/>
                  <a:gd name="T5" fmla="*/ 0 h 128"/>
                  <a:gd name="T6" fmla="*/ 79 w 240"/>
                  <a:gd name="T7" fmla="*/ 56 h 128"/>
                  <a:gd name="T8" fmla="*/ 44 w 240"/>
                  <a:gd name="T9" fmla="*/ 39 h 128"/>
                  <a:gd name="T10" fmla="*/ 0 w 240"/>
                  <a:gd name="T11" fmla="*/ 84 h 128"/>
                  <a:gd name="T12" fmla="*/ 44 w 240"/>
                  <a:gd name="T13" fmla="*/ 128 h 128"/>
                  <a:gd name="T14" fmla="*/ 208 w 240"/>
                  <a:gd name="T15" fmla="*/ 128 h 128"/>
                  <a:gd name="T16" fmla="*/ 240 w 240"/>
                  <a:gd name="T17" fmla="*/ 96 h 128"/>
                  <a:gd name="T18" fmla="*/ 208 w 240"/>
                  <a:gd name="T1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28">
                    <a:moveTo>
                      <a:pt x="208" y="63"/>
                    </a:moveTo>
                    <a:cubicBezTo>
                      <a:pt x="207" y="63"/>
                      <a:pt x="207" y="63"/>
                      <a:pt x="207" y="63"/>
                    </a:cubicBezTo>
                    <a:cubicBezTo>
                      <a:pt x="206" y="28"/>
                      <a:pt x="178" y="0"/>
                      <a:pt x="143" y="0"/>
                    </a:cubicBezTo>
                    <a:cubicBezTo>
                      <a:pt x="110" y="0"/>
                      <a:pt x="83" y="24"/>
                      <a:pt x="79" y="56"/>
                    </a:cubicBezTo>
                    <a:cubicBezTo>
                      <a:pt x="71" y="46"/>
                      <a:pt x="58" y="39"/>
                      <a:pt x="44" y="39"/>
                    </a:cubicBezTo>
                    <a:cubicBezTo>
                      <a:pt x="20" y="39"/>
                      <a:pt x="0" y="59"/>
                      <a:pt x="0" y="84"/>
                    </a:cubicBezTo>
                    <a:cubicBezTo>
                      <a:pt x="0" y="108"/>
                      <a:pt x="20" y="128"/>
                      <a:pt x="44" y="128"/>
                    </a:cubicBezTo>
                    <a:cubicBezTo>
                      <a:pt x="208" y="128"/>
                      <a:pt x="208" y="128"/>
                      <a:pt x="208" y="128"/>
                    </a:cubicBezTo>
                    <a:cubicBezTo>
                      <a:pt x="226" y="128"/>
                      <a:pt x="240" y="114"/>
                      <a:pt x="240" y="96"/>
                    </a:cubicBezTo>
                    <a:cubicBezTo>
                      <a:pt x="240" y="78"/>
                      <a:pt x="226" y="63"/>
                      <a:pt x="208" y="63"/>
                    </a:cubicBezTo>
                    <a:close/>
                  </a:path>
                </a:pathLst>
              </a:custGeom>
              <a:solidFill>
                <a:srgbClr val="BADB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6" name="Rectangle 165"/>
              <p:cNvSpPr>
                <a:spLocks noChangeArrowheads="1"/>
              </p:cNvSpPr>
              <p:nvPr userDrawn="1"/>
            </p:nvSpPr>
            <p:spPr bwMode="auto">
              <a:xfrm>
                <a:off x="5943" y="2466"/>
                <a:ext cx="332" cy="420"/>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7" name="Rectangle 166"/>
              <p:cNvSpPr>
                <a:spLocks noChangeArrowheads="1"/>
              </p:cNvSpPr>
              <p:nvPr userDrawn="1"/>
            </p:nvSpPr>
            <p:spPr bwMode="auto">
              <a:xfrm>
                <a:off x="6480" y="2205"/>
                <a:ext cx="215" cy="686"/>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8" name="Freeform 167"/>
              <p:cNvSpPr>
                <a:spLocks/>
              </p:cNvSpPr>
              <p:nvPr userDrawn="1"/>
            </p:nvSpPr>
            <p:spPr bwMode="auto">
              <a:xfrm>
                <a:off x="6695" y="2205"/>
                <a:ext cx="252" cy="681"/>
              </a:xfrm>
              <a:custGeom>
                <a:avLst/>
                <a:gdLst>
                  <a:gd name="T0" fmla="*/ 0 w 252"/>
                  <a:gd name="T1" fmla="*/ 0 h 681"/>
                  <a:gd name="T2" fmla="*/ 252 w 252"/>
                  <a:gd name="T3" fmla="*/ 140 h 681"/>
                  <a:gd name="T4" fmla="*/ 252 w 252"/>
                  <a:gd name="T5" fmla="*/ 681 h 681"/>
                  <a:gd name="T6" fmla="*/ 0 w 252"/>
                  <a:gd name="T7" fmla="*/ 681 h 681"/>
                  <a:gd name="T8" fmla="*/ 0 w 252"/>
                  <a:gd name="T9" fmla="*/ 0 h 681"/>
                </a:gdLst>
                <a:ahLst/>
                <a:cxnLst>
                  <a:cxn ang="0">
                    <a:pos x="T0" y="T1"/>
                  </a:cxn>
                  <a:cxn ang="0">
                    <a:pos x="T2" y="T3"/>
                  </a:cxn>
                  <a:cxn ang="0">
                    <a:pos x="T4" y="T5"/>
                  </a:cxn>
                  <a:cxn ang="0">
                    <a:pos x="T6" y="T7"/>
                  </a:cxn>
                  <a:cxn ang="0">
                    <a:pos x="T8" y="T9"/>
                  </a:cxn>
                </a:cxnLst>
                <a:rect l="0" t="0" r="r" b="b"/>
                <a:pathLst>
                  <a:path w="252" h="681">
                    <a:moveTo>
                      <a:pt x="0" y="0"/>
                    </a:moveTo>
                    <a:lnTo>
                      <a:pt x="252" y="140"/>
                    </a:lnTo>
                    <a:lnTo>
                      <a:pt x="252" y="681"/>
                    </a:lnTo>
                    <a:lnTo>
                      <a:pt x="0" y="681"/>
                    </a:lnTo>
                    <a:lnTo>
                      <a:pt x="0" y="0"/>
                    </a:ln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9" name="Rectangle 168"/>
              <p:cNvSpPr>
                <a:spLocks noChangeArrowheads="1"/>
              </p:cNvSpPr>
              <p:nvPr userDrawn="1"/>
            </p:nvSpPr>
            <p:spPr bwMode="auto">
              <a:xfrm>
                <a:off x="5499" y="1976"/>
                <a:ext cx="281" cy="934"/>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0" name="Rectangle 169"/>
              <p:cNvSpPr>
                <a:spLocks noChangeArrowheads="1"/>
              </p:cNvSpPr>
              <p:nvPr userDrawn="1"/>
            </p:nvSpPr>
            <p:spPr bwMode="auto">
              <a:xfrm>
                <a:off x="5878" y="1458"/>
                <a:ext cx="88" cy="1419"/>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1" name="Rectangle 170"/>
              <p:cNvSpPr>
                <a:spLocks noChangeArrowheads="1"/>
              </p:cNvSpPr>
              <p:nvPr userDrawn="1"/>
            </p:nvSpPr>
            <p:spPr bwMode="auto">
              <a:xfrm>
                <a:off x="5756" y="1070"/>
                <a:ext cx="14" cy="523"/>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2" name="Rectangle 171"/>
              <p:cNvSpPr>
                <a:spLocks noChangeArrowheads="1"/>
              </p:cNvSpPr>
              <p:nvPr userDrawn="1"/>
            </p:nvSpPr>
            <p:spPr bwMode="auto">
              <a:xfrm>
                <a:off x="5626" y="1486"/>
                <a:ext cx="252" cy="1391"/>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3" name="Rectangle 172"/>
              <p:cNvSpPr>
                <a:spLocks noChangeArrowheads="1"/>
              </p:cNvSpPr>
              <p:nvPr userDrawn="1"/>
            </p:nvSpPr>
            <p:spPr bwMode="auto">
              <a:xfrm>
                <a:off x="5710" y="1486"/>
                <a:ext cx="168" cy="1391"/>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4" name="Freeform 173"/>
              <p:cNvSpPr>
                <a:spLocks/>
              </p:cNvSpPr>
              <p:nvPr userDrawn="1"/>
            </p:nvSpPr>
            <p:spPr bwMode="auto">
              <a:xfrm>
                <a:off x="5710" y="1812"/>
                <a:ext cx="149" cy="1065"/>
              </a:xfrm>
              <a:custGeom>
                <a:avLst/>
                <a:gdLst>
                  <a:gd name="T0" fmla="*/ 0 w 149"/>
                  <a:gd name="T1" fmla="*/ 0 h 1065"/>
                  <a:gd name="T2" fmla="*/ 0 w 149"/>
                  <a:gd name="T3" fmla="*/ 1065 h 1065"/>
                  <a:gd name="T4" fmla="*/ 149 w 149"/>
                  <a:gd name="T5" fmla="*/ 1065 h 1065"/>
                  <a:gd name="T6" fmla="*/ 0 w 149"/>
                  <a:gd name="T7" fmla="*/ 0 h 1065"/>
                </a:gdLst>
                <a:ahLst/>
                <a:cxnLst>
                  <a:cxn ang="0">
                    <a:pos x="T0" y="T1"/>
                  </a:cxn>
                  <a:cxn ang="0">
                    <a:pos x="T2" y="T3"/>
                  </a:cxn>
                  <a:cxn ang="0">
                    <a:pos x="T4" y="T5"/>
                  </a:cxn>
                  <a:cxn ang="0">
                    <a:pos x="T6" y="T7"/>
                  </a:cxn>
                </a:cxnLst>
                <a:rect l="0" t="0" r="r" b="b"/>
                <a:pathLst>
                  <a:path w="149" h="1065">
                    <a:moveTo>
                      <a:pt x="0" y="0"/>
                    </a:moveTo>
                    <a:lnTo>
                      <a:pt x="0" y="1065"/>
                    </a:lnTo>
                    <a:lnTo>
                      <a:pt x="149" y="1065"/>
                    </a:lnTo>
                    <a:lnTo>
                      <a:pt x="0" y="0"/>
                    </a:lnTo>
                    <a:close/>
                  </a:path>
                </a:pathLst>
              </a:custGeom>
              <a:solidFill>
                <a:srgbClr val="BADB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5" name="Rectangle 174"/>
              <p:cNvSpPr>
                <a:spLocks noChangeArrowheads="1"/>
              </p:cNvSpPr>
              <p:nvPr userDrawn="1"/>
            </p:nvSpPr>
            <p:spPr bwMode="auto">
              <a:xfrm>
                <a:off x="5626" y="1486"/>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6" name="Rectangle 175"/>
              <p:cNvSpPr>
                <a:spLocks noChangeArrowheads="1"/>
              </p:cNvSpPr>
              <p:nvPr userDrawn="1"/>
            </p:nvSpPr>
            <p:spPr bwMode="auto">
              <a:xfrm>
                <a:off x="5626" y="1556"/>
                <a:ext cx="84"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7" name="Rectangle 176"/>
              <p:cNvSpPr>
                <a:spLocks noChangeArrowheads="1"/>
              </p:cNvSpPr>
              <p:nvPr userDrawn="1"/>
            </p:nvSpPr>
            <p:spPr bwMode="auto">
              <a:xfrm>
                <a:off x="5626" y="1621"/>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8" name="Rectangle 177"/>
              <p:cNvSpPr>
                <a:spLocks noChangeArrowheads="1"/>
              </p:cNvSpPr>
              <p:nvPr userDrawn="1"/>
            </p:nvSpPr>
            <p:spPr bwMode="auto">
              <a:xfrm>
                <a:off x="5626" y="1686"/>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9" name="Rectangle 178"/>
              <p:cNvSpPr>
                <a:spLocks noChangeArrowheads="1"/>
              </p:cNvSpPr>
              <p:nvPr userDrawn="1"/>
            </p:nvSpPr>
            <p:spPr bwMode="auto">
              <a:xfrm>
                <a:off x="5626" y="1752"/>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0" name="Rectangle 179"/>
              <p:cNvSpPr>
                <a:spLocks noChangeArrowheads="1"/>
              </p:cNvSpPr>
              <p:nvPr userDrawn="1"/>
            </p:nvSpPr>
            <p:spPr bwMode="auto">
              <a:xfrm>
                <a:off x="5626" y="1817"/>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1" name="Rectangle 180"/>
              <p:cNvSpPr>
                <a:spLocks noChangeArrowheads="1"/>
              </p:cNvSpPr>
              <p:nvPr userDrawn="1"/>
            </p:nvSpPr>
            <p:spPr bwMode="auto">
              <a:xfrm>
                <a:off x="5626" y="1887"/>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2" name="Rectangle 181"/>
              <p:cNvSpPr>
                <a:spLocks noChangeArrowheads="1"/>
              </p:cNvSpPr>
              <p:nvPr userDrawn="1"/>
            </p:nvSpPr>
            <p:spPr bwMode="auto">
              <a:xfrm>
                <a:off x="5626" y="1953"/>
                <a:ext cx="84"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3" name="Rectangle 182"/>
              <p:cNvSpPr>
                <a:spLocks noChangeArrowheads="1"/>
              </p:cNvSpPr>
              <p:nvPr userDrawn="1"/>
            </p:nvSpPr>
            <p:spPr bwMode="auto">
              <a:xfrm>
                <a:off x="5626" y="2018"/>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4" name="Rectangle 183"/>
              <p:cNvSpPr>
                <a:spLocks noChangeArrowheads="1"/>
              </p:cNvSpPr>
              <p:nvPr userDrawn="1"/>
            </p:nvSpPr>
            <p:spPr bwMode="auto">
              <a:xfrm>
                <a:off x="5626" y="2083"/>
                <a:ext cx="84" cy="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5" name="Rectangle 184"/>
              <p:cNvSpPr>
                <a:spLocks noChangeArrowheads="1"/>
              </p:cNvSpPr>
              <p:nvPr userDrawn="1"/>
            </p:nvSpPr>
            <p:spPr bwMode="auto">
              <a:xfrm>
                <a:off x="5626" y="2149"/>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6" name="Rectangle 185"/>
              <p:cNvSpPr>
                <a:spLocks noChangeArrowheads="1"/>
              </p:cNvSpPr>
              <p:nvPr userDrawn="1"/>
            </p:nvSpPr>
            <p:spPr bwMode="auto">
              <a:xfrm>
                <a:off x="5626" y="2214"/>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7" name="Rectangle 186"/>
              <p:cNvSpPr>
                <a:spLocks noChangeArrowheads="1"/>
              </p:cNvSpPr>
              <p:nvPr userDrawn="1"/>
            </p:nvSpPr>
            <p:spPr bwMode="auto">
              <a:xfrm>
                <a:off x="5626" y="2284"/>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8" name="Rectangle 187"/>
              <p:cNvSpPr>
                <a:spLocks noChangeArrowheads="1"/>
              </p:cNvSpPr>
              <p:nvPr userDrawn="1"/>
            </p:nvSpPr>
            <p:spPr bwMode="auto">
              <a:xfrm>
                <a:off x="5626" y="2349"/>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9" name="Rectangle 188"/>
              <p:cNvSpPr>
                <a:spLocks noChangeArrowheads="1"/>
              </p:cNvSpPr>
              <p:nvPr userDrawn="1"/>
            </p:nvSpPr>
            <p:spPr bwMode="auto">
              <a:xfrm>
                <a:off x="5626" y="2415"/>
                <a:ext cx="84"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0" name="Rectangle 189"/>
              <p:cNvSpPr>
                <a:spLocks noChangeArrowheads="1"/>
              </p:cNvSpPr>
              <p:nvPr userDrawn="1"/>
            </p:nvSpPr>
            <p:spPr bwMode="auto">
              <a:xfrm>
                <a:off x="5626" y="2480"/>
                <a:ext cx="84" cy="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1" name="Rectangle 190"/>
              <p:cNvSpPr>
                <a:spLocks noChangeArrowheads="1"/>
              </p:cNvSpPr>
              <p:nvPr userDrawn="1"/>
            </p:nvSpPr>
            <p:spPr bwMode="auto">
              <a:xfrm>
                <a:off x="5626" y="2546"/>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2" name="Rectangle 191"/>
              <p:cNvSpPr>
                <a:spLocks noChangeArrowheads="1"/>
              </p:cNvSpPr>
              <p:nvPr userDrawn="1"/>
            </p:nvSpPr>
            <p:spPr bwMode="auto">
              <a:xfrm>
                <a:off x="5626" y="2611"/>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3" name="Rectangle 192"/>
              <p:cNvSpPr>
                <a:spLocks noChangeArrowheads="1"/>
              </p:cNvSpPr>
              <p:nvPr userDrawn="1"/>
            </p:nvSpPr>
            <p:spPr bwMode="auto">
              <a:xfrm>
                <a:off x="5626" y="2681"/>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4" name="Rectangle 193"/>
              <p:cNvSpPr>
                <a:spLocks noChangeArrowheads="1"/>
              </p:cNvSpPr>
              <p:nvPr userDrawn="1"/>
            </p:nvSpPr>
            <p:spPr bwMode="auto">
              <a:xfrm>
                <a:off x="5626" y="2746"/>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5" name="Rectangle 194"/>
              <p:cNvSpPr>
                <a:spLocks noChangeArrowheads="1"/>
              </p:cNvSpPr>
              <p:nvPr userDrawn="1"/>
            </p:nvSpPr>
            <p:spPr bwMode="auto">
              <a:xfrm>
                <a:off x="5626" y="2812"/>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6" name="Rectangle 195"/>
              <p:cNvSpPr>
                <a:spLocks noChangeArrowheads="1"/>
              </p:cNvSpPr>
              <p:nvPr userDrawn="1"/>
            </p:nvSpPr>
            <p:spPr bwMode="auto">
              <a:xfrm>
                <a:off x="5626" y="1486"/>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7" name="Rectangle 196"/>
              <p:cNvSpPr>
                <a:spLocks noChangeArrowheads="1"/>
              </p:cNvSpPr>
              <p:nvPr userDrawn="1"/>
            </p:nvSpPr>
            <p:spPr bwMode="auto">
              <a:xfrm>
                <a:off x="5626" y="1556"/>
                <a:ext cx="84"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8" name="Rectangle 197"/>
              <p:cNvSpPr>
                <a:spLocks noChangeArrowheads="1"/>
              </p:cNvSpPr>
              <p:nvPr userDrawn="1"/>
            </p:nvSpPr>
            <p:spPr bwMode="auto">
              <a:xfrm>
                <a:off x="5626" y="1621"/>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9" name="Rectangle 198"/>
              <p:cNvSpPr>
                <a:spLocks noChangeArrowheads="1"/>
              </p:cNvSpPr>
              <p:nvPr userDrawn="1"/>
            </p:nvSpPr>
            <p:spPr bwMode="auto">
              <a:xfrm>
                <a:off x="5626" y="1686"/>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0" name="Rectangle 199"/>
              <p:cNvSpPr>
                <a:spLocks noChangeArrowheads="1"/>
              </p:cNvSpPr>
              <p:nvPr userDrawn="1"/>
            </p:nvSpPr>
            <p:spPr bwMode="auto">
              <a:xfrm>
                <a:off x="5626" y="1752"/>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1" name="Rectangle 200"/>
              <p:cNvSpPr>
                <a:spLocks noChangeArrowheads="1"/>
              </p:cNvSpPr>
              <p:nvPr userDrawn="1"/>
            </p:nvSpPr>
            <p:spPr bwMode="auto">
              <a:xfrm>
                <a:off x="5626" y="1817"/>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2" name="Rectangle 201"/>
              <p:cNvSpPr>
                <a:spLocks noChangeArrowheads="1"/>
              </p:cNvSpPr>
              <p:nvPr userDrawn="1"/>
            </p:nvSpPr>
            <p:spPr bwMode="auto">
              <a:xfrm>
                <a:off x="5626" y="1887"/>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3" name="Rectangle 202"/>
              <p:cNvSpPr>
                <a:spLocks noChangeArrowheads="1"/>
              </p:cNvSpPr>
              <p:nvPr userDrawn="1"/>
            </p:nvSpPr>
            <p:spPr bwMode="auto">
              <a:xfrm>
                <a:off x="5626" y="1953"/>
                <a:ext cx="84"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4" name="Rectangle 203"/>
              <p:cNvSpPr>
                <a:spLocks noChangeArrowheads="1"/>
              </p:cNvSpPr>
              <p:nvPr userDrawn="1"/>
            </p:nvSpPr>
            <p:spPr bwMode="auto">
              <a:xfrm>
                <a:off x="5626" y="2018"/>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5" name="Rectangle 204"/>
              <p:cNvSpPr>
                <a:spLocks noChangeArrowheads="1"/>
              </p:cNvSpPr>
              <p:nvPr userDrawn="1"/>
            </p:nvSpPr>
            <p:spPr bwMode="auto">
              <a:xfrm>
                <a:off x="5626" y="2083"/>
                <a:ext cx="84" cy="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10" name="Rectangle 206"/>
            <p:cNvSpPr>
              <a:spLocks noChangeArrowheads="1"/>
            </p:cNvSpPr>
            <p:nvPr userDrawn="1"/>
          </p:nvSpPr>
          <p:spPr bwMode="auto">
            <a:xfrm>
              <a:off x="5626" y="2149"/>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 name="Rectangle 207"/>
            <p:cNvSpPr>
              <a:spLocks noChangeArrowheads="1"/>
            </p:cNvSpPr>
            <p:nvPr userDrawn="1"/>
          </p:nvSpPr>
          <p:spPr bwMode="auto">
            <a:xfrm>
              <a:off x="5626" y="2214"/>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 name="Rectangle 208"/>
            <p:cNvSpPr>
              <a:spLocks noChangeArrowheads="1"/>
            </p:cNvSpPr>
            <p:nvPr userDrawn="1"/>
          </p:nvSpPr>
          <p:spPr bwMode="auto">
            <a:xfrm>
              <a:off x="5626" y="2284"/>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 name="Rectangle 209"/>
            <p:cNvSpPr>
              <a:spLocks noChangeArrowheads="1"/>
            </p:cNvSpPr>
            <p:nvPr userDrawn="1"/>
          </p:nvSpPr>
          <p:spPr bwMode="auto">
            <a:xfrm>
              <a:off x="5626" y="2349"/>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 name="Rectangle 210"/>
            <p:cNvSpPr>
              <a:spLocks noChangeArrowheads="1"/>
            </p:cNvSpPr>
            <p:nvPr userDrawn="1"/>
          </p:nvSpPr>
          <p:spPr bwMode="auto">
            <a:xfrm>
              <a:off x="5626" y="2415"/>
              <a:ext cx="84"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 name="Rectangle 211"/>
            <p:cNvSpPr>
              <a:spLocks noChangeArrowheads="1"/>
            </p:cNvSpPr>
            <p:nvPr userDrawn="1"/>
          </p:nvSpPr>
          <p:spPr bwMode="auto">
            <a:xfrm>
              <a:off x="5626" y="2480"/>
              <a:ext cx="84" cy="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 name="Rectangle 212"/>
            <p:cNvSpPr>
              <a:spLocks noChangeArrowheads="1"/>
            </p:cNvSpPr>
            <p:nvPr userDrawn="1"/>
          </p:nvSpPr>
          <p:spPr bwMode="auto">
            <a:xfrm>
              <a:off x="5626" y="2546"/>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 name="Rectangle 213"/>
            <p:cNvSpPr>
              <a:spLocks noChangeArrowheads="1"/>
            </p:cNvSpPr>
            <p:nvPr userDrawn="1"/>
          </p:nvSpPr>
          <p:spPr bwMode="auto">
            <a:xfrm>
              <a:off x="5626" y="2611"/>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 name="Rectangle 214"/>
            <p:cNvSpPr>
              <a:spLocks noChangeArrowheads="1"/>
            </p:cNvSpPr>
            <p:nvPr userDrawn="1"/>
          </p:nvSpPr>
          <p:spPr bwMode="auto">
            <a:xfrm>
              <a:off x="5626" y="2681"/>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 name="Rectangle 215"/>
            <p:cNvSpPr>
              <a:spLocks noChangeArrowheads="1"/>
            </p:cNvSpPr>
            <p:nvPr userDrawn="1"/>
          </p:nvSpPr>
          <p:spPr bwMode="auto">
            <a:xfrm>
              <a:off x="5626" y="2746"/>
              <a:ext cx="84"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Rectangle 216"/>
            <p:cNvSpPr>
              <a:spLocks noChangeArrowheads="1"/>
            </p:cNvSpPr>
            <p:nvPr userDrawn="1"/>
          </p:nvSpPr>
          <p:spPr bwMode="auto">
            <a:xfrm>
              <a:off x="5626" y="2812"/>
              <a:ext cx="84" cy="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Rectangle 217"/>
            <p:cNvSpPr>
              <a:spLocks noChangeArrowheads="1"/>
            </p:cNvSpPr>
            <p:nvPr userDrawn="1"/>
          </p:nvSpPr>
          <p:spPr bwMode="auto">
            <a:xfrm>
              <a:off x="5710" y="1486"/>
              <a:ext cx="233" cy="37"/>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 name="Rectangle 218"/>
            <p:cNvSpPr>
              <a:spLocks noChangeArrowheads="1"/>
            </p:cNvSpPr>
            <p:nvPr userDrawn="1"/>
          </p:nvSpPr>
          <p:spPr bwMode="auto">
            <a:xfrm>
              <a:off x="5710" y="1556"/>
              <a:ext cx="233"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 name="Rectangle 219"/>
            <p:cNvSpPr>
              <a:spLocks noChangeArrowheads="1"/>
            </p:cNvSpPr>
            <p:nvPr userDrawn="1"/>
          </p:nvSpPr>
          <p:spPr bwMode="auto">
            <a:xfrm>
              <a:off x="5710" y="1621"/>
              <a:ext cx="233"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 name="Rectangle 220"/>
            <p:cNvSpPr>
              <a:spLocks noChangeArrowheads="1"/>
            </p:cNvSpPr>
            <p:nvPr userDrawn="1"/>
          </p:nvSpPr>
          <p:spPr bwMode="auto">
            <a:xfrm>
              <a:off x="5710" y="1686"/>
              <a:ext cx="233"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 name="Rectangle 221"/>
            <p:cNvSpPr>
              <a:spLocks noChangeArrowheads="1"/>
            </p:cNvSpPr>
            <p:nvPr userDrawn="1"/>
          </p:nvSpPr>
          <p:spPr bwMode="auto">
            <a:xfrm>
              <a:off x="5710" y="1752"/>
              <a:ext cx="233" cy="37"/>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 name="Rectangle 222"/>
            <p:cNvSpPr>
              <a:spLocks noChangeArrowheads="1"/>
            </p:cNvSpPr>
            <p:nvPr userDrawn="1"/>
          </p:nvSpPr>
          <p:spPr bwMode="auto">
            <a:xfrm>
              <a:off x="5710" y="1817"/>
              <a:ext cx="233" cy="37"/>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 name="Rectangle 223"/>
            <p:cNvSpPr>
              <a:spLocks noChangeArrowheads="1"/>
            </p:cNvSpPr>
            <p:nvPr userDrawn="1"/>
          </p:nvSpPr>
          <p:spPr bwMode="auto">
            <a:xfrm>
              <a:off x="5710" y="1887"/>
              <a:ext cx="233"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 name="Rectangle 224"/>
            <p:cNvSpPr>
              <a:spLocks noChangeArrowheads="1"/>
            </p:cNvSpPr>
            <p:nvPr userDrawn="1"/>
          </p:nvSpPr>
          <p:spPr bwMode="auto">
            <a:xfrm>
              <a:off x="5710" y="1953"/>
              <a:ext cx="233"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 name="Rectangle 225"/>
            <p:cNvSpPr>
              <a:spLocks noChangeArrowheads="1"/>
            </p:cNvSpPr>
            <p:nvPr userDrawn="1"/>
          </p:nvSpPr>
          <p:spPr bwMode="auto">
            <a:xfrm>
              <a:off x="5710" y="2018"/>
              <a:ext cx="233"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 name="Rectangle 226"/>
            <p:cNvSpPr>
              <a:spLocks noChangeArrowheads="1"/>
            </p:cNvSpPr>
            <p:nvPr userDrawn="1"/>
          </p:nvSpPr>
          <p:spPr bwMode="auto">
            <a:xfrm>
              <a:off x="5710" y="2083"/>
              <a:ext cx="233" cy="3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 name="Rectangle 227"/>
            <p:cNvSpPr>
              <a:spLocks noChangeArrowheads="1"/>
            </p:cNvSpPr>
            <p:nvPr userDrawn="1"/>
          </p:nvSpPr>
          <p:spPr bwMode="auto">
            <a:xfrm>
              <a:off x="5710" y="2149"/>
              <a:ext cx="233" cy="37"/>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 name="Rectangle 228"/>
            <p:cNvSpPr>
              <a:spLocks noChangeArrowheads="1"/>
            </p:cNvSpPr>
            <p:nvPr userDrawn="1"/>
          </p:nvSpPr>
          <p:spPr bwMode="auto">
            <a:xfrm>
              <a:off x="5710" y="2214"/>
              <a:ext cx="233" cy="37"/>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 name="Rectangle 229"/>
            <p:cNvSpPr>
              <a:spLocks noChangeArrowheads="1"/>
            </p:cNvSpPr>
            <p:nvPr userDrawn="1"/>
          </p:nvSpPr>
          <p:spPr bwMode="auto">
            <a:xfrm>
              <a:off x="5710" y="2284"/>
              <a:ext cx="233"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 name="Rectangle 230"/>
            <p:cNvSpPr>
              <a:spLocks noChangeArrowheads="1"/>
            </p:cNvSpPr>
            <p:nvPr userDrawn="1"/>
          </p:nvSpPr>
          <p:spPr bwMode="auto">
            <a:xfrm>
              <a:off x="5710" y="2349"/>
              <a:ext cx="233"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 name="Rectangle 231"/>
            <p:cNvSpPr>
              <a:spLocks noChangeArrowheads="1"/>
            </p:cNvSpPr>
            <p:nvPr userDrawn="1"/>
          </p:nvSpPr>
          <p:spPr bwMode="auto">
            <a:xfrm>
              <a:off x="5710" y="2415"/>
              <a:ext cx="233"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 name="Rectangle 232"/>
            <p:cNvSpPr>
              <a:spLocks noChangeArrowheads="1"/>
            </p:cNvSpPr>
            <p:nvPr userDrawn="1"/>
          </p:nvSpPr>
          <p:spPr bwMode="auto">
            <a:xfrm>
              <a:off x="5710" y="2480"/>
              <a:ext cx="233" cy="3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 name="Rectangle 233"/>
            <p:cNvSpPr>
              <a:spLocks noChangeArrowheads="1"/>
            </p:cNvSpPr>
            <p:nvPr userDrawn="1"/>
          </p:nvSpPr>
          <p:spPr bwMode="auto">
            <a:xfrm>
              <a:off x="5710" y="2546"/>
              <a:ext cx="233" cy="37"/>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 name="Rectangle 234"/>
            <p:cNvSpPr>
              <a:spLocks noChangeArrowheads="1"/>
            </p:cNvSpPr>
            <p:nvPr userDrawn="1"/>
          </p:nvSpPr>
          <p:spPr bwMode="auto">
            <a:xfrm>
              <a:off x="5710" y="2611"/>
              <a:ext cx="233" cy="37"/>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9" name="Rectangle 235"/>
            <p:cNvSpPr>
              <a:spLocks noChangeArrowheads="1"/>
            </p:cNvSpPr>
            <p:nvPr userDrawn="1"/>
          </p:nvSpPr>
          <p:spPr bwMode="auto">
            <a:xfrm>
              <a:off x="5710" y="2681"/>
              <a:ext cx="233"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0" name="Rectangle 236"/>
            <p:cNvSpPr>
              <a:spLocks noChangeArrowheads="1"/>
            </p:cNvSpPr>
            <p:nvPr userDrawn="1"/>
          </p:nvSpPr>
          <p:spPr bwMode="auto">
            <a:xfrm>
              <a:off x="5710" y="2746"/>
              <a:ext cx="233"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1" name="Rectangle 237"/>
            <p:cNvSpPr>
              <a:spLocks noChangeArrowheads="1"/>
            </p:cNvSpPr>
            <p:nvPr userDrawn="1"/>
          </p:nvSpPr>
          <p:spPr bwMode="auto">
            <a:xfrm>
              <a:off x="5710" y="2812"/>
              <a:ext cx="233" cy="37"/>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2" name="Rectangle 238"/>
            <p:cNvSpPr>
              <a:spLocks noChangeArrowheads="1"/>
            </p:cNvSpPr>
            <p:nvPr userDrawn="1"/>
          </p:nvSpPr>
          <p:spPr bwMode="auto">
            <a:xfrm>
              <a:off x="6237" y="1887"/>
              <a:ext cx="206" cy="1023"/>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3" name="Rectangle 239"/>
            <p:cNvSpPr>
              <a:spLocks noChangeArrowheads="1"/>
            </p:cNvSpPr>
            <p:nvPr userDrawn="1"/>
          </p:nvSpPr>
          <p:spPr bwMode="auto">
            <a:xfrm>
              <a:off x="6275" y="1808"/>
              <a:ext cx="135" cy="102"/>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4" name="Rectangle 240"/>
            <p:cNvSpPr>
              <a:spLocks noChangeArrowheads="1"/>
            </p:cNvSpPr>
            <p:nvPr userDrawn="1"/>
          </p:nvSpPr>
          <p:spPr bwMode="auto">
            <a:xfrm>
              <a:off x="6312" y="1756"/>
              <a:ext cx="56" cy="103"/>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5" name="Rectangle 241"/>
            <p:cNvSpPr>
              <a:spLocks noChangeArrowheads="1"/>
            </p:cNvSpPr>
            <p:nvPr userDrawn="1"/>
          </p:nvSpPr>
          <p:spPr bwMode="auto">
            <a:xfrm>
              <a:off x="6172" y="1938"/>
              <a:ext cx="336" cy="972"/>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6" name="Rectangle 242"/>
            <p:cNvSpPr>
              <a:spLocks noChangeArrowheads="1"/>
            </p:cNvSpPr>
            <p:nvPr userDrawn="1"/>
          </p:nvSpPr>
          <p:spPr bwMode="auto">
            <a:xfrm>
              <a:off x="6237" y="1957"/>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7" name="Rectangle 243"/>
            <p:cNvSpPr>
              <a:spLocks noChangeArrowheads="1"/>
            </p:cNvSpPr>
            <p:nvPr userDrawn="1"/>
          </p:nvSpPr>
          <p:spPr bwMode="auto">
            <a:xfrm>
              <a:off x="6237" y="2018"/>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8" name="Rectangle 244"/>
            <p:cNvSpPr>
              <a:spLocks noChangeArrowheads="1"/>
            </p:cNvSpPr>
            <p:nvPr userDrawn="1"/>
          </p:nvSpPr>
          <p:spPr bwMode="auto">
            <a:xfrm>
              <a:off x="6237" y="2079"/>
              <a:ext cx="206"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9" name="Rectangle 245"/>
            <p:cNvSpPr>
              <a:spLocks noChangeArrowheads="1"/>
            </p:cNvSpPr>
            <p:nvPr userDrawn="1"/>
          </p:nvSpPr>
          <p:spPr bwMode="auto">
            <a:xfrm>
              <a:off x="6237" y="2139"/>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0" name="Rectangle 246"/>
            <p:cNvSpPr>
              <a:spLocks noChangeArrowheads="1"/>
            </p:cNvSpPr>
            <p:nvPr userDrawn="1"/>
          </p:nvSpPr>
          <p:spPr bwMode="auto">
            <a:xfrm>
              <a:off x="6237" y="2200"/>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1" name="Rectangle 247"/>
            <p:cNvSpPr>
              <a:spLocks noChangeArrowheads="1"/>
            </p:cNvSpPr>
            <p:nvPr userDrawn="1"/>
          </p:nvSpPr>
          <p:spPr bwMode="auto">
            <a:xfrm>
              <a:off x="6237" y="2261"/>
              <a:ext cx="206"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2" name="Rectangle 248"/>
            <p:cNvSpPr>
              <a:spLocks noChangeArrowheads="1"/>
            </p:cNvSpPr>
            <p:nvPr userDrawn="1"/>
          </p:nvSpPr>
          <p:spPr bwMode="auto">
            <a:xfrm>
              <a:off x="6237" y="2321"/>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3" name="Rectangle 249"/>
            <p:cNvSpPr>
              <a:spLocks noChangeArrowheads="1"/>
            </p:cNvSpPr>
            <p:nvPr userDrawn="1"/>
          </p:nvSpPr>
          <p:spPr bwMode="auto">
            <a:xfrm>
              <a:off x="6237" y="2382"/>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4" name="Rectangle 250"/>
            <p:cNvSpPr>
              <a:spLocks noChangeArrowheads="1"/>
            </p:cNvSpPr>
            <p:nvPr userDrawn="1"/>
          </p:nvSpPr>
          <p:spPr bwMode="auto">
            <a:xfrm>
              <a:off x="6237" y="2443"/>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5" name="Rectangle 251"/>
            <p:cNvSpPr>
              <a:spLocks noChangeArrowheads="1"/>
            </p:cNvSpPr>
            <p:nvPr userDrawn="1"/>
          </p:nvSpPr>
          <p:spPr bwMode="auto">
            <a:xfrm>
              <a:off x="6237" y="2504"/>
              <a:ext cx="206"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6" name="Rectangle 252"/>
            <p:cNvSpPr>
              <a:spLocks noChangeArrowheads="1"/>
            </p:cNvSpPr>
            <p:nvPr userDrawn="1"/>
          </p:nvSpPr>
          <p:spPr bwMode="auto">
            <a:xfrm>
              <a:off x="6237" y="2564"/>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7" name="Rectangle 253"/>
            <p:cNvSpPr>
              <a:spLocks noChangeArrowheads="1"/>
            </p:cNvSpPr>
            <p:nvPr userDrawn="1"/>
          </p:nvSpPr>
          <p:spPr bwMode="auto">
            <a:xfrm>
              <a:off x="6237" y="2625"/>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8" name="Rectangle 254"/>
            <p:cNvSpPr>
              <a:spLocks noChangeArrowheads="1"/>
            </p:cNvSpPr>
            <p:nvPr userDrawn="1"/>
          </p:nvSpPr>
          <p:spPr bwMode="auto">
            <a:xfrm>
              <a:off x="6237" y="2686"/>
              <a:ext cx="206"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9" name="Rectangle 255"/>
            <p:cNvSpPr>
              <a:spLocks noChangeArrowheads="1"/>
            </p:cNvSpPr>
            <p:nvPr userDrawn="1"/>
          </p:nvSpPr>
          <p:spPr bwMode="auto">
            <a:xfrm>
              <a:off x="6237" y="2746"/>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0" name="Rectangle 256"/>
            <p:cNvSpPr>
              <a:spLocks noChangeArrowheads="1"/>
            </p:cNvSpPr>
            <p:nvPr userDrawn="1"/>
          </p:nvSpPr>
          <p:spPr bwMode="auto">
            <a:xfrm>
              <a:off x="6237" y="2807"/>
              <a:ext cx="206"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1" name="Rectangle 257"/>
            <p:cNvSpPr>
              <a:spLocks noChangeArrowheads="1"/>
            </p:cNvSpPr>
            <p:nvPr userDrawn="1"/>
          </p:nvSpPr>
          <p:spPr bwMode="auto">
            <a:xfrm>
              <a:off x="6237" y="2868"/>
              <a:ext cx="206"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2" name="Rectangle 258"/>
            <p:cNvSpPr>
              <a:spLocks noChangeArrowheads="1"/>
            </p:cNvSpPr>
            <p:nvPr userDrawn="1"/>
          </p:nvSpPr>
          <p:spPr bwMode="auto">
            <a:xfrm>
              <a:off x="6167" y="1985"/>
              <a:ext cx="70"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3" name="Rectangle 259"/>
            <p:cNvSpPr>
              <a:spLocks noChangeArrowheads="1"/>
            </p:cNvSpPr>
            <p:nvPr userDrawn="1"/>
          </p:nvSpPr>
          <p:spPr bwMode="auto">
            <a:xfrm>
              <a:off x="6167" y="2046"/>
              <a:ext cx="70"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4" name="Rectangle 260"/>
            <p:cNvSpPr>
              <a:spLocks noChangeArrowheads="1"/>
            </p:cNvSpPr>
            <p:nvPr userDrawn="1"/>
          </p:nvSpPr>
          <p:spPr bwMode="auto">
            <a:xfrm>
              <a:off x="6167" y="2107"/>
              <a:ext cx="70"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5" name="Rectangle 261"/>
            <p:cNvSpPr>
              <a:spLocks noChangeArrowheads="1"/>
            </p:cNvSpPr>
            <p:nvPr userDrawn="1"/>
          </p:nvSpPr>
          <p:spPr bwMode="auto">
            <a:xfrm>
              <a:off x="6167" y="2167"/>
              <a:ext cx="70"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6" name="Rectangle 262"/>
            <p:cNvSpPr>
              <a:spLocks noChangeArrowheads="1"/>
            </p:cNvSpPr>
            <p:nvPr userDrawn="1"/>
          </p:nvSpPr>
          <p:spPr bwMode="auto">
            <a:xfrm>
              <a:off x="6167" y="2233"/>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7" name="Rectangle 263"/>
            <p:cNvSpPr>
              <a:spLocks noChangeArrowheads="1"/>
            </p:cNvSpPr>
            <p:nvPr userDrawn="1"/>
          </p:nvSpPr>
          <p:spPr bwMode="auto">
            <a:xfrm>
              <a:off x="6167" y="2293"/>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8" name="Rectangle 264"/>
            <p:cNvSpPr>
              <a:spLocks noChangeArrowheads="1"/>
            </p:cNvSpPr>
            <p:nvPr userDrawn="1"/>
          </p:nvSpPr>
          <p:spPr bwMode="auto">
            <a:xfrm>
              <a:off x="6167" y="2354"/>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9" name="Rectangle 265"/>
            <p:cNvSpPr>
              <a:spLocks noChangeArrowheads="1"/>
            </p:cNvSpPr>
            <p:nvPr userDrawn="1"/>
          </p:nvSpPr>
          <p:spPr bwMode="auto">
            <a:xfrm>
              <a:off x="6167" y="2415"/>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0" name="Rectangle 266"/>
            <p:cNvSpPr>
              <a:spLocks noChangeArrowheads="1"/>
            </p:cNvSpPr>
            <p:nvPr userDrawn="1"/>
          </p:nvSpPr>
          <p:spPr bwMode="auto">
            <a:xfrm>
              <a:off x="6167" y="2476"/>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1" name="Rectangle 267"/>
            <p:cNvSpPr>
              <a:spLocks noChangeArrowheads="1"/>
            </p:cNvSpPr>
            <p:nvPr userDrawn="1"/>
          </p:nvSpPr>
          <p:spPr bwMode="auto">
            <a:xfrm>
              <a:off x="6167" y="2536"/>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2" name="Rectangle 268"/>
            <p:cNvSpPr>
              <a:spLocks noChangeArrowheads="1"/>
            </p:cNvSpPr>
            <p:nvPr userDrawn="1"/>
          </p:nvSpPr>
          <p:spPr bwMode="auto">
            <a:xfrm>
              <a:off x="6167" y="2597"/>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3" name="Rectangle 269"/>
            <p:cNvSpPr>
              <a:spLocks noChangeArrowheads="1"/>
            </p:cNvSpPr>
            <p:nvPr userDrawn="1"/>
          </p:nvSpPr>
          <p:spPr bwMode="auto">
            <a:xfrm>
              <a:off x="6167" y="2658"/>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4" name="Rectangle 270"/>
            <p:cNvSpPr>
              <a:spLocks noChangeArrowheads="1"/>
            </p:cNvSpPr>
            <p:nvPr userDrawn="1"/>
          </p:nvSpPr>
          <p:spPr bwMode="auto">
            <a:xfrm>
              <a:off x="6167" y="2718"/>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5" name="Rectangle 271"/>
            <p:cNvSpPr>
              <a:spLocks noChangeArrowheads="1"/>
            </p:cNvSpPr>
            <p:nvPr userDrawn="1"/>
          </p:nvSpPr>
          <p:spPr bwMode="auto">
            <a:xfrm>
              <a:off x="6167" y="2779"/>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6" name="Rectangle 272"/>
            <p:cNvSpPr>
              <a:spLocks noChangeArrowheads="1"/>
            </p:cNvSpPr>
            <p:nvPr userDrawn="1"/>
          </p:nvSpPr>
          <p:spPr bwMode="auto">
            <a:xfrm>
              <a:off x="6167" y="2840"/>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7" name="Rectangle 273"/>
            <p:cNvSpPr>
              <a:spLocks noChangeArrowheads="1"/>
            </p:cNvSpPr>
            <p:nvPr userDrawn="1"/>
          </p:nvSpPr>
          <p:spPr bwMode="auto">
            <a:xfrm>
              <a:off x="6443" y="1985"/>
              <a:ext cx="70"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8" name="Rectangle 274"/>
            <p:cNvSpPr>
              <a:spLocks noChangeArrowheads="1"/>
            </p:cNvSpPr>
            <p:nvPr userDrawn="1"/>
          </p:nvSpPr>
          <p:spPr bwMode="auto">
            <a:xfrm>
              <a:off x="6443" y="2046"/>
              <a:ext cx="70"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9" name="Rectangle 275"/>
            <p:cNvSpPr>
              <a:spLocks noChangeArrowheads="1"/>
            </p:cNvSpPr>
            <p:nvPr userDrawn="1"/>
          </p:nvSpPr>
          <p:spPr bwMode="auto">
            <a:xfrm>
              <a:off x="6443" y="2107"/>
              <a:ext cx="70" cy="3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0" name="Rectangle 276"/>
            <p:cNvSpPr>
              <a:spLocks noChangeArrowheads="1"/>
            </p:cNvSpPr>
            <p:nvPr userDrawn="1"/>
          </p:nvSpPr>
          <p:spPr bwMode="auto">
            <a:xfrm>
              <a:off x="6443" y="2167"/>
              <a:ext cx="70" cy="3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1" name="Rectangle 277"/>
            <p:cNvSpPr>
              <a:spLocks noChangeArrowheads="1"/>
            </p:cNvSpPr>
            <p:nvPr userDrawn="1"/>
          </p:nvSpPr>
          <p:spPr bwMode="auto">
            <a:xfrm>
              <a:off x="6443" y="2233"/>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2" name="Rectangle 278"/>
            <p:cNvSpPr>
              <a:spLocks noChangeArrowheads="1"/>
            </p:cNvSpPr>
            <p:nvPr userDrawn="1"/>
          </p:nvSpPr>
          <p:spPr bwMode="auto">
            <a:xfrm>
              <a:off x="6443" y="2293"/>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3" name="Rectangle 279"/>
            <p:cNvSpPr>
              <a:spLocks noChangeArrowheads="1"/>
            </p:cNvSpPr>
            <p:nvPr userDrawn="1"/>
          </p:nvSpPr>
          <p:spPr bwMode="auto">
            <a:xfrm>
              <a:off x="6443" y="2354"/>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4" name="Rectangle 280"/>
            <p:cNvSpPr>
              <a:spLocks noChangeArrowheads="1"/>
            </p:cNvSpPr>
            <p:nvPr userDrawn="1"/>
          </p:nvSpPr>
          <p:spPr bwMode="auto">
            <a:xfrm>
              <a:off x="6443" y="2415"/>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5" name="Rectangle 281"/>
            <p:cNvSpPr>
              <a:spLocks noChangeArrowheads="1"/>
            </p:cNvSpPr>
            <p:nvPr userDrawn="1"/>
          </p:nvSpPr>
          <p:spPr bwMode="auto">
            <a:xfrm>
              <a:off x="6443" y="2476"/>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6" name="Rectangle 282"/>
            <p:cNvSpPr>
              <a:spLocks noChangeArrowheads="1"/>
            </p:cNvSpPr>
            <p:nvPr userDrawn="1"/>
          </p:nvSpPr>
          <p:spPr bwMode="auto">
            <a:xfrm>
              <a:off x="6443" y="2536"/>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7" name="Rectangle 283"/>
            <p:cNvSpPr>
              <a:spLocks noChangeArrowheads="1"/>
            </p:cNvSpPr>
            <p:nvPr userDrawn="1"/>
          </p:nvSpPr>
          <p:spPr bwMode="auto">
            <a:xfrm>
              <a:off x="6443" y="2597"/>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8" name="Rectangle 284"/>
            <p:cNvSpPr>
              <a:spLocks noChangeArrowheads="1"/>
            </p:cNvSpPr>
            <p:nvPr userDrawn="1"/>
          </p:nvSpPr>
          <p:spPr bwMode="auto">
            <a:xfrm>
              <a:off x="6443" y="2658"/>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9" name="Rectangle 285"/>
            <p:cNvSpPr>
              <a:spLocks noChangeArrowheads="1"/>
            </p:cNvSpPr>
            <p:nvPr userDrawn="1"/>
          </p:nvSpPr>
          <p:spPr bwMode="auto">
            <a:xfrm>
              <a:off x="6443" y="2718"/>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0" name="Rectangle 286"/>
            <p:cNvSpPr>
              <a:spLocks noChangeArrowheads="1"/>
            </p:cNvSpPr>
            <p:nvPr userDrawn="1"/>
          </p:nvSpPr>
          <p:spPr bwMode="auto">
            <a:xfrm>
              <a:off x="6443" y="2779"/>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1" name="Rectangle 287"/>
            <p:cNvSpPr>
              <a:spLocks noChangeArrowheads="1"/>
            </p:cNvSpPr>
            <p:nvPr userDrawn="1"/>
          </p:nvSpPr>
          <p:spPr bwMode="auto">
            <a:xfrm>
              <a:off x="6443" y="2840"/>
              <a:ext cx="70" cy="2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2" name="Rectangle 288"/>
            <p:cNvSpPr>
              <a:spLocks noChangeArrowheads="1"/>
            </p:cNvSpPr>
            <p:nvPr userDrawn="1"/>
          </p:nvSpPr>
          <p:spPr bwMode="auto">
            <a:xfrm>
              <a:off x="6312" y="1738"/>
              <a:ext cx="56" cy="18"/>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3" name="Rectangle 289"/>
            <p:cNvSpPr>
              <a:spLocks noChangeArrowheads="1"/>
            </p:cNvSpPr>
            <p:nvPr userDrawn="1"/>
          </p:nvSpPr>
          <p:spPr bwMode="auto">
            <a:xfrm>
              <a:off x="5056" y="533"/>
              <a:ext cx="28" cy="3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4" name="Rectangle 290"/>
            <p:cNvSpPr>
              <a:spLocks noChangeArrowheads="1"/>
            </p:cNvSpPr>
            <p:nvPr userDrawn="1"/>
          </p:nvSpPr>
          <p:spPr bwMode="auto">
            <a:xfrm>
              <a:off x="5033" y="799"/>
              <a:ext cx="74" cy="136"/>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5" name="Rectangle 291"/>
            <p:cNvSpPr>
              <a:spLocks noChangeArrowheads="1"/>
            </p:cNvSpPr>
            <p:nvPr userDrawn="1"/>
          </p:nvSpPr>
          <p:spPr bwMode="auto">
            <a:xfrm>
              <a:off x="5033" y="799"/>
              <a:ext cx="46"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6" name="Rectangle 292"/>
            <p:cNvSpPr>
              <a:spLocks noChangeArrowheads="1"/>
            </p:cNvSpPr>
            <p:nvPr userDrawn="1"/>
          </p:nvSpPr>
          <p:spPr bwMode="auto">
            <a:xfrm>
              <a:off x="4841" y="1247"/>
              <a:ext cx="322" cy="1621"/>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7" name="Rectangle 293"/>
            <p:cNvSpPr>
              <a:spLocks noChangeArrowheads="1"/>
            </p:cNvSpPr>
            <p:nvPr userDrawn="1"/>
          </p:nvSpPr>
          <p:spPr bwMode="auto">
            <a:xfrm>
              <a:off x="5163" y="1247"/>
              <a:ext cx="103" cy="1621"/>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8" name="Rectangle 294"/>
            <p:cNvSpPr>
              <a:spLocks noChangeArrowheads="1"/>
            </p:cNvSpPr>
            <p:nvPr userDrawn="1"/>
          </p:nvSpPr>
          <p:spPr bwMode="auto">
            <a:xfrm>
              <a:off x="5033" y="1770"/>
              <a:ext cx="60" cy="1098"/>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9" name="Rectangle 295"/>
            <p:cNvSpPr>
              <a:spLocks noChangeArrowheads="1"/>
            </p:cNvSpPr>
            <p:nvPr userDrawn="1"/>
          </p:nvSpPr>
          <p:spPr bwMode="auto">
            <a:xfrm>
              <a:off x="4907" y="1770"/>
              <a:ext cx="56" cy="1098"/>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0" name="Rectangle 296"/>
            <p:cNvSpPr>
              <a:spLocks noChangeArrowheads="1"/>
            </p:cNvSpPr>
            <p:nvPr userDrawn="1"/>
          </p:nvSpPr>
          <p:spPr bwMode="auto">
            <a:xfrm>
              <a:off x="5247" y="1770"/>
              <a:ext cx="66" cy="1098"/>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1" name="Rectangle 297"/>
            <p:cNvSpPr>
              <a:spLocks noChangeArrowheads="1"/>
            </p:cNvSpPr>
            <p:nvPr userDrawn="1"/>
          </p:nvSpPr>
          <p:spPr bwMode="auto">
            <a:xfrm>
              <a:off x="5247" y="1770"/>
              <a:ext cx="80" cy="1098"/>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2" name="Rectangle 298"/>
            <p:cNvSpPr>
              <a:spLocks noChangeArrowheads="1"/>
            </p:cNvSpPr>
            <p:nvPr userDrawn="1"/>
          </p:nvSpPr>
          <p:spPr bwMode="auto">
            <a:xfrm>
              <a:off x="5173" y="1770"/>
              <a:ext cx="74" cy="1098"/>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3" name="Rectangle 299"/>
            <p:cNvSpPr>
              <a:spLocks noChangeArrowheads="1"/>
            </p:cNvSpPr>
            <p:nvPr userDrawn="1"/>
          </p:nvSpPr>
          <p:spPr bwMode="auto">
            <a:xfrm>
              <a:off x="4762" y="1770"/>
              <a:ext cx="74" cy="1098"/>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4" name="Rectangle 300"/>
            <p:cNvSpPr>
              <a:spLocks noChangeArrowheads="1"/>
            </p:cNvSpPr>
            <p:nvPr userDrawn="1"/>
          </p:nvSpPr>
          <p:spPr bwMode="auto">
            <a:xfrm>
              <a:off x="5247" y="1448"/>
              <a:ext cx="38" cy="1420"/>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5" name="Rectangle 301"/>
            <p:cNvSpPr>
              <a:spLocks noChangeArrowheads="1"/>
            </p:cNvSpPr>
            <p:nvPr userDrawn="1"/>
          </p:nvSpPr>
          <p:spPr bwMode="auto">
            <a:xfrm>
              <a:off x="5145" y="1448"/>
              <a:ext cx="42" cy="1420"/>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6" name="Rectangle 302"/>
            <p:cNvSpPr>
              <a:spLocks noChangeArrowheads="1"/>
            </p:cNvSpPr>
            <p:nvPr userDrawn="1"/>
          </p:nvSpPr>
          <p:spPr bwMode="auto">
            <a:xfrm>
              <a:off x="4813" y="1448"/>
              <a:ext cx="47" cy="1420"/>
            </a:xfrm>
            <a:prstGeom prst="rect">
              <a:avLst/>
            </a:prstGeom>
            <a:solidFill>
              <a:srgbClr val="BADB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7" name="Freeform 303"/>
            <p:cNvSpPr>
              <a:spLocks/>
            </p:cNvSpPr>
            <p:nvPr userDrawn="1"/>
          </p:nvSpPr>
          <p:spPr bwMode="auto">
            <a:xfrm>
              <a:off x="4841" y="902"/>
              <a:ext cx="322" cy="345"/>
            </a:xfrm>
            <a:custGeom>
              <a:avLst/>
              <a:gdLst>
                <a:gd name="T0" fmla="*/ 238 w 322"/>
                <a:gd name="T1" fmla="*/ 0 h 345"/>
                <a:gd name="T2" fmla="*/ 192 w 322"/>
                <a:gd name="T3" fmla="*/ 0 h 345"/>
                <a:gd name="T4" fmla="*/ 0 w 322"/>
                <a:gd name="T5" fmla="*/ 345 h 345"/>
                <a:gd name="T6" fmla="*/ 322 w 322"/>
                <a:gd name="T7" fmla="*/ 345 h 345"/>
                <a:gd name="T8" fmla="*/ 238 w 322"/>
                <a:gd name="T9" fmla="*/ 0 h 345"/>
              </a:gdLst>
              <a:ahLst/>
              <a:cxnLst>
                <a:cxn ang="0">
                  <a:pos x="T0" y="T1"/>
                </a:cxn>
                <a:cxn ang="0">
                  <a:pos x="T2" y="T3"/>
                </a:cxn>
                <a:cxn ang="0">
                  <a:pos x="T4" y="T5"/>
                </a:cxn>
                <a:cxn ang="0">
                  <a:pos x="T6" y="T7"/>
                </a:cxn>
                <a:cxn ang="0">
                  <a:pos x="T8" y="T9"/>
                </a:cxn>
              </a:cxnLst>
              <a:rect l="0" t="0" r="r" b="b"/>
              <a:pathLst>
                <a:path w="322" h="345">
                  <a:moveTo>
                    <a:pt x="238" y="0"/>
                  </a:moveTo>
                  <a:lnTo>
                    <a:pt x="192" y="0"/>
                  </a:lnTo>
                  <a:lnTo>
                    <a:pt x="0" y="345"/>
                  </a:lnTo>
                  <a:lnTo>
                    <a:pt x="322" y="345"/>
                  </a:lnTo>
                  <a:lnTo>
                    <a:pt x="23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8" name="Freeform 304"/>
            <p:cNvSpPr>
              <a:spLocks/>
            </p:cNvSpPr>
            <p:nvPr userDrawn="1"/>
          </p:nvSpPr>
          <p:spPr bwMode="auto">
            <a:xfrm>
              <a:off x="5079" y="902"/>
              <a:ext cx="187" cy="345"/>
            </a:xfrm>
            <a:custGeom>
              <a:avLst/>
              <a:gdLst>
                <a:gd name="T0" fmla="*/ 187 w 187"/>
                <a:gd name="T1" fmla="*/ 345 h 345"/>
                <a:gd name="T2" fmla="*/ 28 w 187"/>
                <a:gd name="T3" fmla="*/ 0 h 345"/>
                <a:gd name="T4" fmla="*/ 0 w 187"/>
                <a:gd name="T5" fmla="*/ 0 h 345"/>
                <a:gd name="T6" fmla="*/ 84 w 187"/>
                <a:gd name="T7" fmla="*/ 345 h 345"/>
                <a:gd name="T8" fmla="*/ 187 w 187"/>
                <a:gd name="T9" fmla="*/ 345 h 345"/>
              </a:gdLst>
              <a:ahLst/>
              <a:cxnLst>
                <a:cxn ang="0">
                  <a:pos x="T0" y="T1"/>
                </a:cxn>
                <a:cxn ang="0">
                  <a:pos x="T2" y="T3"/>
                </a:cxn>
                <a:cxn ang="0">
                  <a:pos x="T4" y="T5"/>
                </a:cxn>
                <a:cxn ang="0">
                  <a:pos x="T6" y="T7"/>
                </a:cxn>
                <a:cxn ang="0">
                  <a:pos x="T8" y="T9"/>
                </a:cxn>
              </a:cxnLst>
              <a:rect l="0" t="0" r="r" b="b"/>
              <a:pathLst>
                <a:path w="187" h="345">
                  <a:moveTo>
                    <a:pt x="187" y="345"/>
                  </a:moveTo>
                  <a:lnTo>
                    <a:pt x="28" y="0"/>
                  </a:lnTo>
                  <a:lnTo>
                    <a:pt x="0" y="0"/>
                  </a:lnTo>
                  <a:lnTo>
                    <a:pt x="84" y="345"/>
                  </a:lnTo>
                  <a:lnTo>
                    <a:pt x="187" y="345"/>
                  </a:lnTo>
                  <a:close/>
                </a:path>
              </a:pathLst>
            </a:custGeom>
            <a:solidFill>
              <a:srgbClr val="BADB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9" name="Rectangle 305"/>
            <p:cNvSpPr>
              <a:spLocks noChangeArrowheads="1"/>
            </p:cNvSpPr>
            <p:nvPr userDrawn="1"/>
          </p:nvSpPr>
          <p:spPr bwMode="auto">
            <a:xfrm>
              <a:off x="4935" y="1247"/>
              <a:ext cx="126" cy="523"/>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0" name="Rectangle 306"/>
            <p:cNvSpPr>
              <a:spLocks noChangeArrowheads="1"/>
            </p:cNvSpPr>
            <p:nvPr userDrawn="1"/>
          </p:nvSpPr>
          <p:spPr bwMode="auto">
            <a:xfrm>
              <a:off x="4916" y="1247"/>
              <a:ext cx="163" cy="197"/>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1" name="Rectangle 307"/>
            <p:cNvSpPr>
              <a:spLocks noChangeArrowheads="1"/>
            </p:cNvSpPr>
            <p:nvPr userDrawn="1"/>
          </p:nvSpPr>
          <p:spPr bwMode="auto">
            <a:xfrm>
              <a:off x="4813" y="1794"/>
              <a:ext cx="14" cy="111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2" name="Rectangle 308"/>
            <p:cNvSpPr>
              <a:spLocks noChangeArrowheads="1"/>
            </p:cNvSpPr>
            <p:nvPr userDrawn="1"/>
          </p:nvSpPr>
          <p:spPr bwMode="auto">
            <a:xfrm>
              <a:off x="4841" y="1472"/>
              <a:ext cx="14" cy="14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3" name="Rectangle 309"/>
            <p:cNvSpPr>
              <a:spLocks noChangeArrowheads="1"/>
            </p:cNvSpPr>
            <p:nvPr userDrawn="1"/>
          </p:nvSpPr>
          <p:spPr bwMode="auto">
            <a:xfrm>
              <a:off x="4874" y="1224"/>
              <a:ext cx="14" cy="16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4" name="Rectangle 310"/>
            <p:cNvSpPr>
              <a:spLocks noChangeArrowheads="1"/>
            </p:cNvSpPr>
            <p:nvPr userDrawn="1"/>
          </p:nvSpPr>
          <p:spPr bwMode="auto">
            <a:xfrm>
              <a:off x="5117" y="1224"/>
              <a:ext cx="9" cy="16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5" name="Rectangle 311"/>
            <p:cNvSpPr>
              <a:spLocks noChangeArrowheads="1"/>
            </p:cNvSpPr>
            <p:nvPr userDrawn="1"/>
          </p:nvSpPr>
          <p:spPr bwMode="auto">
            <a:xfrm>
              <a:off x="5145" y="1472"/>
              <a:ext cx="14" cy="14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6" name="Rectangle 312"/>
            <p:cNvSpPr>
              <a:spLocks noChangeArrowheads="1"/>
            </p:cNvSpPr>
            <p:nvPr userDrawn="1"/>
          </p:nvSpPr>
          <p:spPr bwMode="auto">
            <a:xfrm>
              <a:off x="5177" y="1794"/>
              <a:ext cx="10" cy="111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7" name="Rectangle 313"/>
            <p:cNvSpPr>
              <a:spLocks noChangeArrowheads="1"/>
            </p:cNvSpPr>
            <p:nvPr userDrawn="1"/>
          </p:nvSpPr>
          <p:spPr bwMode="auto">
            <a:xfrm>
              <a:off x="4921" y="1794"/>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8" name="Rectangle 314"/>
            <p:cNvSpPr>
              <a:spLocks noChangeArrowheads="1"/>
            </p:cNvSpPr>
            <p:nvPr userDrawn="1"/>
          </p:nvSpPr>
          <p:spPr bwMode="auto">
            <a:xfrm>
              <a:off x="4921" y="1840"/>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9" name="Rectangle 315"/>
            <p:cNvSpPr>
              <a:spLocks noChangeArrowheads="1"/>
            </p:cNvSpPr>
            <p:nvPr userDrawn="1"/>
          </p:nvSpPr>
          <p:spPr bwMode="auto">
            <a:xfrm>
              <a:off x="4921" y="1887"/>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0" name="Rectangle 316"/>
            <p:cNvSpPr>
              <a:spLocks noChangeArrowheads="1"/>
            </p:cNvSpPr>
            <p:nvPr userDrawn="1"/>
          </p:nvSpPr>
          <p:spPr bwMode="auto">
            <a:xfrm>
              <a:off x="4921" y="1934"/>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1" name="Rectangle 317"/>
            <p:cNvSpPr>
              <a:spLocks noChangeArrowheads="1"/>
            </p:cNvSpPr>
            <p:nvPr userDrawn="1"/>
          </p:nvSpPr>
          <p:spPr bwMode="auto">
            <a:xfrm>
              <a:off x="4921" y="198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2" name="Rectangle 318"/>
            <p:cNvSpPr>
              <a:spLocks noChangeArrowheads="1"/>
            </p:cNvSpPr>
            <p:nvPr userDrawn="1"/>
          </p:nvSpPr>
          <p:spPr bwMode="auto">
            <a:xfrm>
              <a:off x="4921" y="2027"/>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3" name="Rectangle 319"/>
            <p:cNvSpPr>
              <a:spLocks noChangeArrowheads="1"/>
            </p:cNvSpPr>
            <p:nvPr userDrawn="1"/>
          </p:nvSpPr>
          <p:spPr bwMode="auto">
            <a:xfrm>
              <a:off x="4921" y="2074"/>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4" name="Rectangle 320"/>
            <p:cNvSpPr>
              <a:spLocks noChangeArrowheads="1"/>
            </p:cNvSpPr>
            <p:nvPr userDrawn="1"/>
          </p:nvSpPr>
          <p:spPr bwMode="auto">
            <a:xfrm>
              <a:off x="4921" y="212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5" name="Rectangle 321"/>
            <p:cNvSpPr>
              <a:spLocks noChangeArrowheads="1"/>
            </p:cNvSpPr>
            <p:nvPr userDrawn="1"/>
          </p:nvSpPr>
          <p:spPr bwMode="auto">
            <a:xfrm>
              <a:off x="4921" y="2167"/>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6" name="Rectangle 322"/>
            <p:cNvSpPr>
              <a:spLocks noChangeArrowheads="1"/>
            </p:cNvSpPr>
            <p:nvPr userDrawn="1"/>
          </p:nvSpPr>
          <p:spPr bwMode="auto">
            <a:xfrm>
              <a:off x="4921" y="2214"/>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7" name="Rectangle 323"/>
            <p:cNvSpPr>
              <a:spLocks noChangeArrowheads="1"/>
            </p:cNvSpPr>
            <p:nvPr userDrawn="1"/>
          </p:nvSpPr>
          <p:spPr bwMode="auto">
            <a:xfrm>
              <a:off x="4921" y="226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8" name="Rectangle 324"/>
            <p:cNvSpPr>
              <a:spLocks noChangeArrowheads="1"/>
            </p:cNvSpPr>
            <p:nvPr userDrawn="1"/>
          </p:nvSpPr>
          <p:spPr bwMode="auto">
            <a:xfrm>
              <a:off x="4921" y="2307"/>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9" name="Rectangle 325"/>
            <p:cNvSpPr>
              <a:spLocks noChangeArrowheads="1"/>
            </p:cNvSpPr>
            <p:nvPr userDrawn="1"/>
          </p:nvSpPr>
          <p:spPr bwMode="auto">
            <a:xfrm>
              <a:off x="4921" y="2354"/>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0" name="Rectangle 326"/>
            <p:cNvSpPr>
              <a:spLocks noChangeArrowheads="1"/>
            </p:cNvSpPr>
            <p:nvPr userDrawn="1"/>
          </p:nvSpPr>
          <p:spPr bwMode="auto">
            <a:xfrm>
              <a:off x="4921" y="240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1" name="Rectangle 327"/>
            <p:cNvSpPr>
              <a:spLocks noChangeArrowheads="1"/>
            </p:cNvSpPr>
            <p:nvPr userDrawn="1"/>
          </p:nvSpPr>
          <p:spPr bwMode="auto">
            <a:xfrm>
              <a:off x="4921" y="2447"/>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2" name="Rectangle 328"/>
            <p:cNvSpPr>
              <a:spLocks noChangeArrowheads="1"/>
            </p:cNvSpPr>
            <p:nvPr userDrawn="1"/>
          </p:nvSpPr>
          <p:spPr bwMode="auto">
            <a:xfrm>
              <a:off x="4921" y="2494"/>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3" name="Rectangle 329"/>
            <p:cNvSpPr>
              <a:spLocks noChangeArrowheads="1"/>
            </p:cNvSpPr>
            <p:nvPr userDrawn="1"/>
          </p:nvSpPr>
          <p:spPr bwMode="auto">
            <a:xfrm>
              <a:off x="4921" y="254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4" name="Rectangle 330"/>
            <p:cNvSpPr>
              <a:spLocks noChangeArrowheads="1"/>
            </p:cNvSpPr>
            <p:nvPr userDrawn="1"/>
          </p:nvSpPr>
          <p:spPr bwMode="auto">
            <a:xfrm>
              <a:off x="4921" y="2588"/>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5" name="Rectangle 331"/>
            <p:cNvSpPr>
              <a:spLocks noChangeArrowheads="1"/>
            </p:cNvSpPr>
            <p:nvPr userDrawn="1"/>
          </p:nvSpPr>
          <p:spPr bwMode="auto">
            <a:xfrm>
              <a:off x="4921" y="2634"/>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6" name="Rectangle 332"/>
            <p:cNvSpPr>
              <a:spLocks noChangeArrowheads="1"/>
            </p:cNvSpPr>
            <p:nvPr userDrawn="1"/>
          </p:nvSpPr>
          <p:spPr bwMode="auto">
            <a:xfrm>
              <a:off x="4921" y="268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7" name="Rectangle 333"/>
            <p:cNvSpPr>
              <a:spLocks noChangeArrowheads="1"/>
            </p:cNvSpPr>
            <p:nvPr userDrawn="1"/>
          </p:nvSpPr>
          <p:spPr bwMode="auto">
            <a:xfrm>
              <a:off x="4921" y="2728"/>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8" name="Rectangle 334"/>
            <p:cNvSpPr>
              <a:spLocks noChangeArrowheads="1"/>
            </p:cNvSpPr>
            <p:nvPr userDrawn="1"/>
          </p:nvSpPr>
          <p:spPr bwMode="auto">
            <a:xfrm>
              <a:off x="4921" y="2774"/>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9" name="Rectangle 335"/>
            <p:cNvSpPr>
              <a:spLocks noChangeArrowheads="1"/>
            </p:cNvSpPr>
            <p:nvPr userDrawn="1"/>
          </p:nvSpPr>
          <p:spPr bwMode="auto">
            <a:xfrm>
              <a:off x="4921" y="282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0" name="Rectangle 336"/>
            <p:cNvSpPr>
              <a:spLocks noChangeArrowheads="1"/>
            </p:cNvSpPr>
            <p:nvPr userDrawn="1"/>
          </p:nvSpPr>
          <p:spPr bwMode="auto">
            <a:xfrm>
              <a:off x="5051" y="1794"/>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1" name="Rectangle 337"/>
            <p:cNvSpPr>
              <a:spLocks noChangeArrowheads="1"/>
            </p:cNvSpPr>
            <p:nvPr userDrawn="1"/>
          </p:nvSpPr>
          <p:spPr bwMode="auto">
            <a:xfrm>
              <a:off x="5051" y="1840"/>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2" name="Rectangle 338"/>
            <p:cNvSpPr>
              <a:spLocks noChangeArrowheads="1"/>
            </p:cNvSpPr>
            <p:nvPr userDrawn="1"/>
          </p:nvSpPr>
          <p:spPr bwMode="auto">
            <a:xfrm>
              <a:off x="5051" y="1887"/>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3" name="Rectangle 339"/>
            <p:cNvSpPr>
              <a:spLocks noChangeArrowheads="1"/>
            </p:cNvSpPr>
            <p:nvPr userDrawn="1"/>
          </p:nvSpPr>
          <p:spPr bwMode="auto">
            <a:xfrm>
              <a:off x="5051" y="1934"/>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4" name="Rectangle 340"/>
            <p:cNvSpPr>
              <a:spLocks noChangeArrowheads="1"/>
            </p:cNvSpPr>
            <p:nvPr userDrawn="1"/>
          </p:nvSpPr>
          <p:spPr bwMode="auto">
            <a:xfrm>
              <a:off x="5051" y="1981"/>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5" name="Rectangle 341"/>
            <p:cNvSpPr>
              <a:spLocks noChangeArrowheads="1"/>
            </p:cNvSpPr>
            <p:nvPr userDrawn="1"/>
          </p:nvSpPr>
          <p:spPr bwMode="auto">
            <a:xfrm>
              <a:off x="5051" y="2027"/>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6" name="Rectangle 342"/>
            <p:cNvSpPr>
              <a:spLocks noChangeArrowheads="1"/>
            </p:cNvSpPr>
            <p:nvPr userDrawn="1"/>
          </p:nvSpPr>
          <p:spPr bwMode="auto">
            <a:xfrm>
              <a:off x="5051" y="2074"/>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7" name="Rectangle 343"/>
            <p:cNvSpPr>
              <a:spLocks noChangeArrowheads="1"/>
            </p:cNvSpPr>
            <p:nvPr userDrawn="1"/>
          </p:nvSpPr>
          <p:spPr bwMode="auto">
            <a:xfrm>
              <a:off x="5051" y="2121"/>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8" name="Rectangle 344"/>
            <p:cNvSpPr>
              <a:spLocks noChangeArrowheads="1"/>
            </p:cNvSpPr>
            <p:nvPr userDrawn="1"/>
          </p:nvSpPr>
          <p:spPr bwMode="auto">
            <a:xfrm>
              <a:off x="5051" y="2167"/>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9" name="Rectangle 345"/>
            <p:cNvSpPr>
              <a:spLocks noChangeArrowheads="1"/>
            </p:cNvSpPr>
            <p:nvPr userDrawn="1"/>
          </p:nvSpPr>
          <p:spPr bwMode="auto">
            <a:xfrm>
              <a:off x="5051" y="2214"/>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0" name="Rectangle 346"/>
            <p:cNvSpPr>
              <a:spLocks noChangeArrowheads="1"/>
            </p:cNvSpPr>
            <p:nvPr userDrawn="1"/>
          </p:nvSpPr>
          <p:spPr bwMode="auto">
            <a:xfrm>
              <a:off x="5051" y="2261"/>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1" name="Rectangle 347"/>
            <p:cNvSpPr>
              <a:spLocks noChangeArrowheads="1"/>
            </p:cNvSpPr>
            <p:nvPr userDrawn="1"/>
          </p:nvSpPr>
          <p:spPr bwMode="auto">
            <a:xfrm>
              <a:off x="5051" y="2307"/>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2" name="Rectangle 348"/>
            <p:cNvSpPr>
              <a:spLocks noChangeArrowheads="1"/>
            </p:cNvSpPr>
            <p:nvPr userDrawn="1"/>
          </p:nvSpPr>
          <p:spPr bwMode="auto">
            <a:xfrm>
              <a:off x="5051" y="2354"/>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3" name="Rectangle 349"/>
            <p:cNvSpPr>
              <a:spLocks noChangeArrowheads="1"/>
            </p:cNvSpPr>
            <p:nvPr userDrawn="1"/>
          </p:nvSpPr>
          <p:spPr bwMode="auto">
            <a:xfrm>
              <a:off x="5051" y="2401"/>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4" name="Rectangle 350"/>
            <p:cNvSpPr>
              <a:spLocks noChangeArrowheads="1"/>
            </p:cNvSpPr>
            <p:nvPr userDrawn="1"/>
          </p:nvSpPr>
          <p:spPr bwMode="auto">
            <a:xfrm>
              <a:off x="5051" y="2447"/>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5" name="Rectangle 351"/>
            <p:cNvSpPr>
              <a:spLocks noChangeArrowheads="1"/>
            </p:cNvSpPr>
            <p:nvPr userDrawn="1"/>
          </p:nvSpPr>
          <p:spPr bwMode="auto">
            <a:xfrm>
              <a:off x="5051" y="2494"/>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6" name="Rectangle 352"/>
            <p:cNvSpPr>
              <a:spLocks noChangeArrowheads="1"/>
            </p:cNvSpPr>
            <p:nvPr userDrawn="1"/>
          </p:nvSpPr>
          <p:spPr bwMode="auto">
            <a:xfrm>
              <a:off x="5051" y="2541"/>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7" name="Rectangle 353"/>
            <p:cNvSpPr>
              <a:spLocks noChangeArrowheads="1"/>
            </p:cNvSpPr>
            <p:nvPr userDrawn="1"/>
          </p:nvSpPr>
          <p:spPr bwMode="auto">
            <a:xfrm>
              <a:off x="5051" y="2588"/>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8" name="Rectangle 354"/>
            <p:cNvSpPr>
              <a:spLocks noChangeArrowheads="1"/>
            </p:cNvSpPr>
            <p:nvPr userDrawn="1"/>
          </p:nvSpPr>
          <p:spPr bwMode="auto">
            <a:xfrm>
              <a:off x="5051" y="2634"/>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9" name="Rectangle 355"/>
            <p:cNvSpPr>
              <a:spLocks noChangeArrowheads="1"/>
            </p:cNvSpPr>
            <p:nvPr userDrawn="1"/>
          </p:nvSpPr>
          <p:spPr bwMode="auto">
            <a:xfrm>
              <a:off x="5051" y="2681"/>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0" name="Rectangle 356"/>
            <p:cNvSpPr>
              <a:spLocks noChangeArrowheads="1"/>
            </p:cNvSpPr>
            <p:nvPr userDrawn="1"/>
          </p:nvSpPr>
          <p:spPr bwMode="auto">
            <a:xfrm>
              <a:off x="5051" y="2728"/>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1" name="Rectangle 357"/>
            <p:cNvSpPr>
              <a:spLocks noChangeArrowheads="1"/>
            </p:cNvSpPr>
            <p:nvPr userDrawn="1"/>
          </p:nvSpPr>
          <p:spPr bwMode="auto">
            <a:xfrm>
              <a:off x="5051" y="2774"/>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2" name="Rectangle 358"/>
            <p:cNvSpPr>
              <a:spLocks noChangeArrowheads="1"/>
            </p:cNvSpPr>
            <p:nvPr userDrawn="1"/>
          </p:nvSpPr>
          <p:spPr bwMode="auto">
            <a:xfrm>
              <a:off x="5051" y="2821"/>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3" name="Rectangle 359"/>
            <p:cNvSpPr>
              <a:spLocks noChangeArrowheads="1"/>
            </p:cNvSpPr>
            <p:nvPr userDrawn="1"/>
          </p:nvSpPr>
          <p:spPr bwMode="auto">
            <a:xfrm>
              <a:off x="5023" y="1448"/>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4" name="Rectangle 360"/>
            <p:cNvSpPr>
              <a:spLocks noChangeArrowheads="1"/>
            </p:cNvSpPr>
            <p:nvPr userDrawn="1"/>
          </p:nvSpPr>
          <p:spPr bwMode="auto">
            <a:xfrm>
              <a:off x="5023" y="1495"/>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5" name="Rectangle 361"/>
            <p:cNvSpPr>
              <a:spLocks noChangeArrowheads="1"/>
            </p:cNvSpPr>
            <p:nvPr userDrawn="1"/>
          </p:nvSpPr>
          <p:spPr bwMode="auto">
            <a:xfrm>
              <a:off x="5023" y="1542"/>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6" name="Rectangle 362"/>
            <p:cNvSpPr>
              <a:spLocks noChangeArrowheads="1"/>
            </p:cNvSpPr>
            <p:nvPr userDrawn="1"/>
          </p:nvSpPr>
          <p:spPr bwMode="auto">
            <a:xfrm>
              <a:off x="5023" y="1588"/>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7" name="Rectangle 363"/>
            <p:cNvSpPr>
              <a:spLocks noChangeArrowheads="1"/>
            </p:cNvSpPr>
            <p:nvPr userDrawn="1"/>
          </p:nvSpPr>
          <p:spPr bwMode="auto">
            <a:xfrm>
              <a:off x="5023" y="1635"/>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8" name="Rectangle 364"/>
            <p:cNvSpPr>
              <a:spLocks noChangeArrowheads="1"/>
            </p:cNvSpPr>
            <p:nvPr userDrawn="1"/>
          </p:nvSpPr>
          <p:spPr bwMode="auto">
            <a:xfrm>
              <a:off x="5023" y="1682"/>
              <a:ext cx="24"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9" name="Rectangle 365"/>
            <p:cNvSpPr>
              <a:spLocks noChangeArrowheads="1"/>
            </p:cNvSpPr>
            <p:nvPr userDrawn="1"/>
          </p:nvSpPr>
          <p:spPr bwMode="auto">
            <a:xfrm>
              <a:off x="5023" y="1728"/>
              <a:ext cx="24"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0" name="Rectangle 366"/>
            <p:cNvSpPr>
              <a:spLocks noChangeArrowheads="1"/>
            </p:cNvSpPr>
            <p:nvPr userDrawn="1"/>
          </p:nvSpPr>
          <p:spPr bwMode="auto">
            <a:xfrm>
              <a:off x="4949" y="1448"/>
              <a:ext cx="18"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1" name="Rectangle 367"/>
            <p:cNvSpPr>
              <a:spLocks noChangeArrowheads="1"/>
            </p:cNvSpPr>
            <p:nvPr userDrawn="1"/>
          </p:nvSpPr>
          <p:spPr bwMode="auto">
            <a:xfrm>
              <a:off x="4949" y="1495"/>
              <a:ext cx="18"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2" name="Rectangle 368"/>
            <p:cNvSpPr>
              <a:spLocks noChangeArrowheads="1"/>
            </p:cNvSpPr>
            <p:nvPr userDrawn="1"/>
          </p:nvSpPr>
          <p:spPr bwMode="auto">
            <a:xfrm>
              <a:off x="4949" y="1542"/>
              <a:ext cx="18"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3" name="Rectangle 369"/>
            <p:cNvSpPr>
              <a:spLocks noChangeArrowheads="1"/>
            </p:cNvSpPr>
            <p:nvPr userDrawn="1"/>
          </p:nvSpPr>
          <p:spPr bwMode="auto">
            <a:xfrm>
              <a:off x="4949" y="1588"/>
              <a:ext cx="18"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4" name="Rectangle 370"/>
            <p:cNvSpPr>
              <a:spLocks noChangeArrowheads="1"/>
            </p:cNvSpPr>
            <p:nvPr userDrawn="1"/>
          </p:nvSpPr>
          <p:spPr bwMode="auto">
            <a:xfrm>
              <a:off x="4949" y="1635"/>
              <a:ext cx="18"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5" name="Rectangle 371"/>
            <p:cNvSpPr>
              <a:spLocks noChangeArrowheads="1"/>
            </p:cNvSpPr>
            <p:nvPr userDrawn="1"/>
          </p:nvSpPr>
          <p:spPr bwMode="auto">
            <a:xfrm>
              <a:off x="4949" y="1682"/>
              <a:ext cx="18"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6" name="Rectangle 372"/>
            <p:cNvSpPr>
              <a:spLocks noChangeArrowheads="1"/>
            </p:cNvSpPr>
            <p:nvPr userDrawn="1"/>
          </p:nvSpPr>
          <p:spPr bwMode="auto">
            <a:xfrm>
              <a:off x="4949" y="1728"/>
              <a:ext cx="18"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7" name="Rectangle 373"/>
            <p:cNvSpPr>
              <a:spLocks noChangeArrowheads="1"/>
            </p:cNvSpPr>
            <p:nvPr userDrawn="1"/>
          </p:nvSpPr>
          <p:spPr bwMode="auto">
            <a:xfrm>
              <a:off x="4935" y="127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8" name="Rectangle 374"/>
            <p:cNvSpPr>
              <a:spLocks noChangeArrowheads="1"/>
            </p:cNvSpPr>
            <p:nvPr userDrawn="1"/>
          </p:nvSpPr>
          <p:spPr bwMode="auto">
            <a:xfrm>
              <a:off x="4935" y="1317"/>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9" name="Rectangle 375"/>
            <p:cNvSpPr>
              <a:spLocks noChangeArrowheads="1"/>
            </p:cNvSpPr>
            <p:nvPr userDrawn="1"/>
          </p:nvSpPr>
          <p:spPr bwMode="auto">
            <a:xfrm>
              <a:off x="4935" y="1364"/>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0" name="Rectangle 376"/>
            <p:cNvSpPr>
              <a:spLocks noChangeArrowheads="1"/>
            </p:cNvSpPr>
            <p:nvPr userDrawn="1"/>
          </p:nvSpPr>
          <p:spPr bwMode="auto">
            <a:xfrm>
              <a:off x="4935" y="141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1" name="Rectangle 377"/>
            <p:cNvSpPr>
              <a:spLocks noChangeArrowheads="1"/>
            </p:cNvSpPr>
            <p:nvPr userDrawn="1"/>
          </p:nvSpPr>
          <p:spPr bwMode="auto">
            <a:xfrm>
              <a:off x="5042" y="127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2" name="Rectangle 378"/>
            <p:cNvSpPr>
              <a:spLocks noChangeArrowheads="1"/>
            </p:cNvSpPr>
            <p:nvPr userDrawn="1"/>
          </p:nvSpPr>
          <p:spPr bwMode="auto">
            <a:xfrm>
              <a:off x="5042" y="1317"/>
              <a:ext cx="23" cy="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3" name="Rectangle 379"/>
            <p:cNvSpPr>
              <a:spLocks noChangeArrowheads="1"/>
            </p:cNvSpPr>
            <p:nvPr userDrawn="1"/>
          </p:nvSpPr>
          <p:spPr bwMode="auto">
            <a:xfrm>
              <a:off x="5042" y="1364"/>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4" name="Rectangle 380"/>
            <p:cNvSpPr>
              <a:spLocks noChangeArrowheads="1"/>
            </p:cNvSpPr>
            <p:nvPr userDrawn="1"/>
          </p:nvSpPr>
          <p:spPr bwMode="auto">
            <a:xfrm>
              <a:off x="5042" y="1411"/>
              <a:ext cx="23" cy="23"/>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5" name="Freeform 381"/>
            <p:cNvSpPr>
              <a:spLocks/>
            </p:cNvSpPr>
            <p:nvPr userDrawn="1"/>
          </p:nvSpPr>
          <p:spPr bwMode="auto">
            <a:xfrm>
              <a:off x="3959" y="2849"/>
              <a:ext cx="3464" cy="1125"/>
            </a:xfrm>
            <a:custGeom>
              <a:avLst/>
              <a:gdLst>
                <a:gd name="T0" fmla="*/ 2 w 742"/>
                <a:gd name="T1" fmla="*/ 0 h 241"/>
                <a:gd name="T2" fmla="*/ 0 w 742"/>
                <a:gd name="T3" fmla="*/ 20 h 241"/>
                <a:gd name="T4" fmla="*/ 80 w 742"/>
                <a:gd name="T5" fmla="*/ 99 h 241"/>
                <a:gd name="T6" fmla="*/ 92 w 742"/>
                <a:gd name="T7" fmla="*/ 98 h 241"/>
                <a:gd name="T8" fmla="*/ 242 w 742"/>
                <a:gd name="T9" fmla="*/ 241 h 241"/>
                <a:gd name="T10" fmla="*/ 388 w 742"/>
                <a:gd name="T11" fmla="*/ 129 h 241"/>
                <a:gd name="T12" fmla="*/ 467 w 742"/>
                <a:gd name="T13" fmla="*/ 162 h 241"/>
                <a:gd name="T14" fmla="*/ 578 w 742"/>
                <a:gd name="T15" fmla="*/ 62 h 241"/>
                <a:gd name="T16" fmla="*/ 630 w 742"/>
                <a:gd name="T17" fmla="*/ 38 h 241"/>
                <a:gd name="T18" fmla="*/ 681 w 742"/>
                <a:gd name="T19" fmla="*/ 64 h 241"/>
                <a:gd name="T20" fmla="*/ 742 w 742"/>
                <a:gd name="T21" fmla="*/ 2 h 241"/>
                <a:gd name="T22" fmla="*/ 742 w 742"/>
                <a:gd name="T23" fmla="*/ 0 h 241"/>
                <a:gd name="T24" fmla="*/ 2 w 742"/>
                <a:gd name="T25"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2" h="241">
                  <a:moveTo>
                    <a:pt x="2" y="0"/>
                  </a:moveTo>
                  <a:cubicBezTo>
                    <a:pt x="1" y="6"/>
                    <a:pt x="0" y="13"/>
                    <a:pt x="0" y="20"/>
                  </a:cubicBezTo>
                  <a:cubicBezTo>
                    <a:pt x="0" y="64"/>
                    <a:pt x="36" y="99"/>
                    <a:pt x="80" y="99"/>
                  </a:cubicBezTo>
                  <a:cubicBezTo>
                    <a:pt x="84" y="99"/>
                    <a:pt x="88" y="99"/>
                    <a:pt x="92" y="98"/>
                  </a:cubicBezTo>
                  <a:cubicBezTo>
                    <a:pt x="96" y="178"/>
                    <a:pt x="162" y="241"/>
                    <a:pt x="242" y="241"/>
                  </a:cubicBezTo>
                  <a:cubicBezTo>
                    <a:pt x="312" y="241"/>
                    <a:pt x="371" y="193"/>
                    <a:pt x="388" y="129"/>
                  </a:cubicBezTo>
                  <a:cubicBezTo>
                    <a:pt x="408" y="150"/>
                    <a:pt x="436" y="162"/>
                    <a:pt x="467" y="162"/>
                  </a:cubicBezTo>
                  <a:cubicBezTo>
                    <a:pt x="524" y="162"/>
                    <a:pt x="572" y="119"/>
                    <a:pt x="578" y="62"/>
                  </a:cubicBezTo>
                  <a:cubicBezTo>
                    <a:pt x="598" y="60"/>
                    <a:pt x="616" y="51"/>
                    <a:pt x="630" y="38"/>
                  </a:cubicBezTo>
                  <a:cubicBezTo>
                    <a:pt x="642" y="53"/>
                    <a:pt x="660" y="64"/>
                    <a:pt x="681" y="64"/>
                  </a:cubicBezTo>
                  <a:cubicBezTo>
                    <a:pt x="715" y="64"/>
                    <a:pt x="742" y="36"/>
                    <a:pt x="742" y="2"/>
                  </a:cubicBezTo>
                  <a:cubicBezTo>
                    <a:pt x="742" y="1"/>
                    <a:pt x="742" y="1"/>
                    <a:pt x="742" y="0"/>
                  </a:cubicBezTo>
                  <a:lnTo>
                    <a:pt x="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Tree>
    <p:extLst>
      <p:ext uri="{BB962C8B-B14F-4D97-AF65-F5344CB8AC3E}">
        <p14:creationId xmlns:p14="http://schemas.microsoft.com/office/powerpoint/2010/main" val="32324923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userDrawn="1">
  <p:cSld name="Title Only">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62584423"/>
      </p:ext>
    </p:extLst>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Divider Slide Cya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22921214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Divider Slide Orange">
    <p:bg>
      <p:bgPr>
        <a:solidFill>
          <a:srgbClr val="EB3C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24825460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Divider Slid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19567410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Divider Slide Blu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32036419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Divider Slide Purpl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127694073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Punchy Slide Cya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291719849"/>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Punchy Slide Orang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2683906490"/>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Punchy Slid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3429631117"/>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Punchy Slide Blu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1058089055"/>
      </p:ext>
    </p:extLst>
  </p:cSld>
  <p:clrMapOvr>
    <a:masterClrMapping/>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Punchy Slide Purpl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1898325337"/>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Blank Slide Cyan">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177355"/>
      </p:ext>
    </p:extLst>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Blank Slide Orange">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5513828"/>
      </p:ext>
    </p:extLst>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Blank Slide Green">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660526"/>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Blank Slide Blu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0309"/>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Blank Slide Purple">
    <p:bg>
      <p:bgPr>
        <a:solidFill>
          <a:schemeClr val="accent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1286453"/>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31280" y="233154"/>
            <a:ext cx="11378777" cy="678031"/>
          </a:xfrm>
          <a:prstGeom prst="rect">
            <a:avLst/>
          </a:prstGeom>
        </p:spPr>
        <p:txBody>
          <a:bodyPr/>
          <a:lstStyle>
            <a:lvl1pPr>
              <a:defRPr sz="4896"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hasCustomPrompt="1"/>
          </p:nvPr>
        </p:nvSpPr>
        <p:spPr bwMode="white">
          <a:xfrm>
            <a:off x="529662" y="1476621"/>
            <a:ext cx="11375536" cy="2084319"/>
          </a:xfrm>
          <a:prstGeom prst="rect">
            <a:avLst/>
          </a:prstGeom>
        </p:spPr>
        <p:txBody>
          <a:bodyPr/>
          <a:lstStyle>
            <a:lvl1pPr marL="349211" indent="-349211">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40219" indent="-291009">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31228" indent="-291009">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64035" indent="-23280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96843" indent="-23280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4" y="6363078"/>
            <a:ext cx="12436476" cy="631450"/>
          </a:xfrm>
          <a:prstGeom prst="rect">
            <a:avLst/>
          </a:prstGeom>
          <a:solidFill>
            <a:srgbClr val="FFFF99"/>
          </a:solidFill>
        </p:spPr>
        <p:txBody>
          <a:bodyPr wrap="square" lIns="152171" tIns="76085" rIns="152171" bIns="76085" anchor="b" anchorCtr="0">
            <a:noAutofit/>
          </a:bodyPr>
          <a:lstStyle>
            <a:lvl1pPr algn="r">
              <a:buFont typeface="Arial" pitchFamily="34" charset="0"/>
              <a:buNone/>
              <a:defRPr sz="3672" spc="-52"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153984684"/>
      </p:ext>
    </p:extLst>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29661" y="233152"/>
            <a:ext cx="11375536" cy="762786"/>
          </a:xfrm>
          <a:prstGeom prst="rect">
            <a:avLst/>
          </a:prstGeom>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529661" y="1476621"/>
            <a:ext cx="11375536" cy="2084319"/>
          </a:xfrm>
          <a:prstGeom prst="rect">
            <a:avLst/>
          </a:prstGeom>
        </p:spPr>
        <p:txBody>
          <a:bodyPr/>
          <a:lstStyle>
            <a:lvl1pPr marL="289818" indent="-289818">
              <a:buFont typeface="Wingdings" pitchFamily="2" charset="2"/>
              <a:buChar char=""/>
              <a:defRPr sz="4080"/>
            </a:lvl1pPr>
            <a:lvl2pPr marL="527824" indent="-238007">
              <a:buFont typeface="Wingdings" pitchFamily="2" charset="2"/>
              <a:buChar char=""/>
              <a:defRPr>
                <a:latin typeface="+mn-lt"/>
              </a:defRPr>
            </a:lvl2pPr>
            <a:lvl3pPr marL="756116" indent="-228292">
              <a:buFont typeface="Wingdings" pitchFamily="2" charset="2"/>
              <a:buChar char=""/>
              <a:tabLst/>
              <a:defRPr>
                <a:latin typeface="+mn-lt"/>
              </a:defRPr>
            </a:lvl3pPr>
            <a:lvl4pPr marL="932597" indent="-176481">
              <a:buFont typeface="Wingdings" pitchFamily="2" charset="2"/>
              <a:buChar char=""/>
              <a:defRPr>
                <a:latin typeface="+mn-lt"/>
              </a:defRPr>
            </a:lvl4pPr>
            <a:lvl5pPr marL="1109078" indent="-176481">
              <a:buFont typeface="Wingdings" pitchFamily="2" charset="2"/>
              <a:buChar char=""/>
              <a:tabLst/>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black">
          <a:xfrm>
            <a:off x="10512436" y="6264565"/>
            <a:ext cx="1632342" cy="559562"/>
          </a:xfrm>
          <a:prstGeom prst="rect">
            <a:avLst/>
          </a:prstGeom>
        </p:spPr>
      </p:pic>
    </p:spTree>
    <p:extLst>
      <p:ext uri="{BB962C8B-B14F-4D97-AF65-F5344CB8AC3E}">
        <p14:creationId xmlns:p14="http://schemas.microsoft.com/office/powerpoint/2010/main" val="2643573689"/>
      </p:ext>
    </p:extLst>
  </p:cSld>
  <p:clrMapOvr>
    <a:masterClrMapping/>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8187" y="233152"/>
            <a:ext cx="11400102" cy="452021"/>
          </a:xfrm>
          <a:prstGeom prst="rect">
            <a:avLst/>
          </a:prstGeo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18187" y="1476621"/>
            <a:ext cx="11400102" cy="19148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70811902"/>
      </p:ext>
    </p:extLst>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p:cSld name="1_Content Page (Blue_Empty)">
    <p:spTree>
      <p:nvGrpSpPr>
        <p:cNvPr id="1" name=""/>
        <p:cNvGrpSpPr/>
        <p:nvPr/>
      </p:nvGrpSpPr>
      <p:grpSpPr>
        <a:xfrm>
          <a:off x="0" y="0"/>
          <a:ext cx="0" cy="0"/>
          <a:chOff x="0" y="0"/>
          <a:chExt cx="0" cy="0"/>
        </a:xfrm>
      </p:grpSpPr>
      <p:pic>
        <p:nvPicPr>
          <p:cNvPr id="3" name="Picture 2"/>
          <p:cNvPicPr>
            <a:picLocks/>
          </p:cNvPicPr>
          <p:nvPr/>
        </p:nvPicPr>
        <p:blipFill>
          <a:blip r:embed="rId2" cstate="email">
            <a:extLst>
              <a:ext uri="{28A0092B-C50C-407E-A947-70E740481C1C}">
                <a14:useLocalDpi xmlns:a14="http://schemas.microsoft.com/office/drawing/2010/main"/>
              </a:ext>
            </a:extLst>
          </a:blip>
          <a:stretch>
            <a:fillRect/>
          </a:stretch>
        </p:blipFill>
        <p:spPr>
          <a:xfrm>
            <a:off x="-127" y="877"/>
            <a:ext cx="12436605" cy="6992776"/>
          </a:xfrm>
          <a:prstGeom prst="rect">
            <a:avLst/>
          </a:prstGeom>
        </p:spPr>
      </p:pic>
      <p:sp>
        <p:nvSpPr>
          <p:cNvPr id="14" name="TextBox 13"/>
          <p:cNvSpPr txBox="1"/>
          <p:nvPr/>
        </p:nvSpPr>
        <p:spPr>
          <a:xfrm>
            <a:off x="5903715" y="6617876"/>
            <a:ext cx="629180" cy="254262"/>
          </a:xfrm>
          <a:prstGeom prst="rect">
            <a:avLst/>
          </a:prstGeom>
          <a:noFill/>
        </p:spPr>
        <p:txBody>
          <a:bodyPr wrap="square" rtlCol="0">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fld id="{0462CC3E-48DD-4274-8616-D549FD7B2C15}" type="slidenum">
              <a:rPr kumimoji="0" lang="en-US" sz="1020" b="0" i="0" u="none" strike="noStrike" kern="1200" cap="none" spc="0" normalizeH="0" baseline="0" noProof="0">
                <a:ln>
                  <a:noFill/>
                </a:ln>
                <a:solidFill>
                  <a:srgbClr val="A4D7F4"/>
                </a:solidFill>
                <a:effectLst/>
                <a:uLnTx/>
                <a:uFillTx/>
                <a:latin typeface="Segoe UI"/>
                <a:ea typeface="Verdana" pitchFamily="34" charset="0"/>
                <a:cs typeface="Verdana" pitchFamily="34" charset="0"/>
              </a:rPr>
              <a:pPr marL="0" marR="0" lvl="0" indent="0" algn="ctr" defTabSz="932597" rtl="0" eaLnBrk="1" fontAlgn="auto" latinLnBrk="0" hangingPunct="1">
                <a:lnSpc>
                  <a:spcPct val="100000"/>
                </a:lnSpc>
                <a:spcBef>
                  <a:spcPts val="0"/>
                </a:spcBef>
                <a:spcAft>
                  <a:spcPts val="0"/>
                </a:spcAft>
                <a:buClrTx/>
                <a:buSzTx/>
                <a:buFontTx/>
                <a:buNone/>
                <a:tabLst/>
                <a:defRPr/>
              </a:pPr>
              <a:t>‹#›</a:t>
            </a:fld>
            <a:endParaRPr kumimoji="0" lang="en-US" sz="1020" b="0" i="0" u="none" strike="noStrike" kern="1200" cap="none" spc="0" normalizeH="0" baseline="0" noProof="0" dirty="0">
              <a:ln>
                <a:noFill/>
              </a:ln>
              <a:solidFill>
                <a:srgbClr val="A4D7F4"/>
              </a:solidFill>
              <a:effectLst/>
              <a:uLnTx/>
              <a:uFillTx/>
              <a:latin typeface="Segoe UI"/>
              <a:ea typeface="Verdana" pitchFamily="34" charset="0"/>
              <a:cs typeface="Verdana" pitchFamily="34" charset="0"/>
            </a:endParaRPr>
          </a:p>
        </p:txBody>
      </p:sp>
      <p:pic>
        <p:nvPicPr>
          <p:cNvPr id="15" name="Picture 1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2619" y="6713989"/>
            <a:ext cx="2959881" cy="77338"/>
          </a:xfrm>
          <a:prstGeom prst="rect">
            <a:avLst/>
          </a:prstGeom>
        </p:spPr>
      </p:pic>
      <p:sp>
        <p:nvSpPr>
          <p:cNvPr id="16" name="TextBox 15"/>
          <p:cNvSpPr txBox="1"/>
          <p:nvPr/>
        </p:nvSpPr>
        <p:spPr>
          <a:xfrm>
            <a:off x="9978050" y="135975"/>
            <a:ext cx="2043317" cy="238240"/>
          </a:xfrm>
          <a:prstGeom prst="rect">
            <a:avLst/>
          </a:prstGeom>
          <a:noFill/>
        </p:spPr>
        <p:txBody>
          <a:bodyPr wrap="square" rtlCol="0">
            <a:spAutoFit/>
          </a:bodyPr>
          <a:lstStyle/>
          <a:p>
            <a:pPr marL="0" marR="0" lvl="0" indent="0" algn="r" defTabSz="932597" rtl="0" eaLnBrk="1" fontAlgn="auto" latinLnBrk="0" hangingPunct="1">
              <a:lnSpc>
                <a:spcPct val="100000"/>
              </a:lnSpc>
              <a:spcBef>
                <a:spcPts val="0"/>
              </a:spcBef>
              <a:spcAft>
                <a:spcPts val="0"/>
              </a:spcAft>
              <a:buClrTx/>
              <a:buSzTx/>
              <a:buFontTx/>
              <a:buNone/>
              <a:tabLst/>
              <a:defRPr/>
            </a:pPr>
            <a:r>
              <a:rPr kumimoji="0" lang="en-US" sz="918" b="0" i="0" u="none" strike="noStrike" kern="1200" cap="none" spc="0" normalizeH="0" baseline="0" noProof="0" dirty="0">
                <a:ln>
                  <a:noFill/>
                </a:ln>
                <a:solidFill>
                  <a:srgbClr val="000000"/>
                </a:solidFill>
                <a:effectLst/>
                <a:uLnTx/>
                <a:uFillTx/>
                <a:latin typeface="Segoe UI" pitchFamily="34" charset="0"/>
                <a:ea typeface="Segoe UI" pitchFamily="34" charset="0"/>
                <a:cs typeface="Segoe UI" pitchFamily="34" charset="0"/>
              </a:rPr>
              <a:t>Microsoft Confidential</a:t>
            </a:r>
          </a:p>
        </p:txBody>
      </p:sp>
      <p:pic>
        <p:nvPicPr>
          <p:cNvPr id="17" name="Picture 1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019506" y="6636324"/>
            <a:ext cx="1865471" cy="232675"/>
          </a:xfrm>
          <a:prstGeom prst="rect">
            <a:avLst/>
          </a:prstGeom>
        </p:spPr>
      </p:pic>
      <p:sp>
        <p:nvSpPr>
          <p:cNvPr id="18" name="Title 1"/>
          <p:cNvSpPr>
            <a:spLocks noGrp="1"/>
          </p:cNvSpPr>
          <p:nvPr>
            <p:ph type="title" hasCustomPrompt="1"/>
          </p:nvPr>
        </p:nvSpPr>
        <p:spPr>
          <a:xfrm>
            <a:off x="529662" y="367578"/>
            <a:ext cx="11375536" cy="519307"/>
          </a:xfrm>
          <a:prstGeom prst="rect">
            <a:avLst/>
          </a:prstGeom>
        </p:spPr>
        <p:txBody>
          <a:bodyPr anchor="t"/>
          <a:lstStyle>
            <a:lvl1pPr>
              <a:defRPr sz="3264" b="0">
                <a:solidFill>
                  <a:schemeClr val="bg1"/>
                </a:solidFill>
                <a:latin typeface="Segoe UI Light" pitchFamily="34" charset="0"/>
              </a:defRPr>
            </a:lvl1pPr>
          </a:lstStyle>
          <a:p>
            <a:r>
              <a:rPr lang="en-US" dirty="0"/>
              <a:t>Click to edit Master title style </a:t>
            </a:r>
          </a:p>
        </p:txBody>
      </p:sp>
      <p:sp>
        <p:nvSpPr>
          <p:cNvPr id="19" name="Text Placeholder 2"/>
          <p:cNvSpPr>
            <a:spLocks noGrp="1"/>
          </p:cNvSpPr>
          <p:nvPr>
            <p:ph type="body" idx="14"/>
          </p:nvPr>
        </p:nvSpPr>
        <p:spPr>
          <a:xfrm>
            <a:off x="529986" y="886887"/>
            <a:ext cx="11356099" cy="282513"/>
          </a:xfrm>
          <a:prstGeom prst="rect">
            <a:avLst/>
          </a:prstGeom>
        </p:spPr>
        <p:txBody>
          <a:bodyPr anchor="b"/>
          <a:lstStyle>
            <a:lvl1pPr marL="0" indent="0">
              <a:buNone/>
              <a:tabLst>
                <a:tab pos="641160" algn="l"/>
              </a:tabLst>
              <a:defRPr sz="1836" b="0">
                <a:solidFill>
                  <a:srgbClr val="A4D7F4"/>
                </a:solidFill>
                <a:latin typeface="Segoe UI Light" pitchFamily="34" charset="0"/>
                <a:ea typeface="Verdana" pitchFamily="34" charset="0"/>
                <a:cs typeface="Verdana" pitchFamily="34" charset="0"/>
              </a:defRPr>
            </a:lvl1pPr>
            <a:lvl2pPr marL="466298" indent="0">
              <a:buNone/>
              <a:defRPr sz="2040" b="1"/>
            </a:lvl2pPr>
            <a:lvl3pPr marL="932597" indent="0">
              <a:buNone/>
              <a:defRPr sz="1836" b="1"/>
            </a:lvl3pPr>
            <a:lvl4pPr marL="1398895" indent="0">
              <a:buNone/>
              <a:defRPr sz="1632" b="1"/>
            </a:lvl4pPr>
            <a:lvl5pPr marL="1865193" indent="0">
              <a:buNone/>
              <a:defRPr sz="1632" b="1"/>
            </a:lvl5pPr>
            <a:lvl6pPr marL="2331491" indent="0">
              <a:buNone/>
              <a:defRPr sz="1632" b="1"/>
            </a:lvl6pPr>
            <a:lvl7pPr marL="2797790" indent="0">
              <a:buNone/>
              <a:defRPr sz="1632" b="1"/>
            </a:lvl7pPr>
            <a:lvl8pPr marL="3264088" indent="0">
              <a:buNone/>
              <a:defRPr sz="1632" b="1"/>
            </a:lvl8pPr>
            <a:lvl9pPr marL="3730386" indent="0">
              <a:buNone/>
              <a:defRPr sz="1632" b="1"/>
            </a:lvl9pPr>
          </a:lstStyle>
          <a:p>
            <a:pPr lvl="0"/>
            <a:r>
              <a:rPr lang="en-US"/>
              <a:t>Click to edit Master text styles</a:t>
            </a:r>
          </a:p>
        </p:txBody>
      </p:sp>
    </p:spTree>
    <p:extLst>
      <p:ext uri="{BB962C8B-B14F-4D97-AF65-F5344CB8AC3E}">
        <p14:creationId xmlns:p14="http://schemas.microsoft.com/office/powerpoint/2010/main" val="4095689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userDrawn="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29662" y="1476622"/>
            <a:ext cx="11375536" cy="2015263"/>
          </a:xfrm>
          <a:prstGeom prst="rect">
            <a:avLst/>
          </a:prstGeom>
        </p:spPr>
        <p:txBody>
          <a:bodyPr/>
          <a:lstStyle>
            <a:lvl1pPr marL="0" indent="0">
              <a:spcBef>
                <a:spcPts val="2444"/>
              </a:spcBef>
              <a:buNone/>
              <a:defRPr sz="4080">
                <a:gradFill>
                  <a:gsLst>
                    <a:gs pos="100000">
                      <a:schemeClr val="tx2"/>
                    </a:gs>
                    <a:gs pos="0">
                      <a:schemeClr val="tx2"/>
                    </a:gs>
                  </a:gsLst>
                  <a:lin ang="5400000" scaled="0"/>
                </a:gradFill>
                <a:latin typeface="+mj-lt"/>
              </a:defRPr>
            </a:lvl1pPr>
            <a:lvl2pPr marL="0" indent="0">
              <a:buNone/>
              <a:defRPr sz="2040">
                <a:gradFill>
                  <a:gsLst>
                    <a:gs pos="100000">
                      <a:schemeClr val="bg2"/>
                    </a:gs>
                    <a:gs pos="6000">
                      <a:schemeClr val="bg2"/>
                    </a:gs>
                  </a:gsLst>
                  <a:lin ang="5400000" scaled="0"/>
                </a:gradFill>
              </a:defRPr>
            </a:lvl2pPr>
            <a:lvl3pPr marL="236040" indent="0">
              <a:buNone/>
              <a:defRPr sz="2040">
                <a:gradFill>
                  <a:gsLst>
                    <a:gs pos="100000">
                      <a:schemeClr val="bg2"/>
                    </a:gs>
                    <a:gs pos="6000">
                      <a:schemeClr val="bg2"/>
                    </a:gs>
                  </a:gsLst>
                  <a:lin ang="5400000" scaled="0"/>
                </a:gradFill>
              </a:defRPr>
            </a:lvl3pPr>
            <a:lvl4pPr marL="465615" indent="0">
              <a:buNone/>
              <a:defRPr sz="2040">
                <a:gradFill>
                  <a:gsLst>
                    <a:gs pos="100000">
                      <a:schemeClr val="bg2"/>
                    </a:gs>
                    <a:gs pos="6000">
                      <a:schemeClr val="bg2"/>
                    </a:gs>
                  </a:gsLst>
                  <a:lin ang="5400000" scaled="0"/>
                </a:gradFill>
              </a:defRPr>
            </a:lvl4pPr>
            <a:lvl5pPr marL="706506" indent="0">
              <a:buNone/>
              <a:defRPr sz="2040">
                <a:gradFill>
                  <a:gsLst>
                    <a:gs pos="100000">
                      <a:schemeClr val="bg2"/>
                    </a:gs>
                    <a:gs pos="600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a:xfrm>
            <a:off x="529662" y="233153"/>
            <a:ext cx="11375536" cy="762786"/>
          </a:xfrm>
          <a:prstGeom prst="rect">
            <a:avLst/>
          </a:prstGeom>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31280" y="6526955"/>
            <a:ext cx="572078" cy="223825"/>
          </a:xfrm>
          <a:prstGeom prst="rect">
            <a:avLst/>
          </a:prstGeom>
        </p:spPr>
        <p:txBody>
          <a:bodyPr lIns="121720" tIns="60860" rIns="121720" bIns="60860" anchor="ctr"/>
          <a:lstStyle>
            <a:lvl1pPr algn="l">
              <a:defRPr sz="1632">
                <a:gradFill>
                  <a:gsLst>
                    <a:gs pos="100000">
                      <a:schemeClr val="bg2"/>
                    </a:gs>
                    <a:gs pos="0">
                      <a:schemeClr val="bg2"/>
                    </a:gs>
                  </a:gsLst>
                  <a:lin ang="5400000" scaled="0"/>
                </a:gradFill>
              </a:defRPr>
            </a:lvl1pPr>
          </a:lstStyle>
          <a:p>
            <a:pPr defTabSz="931191"/>
            <a:fld id="{727B4C2D-45E2-4621-8491-2995EB46A674}" type="slidenum">
              <a:rPr lang="en-US">
                <a:gradFill>
                  <a:gsLst>
                    <a:gs pos="100000">
                      <a:srgbClr val="797A7D"/>
                    </a:gs>
                    <a:gs pos="0">
                      <a:srgbClr val="797A7D"/>
                    </a:gs>
                  </a:gsLst>
                  <a:lin ang="5400000" scaled="0"/>
                </a:gradFill>
              </a:rPr>
              <a:pPr defTabSz="931191"/>
              <a:t>‹#›</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768117267"/>
      </p:ext>
    </p:extLst>
  </p:cSld>
  <p:clrMapOvr>
    <a:masterClrMapping/>
  </p:clrMapOvr>
  <p:transition>
    <p:fade/>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79" y="2151537"/>
            <a:ext cx="10445796" cy="1017048"/>
          </a:xfrm>
          <a:prstGeom prst="rect">
            <a:avLst/>
          </a:prstGeom>
        </p:spPr>
        <p:txBody>
          <a:bodyPr anchor="b" anchorCtr="0"/>
          <a:lstStyle>
            <a:lvl1pPr>
              <a:defRPr sz="7343" spc="-153" baseline="0">
                <a:gradFill>
                  <a:gsLst>
                    <a:gs pos="1250">
                      <a:schemeClr val="bg1"/>
                    </a:gs>
                    <a:gs pos="100000">
                      <a:schemeClr val="bg1"/>
                    </a:gs>
                  </a:gsLst>
                  <a:lin ang="5400000" scaled="0"/>
                </a:gradFill>
              </a:defRPr>
            </a:lvl1pPr>
          </a:lstStyle>
          <a:p>
            <a:r>
              <a:rPr lang="en-US" dirty="0"/>
              <a:t>Click to edit title style</a:t>
            </a:r>
          </a:p>
        </p:txBody>
      </p:sp>
      <p:sp>
        <p:nvSpPr>
          <p:cNvPr id="5" name="Text Placeholder 4"/>
          <p:cNvSpPr>
            <a:spLocks noGrp="1"/>
          </p:cNvSpPr>
          <p:nvPr>
            <p:ph type="body" sz="quarter" idx="12" hasCustomPrompt="1"/>
          </p:nvPr>
        </p:nvSpPr>
        <p:spPr>
          <a:xfrm>
            <a:off x="998579" y="3494024"/>
            <a:ext cx="10445796" cy="508524"/>
          </a:xfrm>
          <a:prstGeom prst="rect">
            <a:avLst/>
          </a:prstGeom>
        </p:spPr>
        <p:txBody>
          <a:bodyPr>
            <a:noAutofit/>
          </a:bodyPr>
          <a:lstStyle>
            <a:lvl1pPr marL="0" indent="0">
              <a:spcBef>
                <a:spcPts val="0"/>
              </a:spcBef>
              <a:buNone/>
              <a:defRPr spc="-71" baseline="0">
                <a:gradFill>
                  <a:gsLst>
                    <a:gs pos="0">
                      <a:schemeClr val="bg1"/>
                    </a:gs>
                    <a:gs pos="100000">
                      <a:schemeClr val="bg1"/>
                    </a:gs>
                  </a:gsLst>
                  <a:lin ang="5400000" scaled="0"/>
                </a:gradFill>
                <a:latin typeface="+mj-lt"/>
              </a:defRPr>
            </a:lvl1pPr>
          </a:lstStyle>
          <a:p>
            <a:pPr lvl="0"/>
            <a:r>
              <a:rPr lang="en-US" dirty="0"/>
              <a:t>Speaker Title</a:t>
            </a:r>
          </a:p>
        </p:txBody>
      </p:sp>
    </p:spTree>
    <p:extLst>
      <p:ext uri="{BB962C8B-B14F-4D97-AF65-F5344CB8AC3E}">
        <p14:creationId xmlns:p14="http://schemas.microsoft.com/office/powerpoint/2010/main" val="11716324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29661" y="1476622"/>
            <a:ext cx="11375536" cy="20403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0594220"/>
      </p:ext>
    </p:extLst>
  </p:cSld>
  <p:clrMapOvr>
    <a:masterClrMapping/>
  </p:clrMapOvr>
  <p:transition>
    <p:fade/>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16982843"/>
      </p:ext>
    </p:extLst>
  </p:cSld>
  <p:clrMapOvr>
    <a:masterClrMapping/>
  </p:clrMapOvr>
  <p:transition>
    <p:fade/>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2" name="Picture 4"/>
          <p:cNvPicPr>
            <a:picLocks noChangeAspect="1"/>
          </p:cNvPicPr>
          <p:nvPr userDrawn="1"/>
        </p:nvPicPr>
        <p:blipFill>
          <a:blip r:embed="rId2">
            <a:extLst>
              <a:ext uri="{28A0092B-C50C-407E-A947-70E740481C1C}">
                <a14:useLocalDpi xmlns:a14="http://schemas.microsoft.com/office/drawing/2010/main"/>
              </a:ext>
            </a:extLst>
          </a:blip>
          <a:srcRect l="2" t="-11" r="-38"/>
          <a:stretch>
            <a:fillRect/>
          </a:stretch>
        </p:blipFill>
        <p:spPr bwMode="auto">
          <a:xfrm>
            <a:off x="0" y="0"/>
            <a:ext cx="12436475" cy="6994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02978230"/>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itle">
  <p:cSld name="Title Slide Part 1">
    <p:spTree>
      <p:nvGrpSpPr>
        <p:cNvPr id="1" name=""/>
        <p:cNvGrpSpPr/>
        <p:nvPr/>
      </p:nvGrpSpPr>
      <p:grpSpPr>
        <a:xfrm>
          <a:off x="0" y="0"/>
          <a:ext cx="0" cy="0"/>
          <a:chOff x="0" y="0"/>
          <a:chExt cx="0" cy="0"/>
        </a:xfrm>
      </p:grpSpPr>
      <p:pic>
        <p:nvPicPr>
          <p:cNvPr id="7" name="Picture Placeholder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7372" y="2"/>
            <a:ext cx="12534900" cy="6994526"/>
          </a:xfrm>
          <a:prstGeom prst="rect">
            <a:avLst/>
          </a:prstGeom>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62939" y="284938"/>
            <a:ext cx="11910600" cy="6424653"/>
          </a:xfrm>
          <a:prstGeom prst="rect">
            <a:avLst/>
          </a:prstGeom>
          <a:noFill/>
          <a:ln>
            <a:noFill/>
          </a:ln>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80241" y="479777"/>
            <a:ext cx="1300462" cy="277369"/>
          </a:xfrm>
          <a:prstGeom prst="rect">
            <a:avLst/>
          </a:prstGeom>
        </p:spPr>
      </p:pic>
      <p:sp>
        <p:nvSpPr>
          <p:cNvPr id="2" name="Title 1"/>
          <p:cNvSpPr>
            <a:spLocks noGrp="1"/>
          </p:cNvSpPr>
          <p:nvPr userDrawn="1">
            <p:ph type="ctrTitle" hasCustomPrompt="1"/>
          </p:nvPr>
        </p:nvSpPr>
        <p:spPr>
          <a:xfrm>
            <a:off x="274640" y="2142638"/>
            <a:ext cx="11228387" cy="1720381"/>
          </a:xfrm>
        </p:spPr>
        <p:txBody>
          <a:bodyPr/>
          <a:lstStyle>
            <a:lvl1pPr>
              <a:defRPr sz="5998" baseline="0"/>
            </a:lvl1pPr>
          </a:lstStyle>
          <a:p>
            <a:r>
              <a:rPr lang="en-US"/>
              <a:t>Lorem ipsum</a:t>
            </a:r>
            <a:br>
              <a:rPr lang="en-US"/>
            </a:br>
            <a:r>
              <a:rPr lang="en-US"/>
              <a:t>dolor amet</a:t>
            </a:r>
          </a:p>
        </p:txBody>
      </p:sp>
      <p:sp>
        <p:nvSpPr>
          <p:cNvPr id="3" name="Subtitle 2"/>
          <p:cNvSpPr>
            <a:spLocks noGrp="1"/>
          </p:cNvSpPr>
          <p:nvPr userDrawn="1">
            <p:ph type="subTitle" idx="1" hasCustomPrompt="1"/>
          </p:nvPr>
        </p:nvSpPr>
        <p:spPr>
          <a:xfrm>
            <a:off x="274702" y="3954463"/>
            <a:ext cx="8705850" cy="794041"/>
          </a:xfrm>
        </p:spPr>
        <p:txBody>
          <a:bodyPr/>
          <a:lstStyle>
            <a:lvl1pPr marL="0" indent="0" algn="l">
              <a:buNone/>
              <a:defRPr sz="2200">
                <a:solidFill>
                  <a:schemeClr val="tx2"/>
                </a:solidFill>
                <a:latin typeface="+mn-lt"/>
              </a:defRPr>
            </a:lvl1pPr>
            <a:lvl2pPr marL="457024" indent="0" algn="ctr">
              <a:buNone/>
              <a:defRPr>
                <a:solidFill>
                  <a:schemeClr val="tx1">
                    <a:tint val="75000"/>
                  </a:schemeClr>
                </a:solidFill>
              </a:defRPr>
            </a:lvl2pPr>
            <a:lvl3pPr marL="914049" indent="0" algn="ctr">
              <a:buNone/>
              <a:defRPr>
                <a:solidFill>
                  <a:schemeClr val="tx1">
                    <a:tint val="75000"/>
                  </a:schemeClr>
                </a:solidFill>
              </a:defRPr>
            </a:lvl3pPr>
            <a:lvl4pPr marL="1371073" indent="0" algn="ctr">
              <a:buNone/>
              <a:defRPr>
                <a:solidFill>
                  <a:schemeClr val="tx1">
                    <a:tint val="75000"/>
                  </a:schemeClr>
                </a:solidFill>
              </a:defRPr>
            </a:lvl4pPr>
            <a:lvl5pPr marL="1828098" indent="0" algn="ctr">
              <a:buNone/>
              <a:defRPr>
                <a:solidFill>
                  <a:schemeClr val="tx1">
                    <a:tint val="75000"/>
                  </a:schemeClr>
                </a:solidFill>
              </a:defRPr>
            </a:lvl5pPr>
            <a:lvl6pPr marL="2285122" indent="0" algn="ctr">
              <a:buNone/>
              <a:defRPr>
                <a:solidFill>
                  <a:schemeClr val="tx1">
                    <a:tint val="75000"/>
                  </a:schemeClr>
                </a:solidFill>
              </a:defRPr>
            </a:lvl6pPr>
            <a:lvl7pPr marL="2742146" indent="0" algn="ctr">
              <a:buNone/>
              <a:defRPr>
                <a:solidFill>
                  <a:schemeClr val="tx1">
                    <a:tint val="75000"/>
                  </a:schemeClr>
                </a:solidFill>
              </a:defRPr>
            </a:lvl7pPr>
            <a:lvl8pPr marL="3199170" indent="0" algn="ctr">
              <a:buNone/>
              <a:defRPr>
                <a:solidFill>
                  <a:schemeClr val="tx1">
                    <a:tint val="75000"/>
                  </a:schemeClr>
                </a:solidFill>
              </a:defRPr>
            </a:lvl8pPr>
            <a:lvl9pPr marL="3656195" indent="0" algn="ctr">
              <a:buNone/>
              <a:defRPr>
                <a:solidFill>
                  <a:schemeClr val="tx1">
                    <a:tint val="75000"/>
                  </a:schemeClr>
                </a:solidFill>
              </a:defRPr>
            </a:lvl9pPr>
          </a:lstStyle>
          <a:p>
            <a:r>
              <a:rPr lang="en-US"/>
              <a:t>Speaker Name</a:t>
            </a:r>
            <a:br>
              <a:rPr lang="en-US"/>
            </a:br>
            <a:r>
              <a:rPr lang="en-US"/>
              <a:t>Date</a:t>
            </a:r>
          </a:p>
        </p:txBody>
      </p:sp>
    </p:spTree>
    <p:extLst>
      <p:ext uri="{BB962C8B-B14F-4D97-AF65-F5344CB8AC3E}">
        <p14:creationId xmlns:p14="http://schemas.microsoft.com/office/powerpoint/2010/main" val="1178972731"/>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2_Two Column Bullet text">
    <p:bg>
      <p:bgPr>
        <a:solidFill>
          <a:srgbClr val="001F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00045597"/>
      </p:ext>
    </p:extLst>
  </p:cSld>
  <p:clrMapOvr>
    <a:masterClrMapping/>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1914370"/>
          </a:xfrm>
        </p:spPr>
        <p:txBody>
          <a:bodyPr wrap="square">
            <a:spAutoFit/>
          </a:bodyPr>
          <a:lstStyle>
            <a:lvl1pPr marL="0" indent="0">
              <a:spcBef>
                <a:spcPts val="1224"/>
              </a:spcBef>
              <a:buClr>
                <a:schemeClr val="tx1"/>
              </a:buClr>
              <a:buFont typeface="Wingdings" pitchFamily="2" charset="2"/>
              <a:buNone/>
              <a:defRPr sz="31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2891692"/>
      </p:ext>
    </p:extLst>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8D7"/>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702" y="1759920"/>
            <a:ext cx="8046632" cy="1828786"/>
          </a:xfrm>
          <a:noFill/>
        </p:spPr>
        <p:txBody>
          <a:bodyPr lIns="146304" tIns="91440" rIns="146304" bIns="91440" anchor="t" anchorCtr="0"/>
          <a:lstStyle>
            <a:lvl1pPr>
              <a:defRPr sz="5397" spc="-100" baseline="0">
                <a:solidFill>
                  <a:schemeClr val="tx1"/>
                </a:solidFill>
              </a:defRPr>
            </a:lvl1pPr>
          </a:lstStyle>
          <a:p>
            <a:r>
              <a:rPr lang="en-US"/>
              <a:t>Lorem ipsum</a:t>
            </a:r>
          </a:p>
        </p:txBody>
      </p:sp>
    </p:spTree>
    <p:extLst>
      <p:ext uri="{BB962C8B-B14F-4D97-AF65-F5344CB8AC3E}">
        <p14:creationId xmlns:p14="http://schemas.microsoft.com/office/powerpoint/2010/main" val="2111248177"/>
      </p:ext>
    </p:extLst>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78D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109469"/>
      </p:ext>
    </p:extLst>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1" y="1212853"/>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469" indent="0">
              <a:buNone/>
              <a:defRPr/>
            </a:lvl3pPr>
            <a:lvl4pPr marL="456937" indent="0">
              <a:buNone/>
              <a:defRPr/>
            </a:lvl4pPr>
            <a:lvl5pPr marL="68540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030805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1_Title &amp;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1" y="1212853"/>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469" indent="0">
              <a:buNone/>
              <a:defRPr/>
            </a:lvl3pPr>
            <a:lvl4pPr marL="456937" indent="0">
              <a:buNone/>
              <a:defRPr/>
            </a:lvl4pPr>
            <a:lvl5pPr marL="68540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69713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1" y="1212853"/>
            <a:ext cx="11887200" cy="2025170"/>
          </a:xfrm>
        </p:spPr>
        <p:txBody>
          <a:bodyPr>
            <a:spAutoFit/>
          </a:bodyPr>
          <a:lstStyle>
            <a:lvl1pPr>
              <a:defRPr sz="3597">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112386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1" y="1212853"/>
            <a:ext cx="11887200" cy="2025170"/>
          </a:xfrm>
        </p:spPr>
        <p:txBody>
          <a:bodyPr>
            <a:spAutoFit/>
          </a:bodyPr>
          <a:lstStyle>
            <a:lvl1pPr>
              <a:defRPr sz="359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679004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68368"/>
          </a:xfrm>
        </p:spPr>
        <p:txBody>
          <a:bodyPr wrap="square">
            <a:spAutoFit/>
          </a:bodyPr>
          <a:lstStyle>
            <a:lvl1pPr marL="0" indent="0">
              <a:spcBef>
                <a:spcPts val="1224"/>
              </a:spcBef>
              <a:buClr>
                <a:schemeClr val="tx1"/>
              </a:buClr>
              <a:buFont typeface="Wingdings" pitchFamily="2" charset="2"/>
              <a:buNone/>
              <a:defRPr sz="3597">
                <a:gradFill>
                  <a:gsLst>
                    <a:gs pos="1250">
                      <a:schemeClr val="tx2"/>
                    </a:gs>
                    <a:gs pos="99000">
                      <a:schemeClr val="tx2"/>
                    </a:gs>
                  </a:gsLst>
                  <a:lin ang="5400000" scaled="0"/>
                </a:gradFill>
              </a:defRPr>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7">
                <a:gradFill>
                  <a:gsLst>
                    <a:gs pos="1250">
                      <a:schemeClr val="tx2"/>
                    </a:gs>
                    <a:gs pos="99000">
                      <a:schemeClr val="tx2"/>
                    </a:gs>
                  </a:gsLst>
                  <a:lin ang="5400000" scaled="0"/>
                </a:gradFill>
              </a:defRPr>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32144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1_Two Column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68368"/>
          </a:xfrm>
        </p:spPr>
        <p:txBody>
          <a:bodyPr wrap="square">
            <a:spAutoFit/>
          </a:bodyPr>
          <a:lstStyle>
            <a:lvl1pPr marL="0" indent="0">
              <a:spcBef>
                <a:spcPts val="1224"/>
              </a:spcBef>
              <a:buClr>
                <a:schemeClr val="tx1"/>
              </a:buClr>
              <a:buFont typeface="Wingdings" pitchFamily="2" charset="2"/>
              <a:buNone/>
              <a:defRPr sz="35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81459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25279"/>
          </a:xfrm>
        </p:spPr>
        <p:txBody>
          <a:bodyPr wrap="square">
            <a:spAutoFit/>
          </a:bodyPr>
          <a:lstStyle>
            <a:lvl1pPr marL="287172" indent="-287172">
              <a:spcBef>
                <a:spcPts val="1224"/>
              </a:spcBef>
              <a:buClr>
                <a:schemeClr val="tx2"/>
              </a:buClr>
              <a:buFont typeface="Arial" pitchFamily="34" charset="0"/>
              <a:buChar char="•"/>
              <a:defRPr sz="3197">
                <a:gradFill>
                  <a:gsLst>
                    <a:gs pos="1250">
                      <a:schemeClr val="tx2"/>
                    </a:gs>
                    <a:gs pos="99000">
                      <a:schemeClr val="tx2"/>
                    </a:gs>
                  </a:gsLst>
                  <a:lin ang="5400000" scaled="0"/>
                </a:gradFill>
              </a:defRPr>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172" indent="-287172">
              <a:spcBef>
                <a:spcPts val="1224"/>
              </a:spcBef>
              <a:buClr>
                <a:schemeClr val="tx2"/>
              </a:buClr>
              <a:buFont typeface="Arial" pitchFamily="34" charset="0"/>
              <a:buChar char="•"/>
              <a:defRPr sz="3197">
                <a:gradFill>
                  <a:gsLst>
                    <a:gs pos="1250">
                      <a:schemeClr val="tx2"/>
                    </a:gs>
                    <a:gs pos="99000">
                      <a:schemeClr val="tx2"/>
                    </a:gs>
                  </a:gsLst>
                  <a:lin ang="5400000" scaled="0"/>
                </a:gradFill>
              </a:defRPr>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171822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1_Two Column Bullet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25279"/>
          </a:xfrm>
        </p:spPr>
        <p:txBody>
          <a:bodyPr wrap="square">
            <a:spAutoFit/>
          </a:bodyPr>
          <a:lstStyle>
            <a:lvl1pPr marL="287172" indent="-287172">
              <a:spcBef>
                <a:spcPts val="1224"/>
              </a:spcBef>
              <a:buClr>
                <a:schemeClr val="tx1"/>
              </a:buClr>
              <a:buFont typeface="Arial" pitchFamily="34" charset="0"/>
              <a:buChar char="•"/>
              <a:defRPr sz="3197"/>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172" indent="-287172">
              <a:spcBef>
                <a:spcPts val="1224"/>
              </a:spcBef>
              <a:buClr>
                <a:schemeClr val="tx1"/>
              </a:buClr>
              <a:buFont typeface="Arial" pitchFamily="34" charset="0"/>
              <a:buChar char="•"/>
              <a:defRPr sz="3197"/>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27598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6891625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4"/>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9"/>
            <a:ext cx="11887199" cy="403187"/>
          </a:xfrm>
          <a:prstGeom prst="rect">
            <a:avLst/>
          </a:prstGeom>
          <a:noFill/>
          <a:ln w="12700">
            <a:noFill/>
            <a:miter lim="800000"/>
            <a:headEnd type="none" w="sm" len="sm"/>
            <a:tailEnd type="none" w="sm" len="sm"/>
          </a:ln>
          <a:effectLst/>
        </p:spPr>
        <p:txBody>
          <a:bodyPr vert="horz" wrap="square" lIns="182802" tIns="146241" rIns="182802" bIns="146241" numCol="1" anchor="t" anchorCtr="0" compatLnSpc="1">
            <a:prstTxWarp prst="textNoShape">
              <a:avLst/>
            </a:prstTxWarp>
            <a:spAutoFit/>
          </a:bodyPr>
          <a:lstStyle/>
          <a:p>
            <a:pPr marL="0" marR="0" lvl="0" indent="0" algn="l" defTabSz="931753"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 2015 Microsoft Corporation. All rights reserved.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9230" y="3145043"/>
            <a:ext cx="3288506" cy="704445"/>
          </a:xfrm>
          <a:prstGeom prst="rect">
            <a:avLst/>
          </a:prstGeom>
        </p:spPr>
      </p:pic>
    </p:spTree>
    <p:extLst>
      <p:ext uri="{BB962C8B-B14F-4D97-AF65-F5344CB8AC3E}">
        <p14:creationId xmlns:p14="http://schemas.microsoft.com/office/powerpoint/2010/main" val="1204533838"/>
      </p:ext>
    </p:extLst>
  </p:cSld>
  <p:clrMapOvr>
    <a:masterClrMapping/>
  </p:clrMapOvr>
  <p:transition>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userDrawn="1">
  <p:cSld name="2_Title">
    <p:bg>
      <p:bgRef idx="1001">
        <a:schemeClr val="bg1"/>
      </p:bgRef>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6" name="Slide Number Placeholder 5"/>
          <p:cNvSpPr>
            <a:spLocks noGrp="1"/>
          </p:cNvSpPr>
          <p:nvPr>
            <p:ph type="sldNum" sz="quarter" idx="12"/>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7" name="Text Placeholder 4"/>
          <p:cNvSpPr>
            <a:spLocks noGrp="1"/>
          </p:cNvSpPr>
          <p:nvPr>
            <p:ph type="body" sz="quarter" idx="13"/>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Tree>
    <p:extLst>
      <p:ext uri="{BB962C8B-B14F-4D97-AF65-F5344CB8AC3E}">
        <p14:creationId xmlns:p14="http://schemas.microsoft.com/office/powerpoint/2010/main" val="18150018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userDrawn="1">
  <p:cSld name="Title Subtitle">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4" name="Slide Number Placeholder 3"/>
          <p:cNvSpPr>
            <a:spLocks noGrp="1"/>
          </p:cNvSpPr>
          <p:nvPr>
            <p:ph type="sldNum" sz="quarter" idx="11"/>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5" name="Text Placeholder 4"/>
          <p:cNvSpPr>
            <a:spLocks noGrp="1"/>
          </p:cNvSpPr>
          <p:nvPr>
            <p:ph type="body" sz="quarter" idx="12"/>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
        <p:nvSpPr>
          <p:cNvPr id="6" name="Text Placeholder 5"/>
          <p:cNvSpPr>
            <a:spLocks noGrp="1"/>
          </p:cNvSpPr>
          <p:nvPr>
            <p:ph type="body" sz="quarter" idx="13"/>
          </p:nvPr>
        </p:nvSpPr>
        <p:spPr>
          <a:xfrm>
            <a:off x="274642" y="1139827"/>
            <a:ext cx="11033125" cy="600163"/>
          </a:xfrm>
          <a:prstGeom prst="rect">
            <a:avLst/>
          </a:prstGeom>
        </p:spPr>
        <p:txBody>
          <a:bodyPr lIns="192024" anchor="t"/>
          <a:lstStyle>
            <a:lvl1pPr marL="0" indent="0">
              <a:buNone/>
              <a:defRPr lang="en-US" sz="3000" kern="1200" smtClean="0">
                <a:solidFill>
                  <a:schemeClr val="accent1"/>
                </a:solidFill>
                <a:latin typeface="+mj-lt"/>
                <a:ea typeface="+mn-ea"/>
                <a:cs typeface="+mn-cs"/>
              </a:defRPr>
            </a:lvl1pPr>
            <a:lvl2pPr marL="0" indent="0">
              <a:buNone/>
              <a:defRPr lang="en-US" sz="3170" kern="1200" smtClean="0">
                <a:solidFill>
                  <a:schemeClr val="bg1"/>
                </a:solidFill>
                <a:latin typeface="+mj-lt"/>
                <a:ea typeface="+mn-ea"/>
                <a:cs typeface="+mn-cs"/>
              </a:defRPr>
            </a:lvl2pPr>
            <a:lvl3pPr marL="0" indent="0">
              <a:buNone/>
              <a:defRPr lang="en-US" sz="3170" kern="1200" smtClean="0">
                <a:solidFill>
                  <a:schemeClr val="bg1"/>
                </a:solidFill>
                <a:latin typeface="+mj-lt"/>
                <a:ea typeface="+mn-ea"/>
                <a:cs typeface="+mn-cs"/>
              </a:defRPr>
            </a:lvl3pPr>
            <a:lvl4pPr marL="0" indent="0">
              <a:buNone/>
              <a:defRPr lang="en-US" sz="3170" kern="1200" smtClean="0">
                <a:solidFill>
                  <a:schemeClr val="bg1"/>
                </a:solidFill>
                <a:latin typeface="+mj-lt"/>
                <a:ea typeface="+mn-ea"/>
                <a:cs typeface="+mn-cs"/>
              </a:defRPr>
            </a:lvl4pPr>
            <a:lvl5pPr marL="0" indent="0">
              <a:buNone/>
              <a:defRPr lang="en-US" sz="3170" kern="1200">
                <a:solidFill>
                  <a:schemeClr val="bg1"/>
                </a:solidFill>
                <a:latin typeface="+mj-lt"/>
                <a:ea typeface="+mn-ea"/>
                <a:cs typeface="+mn-cs"/>
              </a:defRPr>
            </a:lvl5pPr>
          </a:lstStyle>
          <a:p>
            <a:pPr lvl="0"/>
            <a:r>
              <a:rPr lang="en-US"/>
              <a:t>Click to edit Master text styles</a:t>
            </a:r>
          </a:p>
        </p:txBody>
      </p:sp>
    </p:spTree>
    <p:extLst>
      <p:ext uri="{BB962C8B-B14F-4D97-AF65-F5344CB8AC3E}">
        <p14:creationId xmlns:p14="http://schemas.microsoft.com/office/powerpoint/2010/main" val="3634327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userDrawn="1">
  <p:cSld name="5_Title">
    <p:bg>
      <p:bgRef idx="1001">
        <a:schemeClr val="bg1"/>
      </p:bgRef>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6" name="Slide Number Placeholder 5"/>
          <p:cNvSpPr>
            <a:spLocks noGrp="1"/>
          </p:cNvSpPr>
          <p:nvPr>
            <p:ph type="sldNum" sz="quarter" idx="12"/>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7" name="Text Placeholder 4"/>
          <p:cNvSpPr>
            <a:spLocks noGrp="1"/>
          </p:cNvSpPr>
          <p:nvPr>
            <p:ph type="body" sz="quarter" idx="13"/>
          </p:nvPr>
        </p:nvSpPr>
        <p:spPr>
          <a:xfrm>
            <a:off x="274638" y="296867"/>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Tree>
    <p:extLst>
      <p:ext uri="{BB962C8B-B14F-4D97-AF65-F5344CB8AC3E}">
        <p14:creationId xmlns:p14="http://schemas.microsoft.com/office/powerpoint/2010/main" val="19107894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
          <p15:clr>
            <a:srgbClr val="FBAE40"/>
          </p15:clr>
        </p15:guide>
        <p15:guide id="2" pos="173">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userDrawn="1">
  <p:cSld name="63pt Title + Subtitle">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4" name="Slide Number Placeholder 3"/>
          <p:cNvSpPr>
            <a:spLocks noGrp="1"/>
          </p:cNvSpPr>
          <p:nvPr>
            <p:ph type="sldNum" sz="quarter" idx="11"/>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5" name="Text Placeholder 4"/>
          <p:cNvSpPr>
            <a:spLocks noGrp="1"/>
          </p:cNvSpPr>
          <p:nvPr>
            <p:ph type="body" sz="quarter" idx="12"/>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5"/>
              </a:spcBef>
              <a:spcAft>
                <a:spcPts val="2400"/>
              </a:spcAft>
              <a:buFontTx/>
              <a:buNone/>
              <a:defRPr lang="en-US" sz="5195" b="0" i="0" kern="1200" spc="0" baseline="0" dirty="0" smtClean="0">
                <a:solidFill>
                  <a:schemeClr val="tx2"/>
                </a:solidFill>
                <a:latin typeface="+mj-lt"/>
                <a:ea typeface="+mn-ea"/>
                <a:cs typeface="+mn-cs"/>
              </a:defRPr>
            </a:lvl1pPr>
          </a:lstStyle>
          <a:p>
            <a:pPr marL="0" marR="0" lvl="0" indent="0" algn="l" defTabSz="931847" rtl="0" eaLnBrk="1" fontAlgn="auto" latinLnBrk="0" hangingPunct="1">
              <a:lnSpc>
                <a:spcPct val="90000"/>
              </a:lnSpc>
              <a:spcBef>
                <a:spcPts val="1195"/>
              </a:spcBef>
              <a:spcAft>
                <a:spcPts val="2400"/>
              </a:spcAft>
              <a:buClrTx/>
              <a:buSzPct val="90000"/>
              <a:buFontTx/>
              <a:buNone/>
              <a:tabLst/>
            </a:pPr>
            <a:r>
              <a:rPr lang="en-US"/>
              <a:t>Click to edit Master text</a:t>
            </a:r>
          </a:p>
        </p:txBody>
      </p:sp>
      <p:sp>
        <p:nvSpPr>
          <p:cNvPr id="6" name="Text Placeholder 5"/>
          <p:cNvSpPr>
            <a:spLocks noGrp="1"/>
          </p:cNvSpPr>
          <p:nvPr>
            <p:ph type="body" sz="quarter" idx="13"/>
          </p:nvPr>
        </p:nvSpPr>
        <p:spPr>
          <a:xfrm>
            <a:off x="274643" y="1237553"/>
            <a:ext cx="11033125" cy="623697"/>
          </a:xfrm>
          <a:prstGeom prst="rect">
            <a:avLst/>
          </a:prstGeom>
        </p:spPr>
        <p:txBody>
          <a:bodyPr lIns="192024" anchor="ctr"/>
          <a:lstStyle>
            <a:lvl1pPr marL="0" indent="0">
              <a:buNone/>
              <a:defRPr lang="en-US" sz="3170" kern="1200" smtClean="0">
                <a:solidFill>
                  <a:schemeClr val="tx2"/>
                </a:solidFill>
                <a:latin typeface="+mj-lt"/>
                <a:ea typeface="+mn-ea"/>
                <a:cs typeface="+mn-cs"/>
              </a:defRPr>
            </a:lvl1pPr>
            <a:lvl2pPr marL="0" indent="0">
              <a:buNone/>
              <a:defRPr lang="en-US" sz="3170" kern="1200" smtClean="0">
                <a:solidFill>
                  <a:schemeClr val="bg1"/>
                </a:solidFill>
                <a:latin typeface="+mj-lt"/>
                <a:ea typeface="+mn-ea"/>
                <a:cs typeface="+mn-cs"/>
              </a:defRPr>
            </a:lvl2pPr>
            <a:lvl3pPr marL="0" indent="0">
              <a:buNone/>
              <a:defRPr lang="en-US" sz="3170" kern="1200" smtClean="0">
                <a:solidFill>
                  <a:schemeClr val="bg1"/>
                </a:solidFill>
                <a:latin typeface="+mj-lt"/>
                <a:ea typeface="+mn-ea"/>
                <a:cs typeface="+mn-cs"/>
              </a:defRPr>
            </a:lvl3pPr>
            <a:lvl4pPr marL="0" indent="0">
              <a:buNone/>
              <a:defRPr lang="en-US" sz="3170" kern="1200" smtClean="0">
                <a:solidFill>
                  <a:schemeClr val="bg1"/>
                </a:solidFill>
                <a:latin typeface="+mj-lt"/>
                <a:ea typeface="+mn-ea"/>
                <a:cs typeface="+mn-cs"/>
              </a:defRPr>
            </a:lvl4pPr>
            <a:lvl5pPr marL="0" indent="0">
              <a:buNone/>
              <a:defRPr lang="en-US" sz="3170" kern="1200">
                <a:solidFill>
                  <a:schemeClr val="bg1"/>
                </a:solidFill>
                <a:latin typeface="+mj-lt"/>
                <a:ea typeface="+mn-ea"/>
                <a:cs typeface="+mn-cs"/>
              </a:defRPr>
            </a:lvl5pPr>
          </a:lstStyle>
          <a:p>
            <a:pPr lvl="0"/>
            <a:r>
              <a:rPr lang="en-US"/>
              <a:t>Click to edit Master text styles</a:t>
            </a:r>
          </a:p>
        </p:txBody>
      </p:sp>
    </p:spTree>
    <p:extLst>
      <p:ext uri="{BB962C8B-B14F-4D97-AF65-F5344CB8AC3E}">
        <p14:creationId xmlns:p14="http://schemas.microsoft.com/office/powerpoint/2010/main" val="7415642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0499" y="72552"/>
            <a:ext cx="4861759" cy="1010472"/>
          </a:xfrm>
        </p:spPr>
        <p:txBody>
          <a:bodyPr/>
          <a:lstStyle>
            <a:lvl1pPr>
              <a:defRPr/>
            </a:lvl1pPr>
          </a:lstStyle>
          <a:p>
            <a:r>
              <a:rPr lang="en-US"/>
              <a:t>Customer Name</a:t>
            </a:r>
          </a:p>
        </p:txBody>
      </p:sp>
      <p:sp>
        <p:nvSpPr>
          <p:cNvPr id="3" name="Date Placeholder 2"/>
          <p:cNvSpPr>
            <a:spLocks noGrp="1"/>
          </p:cNvSpPr>
          <p:nvPr>
            <p:ph type="dt" sz="half" idx="10"/>
          </p:nvPr>
        </p:nvSpPr>
        <p:spPr>
          <a:xfrm>
            <a:off x="855008" y="6482889"/>
            <a:ext cx="2798207" cy="372394"/>
          </a:xfrm>
          <a:prstGeom prst="rect">
            <a:avLst/>
          </a:prstGeom>
        </p:spPr>
        <p:txBody>
          <a:bodyPr/>
          <a:lstStyle/>
          <a:p>
            <a:pPr defTabSz="932597">
              <a:defRPr/>
            </a:pPr>
            <a:endParaRPr lang="en-US" sz="1224">
              <a:solidFill>
                <a:prstClr val="black">
                  <a:tint val="75000"/>
                </a:prstClr>
              </a:solidFill>
              <a:latin typeface="Calibri" panose="020F0502020204030204"/>
            </a:endParaRPr>
          </a:p>
        </p:txBody>
      </p:sp>
      <p:sp>
        <p:nvSpPr>
          <p:cNvPr id="4" name="Footer Placeholder 3"/>
          <p:cNvSpPr>
            <a:spLocks noGrp="1"/>
          </p:cNvSpPr>
          <p:nvPr>
            <p:ph type="ftr" sz="quarter" idx="11"/>
          </p:nvPr>
        </p:nvSpPr>
        <p:spPr>
          <a:xfrm>
            <a:off x="4119583" y="6482889"/>
            <a:ext cx="4197310" cy="372394"/>
          </a:xfrm>
          <a:prstGeom prst="rect">
            <a:avLst/>
          </a:prstGeom>
        </p:spPr>
        <p:txBody>
          <a:bodyPr/>
          <a:lstStyle/>
          <a:p>
            <a:pPr algn="ctr" defTabSz="932597">
              <a:defRPr/>
            </a:pPr>
            <a:endParaRPr lang="en-US" sz="1224">
              <a:solidFill>
                <a:prstClr val="black">
                  <a:tint val="75000"/>
                </a:prstClr>
              </a:solidFill>
              <a:latin typeface="Calibri" panose="020F0502020204030204"/>
            </a:endParaRPr>
          </a:p>
        </p:txBody>
      </p:sp>
      <p:sp>
        <p:nvSpPr>
          <p:cNvPr id="5" name="Slide Number Placeholder 4"/>
          <p:cNvSpPr>
            <a:spLocks noGrp="1"/>
          </p:cNvSpPr>
          <p:nvPr>
            <p:ph type="sldNum" sz="quarter" idx="12"/>
          </p:nvPr>
        </p:nvSpPr>
        <p:spPr>
          <a:xfrm>
            <a:off x="8783260" y="6482889"/>
            <a:ext cx="2798207" cy="372394"/>
          </a:xfrm>
          <a:prstGeom prst="rect">
            <a:avLst/>
          </a:prstGeom>
        </p:spPr>
        <p:txBody>
          <a:bodyPr/>
          <a:lstStyle/>
          <a:p>
            <a:pPr algn="r" defTabSz="932597">
              <a:defRPr/>
            </a:pPr>
            <a:fld id="{E37B5247-8249-41C1-8C74-A99C807B4B57}" type="slidenum">
              <a:rPr lang="en-US" sz="1224" smtClean="0">
                <a:solidFill>
                  <a:prstClr val="black">
                    <a:tint val="75000"/>
                  </a:prstClr>
                </a:solidFill>
                <a:latin typeface="Calibri" panose="020F0502020204030204"/>
              </a:rPr>
              <a:pPr algn="r" defTabSz="932597">
                <a:defRPr/>
              </a:pPr>
              <a:t>‹#›</a:t>
            </a:fld>
            <a:endParaRPr lang="en-US" sz="1224">
              <a:solidFill>
                <a:prstClr val="black">
                  <a:tint val="75000"/>
                </a:prstClr>
              </a:solidFill>
              <a:latin typeface="Calibri" panose="020F0502020204030204"/>
            </a:endParaRPr>
          </a:p>
        </p:txBody>
      </p:sp>
      <p:sp>
        <p:nvSpPr>
          <p:cNvPr id="11" name="TextBox 10"/>
          <p:cNvSpPr txBox="1"/>
          <p:nvPr userDrawn="1"/>
        </p:nvSpPr>
        <p:spPr>
          <a:xfrm>
            <a:off x="170500" y="1183743"/>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Customer Summary</a:t>
            </a:r>
          </a:p>
        </p:txBody>
      </p:sp>
      <p:sp>
        <p:nvSpPr>
          <p:cNvPr id="12" name="TextBox 11"/>
          <p:cNvSpPr txBox="1"/>
          <p:nvPr userDrawn="1"/>
        </p:nvSpPr>
        <p:spPr>
          <a:xfrm>
            <a:off x="6341730" y="1167220"/>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Area of Focus</a:t>
            </a:r>
          </a:p>
        </p:txBody>
      </p:sp>
      <p:sp>
        <p:nvSpPr>
          <p:cNvPr id="13" name="TextBox 12"/>
          <p:cNvSpPr txBox="1"/>
          <p:nvPr userDrawn="1"/>
        </p:nvSpPr>
        <p:spPr>
          <a:xfrm>
            <a:off x="6341730" y="3522006"/>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Challenges</a:t>
            </a:r>
          </a:p>
        </p:txBody>
      </p:sp>
      <p:sp>
        <p:nvSpPr>
          <p:cNvPr id="14" name="TextBox 13"/>
          <p:cNvSpPr txBox="1"/>
          <p:nvPr userDrawn="1"/>
        </p:nvSpPr>
        <p:spPr>
          <a:xfrm>
            <a:off x="203095" y="3516923"/>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What else?</a:t>
            </a:r>
          </a:p>
        </p:txBody>
      </p:sp>
      <p:sp>
        <p:nvSpPr>
          <p:cNvPr id="17" name="Content Placeholder 16"/>
          <p:cNvSpPr>
            <a:spLocks noGrp="1"/>
          </p:cNvSpPr>
          <p:nvPr>
            <p:ph sz="quarter" idx="13" hasCustomPrompt="1"/>
          </p:nvPr>
        </p:nvSpPr>
        <p:spPr>
          <a:xfrm>
            <a:off x="203094" y="3893608"/>
            <a:ext cx="5486299" cy="1144544"/>
          </a:xfrm>
        </p:spPr>
        <p:txBody>
          <a:bodyPr/>
          <a:lstStyle>
            <a:lvl1pPr>
              <a:defRPr/>
            </a:lvl1pPr>
            <a:lvl2pPr>
              <a:defRPr/>
            </a:lvl2pPr>
          </a:lstStyle>
          <a:p>
            <a:r>
              <a:rPr lang="en-US"/>
              <a:t>Anything</a:t>
            </a:r>
            <a:r>
              <a:rPr lang="en-US" baseline="0"/>
              <a:t> I’m missing?</a:t>
            </a:r>
          </a:p>
          <a:p>
            <a:pPr lvl="1"/>
            <a:r>
              <a:rPr lang="en-US" baseline="0" err="1"/>
              <a:t>Wht</a:t>
            </a:r>
            <a:r>
              <a:rPr lang="en-US" baseline="0"/>
              <a:t> is?</a:t>
            </a:r>
            <a:endParaRPr lang="en-US"/>
          </a:p>
        </p:txBody>
      </p:sp>
      <p:sp>
        <p:nvSpPr>
          <p:cNvPr id="19" name="Content Placeholder 18"/>
          <p:cNvSpPr>
            <a:spLocks noGrp="1"/>
          </p:cNvSpPr>
          <p:nvPr>
            <p:ph sz="quarter" idx="14" hasCustomPrompt="1"/>
          </p:nvPr>
        </p:nvSpPr>
        <p:spPr>
          <a:xfrm>
            <a:off x="203094" y="1543904"/>
            <a:ext cx="5486299" cy="1871683"/>
          </a:xfrm>
        </p:spPr>
        <p:txBody>
          <a:bodyPr>
            <a:normAutofit/>
          </a:bodyPr>
          <a:lstStyle>
            <a:lvl1pPr marL="466298" indent="-466298">
              <a:buFont typeface="Arial" panose="020B0604020202020204" pitchFamily="34" charset="0"/>
              <a:buChar char="•"/>
              <a:defRPr sz="2448"/>
            </a:lvl1pPr>
            <a:lvl2pPr>
              <a:defRPr sz="2040" baseline="0"/>
            </a:lvl2pPr>
          </a:lstStyle>
          <a:p>
            <a:r>
              <a:rPr lang="en-US"/>
              <a:t>Provide customer</a:t>
            </a:r>
            <a:r>
              <a:rPr lang="en-US" baseline="0"/>
              <a:t> business summary, profile </a:t>
            </a:r>
            <a:r>
              <a:rPr lang="en-US" baseline="0" err="1"/>
              <a:t>etc</a:t>
            </a:r>
            <a:r>
              <a:rPr lang="en-US" baseline="0"/>
              <a:t> </a:t>
            </a:r>
          </a:p>
          <a:p>
            <a:pPr lvl="1"/>
            <a:r>
              <a:rPr lang="en-US"/>
              <a:t>Details, Details, Details</a:t>
            </a:r>
          </a:p>
        </p:txBody>
      </p:sp>
      <p:sp>
        <p:nvSpPr>
          <p:cNvPr id="21" name="Content Placeholder 20"/>
          <p:cNvSpPr>
            <a:spLocks noGrp="1"/>
          </p:cNvSpPr>
          <p:nvPr>
            <p:ph sz="quarter" idx="15" hasCustomPrompt="1"/>
          </p:nvPr>
        </p:nvSpPr>
        <p:spPr>
          <a:xfrm>
            <a:off x="6341306" y="1543904"/>
            <a:ext cx="5904609" cy="1871683"/>
          </a:xfrm>
        </p:spPr>
        <p:txBody>
          <a:bodyPr>
            <a:noAutofit/>
          </a:bodyPr>
          <a:lstStyle>
            <a:lvl1pPr marL="291436" indent="-291436">
              <a:buFont typeface="Arial" panose="020B0604020202020204" pitchFamily="34" charset="0"/>
              <a:buChar char="•"/>
              <a:defRPr sz="2448"/>
            </a:lvl1pPr>
            <a:lvl2pPr>
              <a:defRPr sz="1632"/>
            </a:lvl2pPr>
          </a:lstStyle>
          <a:p>
            <a:r>
              <a:rPr lang="en-US"/>
              <a:t>What they want to test?</a:t>
            </a:r>
          </a:p>
          <a:p>
            <a:pPr marL="699447" lvl="1" indent="-291436">
              <a:buFont typeface="Arial" panose="020B0604020202020204" pitchFamily="34" charset="0"/>
              <a:buChar char="•"/>
            </a:pPr>
            <a:r>
              <a:rPr lang="en-US"/>
              <a:t>Area</a:t>
            </a:r>
            <a:r>
              <a:rPr lang="en-US" baseline="0"/>
              <a:t> 1</a:t>
            </a:r>
          </a:p>
          <a:p>
            <a:pPr marL="699447" lvl="1" indent="-291436">
              <a:buFont typeface="Arial" panose="020B0604020202020204" pitchFamily="34" charset="0"/>
              <a:buChar char="•"/>
            </a:pPr>
            <a:r>
              <a:rPr lang="en-US" baseline="0"/>
              <a:t>Area 2</a:t>
            </a:r>
          </a:p>
          <a:p>
            <a:pPr marL="699447" lvl="1" indent="-291436">
              <a:buFont typeface="Arial" panose="020B0604020202020204" pitchFamily="34" charset="0"/>
              <a:buChar char="•"/>
            </a:pPr>
            <a:r>
              <a:rPr lang="en-US" baseline="0"/>
              <a:t>Area 3</a:t>
            </a:r>
            <a:endParaRPr lang="en-US"/>
          </a:p>
        </p:txBody>
      </p:sp>
      <p:sp>
        <p:nvSpPr>
          <p:cNvPr id="23" name="Content Placeholder 22"/>
          <p:cNvSpPr>
            <a:spLocks noGrp="1"/>
          </p:cNvSpPr>
          <p:nvPr>
            <p:ph sz="quarter" idx="16" hasCustomPrompt="1"/>
          </p:nvPr>
        </p:nvSpPr>
        <p:spPr>
          <a:xfrm>
            <a:off x="6341307" y="3893608"/>
            <a:ext cx="5904609" cy="3815434"/>
          </a:xfrm>
        </p:spPr>
        <p:txBody>
          <a:bodyPr/>
          <a:lstStyle>
            <a:lvl1pPr marL="291436" indent="-291436">
              <a:buFont typeface="Arial" panose="020B0604020202020204" pitchFamily="34" charset="0"/>
              <a:buChar char="•"/>
              <a:defRPr/>
            </a:lvl1pPr>
          </a:lstStyle>
          <a:p>
            <a:r>
              <a:rPr lang="en-US"/>
              <a:t>What are the issues</a:t>
            </a:r>
            <a:r>
              <a:rPr lang="en-US" baseline="0"/>
              <a:t>  hurdles they like to overcome?</a:t>
            </a:r>
          </a:p>
          <a:p>
            <a:pPr marL="699447" lvl="1" indent="-291436">
              <a:buFont typeface="Arial" panose="020B0604020202020204" pitchFamily="34" charset="0"/>
              <a:buChar char="•"/>
            </a:pPr>
            <a:r>
              <a:rPr lang="en-US" baseline="0"/>
              <a:t>Enter 1</a:t>
            </a:r>
          </a:p>
          <a:p>
            <a:pPr marL="699447" lvl="1" indent="-291436">
              <a:buFont typeface="Arial" panose="020B0604020202020204" pitchFamily="34" charset="0"/>
              <a:buChar char="•"/>
            </a:pPr>
            <a:r>
              <a:rPr lang="en-US"/>
              <a:t>Enter</a:t>
            </a:r>
            <a:r>
              <a:rPr lang="en-US" baseline="0"/>
              <a:t> 2</a:t>
            </a:r>
          </a:p>
          <a:p>
            <a:pPr marL="699447" lvl="1" indent="-291436">
              <a:buFont typeface="Arial" panose="020B0604020202020204" pitchFamily="34" charset="0"/>
              <a:buChar char="•"/>
            </a:pPr>
            <a:r>
              <a:rPr lang="en-US" baseline="0"/>
              <a:t>Enter 3</a:t>
            </a:r>
          </a:p>
          <a:p>
            <a:endParaRPr lang="en-US"/>
          </a:p>
        </p:txBody>
      </p:sp>
      <p:sp>
        <p:nvSpPr>
          <p:cNvPr id="25" name="Picture Placeholder 24"/>
          <p:cNvSpPr>
            <a:spLocks noGrp="1"/>
          </p:cNvSpPr>
          <p:nvPr>
            <p:ph type="pic" sz="quarter" idx="17"/>
          </p:nvPr>
        </p:nvSpPr>
        <p:spPr>
          <a:xfrm>
            <a:off x="9380013" y="72551"/>
            <a:ext cx="2865903" cy="738279"/>
          </a:xfrm>
        </p:spPr>
        <p:txBody>
          <a:bodyPr/>
          <a:lstStyle>
            <a:lvl1pPr marL="0" indent="0">
              <a:buNone/>
              <a:defRPr/>
            </a:lvl1pPr>
          </a:lstStyle>
          <a:p>
            <a:endParaRPr lang="en-US"/>
          </a:p>
        </p:txBody>
      </p:sp>
      <p:sp>
        <p:nvSpPr>
          <p:cNvPr id="27" name="Content Placeholder 26"/>
          <p:cNvSpPr>
            <a:spLocks noGrp="1"/>
          </p:cNvSpPr>
          <p:nvPr>
            <p:ph sz="quarter" idx="18" hasCustomPrompt="1"/>
          </p:nvPr>
        </p:nvSpPr>
        <p:spPr>
          <a:xfrm>
            <a:off x="5167657" y="72551"/>
            <a:ext cx="4076957" cy="1371081"/>
          </a:xfrm>
        </p:spPr>
        <p:txBody>
          <a:bodyPr/>
          <a:lstStyle>
            <a:lvl1pPr marL="0" indent="0">
              <a:buNone/>
              <a:defRPr sz="1836" baseline="0"/>
            </a:lvl1pPr>
          </a:lstStyle>
          <a:p>
            <a:pPr lvl="0"/>
            <a:r>
              <a:rPr lang="en-US"/>
              <a:t>Vertical</a:t>
            </a:r>
          </a:p>
          <a:p>
            <a:pPr lvl="0"/>
            <a:r>
              <a:rPr lang="en-US"/>
              <a:t>GEO</a:t>
            </a:r>
          </a:p>
          <a:p>
            <a:pPr lvl="0"/>
            <a:r>
              <a:rPr lang="en-US"/>
              <a:t>Seeded / DIY</a:t>
            </a:r>
          </a:p>
          <a:p>
            <a:pPr lvl="0"/>
            <a:endParaRPr lang="en-US"/>
          </a:p>
        </p:txBody>
      </p:sp>
    </p:spTree>
    <p:extLst>
      <p:ext uri="{BB962C8B-B14F-4D97-AF65-F5344CB8AC3E}">
        <p14:creationId xmlns:p14="http://schemas.microsoft.com/office/powerpoint/2010/main" val="51201526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userDrawn="1">
  <p:cSld name="3_Section Title Accent Color 2">
    <p:bg>
      <p:bgPr>
        <a:solidFill>
          <a:schemeClr val="accent2"/>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74640" y="295278"/>
            <a:ext cx="11889564" cy="917575"/>
          </a:xfrm>
        </p:spPr>
        <p:txBody>
          <a:bodyPr/>
          <a:lstStyle/>
          <a:p>
            <a:r>
              <a:rPr lang="en-US"/>
              <a:t>Click to edit Master title style</a:t>
            </a:r>
          </a:p>
        </p:txBody>
      </p:sp>
      <p:sp>
        <p:nvSpPr>
          <p:cNvPr id="7" name="Text Placeholder 5"/>
          <p:cNvSpPr>
            <a:spLocks noGrp="1"/>
          </p:cNvSpPr>
          <p:nvPr>
            <p:ph type="body" sz="quarter" idx="10"/>
          </p:nvPr>
        </p:nvSpPr>
        <p:spPr>
          <a:xfrm>
            <a:off x="274641" y="1212850"/>
            <a:ext cx="11887200" cy="2055050"/>
          </a:xfrm>
        </p:spPr>
        <p:txBody>
          <a:bodyPr/>
          <a:lstStyle>
            <a:lvl1pPr marL="0" indent="0">
              <a:buNone/>
              <a:defRPr>
                <a:solidFill>
                  <a:schemeClr val="tx1"/>
                </a:solidFill>
              </a:defRPr>
            </a:lvl1pPr>
            <a:lvl2pPr marL="0" indent="0">
              <a:buFontTx/>
              <a:buNone/>
              <a:defRPr sz="2000"/>
            </a:lvl2pPr>
            <a:lvl3pPr marL="228489" indent="0">
              <a:buNone/>
              <a:defRPr/>
            </a:lvl3pPr>
            <a:lvl4pPr marL="456978" indent="0">
              <a:buNone/>
              <a:defRPr/>
            </a:lvl4pPr>
            <a:lvl5pPr marL="685468"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040412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59D6-8170-4F3D-B980-2E7073713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2F3604-6FE7-48D0-821A-7AA91B9B742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6D2A006-C53D-46C5-8D2C-B5F68AE523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F101C0-56C0-40C1-A14E-7AD8B265D973}"/>
              </a:ext>
            </a:extLst>
          </p:cNvPr>
          <p:cNvSpPr>
            <a:spLocks noGrp="1"/>
          </p:cNvSpPr>
          <p:nvPr>
            <p:ph type="sldNum" sz="quarter" idx="12"/>
          </p:nvPr>
        </p:nvSpPr>
        <p:spPr/>
        <p:txBody>
          <a:bodyPr/>
          <a:lstStyle/>
          <a:p>
            <a:fld id="{522E449F-ACE2-4651-A469-C563CF075F5E}" type="slidenum">
              <a:rPr lang="en-US" smtClean="0"/>
              <a:t>‹#›</a:t>
            </a:fld>
            <a:endParaRPr lang="en-US"/>
          </a:p>
        </p:txBody>
      </p:sp>
    </p:spTree>
    <p:extLst>
      <p:ext uri="{BB962C8B-B14F-4D97-AF65-F5344CB8AC3E}">
        <p14:creationId xmlns:p14="http://schemas.microsoft.com/office/powerpoint/2010/main" val="456417544"/>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14549" y="181341"/>
            <a:ext cx="11607377" cy="932603"/>
          </a:xfrm>
          <a:noFill/>
        </p:spPr>
        <p:txBody>
          <a:bodyPr lIns="182880" rIns="182880" anchor="b" anchorCtr="0"/>
          <a:lstStyle/>
          <a:p>
            <a:r>
              <a:rPr lang="en-US" dirty="0"/>
              <a:t>Click to edit Master title style</a:t>
            </a:r>
          </a:p>
        </p:txBody>
      </p:sp>
      <p:sp>
        <p:nvSpPr>
          <p:cNvPr id="3" name="Content Placeholder 2"/>
          <p:cNvSpPr>
            <a:spLocks noGrp="1"/>
          </p:cNvSpPr>
          <p:nvPr>
            <p:ph sz="half" idx="1" hasCustomPrompt="1"/>
          </p:nvPr>
        </p:nvSpPr>
        <p:spPr>
          <a:xfrm>
            <a:off x="414549" y="1217565"/>
            <a:ext cx="5700051" cy="3081293"/>
          </a:xfrm>
          <a:prstGeom prst="rect">
            <a:avLst/>
          </a:prstGeom>
          <a:noFill/>
        </p:spPr>
        <p:txBody>
          <a:bodyPr/>
          <a:lstStyle>
            <a:lvl1pPr>
              <a:buClr>
                <a:schemeClr val="tx2"/>
              </a:buClr>
              <a:buSzPct val="100000"/>
              <a:defRPr sz="3808"/>
            </a:lvl1pPr>
            <a:lvl2pPr>
              <a:buClr>
                <a:schemeClr val="tx2">
                  <a:lumMod val="75000"/>
                  <a:lumOff val="25000"/>
                </a:schemeClr>
              </a:buClr>
              <a:buSzPct val="95000"/>
              <a:defRPr sz="3264"/>
            </a:lvl2pPr>
            <a:lvl3pPr marL="1709802" indent="-466310">
              <a:buClr>
                <a:schemeClr val="tx2">
                  <a:lumMod val="50000"/>
                  <a:lumOff val="50000"/>
                </a:schemeClr>
              </a:buClr>
              <a:buSzPct val="90000"/>
              <a:buFont typeface="Arial" panose="020B0604020202020204" pitchFamily="34" charset="0"/>
              <a:buChar char="•"/>
              <a:defRPr sz="2720"/>
            </a:lvl3pPr>
            <a:lvl4pPr>
              <a:buClr>
                <a:schemeClr val="tx2">
                  <a:lumMod val="50000"/>
                  <a:lumOff val="50000"/>
                </a:schemeClr>
              </a:buClr>
              <a:defRPr sz="2448"/>
            </a:lvl4pPr>
            <a:lvl5pPr>
              <a:buClr>
                <a:schemeClr val="tx2">
                  <a:lumMod val="25000"/>
                  <a:lumOff val="75000"/>
                </a:schemeClr>
              </a:buClr>
              <a:defRPr sz="2448"/>
            </a:lvl5pPr>
            <a:lvl6pPr>
              <a:defRPr sz="2448"/>
            </a:lvl6pPr>
            <a:lvl7pPr>
              <a:defRPr sz="2448"/>
            </a:lvl7pPr>
            <a:lvl8pPr>
              <a:defRPr sz="2448"/>
            </a:lvl8pPr>
            <a:lvl9pPr>
              <a:defRPr sz="244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21875" y="1217565"/>
            <a:ext cx="5700051" cy="3081293"/>
          </a:xfrm>
          <a:prstGeom prst="rect">
            <a:avLst/>
          </a:prstGeom>
          <a:noFill/>
        </p:spPr>
        <p:txBody>
          <a:bodyPr/>
          <a:lstStyle>
            <a:lvl1pPr>
              <a:defRPr sz="3808"/>
            </a:lvl1pPr>
            <a:lvl2pPr>
              <a:defRPr sz="3264"/>
            </a:lvl2pPr>
            <a:lvl3pPr>
              <a:defRPr sz="2720"/>
            </a:lvl3pPr>
            <a:lvl4pPr>
              <a:defRPr sz="2448"/>
            </a:lvl4pPr>
            <a:lvl5pPr>
              <a:defRPr sz="2448"/>
            </a:lvl5pPr>
            <a:lvl6pPr>
              <a:defRPr sz="2448"/>
            </a:lvl6pPr>
            <a:lvl7pPr>
              <a:defRPr sz="2448"/>
            </a:lvl7pPr>
            <a:lvl8pPr>
              <a:defRPr sz="2448"/>
            </a:lvl8pPr>
            <a:lvl9pPr>
              <a:defRPr sz="244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A119E-7584-428E-89E9-092799AD27D7}" type="slidenum">
              <a:rPr lang="en-US" smtClean="0"/>
              <a:t>‹#›</a:t>
            </a:fld>
            <a:endParaRPr lang="en-US"/>
          </a:p>
        </p:txBody>
      </p:sp>
    </p:spTree>
    <p:extLst>
      <p:ext uri="{BB962C8B-B14F-4D97-AF65-F5344CB8AC3E}">
        <p14:creationId xmlns:p14="http://schemas.microsoft.com/office/powerpoint/2010/main" val="3423436802"/>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0912" y="51811"/>
            <a:ext cx="11711014" cy="1165754"/>
          </a:xfrm>
        </p:spPr>
        <p:txBody>
          <a:bodyPr/>
          <a:lstStyle>
            <a:lvl1pPr>
              <a:defRPr/>
            </a:lvl1pPr>
          </a:lstStyle>
          <a:p>
            <a:r>
              <a:rPr lang="en-US" dirty="0"/>
              <a:t>Click to edit Master title style</a:t>
            </a:r>
          </a:p>
        </p:txBody>
      </p:sp>
      <p:sp>
        <p:nvSpPr>
          <p:cNvPr id="3" name="Text Placeholder 2"/>
          <p:cNvSpPr>
            <a:spLocks noGrp="1"/>
          </p:cNvSpPr>
          <p:nvPr>
            <p:ph type="body" idx="1" hasCustomPrompt="1"/>
          </p:nvPr>
        </p:nvSpPr>
        <p:spPr>
          <a:xfrm>
            <a:off x="310913" y="1217566"/>
            <a:ext cx="5645413" cy="725358"/>
          </a:xfrm>
          <a:prstGeom prst="rect">
            <a:avLst/>
          </a:prstGeom>
          <a:noFill/>
        </p:spPr>
        <p:txBody>
          <a:bodyPr anchor="ctr" anchorCtr="0">
            <a:normAutofit/>
          </a:bodyPr>
          <a:lstStyle>
            <a:lvl1pPr marL="0" indent="0">
              <a:buNone/>
              <a:defRPr sz="2448" b="1">
                <a:solidFill>
                  <a:schemeClr val="tx2"/>
                </a:solidFill>
              </a:defRPr>
            </a:lvl1pPr>
            <a:lvl2pPr marL="621746" indent="0">
              <a:buNone/>
              <a:defRPr sz="2720" b="1"/>
            </a:lvl2pPr>
            <a:lvl3pPr marL="1243493" indent="0">
              <a:buNone/>
              <a:defRPr sz="2448" b="1"/>
            </a:lvl3pPr>
            <a:lvl4pPr marL="1865239" indent="0">
              <a:buNone/>
              <a:defRPr sz="2176" b="1"/>
            </a:lvl4pPr>
            <a:lvl5pPr marL="2486985" indent="0">
              <a:buNone/>
              <a:defRPr sz="2176" b="1"/>
            </a:lvl5pPr>
            <a:lvl6pPr marL="3108731" indent="0">
              <a:buNone/>
              <a:defRPr sz="2176" b="1"/>
            </a:lvl6pPr>
            <a:lvl7pPr marL="3730478" indent="0">
              <a:buNone/>
              <a:defRPr sz="2176" b="1"/>
            </a:lvl7pPr>
            <a:lvl8pPr marL="4352224" indent="0">
              <a:buNone/>
              <a:defRPr sz="2176" b="1"/>
            </a:lvl8pPr>
            <a:lvl9pPr marL="4973970" indent="0">
              <a:buNone/>
              <a:defRPr sz="2176" b="1"/>
            </a:lvl9pPr>
          </a:lstStyle>
          <a:p>
            <a:pPr lvl="0"/>
            <a:r>
              <a:rPr lang="en-US" dirty="0"/>
              <a:t>Click to edit master text styles</a:t>
            </a:r>
          </a:p>
        </p:txBody>
      </p:sp>
      <p:sp>
        <p:nvSpPr>
          <p:cNvPr id="4" name="Content Placeholder 3"/>
          <p:cNvSpPr>
            <a:spLocks noGrp="1"/>
          </p:cNvSpPr>
          <p:nvPr>
            <p:ph sz="half" idx="2" hasCustomPrompt="1"/>
          </p:nvPr>
        </p:nvSpPr>
        <p:spPr>
          <a:xfrm>
            <a:off x="310912" y="1942923"/>
            <a:ext cx="5647573" cy="2172839"/>
          </a:xfrm>
          <a:prstGeom prst="rect">
            <a:avLst/>
          </a:prstGeom>
          <a:noFill/>
        </p:spPr>
        <p:txBody>
          <a:bodyPr/>
          <a:lstStyle>
            <a:lvl1pPr>
              <a:defRPr sz="2720"/>
            </a:lvl1pPr>
            <a:lvl2pPr>
              <a:defRPr sz="2720"/>
            </a:lvl2pPr>
            <a:lvl3pPr>
              <a:defRPr sz="2448"/>
            </a:lvl3pPr>
            <a:lvl4pPr>
              <a:defRPr sz="2176"/>
            </a:lvl4pPr>
            <a:lvl5pPr>
              <a:defRPr sz="2176"/>
            </a:lvl5pPr>
            <a:lvl6pPr>
              <a:defRPr sz="2176"/>
            </a:lvl6pPr>
            <a:lvl7pPr>
              <a:defRPr sz="2176"/>
            </a:lvl7pPr>
            <a:lvl8pPr>
              <a:defRPr sz="2176"/>
            </a:lvl8pPr>
            <a:lvl9pPr>
              <a:defRPr sz="217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524832" y="1217566"/>
            <a:ext cx="5497095" cy="725358"/>
          </a:xfrm>
          <a:prstGeom prst="rect">
            <a:avLst/>
          </a:prstGeom>
          <a:noFill/>
        </p:spPr>
        <p:txBody>
          <a:bodyPr anchor="ctr" anchorCtr="0">
            <a:normAutofit/>
          </a:bodyPr>
          <a:lstStyle>
            <a:lvl1pPr marL="0" indent="0">
              <a:buNone/>
              <a:defRPr sz="2448" b="1">
                <a:solidFill>
                  <a:schemeClr val="tx2"/>
                </a:solidFill>
              </a:defRPr>
            </a:lvl1pPr>
            <a:lvl2pPr marL="621746" indent="0">
              <a:buNone/>
              <a:defRPr sz="2720" b="1"/>
            </a:lvl2pPr>
            <a:lvl3pPr marL="1243493" indent="0">
              <a:buNone/>
              <a:defRPr sz="2448" b="1"/>
            </a:lvl3pPr>
            <a:lvl4pPr marL="1865239" indent="0">
              <a:buNone/>
              <a:defRPr sz="2176" b="1"/>
            </a:lvl4pPr>
            <a:lvl5pPr marL="2486985" indent="0">
              <a:buNone/>
              <a:defRPr sz="2176" b="1"/>
            </a:lvl5pPr>
            <a:lvl6pPr marL="3108731" indent="0">
              <a:buNone/>
              <a:defRPr sz="2176" b="1"/>
            </a:lvl6pPr>
            <a:lvl7pPr marL="3730478" indent="0">
              <a:buNone/>
              <a:defRPr sz="2176" b="1"/>
            </a:lvl7pPr>
            <a:lvl8pPr marL="4352224" indent="0">
              <a:buNone/>
              <a:defRPr sz="2176" b="1"/>
            </a:lvl8pPr>
            <a:lvl9pPr marL="4973970" indent="0">
              <a:buNone/>
              <a:defRPr sz="2176" b="1"/>
            </a:lvl9pPr>
          </a:lstStyle>
          <a:p>
            <a:pPr lvl="0"/>
            <a:r>
              <a:rPr lang="en-US" dirty="0"/>
              <a:t>Click to edit master text styles</a:t>
            </a:r>
          </a:p>
        </p:txBody>
      </p:sp>
      <p:sp>
        <p:nvSpPr>
          <p:cNvPr id="6" name="Content Placeholder 5"/>
          <p:cNvSpPr>
            <a:spLocks noGrp="1"/>
          </p:cNvSpPr>
          <p:nvPr>
            <p:ph sz="quarter" idx="4"/>
          </p:nvPr>
        </p:nvSpPr>
        <p:spPr>
          <a:xfrm>
            <a:off x="6524832" y="1942923"/>
            <a:ext cx="5497095" cy="2172839"/>
          </a:xfrm>
          <a:prstGeom prst="rect">
            <a:avLst/>
          </a:prstGeom>
          <a:noFill/>
        </p:spPr>
        <p:txBody>
          <a:bodyPr/>
          <a:lstStyle>
            <a:lvl1pPr>
              <a:defRPr sz="2720"/>
            </a:lvl1pPr>
            <a:lvl2pPr>
              <a:defRPr sz="2720"/>
            </a:lvl2pPr>
            <a:lvl3pPr>
              <a:defRPr sz="2448"/>
            </a:lvl3pPr>
            <a:lvl4pPr>
              <a:defRPr sz="2176"/>
            </a:lvl4pPr>
            <a:lvl5pPr>
              <a:defRPr sz="2176"/>
            </a:lvl5pPr>
            <a:lvl6pPr>
              <a:defRPr sz="2176"/>
            </a:lvl6pPr>
            <a:lvl7pPr>
              <a:defRPr sz="2176"/>
            </a:lvl7pPr>
            <a:lvl8pPr>
              <a:defRPr sz="2176"/>
            </a:lvl8pPr>
            <a:lvl9pPr>
              <a:defRPr sz="217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Century Gothic" panose="020B0502020202020204" pitchFamily="34" charset="0"/>
              </a:defRPr>
            </a:lvl1p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0A119E-7584-428E-89E9-092799AD27D7}" type="slidenum">
              <a:rPr lang="en-US" smtClean="0"/>
              <a:t>‹#›</a:t>
            </a:fld>
            <a:endParaRPr lang="en-US"/>
          </a:p>
        </p:txBody>
      </p:sp>
    </p:spTree>
    <p:extLst>
      <p:ext uri="{BB962C8B-B14F-4D97-AF65-F5344CB8AC3E}">
        <p14:creationId xmlns:p14="http://schemas.microsoft.com/office/powerpoint/2010/main" val="2607425406"/>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548" y="1010321"/>
            <a:ext cx="8290982" cy="5237800"/>
          </a:xfrm>
          <a:prstGeom prst="rect">
            <a:avLst/>
          </a:prstGeom>
          <a:noFill/>
        </p:spPr>
        <p:txBody>
          <a:bodyPr wrap="square">
            <a:normAutofit/>
          </a:bodyPr>
          <a:lstStyle>
            <a:lvl1pPr>
              <a:defRPr sz="3808"/>
            </a:lvl1pPr>
            <a:lvl2pPr>
              <a:defRPr sz="3808"/>
            </a:lvl2pPr>
            <a:lvl3pPr>
              <a:defRPr sz="3264"/>
            </a:lvl3pPr>
            <a:lvl4pPr>
              <a:defRPr sz="2720"/>
            </a:lvl4pPr>
            <a:lvl5pPr>
              <a:defRPr sz="2720"/>
            </a:lvl5pPr>
            <a:lvl6pPr>
              <a:defRPr sz="2720"/>
            </a:lvl6pPr>
            <a:lvl7pPr>
              <a:defRPr sz="2720"/>
            </a:lvl7pPr>
            <a:lvl8pPr>
              <a:defRPr sz="2720"/>
            </a:lvl8pPr>
            <a:lvl9pPr>
              <a:defRPr sz="272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414549" y="103624"/>
            <a:ext cx="11607378" cy="803074"/>
          </a:xfrm>
          <a:noFill/>
        </p:spPr>
        <p:txBody>
          <a:bodyPr lIns="182880" tIns="91440" rIns="91440" bIns="91440" anchor="b">
            <a:normAutofit/>
          </a:bodyPr>
          <a:lstStyle>
            <a:lvl1pPr algn="l">
              <a:defRPr sz="3264" b="0"/>
            </a:lvl1pPr>
          </a:lstStyle>
          <a:p>
            <a:r>
              <a:rPr lang="en-US" dirty="0"/>
              <a:t>Click to edit Master title style</a:t>
            </a:r>
          </a:p>
        </p:txBody>
      </p:sp>
      <p:sp>
        <p:nvSpPr>
          <p:cNvPr id="4" name="Text Placeholder 3"/>
          <p:cNvSpPr>
            <a:spLocks noGrp="1"/>
          </p:cNvSpPr>
          <p:nvPr>
            <p:ph type="body" sz="half" idx="2"/>
          </p:nvPr>
        </p:nvSpPr>
        <p:spPr>
          <a:xfrm>
            <a:off x="8912807" y="1010321"/>
            <a:ext cx="3109119" cy="1314784"/>
          </a:xfrm>
          <a:prstGeom prst="rect">
            <a:avLst/>
          </a:prstGeom>
          <a:noFill/>
        </p:spPr>
        <p:txBody>
          <a:bodyPr/>
          <a:lstStyle>
            <a:lvl1pPr marL="388591" indent="-388591">
              <a:buFont typeface="Arial" panose="020B0604020202020204" pitchFamily="34" charset="0"/>
              <a:buChar char="•"/>
              <a:defRPr sz="2720">
                <a:solidFill>
                  <a:schemeClr val="tx2"/>
                </a:solidFill>
              </a:defRPr>
            </a:lvl1pPr>
            <a:lvl2pPr marL="621746" indent="0">
              <a:buNone/>
              <a:defRPr sz="1632"/>
            </a:lvl2pPr>
            <a:lvl3pPr marL="1243493" indent="0">
              <a:buNone/>
              <a:defRPr sz="1360"/>
            </a:lvl3pPr>
            <a:lvl4pPr marL="1865239" indent="0">
              <a:buNone/>
              <a:defRPr sz="1224"/>
            </a:lvl4pPr>
            <a:lvl5pPr marL="2486985" indent="0">
              <a:buNone/>
              <a:defRPr sz="1224"/>
            </a:lvl5pPr>
            <a:lvl6pPr marL="3108731" indent="0">
              <a:buNone/>
              <a:defRPr sz="1224"/>
            </a:lvl6pPr>
            <a:lvl7pPr marL="3730478" indent="0">
              <a:buNone/>
              <a:defRPr sz="1224"/>
            </a:lvl7pPr>
            <a:lvl8pPr marL="4352224" indent="0">
              <a:buNone/>
              <a:defRPr sz="1224"/>
            </a:lvl8pPr>
            <a:lvl9pPr marL="4973970" indent="0">
              <a:buNone/>
              <a:defRPr sz="1224"/>
            </a:lvl9pPr>
          </a:lstStyle>
          <a:p>
            <a:pPr lvl="0"/>
            <a:r>
              <a:rPr lang="en-US" dirty="0"/>
              <a:t>Click to edit Master text styles</a:t>
            </a: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85758" y="5632628"/>
            <a:ext cx="2208966" cy="1243471"/>
          </a:xfrm>
          <a:prstGeom prst="rect">
            <a:avLst/>
          </a:prstGeom>
        </p:spPr>
      </p:pic>
    </p:spTree>
    <p:extLst>
      <p:ext uri="{BB962C8B-B14F-4D97-AF65-F5344CB8AC3E}">
        <p14:creationId xmlns:p14="http://schemas.microsoft.com/office/powerpoint/2010/main" val="1417695489"/>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5685" y="139892"/>
            <a:ext cx="11762833" cy="909288"/>
          </a:xfrm>
        </p:spPr>
        <p:txBody>
          <a:bodyPr vert="horz" lIns="91440" tIns="45720" rIns="91440" bIns="45720" rtlCol="0" anchor="t">
            <a:normAutofit/>
          </a:bodyPr>
          <a:lstStyle>
            <a:lvl1pPr>
              <a:defRPr lang="en-US" sz="5875" spc="-62" baseline="0" dirty="0">
                <a:solidFill>
                  <a:srgbClr val="1F4D7F"/>
                </a:solidFill>
              </a:defRPr>
            </a:lvl1pPr>
          </a:lstStyle>
          <a:p>
            <a:pPr marL="0" lvl="0" defTabSz="1119106">
              <a:lnSpc>
                <a:spcPct val="85000"/>
              </a:lnSpc>
            </a:pPr>
            <a:r>
              <a:rPr lang="en-US"/>
              <a:t>Click to edit Master title style</a:t>
            </a:r>
            <a:endParaRPr lang="en-US" dirty="0"/>
          </a:p>
        </p:txBody>
      </p:sp>
      <p:sp>
        <p:nvSpPr>
          <p:cNvPr id="3" name="Content Placeholder 2"/>
          <p:cNvSpPr>
            <a:spLocks noGrp="1"/>
          </p:cNvSpPr>
          <p:nvPr>
            <p:ph idx="1"/>
          </p:nvPr>
        </p:nvSpPr>
        <p:spPr>
          <a:xfrm>
            <a:off x="855008" y="1328961"/>
            <a:ext cx="10726460" cy="4970970"/>
          </a:xfrm>
        </p:spPr>
        <p:txBody>
          <a:bodyPr vert="horz" lIns="0" tIns="45720" rIns="0" bIns="45720" rtlCol="0">
            <a:normAutofit/>
          </a:bodyPr>
          <a:lstStyle>
            <a:lvl1pPr>
              <a:defRPr lang="en-US" sz="2448" smtClean="0">
                <a:solidFill>
                  <a:schemeClr val="tx1">
                    <a:lumMod val="75000"/>
                    <a:lumOff val="25000"/>
                  </a:schemeClr>
                </a:solidFill>
              </a:defRPr>
            </a:lvl1pPr>
            <a:lvl2pPr>
              <a:defRPr lang="en-US" smtClean="0">
                <a:solidFill>
                  <a:schemeClr val="tx1">
                    <a:lumMod val="75000"/>
                    <a:lumOff val="25000"/>
                  </a:schemeClr>
                </a:solidFill>
              </a:defRPr>
            </a:lvl2pPr>
            <a:lvl3pPr>
              <a:defRPr lang="en-US" sz="1713" smtClean="0">
                <a:solidFill>
                  <a:schemeClr val="tx1">
                    <a:lumMod val="75000"/>
                    <a:lumOff val="25000"/>
                  </a:schemeClr>
                </a:solidFill>
              </a:defRPr>
            </a:lvl3pPr>
            <a:lvl4pPr>
              <a:defRPr lang="en-US" sz="1713" smtClean="0">
                <a:solidFill>
                  <a:schemeClr val="tx1">
                    <a:lumMod val="75000"/>
                    <a:lumOff val="25000"/>
                  </a:schemeClr>
                </a:solidFill>
              </a:defRPr>
            </a:lvl4pPr>
            <a:lvl5pPr>
              <a:defRPr lang="en-US" sz="1713" dirty="0">
                <a:solidFill>
                  <a:schemeClr val="tx1">
                    <a:lumMod val="75000"/>
                    <a:lumOff val="25000"/>
                  </a:schemeClr>
                </a:solidFill>
              </a:defRPr>
            </a:lvl5pPr>
          </a:lstStyle>
          <a:p>
            <a:pPr marL="111911" lvl="0" indent="-111911" defTabSz="1119106">
              <a:spcBef>
                <a:spcPts val="1469"/>
              </a:spcBef>
              <a:spcAft>
                <a:spcPts val="245"/>
              </a:spcAft>
              <a:buClr>
                <a:schemeClr val="accent1"/>
              </a:buClr>
              <a:buSzPct val="100000"/>
              <a:buFont typeface="Calibri" panose="020F0502020204030204" pitchFamily="34" charset="0"/>
              <a:buChar char=" "/>
            </a:pPr>
            <a:r>
              <a:rPr lang="en-US"/>
              <a:t>Click to edit Master text styles</a:t>
            </a:r>
          </a:p>
          <a:p>
            <a:pPr marL="470024" lvl="1" indent="-223821" defTabSz="1119106">
              <a:spcBef>
                <a:spcPts val="245"/>
              </a:spcBef>
              <a:spcAft>
                <a:spcPts val="490"/>
              </a:spcAft>
              <a:buClr>
                <a:schemeClr val="accent1"/>
              </a:buClr>
              <a:buFont typeface="Calibri" pitchFamily="34" charset="0"/>
              <a:buChar char="◦"/>
            </a:pPr>
            <a:r>
              <a:rPr lang="en-US"/>
              <a:t>Second level</a:t>
            </a:r>
          </a:p>
          <a:p>
            <a:pPr marL="693846" lvl="2" indent="-223821" defTabSz="1119106">
              <a:spcBef>
                <a:spcPts val="245"/>
              </a:spcBef>
              <a:spcAft>
                <a:spcPts val="490"/>
              </a:spcAft>
              <a:buClr>
                <a:schemeClr val="accent1"/>
              </a:buClr>
              <a:buFont typeface="Calibri" pitchFamily="34" charset="0"/>
              <a:buChar char="◦"/>
            </a:pPr>
            <a:r>
              <a:rPr lang="en-US"/>
              <a:t>Third level</a:t>
            </a:r>
          </a:p>
          <a:p>
            <a:pPr marL="917667" lvl="3" indent="-223821" defTabSz="1119106">
              <a:spcBef>
                <a:spcPts val="245"/>
              </a:spcBef>
              <a:spcAft>
                <a:spcPts val="490"/>
              </a:spcAft>
              <a:buClr>
                <a:schemeClr val="accent1"/>
              </a:buClr>
              <a:buFont typeface="Calibri" pitchFamily="34" charset="0"/>
              <a:buChar char="◦"/>
            </a:pPr>
            <a:r>
              <a:rPr lang="en-US"/>
              <a:t>Fourth level</a:t>
            </a:r>
          </a:p>
          <a:p>
            <a:pPr marL="1141489" lvl="4" indent="-223821" defTabSz="1119106">
              <a:spcBef>
                <a:spcPts val="245"/>
              </a:spcBef>
              <a:spcAft>
                <a:spcPts val="490"/>
              </a:spcAft>
              <a:buClr>
                <a:schemeClr val="accent1"/>
              </a:buClr>
              <a:buFont typeface="Calibri" pitchFamily="34" charset="0"/>
              <a:buChar char="◦"/>
            </a:pPr>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1B7101-7FE5-4A57-A42F-73B746309F28}" type="slidenum">
              <a:rPr lang="en-GB" smtClean="0"/>
              <a:t>‹#›</a:t>
            </a:fld>
            <a:endParaRPr lang="en-GB"/>
          </a:p>
        </p:txBody>
      </p:sp>
    </p:spTree>
    <p:extLst>
      <p:ext uri="{BB962C8B-B14F-4D97-AF65-F5344CB8AC3E}">
        <p14:creationId xmlns:p14="http://schemas.microsoft.com/office/powerpoint/2010/main" val="994601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6475" cy="6994525"/>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32097" y="2414215"/>
            <a:ext cx="10571642" cy="20924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5"/>
          </p:nvPr>
        </p:nvSpPr>
        <p:spPr/>
        <p:txBody>
          <a:bodyPr/>
          <a:lstStyle/>
          <a:p>
            <a:endParaRPr lang="en-US"/>
          </a:p>
        </p:txBody>
      </p:sp>
      <p:sp>
        <p:nvSpPr>
          <p:cNvPr id="10" name="Footer Placeholder 9"/>
          <p:cNvSpPr>
            <a:spLocks noGrp="1"/>
          </p:cNvSpPr>
          <p:nvPr>
            <p:ph type="ftr" sz="quarter" idx="16"/>
          </p:nvPr>
        </p:nvSpPr>
        <p:spPr/>
        <p:txBody>
          <a:bodyPr/>
          <a:lstStyle/>
          <a:p>
            <a:endParaRPr lang="en-US" dirty="0"/>
          </a:p>
        </p:txBody>
      </p:sp>
      <p:sp>
        <p:nvSpPr>
          <p:cNvPr id="11" name="Slide Number Placeholder 10"/>
          <p:cNvSpPr>
            <a:spLocks noGrp="1"/>
          </p:cNvSpPr>
          <p:nvPr>
            <p:ph type="sldNum" sz="quarter" idx="17"/>
          </p:nvPr>
        </p:nvSpPr>
        <p:spPr/>
        <p:txBody>
          <a:bodyPr/>
          <a:lstStyle/>
          <a:p>
            <a:fld id="{2D2320CE-2746-449F-9093-8B602245F99A}" type="slidenum">
              <a:rPr lang="en-US" smtClean="0"/>
              <a:t>‹#›</a:t>
            </a:fld>
            <a:endParaRPr lang="en-US" dirty="0"/>
          </a:p>
        </p:txBody>
      </p:sp>
    </p:spTree>
    <p:extLst>
      <p:ext uri="{BB962C8B-B14F-4D97-AF65-F5344CB8AC3E}">
        <p14:creationId xmlns:p14="http://schemas.microsoft.com/office/powerpoint/2010/main" val="2596427279"/>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2_Title Slide Photo_Option">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4" name="Object 3"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5" name="Picture 4"/>
          <p:cNvPicPr>
            <a:picLocks noChangeAspect="1"/>
          </p:cNvPicPr>
          <p:nvPr userDrawn="1"/>
        </p:nvPicPr>
        <p:blipFill rotWithShape="1">
          <a:blip r:embed="rId5">
            <a:extLst>
              <a:ext uri="{28A0092B-C50C-407E-A947-70E740481C1C}">
                <a14:useLocalDpi xmlns:a14="http://schemas.microsoft.com/office/drawing/2010/main" val="0"/>
              </a:ext>
            </a:extLst>
          </a:blip>
          <a:srcRect t="15694"/>
          <a:stretch/>
        </p:blipFill>
        <p:spPr>
          <a:xfrm>
            <a:off x="317" y="0"/>
            <a:ext cx="12435840" cy="6994525"/>
          </a:xfrm>
          <a:prstGeom prst="rect">
            <a:avLst/>
          </a:prstGeom>
        </p:spPr>
      </p:pic>
      <p:sp>
        <p:nvSpPr>
          <p:cNvPr id="10" name="Rectangle 9"/>
          <p:cNvSpPr/>
          <p:nvPr userDrawn="1"/>
        </p:nvSpPr>
        <p:spPr>
          <a:xfrm rot="16200000">
            <a:off x="625317" y="-625001"/>
            <a:ext cx="6994525" cy="8244521"/>
          </a:xfrm>
          <a:prstGeom prst="rect">
            <a:avLst/>
          </a:prstGeom>
          <a:gradFill>
            <a:gsLst>
              <a:gs pos="100000">
                <a:srgbClr val="FAFAFF">
                  <a:alpha val="0"/>
                </a:srgbClr>
              </a:gs>
              <a:gs pos="52000">
                <a:srgbClr val="F8F8FF">
                  <a:alpha val="90000"/>
                </a:srgbClr>
              </a:gs>
              <a:gs pos="91160">
                <a:srgbClr val="FAFAFF">
                  <a:alpha val="23000"/>
                </a:srgbClr>
              </a:gs>
              <a:gs pos="76000">
                <a:srgbClr val="F9F9FF">
                  <a:alpha val="56000"/>
                </a:srgbClr>
              </a:gs>
              <a:gs pos="0">
                <a:srgbClr val="6666FF">
                  <a:lumMod val="5000"/>
                  <a:lumOff val="95000"/>
                  <a:alpha val="98000"/>
                </a:srgbClr>
              </a:gs>
            </a:gsLst>
            <a:lin ang="5400000" scaled="1"/>
          </a:gradFill>
        </p:spPr>
        <p:txBody>
          <a:bodyPr wrap="square" lIns="539496" tIns="219456" rIns="0" bIns="0">
            <a:noAutofit/>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IN" sz="1350" b="0" i="0" u="none" strike="noStrike" kern="0" cap="none" spc="0" normalizeH="0" baseline="0" noProof="0" dirty="0">
              <a:ln>
                <a:noFill/>
              </a:ln>
              <a:solidFill>
                <a:prstClr val="black"/>
              </a:solidFill>
              <a:effectLst/>
              <a:uLnTx/>
              <a:uFillTx/>
              <a:latin typeface="TitilliumText25L" panose="02000000000000000000" pitchFamily="50" charset="0"/>
            </a:endParaRPr>
          </a:p>
        </p:txBody>
      </p:sp>
      <p:sp>
        <p:nvSpPr>
          <p:cNvPr id="9" name="Title 1"/>
          <p:cNvSpPr>
            <a:spLocks noGrp="1"/>
          </p:cNvSpPr>
          <p:nvPr>
            <p:ph type="title" hasCustomPrompt="1"/>
          </p:nvPr>
        </p:nvSpPr>
        <p:spPr bwMode="auto">
          <a:xfrm>
            <a:off x="274702" y="2125677"/>
            <a:ext cx="6402388" cy="1828800"/>
          </a:xfrm>
          <a:noFill/>
        </p:spPr>
        <p:txBody>
          <a:bodyPr lIns="146304" tIns="91440" rIns="146304" bIns="91440" anchor="t" anchorCtr="0"/>
          <a:lstStyle>
            <a:lvl1pPr>
              <a:defRPr sz="5400" spc="-100" baseline="0">
                <a:solidFill>
                  <a:schemeClr val="tx1"/>
                </a:soli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57"/>
            <a:ext cx="6402388" cy="1825625"/>
          </a:xfrm>
        </p:spPr>
        <p:txBody>
          <a:bodyPr tIns="109728" bIns="109728">
            <a:noAutofit/>
          </a:bodyPr>
          <a:lstStyle>
            <a:lvl1pPr marL="0" indent="0">
              <a:spcBef>
                <a:spcPts val="0"/>
              </a:spcBef>
              <a:buNone/>
              <a:defRPr sz="3200">
                <a:solidFill>
                  <a:schemeClr val="tx1"/>
                </a:solidFill>
              </a:defRPr>
            </a:lvl1pPr>
          </a:lstStyle>
          <a:p>
            <a:pPr lvl="0"/>
            <a:r>
              <a:rPr lang="en-US" dirty="0"/>
              <a:t>Speaker Name</a:t>
            </a:r>
          </a:p>
        </p:txBody>
      </p:sp>
      <p:pic>
        <p:nvPicPr>
          <p:cNvPr id="7" name="Pictur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bwMode="invGray">
          <a:xfrm>
            <a:off x="457518" y="6161442"/>
            <a:ext cx="1645920" cy="353658"/>
          </a:xfrm>
          <a:prstGeom prst="rect">
            <a:avLst/>
          </a:prstGeom>
        </p:spPr>
      </p:pic>
      <p:sp>
        <p:nvSpPr>
          <p:cNvPr id="8" name="Text Placeholder 2"/>
          <p:cNvSpPr txBox="1">
            <a:spLocks/>
          </p:cNvSpPr>
          <p:nvPr userDrawn="1"/>
        </p:nvSpPr>
        <p:spPr bwMode="auto">
          <a:xfrm>
            <a:off x="366141" y="205459"/>
            <a:ext cx="3017487" cy="548634"/>
          </a:xfrm>
          <a:prstGeom prst="rect">
            <a:avLst/>
          </a:prstGeom>
        </p:spPr>
        <p:txBody>
          <a:bodyPr vert="horz" wrap="square" lIns="146304" tIns="109728" rIns="146304" bIns="109728" rtlCol="0">
            <a:noAutofit/>
          </a:bodyPr>
          <a:lstStyle>
            <a:lvl1pPr marL="0" marR="0" indent="0" algn="l" defTabSz="932742" rtl="0" eaLnBrk="1" fontAlgn="auto" latinLnBrk="0" hangingPunct="1">
              <a:lnSpc>
                <a:spcPct val="90000"/>
              </a:lnSpc>
              <a:spcBef>
                <a:spcPts val="0"/>
              </a:spcBef>
              <a:spcAft>
                <a:spcPts val="0"/>
              </a:spcAft>
              <a:buClrTx/>
              <a:buSzPct val="90000"/>
              <a:buFont typeface="Arial" pitchFamily="34" charset="0"/>
              <a:buNone/>
              <a:tabLst/>
              <a:defRPr sz="3200" kern="1200" spc="0" baseline="0">
                <a:gradFill>
                  <a:gsLst>
                    <a:gs pos="4040">
                      <a:srgbClr val="525252"/>
                    </a:gs>
                    <a:gs pos="17000">
                      <a:srgbClr val="525252"/>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0" dirty="0">
                <a:solidFill>
                  <a:schemeClr val="tx1">
                    <a:lumMod val="75000"/>
                  </a:schemeClr>
                </a:solidFill>
              </a:rPr>
              <a:t>Microsoft Services</a:t>
            </a:r>
            <a:endParaRPr lang="en-US" sz="2400" b="0" dirty="0">
              <a:solidFill>
                <a:schemeClr val="tx1">
                  <a:lumMod val="75000"/>
                </a:schemeClr>
              </a:solidFill>
              <a:latin typeface="Segoe UI"/>
            </a:endParaRPr>
          </a:p>
        </p:txBody>
      </p:sp>
    </p:spTree>
    <p:extLst>
      <p:ext uri="{BB962C8B-B14F-4D97-AF65-F5344CB8AC3E}">
        <p14:creationId xmlns:p14="http://schemas.microsoft.com/office/powerpoint/2010/main" val="1672252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3_Title Slide Photo_Option">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4" name="Object 3"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6" name="Picture 5"/>
          <p:cNvPicPr>
            <a:picLocks noChangeAspect="1"/>
          </p:cNvPicPr>
          <p:nvPr userDrawn="1"/>
        </p:nvPicPr>
        <p:blipFill rotWithShape="1">
          <a:blip r:embed="rId5">
            <a:extLst>
              <a:ext uri="{28A0092B-C50C-407E-A947-70E740481C1C}">
                <a14:useLocalDpi xmlns:a14="http://schemas.microsoft.com/office/drawing/2010/main" val="0"/>
              </a:ext>
            </a:extLst>
          </a:blip>
          <a:srcRect t="15617"/>
          <a:stretch/>
        </p:blipFill>
        <p:spPr>
          <a:xfrm>
            <a:off x="317" y="-2"/>
            <a:ext cx="12435840" cy="6994526"/>
          </a:xfrm>
          <a:prstGeom prst="rect">
            <a:avLst/>
          </a:prstGeom>
          <a:noFill/>
          <a:ln>
            <a:noFill/>
          </a:ln>
        </p:spPr>
      </p:pic>
      <p:sp>
        <p:nvSpPr>
          <p:cNvPr id="13" name="Rectangle 12"/>
          <p:cNvSpPr/>
          <p:nvPr userDrawn="1"/>
        </p:nvSpPr>
        <p:spPr>
          <a:xfrm rot="16200000">
            <a:off x="1333977" y="-1333661"/>
            <a:ext cx="6994525" cy="9661841"/>
          </a:xfrm>
          <a:prstGeom prst="rect">
            <a:avLst/>
          </a:prstGeom>
          <a:gradFill>
            <a:gsLst>
              <a:gs pos="100000">
                <a:srgbClr val="FAFAFF">
                  <a:alpha val="0"/>
                </a:srgbClr>
              </a:gs>
              <a:gs pos="52000">
                <a:srgbClr val="F8F8FF">
                  <a:alpha val="73000"/>
                </a:srgbClr>
              </a:gs>
              <a:gs pos="91160">
                <a:srgbClr val="FAFAFF">
                  <a:alpha val="13000"/>
                </a:srgbClr>
              </a:gs>
              <a:gs pos="76000">
                <a:srgbClr val="F9F9FF">
                  <a:alpha val="52000"/>
                </a:srgbClr>
              </a:gs>
              <a:gs pos="0">
                <a:srgbClr val="6666FF">
                  <a:lumMod val="5000"/>
                  <a:lumOff val="95000"/>
                  <a:alpha val="84000"/>
                </a:srgbClr>
              </a:gs>
            </a:gsLst>
            <a:lin ang="5400000" scaled="1"/>
          </a:gradFill>
        </p:spPr>
        <p:txBody>
          <a:bodyPr wrap="square" lIns="539496" tIns="219456" rIns="0" bIns="0">
            <a:noAutofit/>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IN" sz="1350" b="0" i="0" u="none" strike="noStrike" kern="0" cap="none" spc="0" normalizeH="0" baseline="0" noProof="0" dirty="0">
              <a:ln>
                <a:noFill/>
              </a:ln>
              <a:solidFill>
                <a:prstClr val="black"/>
              </a:solidFill>
              <a:effectLst/>
              <a:uLnTx/>
              <a:uFillTx/>
              <a:latin typeface="TitilliumText25L" panose="02000000000000000000" pitchFamily="50" charset="0"/>
            </a:endParaRPr>
          </a:p>
        </p:txBody>
      </p:sp>
      <p:sp>
        <p:nvSpPr>
          <p:cNvPr id="9" name="Title 1"/>
          <p:cNvSpPr>
            <a:spLocks noGrp="1"/>
          </p:cNvSpPr>
          <p:nvPr>
            <p:ph type="title" hasCustomPrompt="1"/>
          </p:nvPr>
        </p:nvSpPr>
        <p:spPr bwMode="auto">
          <a:xfrm>
            <a:off x="274702" y="2125677"/>
            <a:ext cx="6402388" cy="1828800"/>
          </a:xfrm>
          <a:noFill/>
        </p:spPr>
        <p:txBody>
          <a:bodyPr lIns="146304" tIns="91440" rIns="146304" bIns="91440" anchor="t" anchorCtr="0"/>
          <a:lstStyle>
            <a:lvl1pPr>
              <a:defRPr sz="5400" spc="-100" baseline="0">
                <a:solidFill>
                  <a:schemeClr val="tx1"/>
                </a:solidFill>
              </a:defRPr>
            </a:lvl1pPr>
          </a:lstStyle>
          <a:p>
            <a:r>
              <a:rPr lang="en-US" dirty="0"/>
              <a:t>Presentation title</a:t>
            </a:r>
          </a:p>
        </p:txBody>
      </p:sp>
      <p:sp>
        <p:nvSpPr>
          <p:cNvPr id="8" name="Text Placeholder 2"/>
          <p:cNvSpPr txBox="1">
            <a:spLocks/>
          </p:cNvSpPr>
          <p:nvPr userDrawn="1"/>
        </p:nvSpPr>
        <p:spPr bwMode="auto">
          <a:xfrm>
            <a:off x="366141" y="205459"/>
            <a:ext cx="3017487" cy="548634"/>
          </a:xfrm>
          <a:prstGeom prst="rect">
            <a:avLst/>
          </a:prstGeom>
        </p:spPr>
        <p:txBody>
          <a:bodyPr vert="horz" wrap="square" lIns="146304" tIns="109728" rIns="146304" bIns="109728" rtlCol="0">
            <a:noAutofit/>
          </a:bodyPr>
          <a:lstStyle>
            <a:lvl1pPr marL="0" marR="0" indent="0" algn="l" defTabSz="932742" rtl="0" eaLnBrk="1" fontAlgn="auto" latinLnBrk="0" hangingPunct="1">
              <a:lnSpc>
                <a:spcPct val="90000"/>
              </a:lnSpc>
              <a:spcBef>
                <a:spcPts val="0"/>
              </a:spcBef>
              <a:spcAft>
                <a:spcPts val="0"/>
              </a:spcAft>
              <a:buClrTx/>
              <a:buSzPct val="90000"/>
              <a:buFont typeface="Arial" pitchFamily="34" charset="0"/>
              <a:buNone/>
              <a:tabLst/>
              <a:defRPr sz="3200" kern="1200" spc="0" baseline="0">
                <a:gradFill>
                  <a:gsLst>
                    <a:gs pos="4040">
                      <a:srgbClr val="525252"/>
                    </a:gs>
                    <a:gs pos="17000">
                      <a:srgbClr val="525252"/>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0" dirty="0">
                <a:solidFill>
                  <a:schemeClr val="tx1">
                    <a:lumMod val="75000"/>
                  </a:schemeClr>
                </a:solidFill>
              </a:rPr>
              <a:t>Microsoft Services</a:t>
            </a:r>
            <a:endParaRPr lang="en-US" sz="2400" b="0" dirty="0">
              <a:solidFill>
                <a:schemeClr val="tx1">
                  <a:lumMod val="75000"/>
                </a:schemeClr>
              </a:solidFill>
              <a:latin typeface="Segoe UI"/>
            </a:endParaRPr>
          </a:p>
        </p:txBody>
      </p:sp>
      <p:pic>
        <p:nvPicPr>
          <p:cNvPr id="14" name="Picture 1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bwMode="invGray">
          <a:xfrm>
            <a:off x="457518" y="6161442"/>
            <a:ext cx="1645920" cy="353658"/>
          </a:xfrm>
          <a:prstGeom prst="rect">
            <a:avLst/>
          </a:prstGeom>
        </p:spPr>
      </p:pic>
    </p:spTree>
    <p:extLst>
      <p:ext uri="{BB962C8B-B14F-4D97-AF65-F5344CB8AC3E}">
        <p14:creationId xmlns:p14="http://schemas.microsoft.com/office/powerpoint/2010/main" val="3001158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userDrawn="1">
  <p:cSld name="4_Title Slide Photo_Option">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7804943" y="1407430"/>
            <a:ext cx="4318755" cy="3065794"/>
          </a:xfrm>
          <a:noFill/>
        </p:spPr>
        <p:txBody>
          <a:bodyPr lIns="146304" tIns="91440" rIns="146304" bIns="91440" anchor="t" anchorCtr="0"/>
          <a:lstStyle>
            <a:lvl1pPr>
              <a:defRPr sz="5400" spc="-100" baseline="0">
                <a:solidFill>
                  <a:schemeClr val="bg1"/>
                </a:solidFill>
              </a:defRPr>
            </a:lvl1pPr>
          </a:lstStyle>
          <a:p>
            <a:r>
              <a:rPr lang="en-US" dirty="0"/>
              <a:t>Presentation title</a:t>
            </a:r>
          </a:p>
        </p:txBody>
      </p:sp>
      <p:sp>
        <p:nvSpPr>
          <p:cNvPr id="3" name="Text Placeholder 2"/>
          <p:cNvSpPr>
            <a:spLocks noGrp="1"/>
          </p:cNvSpPr>
          <p:nvPr>
            <p:ph type="body" sz="quarter" idx="14" hasCustomPrompt="1"/>
          </p:nvPr>
        </p:nvSpPr>
        <p:spPr bwMode="auto">
          <a:xfrm>
            <a:off x="7803291" y="4473204"/>
            <a:ext cx="4318755" cy="902957"/>
          </a:xfrm>
        </p:spPr>
        <p:txBody>
          <a:bodyPr tIns="109728" bIns="109728">
            <a:noAutofit/>
          </a:bodyPr>
          <a:lstStyle>
            <a:lvl1pPr marL="0" indent="0">
              <a:spcBef>
                <a:spcPts val="0"/>
              </a:spcBef>
              <a:buNone/>
              <a:defRPr sz="3200">
                <a:solidFill>
                  <a:schemeClr val="bg1"/>
                </a:solidFill>
              </a:defRPr>
            </a:lvl1pPr>
          </a:lstStyle>
          <a:p>
            <a:pPr lvl="0"/>
            <a:r>
              <a:rPr lang="en-US" dirty="0"/>
              <a:t>Speaker Name</a:t>
            </a:r>
          </a:p>
        </p:txBody>
      </p:sp>
      <p:grpSp>
        <p:nvGrpSpPr>
          <p:cNvPr id="100" name="Group 99"/>
          <p:cNvGrpSpPr/>
          <p:nvPr userDrawn="1"/>
        </p:nvGrpSpPr>
        <p:grpSpPr>
          <a:xfrm>
            <a:off x="612837" y="882185"/>
            <a:ext cx="5863006" cy="5890545"/>
            <a:chOff x="612837" y="751557"/>
            <a:chExt cx="5863006" cy="5890545"/>
          </a:xfrm>
        </p:grpSpPr>
        <p:grpSp>
          <p:nvGrpSpPr>
            <p:cNvPr id="101" name="Group 9"/>
            <p:cNvGrpSpPr>
              <a:grpSpLocks noChangeAspect="1"/>
            </p:cNvGrpSpPr>
            <p:nvPr/>
          </p:nvGrpSpPr>
          <p:grpSpPr bwMode="auto">
            <a:xfrm>
              <a:off x="1123949" y="5598214"/>
              <a:ext cx="4987001" cy="1043888"/>
              <a:chOff x="-2860" y="2825"/>
              <a:chExt cx="2403" cy="503"/>
            </a:xfrm>
          </p:grpSpPr>
          <p:sp>
            <p:nvSpPr>
              <p:cNvPr id="180" name="Freeform 179"/>
              <p:cNvSpPr>
                <a:spLocks/>
              </p:cNvSpPr>
              <p:nvPr/>
            </p:nvSpPr>
            <p:spPr bwMode="auto">
              <a:xfrm>
                <a:off x="-2807" y="3227"/>
                <a:ext cx="2298" cy="101"/>
              </a:xfrm>
              <a:custGeom>
                <a:avLst/>
                <a:gdLst>
                  <a:gd name="T0" fmla="*/ 4 w 970"/>
                  <a:gd name="T1" fmla="*/ 0 h 42"/>
                  <a:gd name="T2" fmla="*/ 53 w 970"/>
                  <a:gd name="T3" fmla="*/ 41 h 42"/>
                  <a:gd name="T4" fmla="*/ 500 w 970"/>
                  <a:gd name="T5" fmla="*/ 42 h 42"/>
                  <a:gd name="T6" fmla="*/ 500 w 970"/>
                  <a:gd name="T7" fmla="*/ 42 h 42"/>
                  <a:gd name="T8" fmla="*/ 917 w 970"/>
                  <a:gd name="T9" fmla="*/ 41 h 42"/>
                  <a:gd name="T10" fmla="*/ 966 w 970"/>
                  <a:gd name="T11" fmla="*/ 0 h 42"/>
                  <a:gd name="T12" fmla="*/ 4 w 970"/>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970" h="42">
                    <a:moveTo>
                      <a:pt x="4" y="0"/>
                    </a:moveTo>
                    <a:cubicBezTo>
                      <a:pt x="0" y="16"/>
                      <a:pt x="3" y="40"/>
                      <a:pt x="53" y="41"/>
                    </a:cubicBezTo>
                    <a:cubicBezTo>
                      <a:pt x="91" y="42"/>
                      <a:pt x="297" y="42"/>
                      <a:pt x="500" y="42"/>
                    </a:cubicBezTo>
                    <a:cubicBezTo>
                      <a:pt x="500" y="42"/>
                      <a:pt x="500" y="42"/>
                      <a:pt x="500" y="42"/>
                    </a:cubicBezTo>
                    <a:cubicBezTo>
                      <a:pt x="693" y="42"/>
                      <a:pt x="881" y="42"/>
                      <a:pt x="917" y="41"/>
                    </a:cubicBezTo>
                    <a:cubicBezTo>
                      <a:pt x="967" y="40"/>
                      <a:pt x="970" y="16"/>
                      <a:pt x="966" y="0"/>
                    </a:cubicBezTo>
                    <a:lnTo>
                      <a:pt x="4" y="0"/>
                    </a:lnTo>
                    <a:close/>
                  </a:path>
                </a:pathLst>
              </a:custGeom>
              <a:solidFill>
                <a:schemeClr val="accent1">
                  <a:lumMod val="75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sp>
            <p:nvSpPr>
              <p:cNvPr id="181" name="Freeform 180"/>
              <p:cNvSpPr>
                <a:spLocks/>
              </p:cNvSpPr>
              <p:nvPr/>
            </p:nvSpPr>
            <p:spPr bwMode="auto">
              <a:xfrm>
                <a:off x="-2860" y="2825"/>
                <a:ext cx="2403" cy="445"/>
              </a:xfrm>
              <a:custGeom>
                <a:avLst/>
                <a:gdLst>
                  <a:gd name="T0" fmla="*/ 983 w 1014"/>
                  <a:gd name="T1" fmla="*/ 154 h 186"/>
                  <a:gd name="T2" fmla="*/ 812 w 1014"/>
                  <a:gd name="T3" fmla="*/ 12 h 186"/>
                  <a:gd name="T4" fmla="*/ 775 w 1014"/>
                  <a:gd name="T5" fmla="*/ 0 h 186"/>
                  <a:gd name="T6" fmla="*/ 239 w 1014"/>
                  <a:gd name="T7" fmla="*/ 0 h 186"/>
                  <a:gd name="T8" fmla="*/ 202 w 1014"/>
                  <a:gd name="T9" fmla="*/ 12 h 186"/>
                  <a:gd name="T10" fmla="*/ 31 w 1014"/>
                  <a:gd name="T11" fmla="*/ 154 h 186"/>
                  <a:gd name="T12" fmla="*/ 75 w 1014"/>
                  <a:gd name="T13" fmla="*/ 185 h 186"/>
                  <a:gd name="T14" fmla="*/ 522 w 1014"/>
                  <a:gd name="T15" fmla="*/ 185 h 186"/>
                  <a:gd name="T16" fmla="*/ 522 w 1014"/>
                  <a:gd name="T17" fmla="*/ 185 h 186"/>
                  <a:gd name="T18" fmla="*/ 939 w 1014"/>
                  <a:gd name="T19" fmla="*/ 185 h 186"/>
                  <a:gd name="T20" fmla="*/ 983 w 1014"/>
                  <a:gd name="T21" fmla="*/ 15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4" h="186">
                    <a:moveTo>
                      <a:pt x="983" y="154"/>
                    </a:moveTo>
                    <a:cubicBezTo>
                      <a:pt x="812" y="12"/>
                      <a:pt x="812" y="12"/>
                      <a:pt x="812" y="12"/>
                    </a:cubicBezTo>
                    <a:cubicBezTo>
                      <a:pt x="812" y="12"/>
                      <a:pt x="803" y="0"/>
                      <a:pt x="775" y="0"/>
                    </a:cubicBezTo>
                    <a:cubicBezTo>
                      <a:pt x="768" y="0"/>
                      <a:pt x="248" y="0"/>
                      <a:pt x="239" y="0"/>
                    </a:cubicBezTo>
                    <a:cubicBezTo>
                      <a:pt x="211" y="0"/>
                      <a:pt x="202" y="12"/>
                      <a:pt x="202" y="12"/>
                    </a:cubicBezTo>
                    <a:cubicBezTo>
                      <a:pt x="31" y="154"/>
                      <a:pt x="31" y="154"/>
                      <a:pt x="31" y="154"/>
                    </a:cubicBezTo>
                    <a:cubicBezTo>
                      <a:pt x="31" y="154"/>
                      <a:pt x="0" y="184"/>
                      <a:pt x="75" y="185"/>
                    </a:cubicBezTo>
                    <a:cubicBezTo>
                      <a:pt x="113" y="186"/>
                      <a:pt x="319" y="186"/>
                      <a:pt x="522" y="185"/>
                    </a:cubicBezTo>
                    <a:cubicBezTo>
                      <a:pt x="522" y="185"/>
                      <a:pt x="522" y="185"/>
                      <a:pt x="522" y="185"/>
                    </a:cubicBezTo>
                    <a:cubicBezTo>
                      <a:pt x="715" y="186"/>
                      <a:pt x="903" y="185"/>
                      <a:pt x="939" y="185"/>
                    </a:cubicBezTo>
                    <a:cubicBezTo>
                      <a:pt x="1014" y="184"/>
                      <a:pt x="983" y="154"/>
                      <a:pt x="983" y="154"/>
                    </a:cubicBezTo>
                    <a:close/>
                  </a:path>
                </a:pathLst>
              </a:custGeom>
              <a:solidFill>
                <a:schemeClr val="bg2"/>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sp>
            <p:nvSpPr>
              <p:cNvPr id="182" name="Freeform 181"/>
              <p:cNvSpPr>
                <a:spLocks/>
              </p:cNvSpPr>
              <p:nvPr/>
            </p:nvSpPr>
            <p:spPr bwMode="auto">
              <a:xfrm>
                <a:off x="-2623" y="2868"/>
                <a:ext cx="1934" cy="309"/>
              </a:xfrm>
              <a:custGeom>
                <a:avLst/>
                <a:gdLst>
                  <a:gd name="T0" fmla="*/ 0 w 1934"/>
                  <a:gd name="T1" fmla="*/ 309 h 309"/>
                  <a:gd name="T2" fmla="*/ 1934 w 1934"/>
                  <a:gd name="T3" fmla="*/ 309 h 309"/>
                  <a:gd name="T4" fmla="*/ 1602 w 1934"/>
                  <a:gd name="T5" fmla="*/ 0 h 309"/>
                  <a:gd name="T6" fmla="*/ 323 w 1934"/>
                  <a:gd name="T7" fmla="*/ 0 h 309"/>
                  <a:gd name="T8" fmla="*/ 0 w 1934"/>
                  <a:gd name="T9" fmla="*/ 309 h 309"/>
                </a:gdLst>
                <a:ahLst/>
                <a:cxnLst>
                  <a:cxn ang="0">
                    <a:pos x="T0" y="T1"/>
                  </a:cxn>
                  <a:cxn ang="0">
                    <a:pos x="T2" y="T3"/>
                  </a:cxn>
                  <a:cxn ang="0">
                    <a:pos x="T4" y="T5"/>
                  </a:cxn>
                  <a:cxn ang="0">
                    <a:pos x="T6" y="T7"/>
                  </a:cxn>
                  <a:cxn ang="0">
                    <a:pos x="T8" y="T9"/>
                  </a:cxn>
                </a:cxnLst>
                <a:rect l="0" t="0" r="r" b="b"/>
                <a:pathLst>
                  <a:path w="1934" h="309">
                    <a:moveTo>
                      <a:pt x="0" y="309"/>
                    </a:moveTo>
                    <a:lnTo>
                      <a:pt x="1934" y="309"/>
                    </a:lnTo>
                    <a:lnTo>
                      <a:pt x="1602" y="0"/>
                    </a:lnTo>
                    <a:lnTo>
                      <a:pt x="323" y="0"/>
                    </a:lnTo>
                    <a:lnTo>
                      <a:pt x="0" y="309"/>
                    </a:lnTo>
                    <a:close/>
                  </a:path>
                </a:pathLst>
              </a:custGeom>
              <a:solidFill>
                <a:schemeClr val="accent1">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sp>
            <p:nvSpPr>
              <p:cNvPr id="183" name="Oval 182"/>
              <p:cNvSpPr>
                <a:spLocks noChangeArrowheads="1"/>
              </p:cNvSpPr>
              <p:nvPr/>
            </p:nvSpPr>
            <p:spPr bwMode="auto">
              <a:xfrm>
                <a:off x="-1703" y="3197"/>
                <a:ext cx="94"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sp>
            <p:nvSpPr>
              <p:cNvPr id="184" name="Oval 183"/>
              <p:cNvSpPr>
                <a:spLocks noChangeArrowheads="1"/>
              </p:cNvSpPr>
              <p:nvPr/>
            </p:nvSpPr>
            <p:spPr bwMode="auto">
              <a:xfrm>
                <a:off x="-1580" y="3197"/>
                <a:ext cx="83"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sp>
            <p:nvSpPr>
              <p:cNvPr id="185" name="Oval 184"/>
              <p:cNvSpPr>
                <a:spLocks noChangeArrowheads="1"/>
              </p:cNvSpPr>
              <p:nvPr/>
            </p:nvSpPr>
            <p:spPr bwMode="auto">
              <a:xfrm>
                <a:off x="-1812" y="3197"/>
                <a:ext cx="80"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sp>
            <p:nvSpPr>
              <p:cNvPr id="186" name="Oval 185"/>
              <p:cNvSpPr>
                <a:spLocks noChangeArrowheads="1"/>
              </p:cNvSpPr>
              <p:nvPr userDrawn="1"/>
            </p:nvSpPr>
            <p:spPr bwMode="auto">
              <a:xfrm>
                <a:off x="-715" y="3210"/>
                <a:ext cx="38" cy="22"/>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grpSp>
        <p:grpSp>
          <p:nvGrpSpPr>
            <p:cNvPr id="102" name="Group 101"/>
            <p:cNvGrpSpPr/>
            <p:nvPr/>
          </p:nvGrpSpPr>
          <p:grpSpPr>
            <a:xfrm>
              <a:off x="3175242" y="5933412"/>
              <a:ext cx="1067987" cy="391267"/>
              <a:chOff x="3175242" y="5933412"/>
              <a:chExt cx="1067987" cy="436823"/>
            </a:xfrm>
          </p:grpSpPr>
          <p:sp>
            <p:nvSpPr>
              <p:cNvPr id="171" name="Freeform 170"/>
              <p:cNvSpPr/>
              <p:nvPr/>
            </p:nvSpPr>
            <p:spPr bwMode="auto">
              <a:xfrm>
                <a:off x="3175242"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chemeClr val="accent3">
                    <a:alpha val="28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72" name="Freeform 171"/>
              <p:cNvSpPr/>
              <p:nvPr/>
            </p:nvSpPr>
            <p:spPr bwMode="auto">
              <a:xfrm>
                <a:off x="3308571"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00BCF2">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73" name="Freeform 172"/>
              <p:cNvSpPr/>
              <p:nvPr/>
            </p:nvSpPr>
            <p:spPr bwMode="auto">
              <a:xfrm>
                <a:off x="3451130"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B4009E">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74" name="Freeform 173"/>
              <p:cNvSpPr/>
              <p:nvPr/>
            </p:nvSpPr>
            <p:spPr bwMode="auto">
              <a:xfrm>
                <a:off x="3575984"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D83B0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75" name="Freeform 174"/>
              <p:cNvSpPr/>
              <p:nvPr/>
            </p:nvSpPr>
            <p:spPr bwMode="auto">
              <a:xfrm>
                <a:off x="3707236"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5C2D9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76" name="Freeform 175"/>
              <p:cNvSpPr/>
              <p:nvPr/>
            </p:nvSpPr>
            <p:spPr bwMode="auto">
              <a:xfrm>
                <a:off x="3831521"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chemeClr val="accent1">
                    <a:lumMod val="40000"/>
                    <a:lumOff val="60000"/>
                    <a:alpha val="47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77" name="Freeform 176"/>
              <p:cNvSpPr/>
              <p:nvPr/>
            </p:nvSpPr>
            <p:spPr bwMode="auto">
              <a:xfrm>
                <a:off x="3970509"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5C2D9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78" name="Freeform 177"/>
              <p:cNvSpPr/>
              <p:nvPr/>
            </p:nvSpPr>
            <p:spPr bwMode="auto">
              <a:xfrm>
                <a:off x="4109497"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00BCF2">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79" name="Freeform 178"/>
              <p:cNvSpPr/>
              <p:nvPr/>
            </p:nvSpPr>
            <p:spPr bwMode="auto">
              <a:xfrm>
                <a:off x="4243229"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B4009E">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grpSp>
        <p:sp>
          <p:nvSpPr>
            <p:cNvPr id="103" name="Freeform 102"/>
            <p:cNvSpPr/>
            <p:nvPr/>
          </p:nvSpPr>
          <p:spPr>
            <a:xfrm>
              <a:off x="4326016" y="1113404"/>
              <a:ext cx="1559745" cy="914653"/>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00BCF2"/>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4" name="Freeform 103"/>
            <p:cNvSpPr/>
            <p:nvPr/>
          </p:nvSpPr>
          <p:spPr>
            <a:xfrm flipH="1">
              <a:off x="3615787" y="1972924"/>
              <a:ext cx="843704" cy="468878"/>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chemeClr val="accent1">
                <a:lumMod val="40000"/>
                <a:lumOff val="60000"/>
              </a:schemeClr>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5" name="Freeform 104"/>
            <p:cNvSpPr/>
            <p:nvPr/>
          </p:nvSpPr>
          <p:spPr>
            <a:xfrm flipH="1">
              <a:off x="2369224" y="863590"/>
              <a:ext cx="1736456" cy="965015"/>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rgbClr val="5C2D91"/>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6" name="Freeform 105"/>
            <p:cNvSpPr/>
            <p:nvPr/>
          </p:nvSpPr>
          <p:spPr>
            <a:xfrm>
              <a:off x="612837" y="1564225"/>
              <a:ext cx="1956176" cy="1087122"/>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rgbClr val="107C10"/>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7" name="Freeform 106"/>
            <p:cNvSpPr/>
            <p:nvPr/>
          </p:nvSpPr>
          <p:spPr bwMode="auto">
            <a:xfrm>
              <a:off x="3407312" y="1800435"/>
              <a:ext cx="299924" cy="4156488"/>
            </a:xfrm>
            <a:custGeom>
              <a:avLst/>
              <a:gdLst>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709"/>
                <a:gd name="connsiteY0" fmla="*/ 5153891 h 5153891"/>
                <a:gd name="connsiteX1" fmla="*/ 378691 w 378709"/>
                <a:gd name="connsiteY1" fmla="*/ 4064000 h 5153891"/>
                <a:gd name="connsiteX2" fmla="*/ 0 w 378709"/>
                <a:gd name="connsiteY2" fmla="*/ 3823854 h 5153891"/>
                <a:gd name="connsiteX3" fmla="*/ 0 w 378709"/>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Lst>
              <a:ahLst/>
              <a:cxnLst>
                <a:cxn ang="0">
                  <a:pos x="connsiteX0" y="connsiteY0"/>
                </a:cxn>
                <a:cxn ang="0">
                  <a:pos x="connsiteX1" y="connsiteY1"/>
                </a:cxn>
                <a:cxn ang="0">
                  <a:pos x="connsiteX2" y="connsiteY2"/>
                </a:cxn>
                <a:cxn ang="0">
                  <a:pos x="connsiteX3" y="connsiteY3"/>
                </a:cxn>
              </a:cxnLst>
              <a:rect l="l" t="t" r="r" b="b"/>
              <a:pathLst>
                <a:path w="378691" h="5153891">
                  <a:moveTo>
                    <a:pt x="378691" y="5153891"/>
                  </a:moveTo>
                  <a:lnTo>
                    <a:pt x="378691" y="4064000"/>
                  </a:lnTo>
                  <a:lnTo>
                    <a:pt x="0" y="3823854"/>
                  </a:lnTo>
                  <a:lnTo>
                    <a:pt x="0" y="0"/>
                  </a:lnTo>
                </a:path>
              </a:pathLst>
            </a:custGeom>
            <a:noFill/>
            <a:ln w="762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08" name="Freeform 107"/>
            <p:cNvSpPr/>
            <p:nvPr/>
          </p:nvSpPr>
          <p:spPr bwMode="auto">
            <a:xfrm>
              <a:off x="3831521" y="2248113"/>
              <a:ext cx="219457" cy="3708811"/>
            </a:xfrm>
            <a:custGeom>
              <a:avLst/>
              <a:gdLst>
                <a:gd name="connsiteX0" fmla="*/ 0 w 277091"/>
                <a:gd name="connsiteY0" fmla="*/ 4682836 h 4682836"/>
                <a:gd name="connsiteX1" fmla="*/ 0 w 277091"/>
                <a:gd name="connsiteY1" fmla="*/ 3463636 h 4682836"/>
                <a:gd name="connsiteX2" fmla="*/ 277091 w 277091"/>
                <a:gd name="connsiteY2" fmla="*/ 3140363 h 4682836"/>
                <a:gd name="connsiteX3" fmla="*/ 277091 w 277091"/>
                <a:gd name="connsiteY3" fmla="*/ 0 h 4682836"/>
              </a:gdLst>
              <a:ahLst/>
              <a:cxnLst>
                <a:cxn ang="0">
                  <a:pos x="connsiteX0" y="connsiteY0"/>
                </a:cxn>
                <a:cxn ang="0">
                  <a:pos x="connsiteX1" y="connsiteY1"/>
                </a:cxn>
                <a:cxn ang="0">
                  <a:pos x="connsiteX2" y="connsiteY2"/>
                </a:cxn>
                <a:cxn ang="0">
                  <a:pos x="connsiteX3" y="connsiteY3"/>
                </a:cxn>
              </a:cxnLst>
              <a:rect l="l" t="t" r="r" b="b"/>
              <a:pathLst>
                <a:path w="277091" h="4682836">
                  <a:moveTo>
                    <a:pt x="0" y="4682836"/>
                  </a:moveTo>
                  <a:lnTo>
                    <a:pt x="0" y="3463636"/>
                  </a:lnTo>
                  <a:lnTo>
                    <a:pt x="277091" y="3140363"/>
                  </a:lnTo>
                  <a:lnTo>
                    <a:pt x="277091" y="0"/>
                  </a:lnTo>
                </a:path>
              </a:pathLst>
            </a:custGeom>
            <a:noFill/>
            <a:ln w="76200">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09" name="Freeform 108"/>
            <p:cNvSpPr/>
            <p:nvPr/>
          </p:nvSpPr>
          <p:spPr bwMode="auto">
            <a:xfrm>
              <a:off x="3970509" y="4157382"/>
              <a:ext cx="519381" cy="1799541"/>
            </a:xfrm>
            <a:custGeom>
              <a:avLst/>
              <a:gdLst>
                <a:gd name="connsiteX0" fmla="*/ 0 w 655782"/>
                <a:gd name="connsiteY0" fmla="*/ 2272146 h 2272146"/>
                <a:gd name="connsiteX1" fmla="*/ 0 w 655782"/>
                <a:gd name="connsiteY1" fmla="*/ 1099127 h 2272146"/>
                <a:gd name="connsiteX2" fmla="*/ 655782 w 655782"/>
                <a:gd name="connsiteY2" fmla="*/ 304800 h 2272146"/>
                <a:gd name="connsiteX3" fmla="*/ 655782 w 655782"/>
                <a:gd name="connsiteY3" fmla="*/ 0 h 2272146"/>
              </a:gdLst>
              <a:ahLst/>
              <a:cxnLst>
                <a:cxn ang="0">
                  <a:pos x="connsiteX0" y="connsiteY0"/>
                </a:cxn>
                <a:cxn ang="0">
                  <a:pos x="connsiteX1" y="connsiteY1"/>
                </a:cxn>
                <a:cxn ang="0">
                  <a:pos x="connsiteX2" y="connsiteY2"/>
                </a:cxn>
                <a:cxn ang="0">
                  <a:pos x="connsiteX3" y="connsiteY3"/>
                </a:cxn>
              </a:cxnLst>
              <a:rect l="l" t="t" r="r" b="b"/>
              <a:pathLst>
                <a:path w="655782" h="2272146">
                  <a:moveTo>
                    <a:pt x="0" y="2272146"/>
                  </a:moveTo>
                  <a:lnTo>
                    <a:pt x="0" y="1099127"/>
                  </a:lnTo>
                  <a:lnTo>
                    <a:pt x="655782" y="304800"/>
                  </a:lnTo>
                  <a:lnTo>
                    <a:pt x="655782" y="0"/>
                  </a:lnTo>
                </a:path>
              </a:pathLst>
            </a:custGeom>
            <a:noFill/>
            <a:ln w="762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10" name="Freeform 109"/>
            <p:cNvSpPr/>
            <p:nvPr/>
          </p:nvSpPr>
          <p:spPr bwMode="auto">
            <a:xfrm>
              <a:off x="4109497" y="1434297"/>
              <a:ext cx="790043" cy="4522628"/>
            </a:xfrm>
            <a:custGeom>
              <a:avLst/>
              <a:gdLst>
                <a:gd name="connsiteX0" fmla="*/ 0 w 997527"/>
                <a:gd name="connsiteY0" fmla="*/ 5421746 h 5421746"/>
                <a:gd name="connsiteX1" fmla="*/ 0 w 997527"/>
                <a:gd name="connsiteY1" fmla="*/ 4285673 h 5421746"/>
                <a:gd name="connsiteX2" fmla="*/ 997527 w 997527"/>
                <a:gd name="connsiteY2" fmla="*/ 3084946 h 5421746"/>
                <a:gd name="connsiteX3" fmla="*/ 997527 w 997527"/>
                <a:gd name="connsiteY3" fmla="*/ 0 h 5421746"/>
                <a:gd name="connsiteX0" fmla="*/ 0 w 997527"/>
                <a:gd name="connsiteY0" fmla="*/ 5710382 h 5710382"/>
                <a:gd name="connsiteX1" fmla="*/ 0 w 997527"/>
                <a:gd name="connsiteY1" fmla="*/ 4574309 h 5710382"/>
                <a:gd name="connsiteX2" fmla="*/ 997527 w 997527"/>
                <a:gd name="connsiteY2" fmla="*/ 3373582 h 5710382"/>
                <a:gd name="connsiteX3" fmla="*/ 997527 w 997527"/>
                <a:gd name="connsiteY3" fmla="*/ 0 h 5710382"/>
              </a:gdLst>
              <a:ahLst/>
              <a:cxnLst>
                <a:cxn ang="0">
                  <a:pos x="connsiteX0" y="connsiteY0"/>
                </a:cxn>
                <a:cxn ang="0">
                  <a:pos x="connsiteX1" y="connsiteY1"/>
                </a:cxn>
                <a:cxn ang="0">
                  <a:pos x="connsiteX2" y="connsiteY2"/>
                </a:cxn>
                <a:cxn ang="0">
                  <a:pos x="connsiteX3" y="connsiteY3"/>
                </a:cxn>
              </a:cxnLst>
              <a:rect l="l" t="t" r="r" b="b"/>
              <a:pathLst>
                <a:path w="997527" h="5710382">
                  <a:moveTo>
                    <a:pt x="0" y="5710382"/>
                  </a:moveTo>
                  <a:lnTo>
                    <a:pt x="0" y="4574309"/>
                  </a:lnTo>
                  <a:lnTo>
                    <a:pt x="997527" y="3373582"/>
                  </a:lnTo>
                  <a:lnTo>
                    <a:pt x="997527" y="0"/>
                  </a:lnTo>
                </a:path>
              </a:pathLst>
            </a:custGeom>
            <a:noFill/>
            <a:ln w="76200">
              <a:solidFill>
                <a:srgbClr val="00BCF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11" name="Freeform 110"/>
            <p:cNvSpPr/>
            <p:nvPr/>
          </p:nvSpPr>
          <p:spPr bwMode="auto">
            <a:xfrm>
              <a:off x="2529412" y="4367696"/>
              <a:ext cx="921718" cy="1587400"/>
            </a:xfrm>
            <a:custGeom>
              <a:avLst/>
              <a:gdLst>
                <a:gd name="connsiteX0" fmla="*/ 1163782 w 1163782"/>
                <a:gd name="connsiteY0" fmla="*/ 2004291 h 2004291"/>
                <a:gd name="connsiteX1" fmla="*/ 1163782 w 1163782"/>
                <a:gd name="connsiteY1" fmla="*/ 1256145 h 2004291"/>
                <a:gd name="connsiteX2" fmla="*/ 0 w 1163782"/>
                <a:gd name="connsiteY2" fmla="*/ 554182 h 2004291"/>
                <a:gd name="connsiteX3" fmla="*/ 0 w 1163782"/>
                <a:gd name="connsiteY3" fmla="*/ 0 h 2004291"/>
              </a:gdLst>
              <a:ahLst/>
              <a:cxnLst>
                <a:cxn ang="0">
                  <a:pos x="connsiteX0" y="connsiteY0"/>
                </a:cxn>
                <a:cxn ang="0">
                  <a:pos x="connsiteX1" y="connsiteY1"/>
                </a:cxn>
                <a:cxn ang="0">
                  <a:pos x="connsiteX2" y="connsiteY2"/>
                </a:cxn>
                <a:cxn ang="0">
                  <a:pos x="connsiteX3" y="connsiteY3"/>
                </a:cxn>
              </a:cxnLst>
              <a:rect l="l" t="t" r="r" b="b"/>
              <a:pathLst>
                <a:path w="1163782" h="2004291">
                  <a:moveTo>
                    <a:pt x="1163782" y="2004291"/>
                  </a:moveTo>
                  <a:lnTo>
                    <a:pt x="1163782" y="1256145"/>
                  </a:lnTo>
                  <a:lnTo>
                    <a:pt x="0" y="554182"/>
                  </a:lnTo>
                  <a:lnTo>
                    <a:pt x="0" y="0"/>
                  </a:lnTo>
                </a:path>
              </a:pathLst>
            </a:custGeom>
            <a:noFill/>
            <a:ln w="762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12" name="Freeform 111"/>
            <p:cNvSpPr/>
            <p:nvPr/>
          </p:nvSpPr>
          <p:spPr bwMode="auto">
            <a:xfrm>
              <a:off x="2277125" y="3431348"/>
              <a:ext cx="1031446" cy="2523747"/>
            </a:xfrm>
            <a:custGeom>
              <a:avLst/>
              <a:gdLst>
                <a:gd name="connsiteX0" fmla="*/ 1302327 w 1302327"/>
                <a:gd name="connsiteY0" fmla="*/ 3186546 h 3186546"/>
                <a:gd name="connsiteX1" fmla="*/ 1302327 w 1302327"/>
                <a:gd name="connsiteY1" fmla="*/ 2530764 h 3186546"/>
                <a:gd name="connsiteX2" fmla="*/ 0 w 1302327"/>
                <a:gd name="connsiteY2" fmla="*/ 1727200 h 3186546"/>
                <a:gd name="connsiteX3" fmla="*/ 0 w 1302327"/>
                <a:gd name="connsiteY3" fmla="*/ 0 h 3186546"/>
              </a:gdLst>
              <a:ahLst/>
              <a:cxnLst>
                <a:cxn ang="0">
                  <a:pos x="connsiteX0" y="connsiteY0"/>
                </a:cxn>
                <a:cxn ang="0">
                  <a:pos x="connsiteX1" y="connsiteY1"/>
                </a:cxn>
                <a:cxn ang="0">
                  <a:pos x="connsiteX2" y="connsiteY2"/>
                </a:cxn>
                <a:cxn ang="0">
                  <a:pos x="connsiteX3" y="connsiteY3"/>
                </a:cxn>
              </a:cxnLst>
              <a:rect l="l" t="t" r="r" b="b"/>
              <a:pathLst>
                <a:path w="1302327" h="3186546">
                  <a:moveTo>
                    <a:pt x="1302327" y="3186546"/>
                  </a:moveTo>
                  <a:lnTo>
                    <a:pt x="1302327" y="2530764"/>
                  </a:lnTo>
                  <a:lnTo>
                    <a:pt x="0" y="1727200"/>
                  </a:lnTo>
                  <a:lnTo>
                    <a:pt x="0" y="0"/>
                  </a:lnTo>
                </a:path>
              </a:pathLst>
            </a:custGeom>
            <a:no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13" name="Freeform 112"/>
            <p:cNvSpPr/>
            <p:nvPr/>
          </p:nvSpPr>
          <p:spPr bwMode="auto">
            <a:xfrm>
              <a:off x="1715334" y="2470967"/>
              <a:ext cx="1459908" cy="3484128"/>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Lst>
              <a:ahLst/>
              <a:cxnLst>
                <a:cxn ang="0">
                  <a:pos x="connsiteX0" y="connsiteY0"/>
                </a:cxn>
                <a:cxn ang="0">
                  <a:pos x="connsiteX1" y="connsiteY1"/>
                </a:cxn>
                <a:cxn ang="0">
                  <a:pos x="connsiteX2" y="connsiteY2"/>
                </a:cxn>
                <a:cxn ang="0">
                  <a:pos x="connsiteX3" y="connsiteY3"/>
                </a:cxn>
              </a:cxnLst>
              <a:rect l="l" t="t" r="r" b="b"/>
              <a:pathLst>
                <a:path w="1843314" h="4412343">
                  <a:moveTo>
                    <a:pt x="1843314" y="4412343"/>
                  </a:moveTo>
                  <a:lnTo>
                    <a:pt x="1843314" y="3860800"/>
                  </a:lnTo>
                  <a:lnTo>
                    <a:pt x="0" y="2743200"/>
                  </a:lnTo>
                  <a:lnTo>
                    <a:pt x="0" y="0"/>
                  </a:lnTo>
                </a:path>
              </a:pathLst>
            </a:custGeom>
            <a:noFill/>
            <a:ln w="7620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grpSp>
          <p:nvGrpSpPr>
            <p:cNvPr id="114" name="Group 113"/>
            <p:cNvGrpSpPr/>
            <p:nvPr/>
          </p:nvGrpSpPr>
          <p:grpSpPr>
            <a:xfrm>
              <a:off x="1628067" y="897487"/>
              <a:ext cx="592741" cy="596020"/>
              <a:chOff x="1384862" y="1213712"/>
              <a:chExt cx="526613" cy="529527"/>
            </a:xfrm>
            <a:solidFill>
              <a:schemeClr val="accent6"/>
            </a:solidFill>
            <a:effectLst/>
          </p:grpSpPr>
          <p:sp>
            <p:nvSpPr>
              <p:cNvPr id="169" name="Freeform 86"/>
              <p:cNvSpPr>
                <a:spLocks noEditPoints="1"/>
              </p:cNvSpPr>
              <p:nvPr userDrawn="1"/>
            </p:nvSpPr>
            <p:spPr bwMode="black">
              <a:xfrm>
                <a:off x="1384862" y="1213712"/>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70" name="Oval 87"/>
              <p:cNvSpPr>
                <a:spLocks noChangeArrowheads="1"/>
              </p:cNvSpPr>
              <p:nvPr userDrawn="1"/>
            </p:nvSpPr>
            <p:spPr bwMode="black">
              <a:xfrm>
                <a:off x="1599323" y="1438800"/>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15" name="Group 114"/>
            <p:cNvGrpSpPr/>
            <p:nvPr/>
          </p:nvGrpSpPr>
          <p:grpSpPr>
            <a:xfrm>
              <a:off x="4187481" y="3662721"/>
              <a:ext cx="592741" cy="596020"/>
              <a:chOff x="1192991" y="986572"/>
              <a:chExt cx="526613" cy="529527"/>
            </a:xfrm>
            <a:solidFill>
              <a:schemeClr val="accent4"/>
            </a:solidFill>
            <a:effectLst/>
          </p:grpSpPr>
          <p:sp>
            <p:nvSpPr>
              <p:cNvPr id="167" name="Freeform 86"/>
              <p:cNvSpPr>
                <a:spLocks noEditPoints="1"/>
              </p:cNvSpPr>
              <p:nvPr userDrawn="1"/>
            </p:nvSpPr>
            <p:spPr bwMode="black">
              <a:xfrm>
                <a:off x="1192991" y="986572"/>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68" name="Oval 87"/>
              <p:cNvSpPr>
                <a:spLocks noChangeArrowheads="1"/>
              </p:cNvSpPr>
              <p:nvPr userDrawn="1"/>
            </p:nvSpPr>
            <p:spPr bwMode="black">
              <a:xfrm>
                <a:off x="1407452" y="1211659"/>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16" name="Group 115"/>
            <p:cNvGrpSpPr/>
            <p:nvPr/>
          </p:nvGrpSpPr>
          <p:grpSpPr>
            <a:xfrm>
              <a:off x="5562569" y="3811694"/>
              <a:ext cx="592741" cy="596020"/>
              <a:chOff x="1169858" y="919275"/>
              <a:chExt cx="526613" cy="529527"/>
            </a:xfrm>
            <a:solidFill>
              <a:schemeClr val="bg2"/>
            </a:solidFill>
            <a:effectLst/>
          </p:grpSpPr>
          <p:sp>
            <p:nvSpPr>
              <p:cNvPr id="165"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66"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17" name="Group 116"/>
            <p:cNvGrpSpPr/>
            <p:nvPr/>
          </p:nvGrpSpPr>
          <p:grpSpPr>
            <a:xfrm>
              <a:off x="2251226" y="3920245"/>
              <a:ext cx="592741" cy="596020"/>
              <a:chOff x="1169858" y="919275"/>
              <a:chExt cx="526613" cy="529527"/>
            </a:xfrm>
            <a:solidFill>
              <a:schemeClr val="accent2"/>
            </a:solidFill>
            <a:effectLst/>
          </p:grpSpPr>
          <p:sp>
            <p:nvSpPr>
              <p:cNvPr id="162"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63" name="Oval 87"/>
              <p:cNvSpPr>
                <a:spLocks noChangeArrowheads="1"/>
              </p:cNvSpPr>
              <p:nvPr userDrawn="1"/>
            </p:nvSpPr>
            <p:spPr bwMode="black">
              <a:xfrm>
                <a:off x="1327919" y="1087978"/>
                <a:ext cx="210492" cy="210434"/>
              </a:xfrm>
              <a:prstGeom prst="ellipse">
                <a:avLst/>
              </a:prstGeom>
              <a:solidFill>
                <a:schemeClr val="tx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64"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18" name="Group 117"/>
            <p:cNvGrpSpPr/>
            <p:nvPr/>
          </p:nvGrpSpPr>
          <p:grpSpPr>
            <a:xfrm>
              <a:off x="1979416" y="2931272"/>
              <a:ext cx="592741" cy="596020"/>
              <a:chOff x="1169858" y="919275"/>
              <a:chExt cx="526613" cy="529527"/>
            </a:xfrm>
            <a:solidFill>
              <a:schemeClr val="bg2"/>
            </a:solidFill>
            <a:effectLst/>
          </p:grpSpPr>
          <p:sp>
            <p:nvSpPr>
              <p:cNvPr id="160"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61"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19" name="Group 118"/>
            <p:cNvGrpSpPr/>
            <p:nvPr/>
          </p:nvGrpSpPr>
          <p:grpSpPr>
            <a:xfrm>
              <a:off x="1087443" y="3772491"/>
              <a:ext cx="353569" cy="355525"/>
              <a:chOff x="1169858" y="919275"/>
              <a:chExt cx="526613" cy="529527"/>
            </a:xfrm>
            <a:solidFill>
              <a:schemeClr val="accent2"/>
            </a:solidFill>
            <a:effectLst/>
          </p:grpSpPr>
          <p:sp>
            <p:nvSpPr>
              <p:cNvPr id="158"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59"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20" name="Group 119"/>
            <p:cNvGrpSpPr/>
            <p:nvPr/>
          </p:nvGrpSpPr>
          <p:grpSpPr>
            <a:xfrm>
              <a:off x="2808843" y="2093298"/>
              <a:ext cx="353569" cy="355525"/>
              <a:chOff x="1169858" y="919275"/>
              <a:chExt cx="526613" cy="529527"/>
            </a:xfrm>
            <a:solidFill>
              <a:schemeClr val="tx2"/>
            </a:solidFill>
            <a:effectLst/>
          </p:grpSpPr>
          <p:sp>
            <p:nvSpPr>
              <p:cNvPr id="156"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57"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21" name="Group 120"/>
            <p:cNvGrpSpPr/>
            <p:nvPr/>
          </p:nvGrpSpPr>
          <p:grpSpPr>
            <a:xfrm>
              <a:off x="3907404" y="751557"/>
              <a:ext cx="353569" cy="355525"/>
              <a:chOff x="1169858" y="919275"/>
              <a:chExt cx="526613" cy="529527"/>
            </a:xfrm>
            <a:solidFill>
              <a:schemeClr val="bg2"/>
            </a:solidFill>
            <a:effectLst/>
          </p:grpSpPr>
          <p:sp>
            <p:nvSpPr>
              <p:cNvPr id="154"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55"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22" name="Group 121"/>
            <p:cNvGrpSpPr/>
            <p:nvPr/>
          </p:nvGrpSpPr>
          <p:grpSpPr>
            <a:xfrm>
              <a:off x="4368105" y="2793107"/>
              <a:ext cx="353569" cy="355525"/>
              <a:chOff x="1169858" y="919275"/>
              <a:chExt cx="526613" cy="529527"/>
            </a:xfrm>
            <a:solidFill>
              <a:schemeClr val="bg2"/>
            </a:solidFill>
            <a:effectLst/>
          </p:grpSpPr>
          <p:sp>
            <p:nvSpPr>
              <p:cNvPr id="152"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53"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23" name="Group 122"/>
            <p:cNvGrpSpPr/>
            <p:nvPr/>
          </p:nvGrpSpPr>
          <p:grpSpPr>
            <a:xfrm>
              <a:off x="3573191" y="4403674"/>
              <a:ext cx="353569" cy="355525"/>
              <a:chOff x="1169858" y="919275"/>
              <a:chExt cx="526613" cy="529527"/>
            </a:xfrm>
            <a:solidFill>
              <a:schemeClr val="accent6"/>
            </a:solidFill>
            <a:effectLst/>
          </p:grpSpPr>
          <p:sp>
            <p:nvSpPr>
              <p:cNvPr id="150"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51"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pSp>
          <p:nvGrpSpPr>
            <p:cNvPr id="124" name="Group 123"/>
            <p:cNvGrpSpPr/>
            <p:nvPr/>
          </p:nvGrpSpPr>
          <p:grpSpPr>
            <a:xfrm>
              <a:off x="4469596" y="5087159"/>
              <a:ext cx="353569" cy="355525"/>
              <a:chOff x="1169858" y="919275"/>
              <a:chExt cx="526613" cy="529527"/>
            </a:xfrm>
            <a:solidFill>
              <a:schemeClr val="accent3"/>
            </a:solidFill>
            <a:effectLst/>
          </p:grpSpPr>
          <p:sp>
            <p:nvSpPr>
              <p:cNvPr id="148"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49"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sp>
          <p:nvSpPr>
            <p:cNvPr id="125" name="Freeform 124"/>
            <p:cNvSpPr/>
            <p:nvPr/>
          </p:nvSpPr>
          <p:spPr>
            <a:xfrm flipH="1">
              <a:off x="2595509" y="2553835"/>
              <a:ext cx="1857837" cy="1089458"/>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D83B01"/>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6" name="Freeform 73"/>
            <p:cNvSpPr>
              <a:spLocks noEditPoints="1"/>
            </p:cNvSpPr>
            <p:nvPr userDrawn="1"/>
          </p:nvSpPr>
          <p:spPr bwMode="black">
            <a:xfrm>
              <a:off x="2960155" y="1066142"/>
              <a:ext cx="673900" cy="650559"/>
            </a:xfrm>
            <a:custGeom>
              <a:avLst/>
              <a:gdLst>
                <a:gd name="T0" fmla="*/ 1799 w 2278"/>
                <a:gd name="T1" fmla="*/ 879 h 2201"/>
                <a:gd name="T2" fmla="*/ 1711 w 2278"/>
                <a:gd name="T3" fmla="*/ 335 h 2201"/>
                <a:gd name="T4" fmla="*/ 1363 w 2278"/>
                <a:gd name="T5" fmla="*/ 315 h 2201"/>
                <a:gd name="T6" fmla="*/ 1068 w 2278"/>
                <a:gd name="T7" fmla="*/ 0 h 2201"/>
                <a:gd name="T8" fmla="*/ 810 w 2278"/>
                <a:gd name="T9" fmla="*/ 412 h 2201"/>
                <a:gd name="T10" fmla="*/ 408 w 2278"/>
                <a:gd name="T11" fmla="*/ 325 h 2201"/>
                <a:gd name="T12" fmla="*/ 246 w 2278"/>
                <a:gd name="T13" fmla="*/ 841 h 2201"/>
                <a:gd name="T14" fmla="*/ 0 w 2278"/>
                <a:gd name="T15" fmla="*/ 1138 h 2201"/>
                <a:gd name="T16" fmla="*/ 338 w 2278"/>
                <a:gd name="T17" fmla="*/ 1396 h 2201"/>
                <a:gd name="T18" fmla="*/ 166 w 2278"/>
                <a:gd name="T19" fmla="*/ 1885 h 2201"/>
                <a:gd name="T20" fmla="*/ 769 w 2278"/>
                <a:gd name="T21" fmla="*/ 1966 h 2201"/>
                <a:gd name="T22" fmla="*/ 1053 w 2278"/>
                <a:gd name="T23" fmla="*/ 2200 h 2201"/>
                <a:gd name="T24" fmla="*/ 1081 w 2278"/>
                <a:gd name="T25" fmla="*/ 2201 h 2201"/>
                <a:gd name="T26" fmla="*/ 1184 w 2278"/>
                <a:gd name="T27" fmla="*/ 1949 h 2201"/>
                <a:gd name="T28" fmla="*/ 1666 w 2278"/>
                <a:gd name="T29" fmla="*/ 1872 h 2201"/>
                <a:gd name="T30" fmla="*/ 1874 w 2278"/>
                <a:gd name="T31" fmla="*/ 1743 h 2201"/>
                <a:gd name="T32" fmla="*/ 2060 w 2278"/>
                <a:gd name="T33" fmla="*/ 1273 h 2201"/>
                <a:gd name="T34" fmla="*/ 1940 w 2278"/>
                <a:gd name="T35" fmla="*/ 1369 h 2201"/>
                <a:gd name="T36" fmla="*/ 1385 w 2278"/>
                <a:gd name="T37" fmla="*/ 1279 h 2201"/>
                <a:gd name="T38" fmla="*/ 1837 w 2278"/>
                <a:gd name="T39" fmla="*/ 1733 h 2201"/>
                <a:gd name="T40" fmla="*/ 1302 w 2278"/>
                <a:gd name="T41" fmla="*/ 1393 h 2201"/>
                <a:gd name="T42" fmla="*/ 1433 w 2278"/>
                <a:gd name="T43" fmla="*/ 1759 h 2201"/>
                <a:gd name="T44" fmla="*/ 1193 w 2278"/>
                <a:gd name="T45" fmla="*/ 1461 h 2201"/>
                <a:gd name="T46" fmla="*/ 1156 w 2278"/>
                <a:gd name="T47" fmla="*/ 1924 h 2201"/>
                <a:gd name="T48" fmla="*/ 1053 w 2278"/>
                <a:gd name="T49" fmla="*/ 1484 h 2201"/>
                <a:gd name="T50" fmla="*/ 878 w 2278"/>
                <a:gd name="T51" fmla="*/ 1857 h 2201"/>
                <a:gd name="T52" fmla="*/ 804 w 2278"/>
                <a:gd name="T53" fmla="*/ 1753 h 2201"/>
                <a:gd name="T54" fmla="*/ 438 w 2278"/>
                <a:gd name="T55" fmla="*/ 1789 h 2201"/>
                <a:gd name="T56" fmla="*/ 369 w 2278"/>
                <a:gd name="T57" fmla="*/ 1741 h 2201"/>
                <a:gd name="T58" fmla="*/ 551 w 2278"/>
                <a:gd name="T59" fmla="*/ 1362 h 2201"/>
                <a:gd name="T60" fmla="*/ 447 w 2278"/>
                <a:gd name="T61" fmla="*/ 1287 h 2201"/>
                <a:gd name="T62" fmla="*/ 723 w 2278"/>
                <a:gd name="T63" fmla="*/ 1153 h 2201"/>
                <a:gd name="T64" fmla="*/ 253 w 2278"/>
                <a:gd name="T65" fmla="*/ 1023 h 2201"/>
                <a:gd name="T66" fmla="*/ 745 w 2278"/>
                <a:gd name="T67" fmla="*/ 1014 h 2201"/>
                <a:gd name="T68" fmla="*/ 386 w 2278"/>
                <a:gd name="T69" fmla="*/ 736 h 2201"/>
                <a:gd name="T70" fmla="*/ 813 w 2278"/>
                <a:gd name="T71" fmla="*/ 904 h 2201"/>
                <a:gd name="T72" fmla="*/ 701 w 2278"/>
                <a:gd name="T73" fmla="*/ 530 h 2201"/>
                <a:gd name="T74" fmla="*/ 944 w 2278"/>
                <a:gd name="T75" fmla="*/ 815 h 2201"/>
                <a:gd name="T76" fmla="*/ 996 w 2278"/>
                <a:gd name="T77" fmla="*/ 287 h 2201"/>
                <a:gd name="T78" fmla="*/ 1083 w 2278"/>
                <a:gd name="T79" fmla="*/ 792 h 2201"/>
                <a:gd name="T80" fmla="*/ 1253 w 2278"/>
                <a:gd name="T81" fmla="*/ 424 h 2201"/>
                <a:gd name="T82" fmla="*/ 1331 w 2278"/>
                <a:gd name="T83" fmla="*/ 529 h 2201"/>
                <a:gd name="T84" fmla="*/ 1558 w 2278"/>
                <a:gd name="T85" fmla="*/ 488 h 2201"/>
                <a:gd name="T86" fmla="*/ 1618 w 2278"/>
                <a:gd name="T87" fmla="*/ 610 h 2201"/>
                <a:gd name="T88" fmla="*/ 1586 w 2278"/>
                <a:gd name="T89" fmla="*/ 914 h 2201"/>
                <a:gd name="T90" fmla="*/ 1690 w 2278"/>
                <a:gd name="T91" fmla="*/ 989 h 2201"/>
                <a:gd name="T92" fmla="*/ 1414 w 2278"/>
                <a:gd name="T93" fmla="*/ 1123 h 2201"/>
                <a:gd name="T94" fmla="*/ 2028 w 2278"/>
                <a:gd name="T95" fmla="*/ 1253 h 2201"/>
                <a:gd name="T96" fmla="*/ 1292 w 2278"/>
                <a:gd name="T97" fmla="*/ 936 h 2201"/>
                <a:gd name="T98" fmla="*/ 1083 w 2278"/>
                <a:gd name="T99" fmla="*/ 837 h 2201"/>
                <a:gd name="T100" fmla="*/ 945 w 2278"/>
                <a:gd name="T101" fmla="*/ 863 h 2201"/>
                <a:gd name="T102" fmla="*/ 787 w 2278"/>
                <a:gd name="T103" fmla="*/ 1031 h 2201"/>
                <a:gd name="T104" fmla="*/ 787 w 2278"/>
                <a:gd name="T105" fmla="*/ 1245 h 2201"/>
                <a:gd name="T106" fmla="*/ 945 w 2278"/>
                <a:gd name="T107" fmla="*/ 1412 h 2201"/>
                <a:gd name="T108" fmla="*/ 1083 w 2278"/>
                <a:gd name="T109" fmla="*/ 1439 h 2201"/>
                <a:gd name="T110" fmla="*/ 1292 w 2278"/>
                <a:gd name="T111" fmla="*/ 1340 h 2201"/>
                <a:gd name="T112" fmla="*/ 1370 w 2278"/>
                <a:gd name="T113" fmla="*/ 1138 h 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8" h="2201">
                  <a:moveTo>
                    <a:pt x="2125" y="983"/>
                  </a:moveTo>
                  <a:cubicBezTo>
                    <a:pt x="2074" y="983"/>
                    <a:pt x="2030" y="1007"/>
                    <a:pt x="2002" y="1045"/>
                  </a:cubicBezTo>
                  <a:cubicBezTo>
                    <a:pt x="1787" y="929"/>
                    <a:pt x="1787" y="929"/>
                    <a:pt x="1787" y="929"/>
                  </a:cubicBezTo>
                  <a:cubicBezTo>
                    <a:pt x="1795" y="914"/>
                    <a:pt x="1799" y="897"/>
                    <a:pt x="1799" y="879"/>
                  </a:cubicBezTo>
                  <a:cubicBezTo>
                    <a:pt x="1799" y="828"/>
                    <a:pt x="1764" y="785"/>
                    <a:pt x="1715" y="773"/>
                  </a:cubicBezTo>
                  <a:cubicBezTo>
                    <a:pt x="1729" y="640"/>
                    <a:pt x="1729" y="640"/>
                    <a:pt x="1729" y="640"/>
                  </a:cubicBezTo>
                  <a:cubicBezTo>
                    <a:pt x="1805" y="630"/>
                    <a:pt x="1863" y="566"/>
                    <a:pt x="1863" y="488"/>
                  </a:cubicBezTo>
                  <a:cubicBezTo>
                    <a:pt x="1863" y="404"/>
                    <a:pt x="1795" y="335"/>
                    <a:pt x="1711" y="335"/>
                  </a:cubicBezTo>
                  <a:cubicBezTo>
                    <a:pt x="1645" y="335"/>
                    <a:pt x="1589" y="377"/>
                    <a:pt x="1567" y="435"/>
                  </a:cubicBezTo>
                  <a:cubicBezTo>
                    <a:pt x="1472" y="427"/>
                    <a:pt x="1472" y="427"/>
                    <a:pt x="1472" y="427"/>
                  </a:cubicBezTo>
                  <a:cubicBezTo>
                    <a:pt x="1472" y="426"/>
                    <a:pt x="1472" y="425"/>
                    <a:pt x="1472" y="424"/>
                  </a:cubicBezTo>
                  <a:cubicBezTo>
                    <a:pt x="1472" y="364"/>
                    <a:pt x="1423" y="315"/>
                    <a:pt x="1363" y="315"/>
                  </a:cubicBezTo>
                  <a:cubicBezTo>
                    <a:pt x="1334" y="315"/>
                    <a:pt x="1309" y="326"/>
                    <a:pt x="1289" y="343"/>
                  </a:cubicBezTo>
                  <a:cubicBezTo>
                    <a:pt x="1187" y="250"/>
                    <a:pt x="1187" y="250"/>
                    <a:pt x="1187" y="250"/>
                  </a:cubicBezTo>
                  <a:cubicBezTo>
                    <a:pt x="1208" y="223"/>
                    <a:pt x="1221" y="190"/>
                    <a:pt x="1221" y="153"/>
                  </a:cubicBezTo>
                  <a:cubicBezTo>
                    <a:pt x="1221" y="69"/>
                    <a:pt x="1153" y="0"/>
                    <a:pt x="1068" y="0"/>
                  </a:cubicBezTo>
                  <a:cubicBezTo>
                    <a:pt x="984" y="0"/>
                    <a:pt x="916" y="69"/>
                    <a:pt x="916" y="153"/>
                  </a:cubicBezTo>
                  <a:cubicBezTo>
                    <a:pt x="916" y="197"/>
                    <a:pt x="935" y="237"/>
                    <a:pt x="965" y="265"/>
                  </a:cubicBezTo>
                  <a:cubicBezTo>
                    <a:pt x="856" y="422"/>
                    <a:pt x="856" y="422"/>
                    <a:pt x="856" y="422"/>
                  </a:cubicBezTo>
                  <a:cubicBezTo>
                    <a:pt x="842" y="416"/>
                    <a:pt x="827" y="412"/>
                    <a:pt x="810" y="412"/>
                  </a:cubicBezTo>
                  <a:cubicBezTo>
                    <a:pt x="760" y="412"/>
                    <a:pt x="717" y="446"/>
                    <a:pt x="705" y="493"/>
                  </a:cubicBezTo>
                  <a:cubicBezTo>
                    <a:pt x="561" y="480"/>
                    <a:pt x="561" y="480"/>
                    <a:pt x="561" y="480"/>
                  </a:cubicBezTo>
                  <a:cubicBezTo>
                    <a:pt x="561" y="480"/>
                    <a:pt x="561" y="479"/>
                    <a:pt x="561" y="478"/>
                  </a:cubicBezTo>
                  <a:cubicBezTo>
                    <a:pt x="561" y="394"/>
                    <a:pt x="493" y="325"/>
                    <a:pt x="408" y="325"/>
                  </a:cubicBezTo>
                  <a:cubicBezTo>
                    <a:pt x="324" y="325"/>
                    <a:pt x="256" y="394"/>
                    <a:pt x="256" y="478"/>
                  </a:cubicBezTo>
                  <a:cubicBezTo>
                    <a:pt x="256" y="546"/>
                    <a:pt x="300" y="603"/>
                    <a:pt x="362" y="623"/>
                  </a:cubicBezTo>
                  <a:cubicBezTo>
                    <a:pt x="348" y="732"/>
                    <a:pt x="348" y="732"/>
                    <a:pt x="348" y="732"/>
                  </a:cubicBezTo>
                  <a:cubicBezTo>
                    <a:pt x="291" y="736"/>
                    <a:pt x="246" y="783"/>
                    <a:pt x="246" y="841"/>
                  </a:cubicBezTo>
                  <a:cubicBezTo>
                    <a:pt x="246" y="873"/>
                    <a:pt x="259" y="901"/>
                    <a:pt x="281" y="921"/>
                  </a:cubicBezTo>
                  <a:cubicBezTo>
                    <a:pt x="221" y="1002"/>
                    <a:pt x="221" y="1002"/>
                    <a:pt x="221" y="1002"/>
                  </a:cubicBezTo>
                  <a:cubicBezTo>
                    <a:pt x="201" y="991"/>
                    <a:pt x="177" y="985"/>
                    <a:pt x="153" y="985"/>
                  </a:cubicBezTo>
                  <a:cubicBezTo>
                    <a:pt x="68" y="985"/>
                    <a:pt x="0" y="1054"/>
                    <a:pt x="0" y="1138"/>
                  </a:cubicBezTo>
                  <a:cubicBezTo>
                    <a:pt x="0" y="1222"/>
                    <a:pt x="68" y="1291"/>
                    <a:pt x="153" y="1291"/>
                  </a:cubicBezTo>
                  <a:cubicBezTo>
                    <a:pt x="190" y="1291"/>
                    <a:pt x="225" y="1277"/>
                    <a:pt x="251" y="1254"/>
                  </a:cubicBezTo>
                  <a:cubicBezTo>
                    <a:pt x="354" y="1339"/>
                    <a:pt x="354" y="1339"/>
                    <a:pt x="354" y="1339"/>
                  </a:cubicBezTo>
                  <a:cubicBezTo>
                    <a:pt x="344" y="1356"/>
                    <a:pt x="338" y="1375"/>
                    <a:pt x="338" y="1396"/>
                  </a:cubicBezTo>
                  <a:cubicBezTo>
                    <a:pt x="338" y="1436"/>
                    <a:pt x="359" y="1471"/>
                    <a:pt x="392" y="1490"/>
                  </a:cubicBezTo>
                  <a:cubicBezTo>
                    <a:pt x="332" y="1733"/>
                    <a:pt x="332" y="1733"/>
                    <a:pt x="332" y="1733"/>
                  </a:cubicBezTo>
                  <a:cubicBezTo>
                    <a:pt x="328" y="1732"/>
                    <a:pt x="323" y="1732"/>
                    <a:pt x="319" y="1732"/>
                  </a:cubicBezTo>
                  <a:cubicBezTo>
                    <a:pt x="235" y="1732"/>
                    <a:pt x="166" y="1800"/>
                    <a:pt x="166" y="1885"/>
                  </a:cubicBezTo>
                  <a:cubicBezTo>
                    <a:pt x="166" y="1969"/>
                    <a:pt x="235" y="2038"/>
                    <a:pt x="319" y="2038"/>
                  </a:cubicBezTo>
                  <a:cubicBezTo>
                    <a:pt x="399" y="2038"/>
                    <a:pt x="464" y="1977"/>
                    <a:pt x="471" y="1899"/>
                  </a:cubicBezTo>
                  <a:cubicBezTo>
                    <a:pt x="664" y="1884"/>
                    <a:pt x="664" y="1884"/>
                    <a:pt x="664" y="1884"/>
                  </a:cubicBezTo>
                  <a:cubicBezTo>
                    <a:pt x="676" y="1931"/>
                    <a:pt x="718" y="1966"/>
                    <a:pt x="769" y="1966"/>
                  </a:cubicBezTo>
                  <a:cubicBezTo>
                    <a:pt x="802" y="1966"/>
                    <a:pt x="832" y="1951"/>
                    <a:pt x="852" y="1928"/>
                  </a:cubicBezTo>
                  <a:cubicBezTo>
                    <a:pt x="931" y="1982"/>
                    <a:pt x="931" y="1982"/>
                    <a:pt x="931" y="1982"/>
                  </a:cubicBezTo>
                  <a:cubicBezTo>
                    <a:pt x="921" y="2002"/>
                    <a:pt x="916" y="2024"/>
                    <a:pt x="916" y="2049"/>
                  </a:cubicBezTo>
                  <a:cubicBezTo>
                    <a:pt x="916" y="2128"/>
                    <a:pt x="976" y="2193"/>
                    <a:pt x="1053" y="2200"/>
                  </a:cubicBezTo>
                  <a:cubicBezTo>
                    <a:pt x="1053" y="2201"/>
                    <a:pt x="1053" y="2201"/>
                    <a:pt x="1053" y="2201"/>
                  </a:cubicBezTo>
                  <a:cubicBezTo>
                    <a:pt x="1056" y="2201"/>
                    <a:pt x="1056" y="2201"/>
                    <a:pt x="1056" y="2201"/>
                  </a:cubicBezTo>
                  <a:cubicBezTo>
                    <a:pt x="1060" y="2201"/>
                    <a:pt x="1064" y="2201"/>
                    <a:pt x="1068" y="2201"/>
                  </a:cubicBezTo>
                  <a:cubicBezTo>
                    <a:pt x="1073" y="2201"/>
                    <a:pt x="1077" y="2201"/>
                    <a:pt x="1081" y="2201"/>
                  </a:cubicBezTo>
                  <a:cubicBezTo>
                    <a:pt x="1083" y="2201"/>
                    <a:pt x="1083" y="2201"/>
                    <a:pt x="1083" y="2201"/>
                  </a:cubicBezTo>
                  <a:cubicBezTo>
                    <a:pt x="1083" y="2201"/>
                    <a:pt x="1083" y="2201"/>
                    <a:pt x="1083" y="2201"/>
                  </a:cubicBezTo>
                  <a:cubicBezTo>
                    <a:pt x="1161" y="2193"/>
                    <a:pt x="1221" y="2128"/>
                    <a:pt x="1221" y="2049"/>
                  </a:cubicBezTo>
                  <a:cubicBezTo>
                    <a:pt x="1221" y="2011"/>
                    <a:pt x="1207" y="1976"/>
                    <a:pt x="1184" y="1949"/>
                  </a:cubicBezTo>
                  <a:cubicBezTo>
                    <a:pt x="1268" y="1853"/>
                    <a:pt x="1268" y="1853"/>
                    <a:pt x="1268" y="1853"/>
                  </a:cubicBezTo>
                  <a:cubicBezTo>
                    <a:pt x="1285" y="1863"/>
                    <a:pt x="1304" y="1869"/>
                    <a:pt x="1324" y="1869"/>
                  </a:cubicBezTo>
                  <a:cubicBezTo>
                    <a:pt x="1364" y="1869"/>
                    <a:pt x="1399" y="1847"/>
                    <a:pt x="1418" y="1815"/>
                  </a:cubicBezTo>
                  <a:cubicBezTo>
                    <a:pt x="1666" y="1872"/>
                    <a:pt x="1666" y="1872"/>
                    <a:pt x="1666" y="1872"/>
                  </a:cubicBezTo>
                  <a:cubicBezTo>
                    <a:pt x="1665" y="1876"/>
                    <a:pt x="1665" y="1880"/>
                    <a:pt x="1665" y="1885"/>
                  </a:cubicBezTo>
                  <a:cubicBezTo>
                    <a:pt x="1665" y="1969"/>
                    <a:pt x="1734" y="2038"/>
                    <a:pt x="1818" y="2038"/>
                  </a:cubicBezTo>
                  <a:cubicBezTo>
                    <a:pt x="1902" y="2038"/>
                    <a:pt x="1971" y="1969"/>
                    <a:pt x="1971" y="1885"/>
                  </a:cubicBezTo>
                  <a:cubicBezTo>
                    <a:pt x="1971" y="1820"/>
                    <a:pt x="1931" y="1765"/>
                    <a:pt x="1874" y="1743"/>
                  </a:cubicBezTo>
                  <a:cubicBezTo>
                    <a:pt x="1893" y="1572"/>
                    <a:pt x="1893" y="1572"/>
                    <a:pt x="1893" y="1572"/>
                  </a:cubicBezTo>
                  <a:cubicBezTo>
                    <a:pt x="1949" y="1567"/>
                    <a:pt x="1994" y="1520"/>
                    <a:pt x="1994" y="1463"/>
                  </a:cubicBezTo>
                  <a:cubicBezTo>
                    <a:pt x="1994" y="1436"/>
                    <a:pt x="1984" y="1412"/>
                    <a:pt x="1969" y="1393"/>
                  </a:cubicBezTo>
                  <a:cubicBezTo>
                    <a:pt x="2060" y="1273"/>
                    <a:pt x="2060" y="1273"/>
                    <a:pt x="2060" y="1273"/>
                  </a:cubicBezTo>
                  <a:cubicBezTo>
                    <a:pt x="2080" y="1283"/>
                    <a:pt x="2102" y="1288"/>
                    <a:pt x="2125" y="1288"/>
                  </a:cubicBezTo>
                  <a:cubicBezTo>
                    <a:pt x="2209" y="1288"/>
                    <a:pt x="2278" y="1220"/>
                    <a:pt x="2278" y="1135"/>
                  </a:cubicBezTo>
                  <a:cubicBezTo>
                    <a:pt x="2278" y="1051"/>
                    <a:pt x="2209" y="983"/>
                    <a:pt x="2125" y="983"/>
                  </a:cubicBezTo>
                  <a:close/>
                  <a:moveTo>
                    <a:pt x="1940" y="1369"/>
                  </a:moveTo>
                  <a:cubicBezTo>
                    <a:pt x="1924" y="1359"/>
                    <a:pt x="1905" y="1353"/>
                    <a:pt x="1884" y="1353"/>
                  </a:cubicBezTo>
                  <a:cubicBezTo>
                    <a:pt x="1838" y="1353"/>
                    <a:pt x="1798" y="1383"/>
                    <a:pt x="1782" y="1424"/>
                  </a:cubicBezTo>
                  <a:cubicBezTo>
                    <a:pt x="1392" y="1262"/>
                    <a:pt x="1392" y="1262"/>
                    <a:pt x="1392" y="1262"/>
                  </a:cubicBezTo>
                  <a:cubicBezTo>
                    <a:pt x="1390" y="1268"/>
                    <a:pt x="1387" y="1273"/>
                    <a:pt x="1385" y="1279"/>
                  </a:cubicBezTo>
                  <a:cubicBezTo>
                    <a:pt x="1777" y="1441"/>
                    <a:pt x="1777" y="1441"/>
                    <a:pt x="1777" y="1441"/>
                  </a:cubicBezTo>
                  <a:cubicBezTo>
                    <a:pt x="1776" y="1448"/>
                    <a:pt x="1775" y="1455"/>
                    <a:pt x="1775" y="1463"/>
                  </a:cubicBezTo>
                  <a:cubicBezTo>
                    <a:pt x="1775" y="1513"/>
                    <a:pt x="1809" y="1555"/>
                    <a:pt x="1855" y="1568"/>
                  </a:cubicBezTo>
                  <a:cubicBezTo>
                    <a:pt x="1837" y="1733"/>
                    <a:pt x="1837" y="1733"/>
                    <a:pt x="1837" y="1733"/>
                  </a:cubicBezTo>
                  <a:cubicBezTo>
                    <a:pt x="1831" y="1733"/>
                    <a:pt x="1825" y="1732"/>
                    <a:pt x="1818" y="1732"/>
                  </a:cubicBezTo>
                  <a:cubicBezTo>
                    <a:pt x="1781" y="1732"/>
                    <a:pt x="1746" y="1746"/>
                    <a:pt x="1720" y="1768"/>
                  </a:cubicBezTo>
                  <a:cubicBezTo>
                    <a:pt x="1324" y="1372"/>
                    <a:pt x="1324" y="1372"/>
                    <a:pt x="1324" y="1372"/>
                  </a:cubicBezTo>
                  <a:cubicBezTo>
                    <a:pt x="1317" y="1379"/>
                    <a:pt x="1310" y="1386"/>
                    <a:pt x="1302" y="1393"/>
                  </a:cubicBezTo>
                  <a:cubicBezTo>
                    <a:pt x="1699" y="1789"/>
                    <a:pt x="1699" y="1789"/>
                    <a:pt x="1699" y="1789"/>
                  </a:cubicBezTo>
                  <a:cubicBezTo>
                    <a:pt x="1688" y="1803"/>
                    <a:pt x="1679" y="1818"/>
                    <a:pt x="1674" y="1835"/>
                  </a:cubicBezTo>
                  <a:cubicBezTo>
                    <a:pt x="1432" y="1779"/>
                    <a:pt x="1432" y="1779"/>
                    <a:pt x="1432" y="1779"/>
                  </a:cubicBezTo>
                  <a:cubicBezTo>
                    <a:pt x="1433" y="1773"/>
                    <a:pt x="1433" y="1766"/>
                    <a:pt x="1433" y="1759"/>
                  </a:cubicBezTo>
                  <a:cubicBezTo>
                    <a:pt x="1433" y="1699"/>
                    <a:pt x="1385" y="1650"/>
                    <a:pt x="1324" y="1650"/>
                  </a:cubicBezTo>
                  <a:cubicBezTo>
                    <a:pt x="1313" y="1650"/>
                    <a:pt x="1302" y="1652"/>
                    <a:pt x="1292" y="1655"/>
                  </a:cubicBezTo>
                  <a:cubicBezTo>
                    <a:pt x="1209" y="1454"/>
                    <a:pt x="1209" y="1454"/>
                    <a:pt x="1209" y="1454"/>
                  </a:cubicBezTo>
                  <a:cubicBezTo>
                    <a:pt x="1204" y="1457"/>
                    <a:pt x="1198" y="1459"/>
                    <a:pt x="1193" y="1461"/>
                  </a:cubicBezTo>
                  <a:cubicBezTo>
                    <a:pt x="1276" y="1662"/>
                    <a:pt x="1276" y="1662"/>
                    <a:pt x="1276" y="1662"/>
                  </a:cubicBezTo>
                  <a:cubicBezTo>
                    <a:pt x="1240" y="1680"/>
                    <a:pt x="1215" y="1717"/>
                    <a:pt x="1215" y="1759"/>
                  </a:cubicBezTo>
                  <a:cubicBezTo>
                    <a:pt x="1215" y="1786"/>
                    <a:pt x="1224" y="1810"/>
                    <a:pt x="1240" y="1828"/>
                  </a:cubicBezTo>
                  <a:cubicBezTo>
                    <a:pt x="1156" y="1924"/>
                    <a:pt x="1156" y="1924"/>
                    <a:pt x="1156" y="1924"/>
                  </a:cubicBezTo>
                  <a:cubicBezTo>
                    <a:pt x="1135" y="1909"/>
                    <a:pt x="1110" y="1899"/>
                    <a:pt x="1083" y="1897"/>
                  </a:cubicBezTo>
                  <a:cubicBezTo>
                    <a:pt x="1083" y="1484"/>
                    <a:pt x="1083" y="1484"/>
                    <a:pt x="1083" y="1484"/>
                  </a:cubicBezTo>
                  <a:cubicBezTo>
                    <a:pt x="1078" y="1484"/>
                    <a:pt x="1073" y="1484"/>
                    <a:pt x="1068" y="1484"/>
                  </a:cubicBezTo>
                  <a:cubicBezTo>
                    <a:pt x="1063" y="1484"/>
                    <a:pt x="1058" y="1484"/>
                    <a:pt x="1053" y="1484"/>
                  </a:cubicBezTo>
                  <a:cubicBezTo>
                    <a:pt x="1053" y="1897"/>
                    <a:pt x="1053" y="1897"/>
                    <a:pt x="1053" y="1897"/>
                  </a:cubicBezTo>
                  <a:cubicBezTo>
                    <a:pt x="1013" y="1901"/>
                    <a:pt x="977" y="1920"/>
                    <a:pt x="952" y="1950"/>
                  </a:cubicBezTo>
                  <a:cubicBezTo>
                    <a:pt x="871" y="1895"/>
                    <a:pt x="871" y="1895"/>
                    <a:pt x="871" y="1895"/>
                  </a:cubicBezTo>
                  <a:cubicBezTo>
                    <a:pt x="876" y="1883"/>
                    <a:pt x="878" y="1870"/>
                    <a:pt x="878" y="1857"/>
                  </a:cubicBezTo>
                  <a:cubicBezTo>
                    <a:pt x="878" y="1815"/>
                    <a:pt x="855" y="1779"/>
                    <a:pt x="820" y="1760"/>
                  </a:cubicBezTo>
                  <a:cubicBezTo>
                    <a:pt x="944" y="1461"/>
                    <a:pt x="944" y="1461"/>
                    <a:pt x="944" y="1461"/>
                  </a:cubicBezTo>
                  <a:cubicBezTo>
                    <a:pt x="939" y="1459"/>
                    <a:pt x="933" y="1457"/>
                    <a:pt x="928" y="1454"/>
                  </a:cubicBezTo>
                  <a:cubicBezTo>
                    <a:pt x="804" y="1753"/>
                    <a:pt x="804" y="1753"/>
                    <a:pt x="804" y="1753"/>
                  </a:cubicBezTo>
                  <a:cubicBezTo>
                    <a:pt x="793" y="1749"/>
                    <a:pt x="781" y="1747"/>
                    <a:pt x="769" y="1747"/>
                  </a:cubicBezTo>
                  <a:cubicBezTo>
                    <a:pt x="712" y="1747"/>
                    <a:pt x="666" y="1791"/>
                    <a:pt x="660" y="1846"/>
                  </a:cubicBezTo>
                  <a:cubicBezTo>
                    <a:pt x="470" y="1861"/>
                    <a:pt x="470" y="1861"/>
                    <a:pt x="470" y="1861"/>
                  </a:cubicBezTo>
                  <a:cubicBezTo>
                    <a:pt x="466" y="1834"/>
                    <a:pt x="454" y="1810"/>
                    <a:pt x="438" y="1789"/>
                  </a:cubicBezTo>
                  <a:cubicBezTo>
                    <a:pt x="835" y="1393"/>
                    <a:pt x="835" y="1393"/>
                    <a:pt x="835" y="1393"/>
                  </a:cubicBezTo>
                  <a:cubicBezTo>
                    <a:pt x="827" y="1386"/>
                    <a:pt x="820" y="1379"/>
                    <a:pt x="813" y="1372"/>
                  </a:cubicBezTo>
                  <a:cubicBezTo>
                    <a:pt x="417" y="1768"/>
                    <a:pt x="417" y="1768"/>
                    <a:pt x="417" y="1768"/>
                  </a:cubicBezTo>
                  <a:cubicBezTo>
                    <a:pt x="403" y="1756"/>
                    <a:pt x="387" y="1747"/>
                    <a:pt x="369" y="1741"/>
                  </a:cubicBezTo>
                  <a:cubicBezTo>
                    <a:pt x="428" y="1504"/>
                    <a:pt x="428" y="1504"/>
                    <a:pt x="428" y="1504"/>
                  </a:cubicBezTo>
                  <a:cubicBezTo>
                    <a:pt x="434" y="1505"/>
                    <a:pt x="440" y="1505"/>
                    <a:pt x="447" y="1505"/>
                  </a:cubicBezTo>
                  <a:cubicBezTo>
                    <a:pt x="507" y="1505"/>
                    <a:pt x="556" y="1457"/>
                    <a:pt x="556" y="1396"/>
                  </a:cubicBezTo>
                  <a:cubicBezTo>
                    <a:pt x="556" y="1384"/>
                    <a:pt x="554" y="1373"/>
                    <a:pt x="551" y="1362"/>
                  </a:cubicBezTo>
                  <a:cubicBezTo>
                    <a:pt x="752" y="1279"/>
                    <a:pt x="752" y="1279"/>
                    <a:pt x="752" y="1279"/>
                  </a:cubicBezTo>
                  <a:cubicBezTo>
                    <a:pt x="750" y="1273"/>
                    <a:pt x="747" y="1268"/>
                    <a:pt x="745" y="1262"/>
                  </a:cubicBezTo>
                  <a:cubicBezTo>
                    <a:pt x="544" y="1345"/>
                    <a:pt x="544" y="1345"/>
                    <a:pt x="544" y="1345"/>
                  </a:cubicBezTo>
                  <a:cubicBezTo>
                    <a:pt x="525" y="1311"/>
                    <a:pt x="489" y="1287"/>
                    <a:pt x="447" y="1287"/>
                  </a:cubicBezTo>
                  <a:cubicBezTo>
                    <a:pt x="421" y="1287"/>
                    <a:pt x="397" y="1296"/>
                    <a:pt x="379" y="1311"/>
                  </a:cubicBezTo>
                  <a:cubicBezTo>
                    <a:pt x="277" y="1226"/>
                    <a:pt x="277" y="1226"/>
                    <a:pt x="277" y="1226"/>
                  </a:cubicBezTo>
                  <a:cubicBezTo>
                    <a:pt x="292" y="1205"/>
                    <a:pt x="302" y="1180"/>
                    <a:pt x="305" y="1153"/>
                  </a:cubicBezTo>
                  <a:cubicBezTo>
                    <a:pt x="723" y="1153"/>
                    <a:pt x="723" y="1153"/>
                    <a:pt x="723" y="1153"/>
                  </a:cubicBezTo>
                  <a:cubicBezTo>
                    <a:pt x="722" y="1148"/>
                    <a:pt x="722" y="1143"/>
                    <a:pt x="722" y="1138"/>
                  </a:cubicBezTo>
                  <a:cubicBezTo>
                    <a:pt x="722" y="1133"/>
                    <a:pt x="722" y="1128"/>
                    <a:pt x="723" y="1123"/>
                  </a:cubicBezTo>
                  <a:cubicBezTo>
                    <a:pt x="305" y="1123"/>
                    <a:pt x="305" y="1123"/>
                    <a:pt x="305" y="1123"/>
                  </a:cubicBezTo>
                  <a:cubicBezTo>
                    <a:pt x="301" y="1083"/>
                    <a:pt x="281" y="1048"/>
                    <a:pt x="253" y="1023"/>
                  </a:cubicBezTo>
                  <a:cubicBezTo>
                    <a:pt x="312" y="942"/>
                    <a:pt x="312" y="942"/>
                    <a:pt x="312" y="942"/>
                  </a:cubicBezTo>
                  <a:cubicBezTo>
                    <a:pt x="325" y="947"/>
                    <a:pt x="340" y="950"/>
                    <a:pt x="355" y="950"/>
                  </a:cubicBezTo>
                  <a:cubicBezTo>
                    <a:pt x="397" y="950"/>
                    <a:pt x="433" y="927"/>
                    <a:pt x="451" y="892"/>
                  </a:cubicBezTo>
                  <a:cubicBezTo>
                    <a:pt x="745" y="1014"/>
                    <a:pt x="745" y="1014"/>
                    <a:pt x="745" y="1014"/>
                  </a:cubicBezTo>
                  <a:cubicBezTo>
                    <a:pt x="747" y="1008"/>
                    <a:pt x="750" y="1003"/>
                    <a:pt x="752" y="997"/>
                  </a:cubicBezTo>
                  <a:cubicBezTo>
                    <a:pt x="458" y="875"/>
                    <a:pt x="458" y="875"/>
                    <a:pt x="458" y="875"/>
                  </a:cubicBezTo>
                  <a:cubicBezTo>
                    <a:pt x="462" y="865"/>
                    <a:pt x="464" y="853"/>
                    <a:pt x="464" y="841"/>
                  </a:cubicBezTo>
                  <a:cubicBezTo>
                    <a:pt x="464" y="792"/>
                    <a:pt x="431" y="750"/>
                    <a:pt x="386" y="736"/>
                  </a:cubicBezTo>
                  <a:cubicBezTo>
                    <a:pt x="399" y="630"/>
                    <a:pt x="399" y="630"/>
                    <a:pt x="399" y="630"/>
                  </a:cubicBezTo>
                  <a:cubicBezTo>
                    <a:pt x="402" y="630"/>
                    <a:pt x="405" y="631"/>
                    <a:pt x="408" y="631"/>
                  </a:cubicBezTo>
                  <a:cubicBezTo>
                    <a:pt x="445" y="631"/>
                    <a:pt x="479" y="618"/>
                    <a:pt x="505" y="596"/>
                  </a:cubicBezTo>
                  <a:cubicBezTo>
                    <a:pt x="813" y="904"/>
                    <a:pt x="813" y="904"/>
                    <a:pt x="813" y="904"/>
                  </a:cubicBezTo>
                  <a:cubicBezTo>
                    <a:pt x="820" y="897"/>
                    <a:pt x="827" y="889"/>
                    <a:pt x="835" y="883"/>
                  </a:cubicBezTo>
                  <a:cubicBezTo>
                    <a:pt x="527" y="575"/>
                    <a:pt x="527" y="575"/>
                    <a:pt x="527" y="575"/>
                  </a:cubicBezTo>
                  <a:cubicBezTo>
                    <a:pt x="540" y="558"/>
                    <a:pt x="550" y="539"/>
                    <a:pt x="556" y="518"/>
                  </a:cubicBezTo>
                  <a:cubicBezTo>
                    <a:pt x="701" y="530"/>
                    <a:pt x="701" y="530"/>
                    <a:pt x="701" y="530"/>
                  </a:cubicBezTo>
                  <a:cubicBezTo>
                    <a:pt x="706" y="587"/>
                    <a:pt x="753" y="631"/>
                    <a:pt x="810" y="631"/>
                  </a:cubicBezTo>
                  <a:cubicBezTo>
                    <a:pt x="823" y="631"/>
                    <a:pt x="835" y="628"/>
                    <a:pt x="846" y="624"/>
                  </a:cubicBezTo>
                  <a:cubicBezTo>
                    <a:pt x="928" y="822"/>
                    <a:pt x="928" y="822"/>
                    <a:pt x="928" y="822"/>
                  </a:cubicBezTo>
                  <a:cubicBezTo>
                    <a:pt x="933" y="819"/>
                    <a:pt x="939" y="817"/>
                    <a:pt x="944" y="815"/>
                  </a:cubicBezTo>
                  <a:cubicBezTo>
                    <a:pt x="863" y="617"/>
                    <a:pt x="863" y="617"/>
                    <a:pt x="863" y="617"/>
                  </a:cubicBezTo>
                  <a:cubicBezTo>
                    <a:pt x="896" y="599"/>
                    <a:pt x="919" y="563"/>
                    <a:pt x="919" y="521"/>
                  </a:cubicBezTo>
                  <a:cubicBezTo>
                    <a:pt x="919" y="491"/>
                    <a:pt x="907" y="464"/>
                    <a:pt x="887" y="444"/>
                  </a:cubicBezTo>
                  <a:cubicBezTo>
                    <a:pt x="996" y="287"/>
                    <a:pt x="996" y="287"/>
                    <a:pt x="996" y="287"/>
                  </a:cubicBezTo>
                  <a:cubicBezTo>
                    <a:pt x="1013" y="297"/>
                    <a:pt x="1033" y="303"/>
                    <a:pt x="1053" y="305"/>
                  </a:cubicBezTo>
                  <a:cubicBezTo>
                    <a:pt x="1053" y="792"/>
                    <a:pt x="1053" y="792"/>
                    <a:pt x="1053" y="792"/>
                  </a:cubicBezTo>
                  <a:cubicBezTo>
                    <a:pt x="1058" y="792"/>
                    <a:pt x="1063" y="792"/>
                    <a:pt x="1068" y="792"/>
                  </a:cubicBezTo>
                  <a:cubicBezTo>
                    <a:pt x="1073" y="792"/>
                    <a:pt x="1078" y="792"/>
                    <a:pt x="1083" y="792"/>
                  </a:cubicBezTo>
                  <a:cubicBezTo>
                    <a:pt x="1083" y="305"/>
                    <a:pt x="1083" y="305"/>
                    <a:pt x="1083" y="305"/>
                  </a:cubicBezTo>
                  <a:cubicBezTo>
                    <a:pt x="1112" y="302"/>
                    <a:pt x="1138" y="292"/>
                    <a:pt x="1159" y="276"/>
                  </a:cubicBezTo>
                  <a:cubicBezTo>
                    <a:pt x="1266" y="373"/>
                    <a:pt x="1266" y="373"/>
                    <a:pt x="1266" y="373"/>
                  </a:cubicBezTo>
                  <a:cubicBezTo>
                    <a:pt x="1258" y="388"/>
                    <a:pt x="1253" y="406"/>
                    <a:pt x="1253" y="424"/>
                  </a:cubicBezTo>
                  <a:cubicBezTo>
                    <a:pt x="1253" y="467"/>
                    <a:pt x="1278" y="504"/>
                    <a:pt x="1314" y="522"/>
                  </a:cubicBezTo>
                  <a:cubicBezTo>
                    <a:pt x="1193" y="815"/>
                    <a:pt x="1193" y="815"/>
                    <a:pt x="1193" y="815"/>
                  </a:cubicBezTo>
                  <a:cubicBezTo>
                    <a:pt x="1198" y="817"/>
                    <a:pt x="1204" y="819"/>
                    <a:pt x="1209" y="822"/>
                  </a:cubicBezTo>
                  <a:cubicBezTo>
                    <a:pt x="1331" y="529"/>
                    <a:pt x="1331" y="529"/>
                    <a:pt x="1331" y="529"/>
                  </a:cubicBezTo>
                  <a:cubicBezTo>
                    <a:pt x="1341" y="532"/>
                    <a:pt x="1351" y="533"/>
                    <a:pt x="1363" y="533"/>
                  </a:cubicBezTo>
                  <a:cubicBezTo>
                    <a:pt x="1409" y="533"/>
                    <a:pt x="1448" y="505"/>
                    <a:pt x="1464" y="464"/>
                  </a:cubicBezTo>
                  <a:cubicBezTo>
                    <a:pt x="1559" y="472"/>
                    <a:pt x="1559" y="472"/>
                    <a:pt x="1559" y="472"/>
                  </a:cubicBezTo>
                  <a:cubicBezTo>
                    <a:pt x="1558" y="477"/>
                    <a:pt x="1558" y="483"/>
                    <a:pt x="1558" y="488"/>
                  </a:cubicBezTo>
                  <a:cubicBezTo>
                    <a:pt x="1558" y="527"/>
                    <a:pt x="1572" y="562"/>
                    <a:pt x="1596" y="589"/>
                  </a:cubicBezTo>
                  <a:cubicBezTo>
                    <a:pt x="1302" y="883"/>
                    <a:pt x="1302" y="883"/>
                    <a:pt x="1302" y="883"/>
                  </a:cubicBezTo>
                  <a:cubicBezTo>
                    <a:pt x="1310" y="889"/>
                    <a:pt x="1317" y="897"/>
                    <a:pt x="1324" y="904"/>
                  </a:cubicBezTo>
                  <a:cubicBezTo>
                    <a:pt x="1618" y="610"/>
                    <a:pt x="1618" y="610"/>
                    <a:pt x="1618" y="610"/>
                  </a:cubicBezTo>
                  <a:cubicBezTo>
                    <a:pt x="1639" y="625"/>
                    <a:pt x="1664" y="636"/>
                    <a:pt x="1691" y="640"/>
                  </a:cubicBezTo>
                  <a:cubicBezTo>
                    <a:pt x="1678" y="771"/>
                    <a:pt x="1678" y="771"/>
                    <a:pt x="1678" y="771"/>
                  </a:cubicBezTo>
                  <a:cubicBezTo>
                    <a:pt x="1623" y="777"/>
                    <a:pt x="1581" y="823"/>
                    <a:pt x="1581" y="879"/>
                  </a:cubicBezTo>
                  <a:cubicBezTo>
                    <a:pt x="1581" y="891"/>
                    <a:pt x="1583" y="903"/>
                    <a:pt x="1586" y="914"/>
                  </a:cubicBezTo>
                  <a:cubicBezTo>
                    <a:pt x="1385" y="997"/>
                    <a:pt x="1385" y="997"/>
                    <a:pt x="1385" y="997"/>
                  </a:cubicBezTo>
                  <a:cubicBezTo>
                    <a:pt x="1387" y="1003"/>
                    <a:pt x="1390" y="1008"/>
                    <a:pt x="1392" y="1014"/>
                  </a:cubicBezTo>
                  <a:cubicBezTo>
                    <a:pt x="1593" y="930"/>
                    <a:pt x="1593" y="930"/>
                    <a:pt x="1593" y="930"/>
                  </a:cubicBezTo>
                  <a:cubicBezTo>
                    <a:pt x="1612" y="965"/>
                    <a:pt x="1648" y="989"/>
                    <a:pt x="1690" y="989"/>
                  </a:cubicBezTo>
                  <a:cubicBezTo>
                    <a:pt x="1719" y="989"/>
                    <a:pt x="1745" y="978"/>
                    <a:pt x="1764" y="960"/>
                  </a:cubicBezTo>
                  <a:cubicBezTo>
                    <a:pt x="1983" y="1078"/>
                    <a:pt x="1983" y="1078"/>
                    <a:pt x="1983" y="1078"/>
                  </a:cubicBezTo>
                  <a:cubicBezTo>
                    <a:pt x="1978" y="1092"/>
                    <a:pt x="1974" y="1107"/>
                    <a:pt x="1973" y="1123"/>
                  </a:cubicBezTo>
                  <a:cubicBezTo>
                    <a:pt x="1414" y="1123"/>
                    <a:pt x="1414" y="1123"/>
                    <a:pt x="1414" y="1123"/>
                  </a:cubicBezTo>
                  <a:cubicBezTo>
                    <a:pt x="1415" y="1128"/>
                    <a:pt x="1415" y="1133"/>
                    <a:pt x="1415" y="1138"/>
                  </a:cubicBezTo>
                  <a:cubicBezTo>
                    <a:pt x="1415" y="1143"/>
                    <a:pt x="1415" y="1148"/>
                    <a:pt x="1414" y="1153"/>
                  </a:cubicBezTo>
                  <a:cubicBezTo>
                    <a:pt x="1973" y="1153"/>
                    <a:pt x="1973" y="1153"/>
                    <a:pt x="1973" y="1153"/>
                  </a:cubicBezTo>
                  <a:cubicBezTo>
                    <a:pt x="1978" y="1193"/>
                    <a:pt x="1998" y="1229"/>
                    <a:pt x="2028" y="1253"/>
                  </a:cubicBezTo>
                  <a:lnTo>
                    <a:pt x="1940" y="1369"/>
                  </a:lnTo>
                  <a:close/>
                  <a:moveTo>
                    <a:pt x="1350" y="1031"/>
                  </a:moveTo>
                  <a:cubicBezTo>
                    <a:pt x="1348" y="1025"/>
                    <a:pt x="1345" y="1020"/>
                    <a:pt x="1343" y="1014"/>
                  </a:cubicBezTo>
                  <a:cubicBezTo>
                    <a:pt x="1330" y="985"/>
                    <a:pt x="1313" y="959"/>
                    <a:pt x="1292" y="936"/>
                  </a:cubicBezTo>
                  <a:cubicBezTo>
                    <a:pt x="1285" y="928"/>
                    <a:pt x="1278" y="921"/>
                    <a:pt x="1270" y="915"/>
                  </a:cubicBezTo>
                  <a:cubicBezTo>
                    <a:pt x="1247" y="894"/>
                    <a:pt x="1221" y="876"/>
                    <a:pt x="1192" y="863"/>
                  </a:cubicBezTo>
                  <a:cubicBezTo>
                    <a:pt x="1186" y="861"/>
                    <a:pt x="1181" y="858"/>
                    <a:pt x="1175" y="856"/>
                  </a:cubicBezTo>
                  <a:cubicBezTo>
                    <a:pt x="1147" y="845"/>
                    <a:pt x="1116" y="839"/>
                    <a:pt x="1083" y="837"/>
                  </a:cubicBezTo>
                  <a:cubicBezTo>
                    <a:pt x="1079" y="837"/>
                    <a:pt x="1073" y="837"/>
                    <a:pt x="1068" y="837"/>
                  </a:cubicBezTo>
                  <a:cubicBezTo>
                    <a:pt x="1063" y="837"/>
                    <a:pt x="1058" y="837"/>
                    <a:pt x="1053" y="837"/>
                  </a:cubicBezTo>
                  <a:cubicBezTo>
                    <a:pt x="1021" y="839"/>
                    <a:pt x="990" y="845"/>
                    <a:pt x="962" y="856"/>
                  </a:cubicBezTo>
                  <a:cubicBezTo>
                    <a:pt x="956" y="858"/>
                    <a:pt x="950" y="861"/>
                    <a:pt x="945" y="863"/>
                  </a:cubicBezTo>
                  <a:cubicBezTo>
                    <a:pt x="916" y="876"/>
                    <a:pt x="890" y="894"/>
                    <a:pt x="866" y="915"/>
                  </a:cubicBezTo>
                  <a:cubicBezTo>
                    <a:pt x="859" y="921"/>
                    <a:pt x="852" y="928"/>
                    <a:pt x="845" y="936"/>
                  </a:cubicBezTo>
                  <a:cubicBezTo>
                    <a:pt x="824" y="959"/>
                    <a:pt x="807" y="985"/>
                    <a:pt x="794" y="1014"/>
                  </a:cubicBezTo>
                  <a:cubicBezTo>
                    <a:pt x="791" y="1020"/>
                    <a:pt x="789" y="1025"/>
                    <a:pt x="787" y="1031"/>
                  </a:cubicBezTo>
                  <a:cubicBezTo>
                    <a:pt x="776" y="1060"/>
                    <a:pt x="769" y="1091"/>
                    <a:pt x="768" y="1123"/>
                  </a:cubicBezTo>
                  <a:cubicBezTo>
                    <a:pt x="767" y="1128"/>
                    <a:pt x="767" y="1133"/>
                    <a:pt x="767" y="1138"/>
                  </a:cubicBezTo>
                  <a:cubicBezTo>
                    <a:pt x="767" y="1143"/>
                    <a:pt x="767" y="1148"/>
                    <a:pt x="768" y="1153"/>
                  </a:cubicBezTo>
                  <a:cubicBezTo>
                    <a:pt x="769" y="1185"/>
                    <a:pt x="776" y="1216"/>
                    <a:pt x="787" y="1245"/>
                  </a:cubicBezTo>
                  <a:cubicBezTo>
                    <a:pt x="789" y="1250"/>
                    <a:pt x="791" y="1256"/>
                    <a:pt x="794" y="1261"/>
                  </a:cubicBezTo>
                  <a:cubicBezTo>
                    <a:pt x="807" y="1290"/>
                    <a:pt x="824" y="1317"/>
                    <a:pt x="845" y="1340"/>
                  </a:cubicBezTo>
                  <a:cubicBezTo>
                    <a:pt x="852" y="1347"/>
                    <a:pt x="859" y="1354"/>
                    <a:pt x="866" y="1361"/>
                  </a:cubicBezTo>
                  <a:cubicBezTo>
                    <a:pt x="890" y="1382"/>
                    <a:pt x="916" y="1399"/>
                    <a:pt x="945" y="1412"/>
                  </a:cubicBezTo>
                  <a:cubicBezTo>
                    <a:pt x="950" y="1415"/>
                    <a:pt x="956" y="1417"/>
                    <a:pt x="962" y="1419"/>
                  </a:cubicBezTo>
                  <a:cubicBezTo>
                    <a:pt x="990" y="1430"/>
                    <a:pt x="1021" y="1437"/>
                    <a:pt x="1053" y="1439"/>
                  </a:cubicBezTo>
                  <a:cubicBezTo>
                    <a:pt x="1058" y="1439"/>
                    <a:pt x="1063" y="1439"/>
                    <a:pt x="1068" y="1439"/>
                  </a:cubicBezTo>
                  <a:cubicBezTo>
                    <a:pt x="1073" y="1439"/>
                    <a:pt x="1079" y="1439"/>
                    <a:pt x="1083" y="1439"/>
                  </a:cubicBezTo>
                  <a:cubicBezTo>
                    <a:pt x="1116" y="1437"/>
                    <a:pt x="1147" y="1430"/>
                    <a:pt x="1175" y="1419"/>
                  </a:cubicBezTo>
                  <a:cubicBezTo>
                    <a:pt x="1181" y="1417"/>
                    <a:pt x="1186" y="1415"/>
                    <a:pt x="1192" y="1412"/>
                  </a:cubicBezTo>
                  <a:cubicBezTo>
                    <a:pt x="1221" y="1399"/>
                    <a:pt x="1247" y="1382"/>
                    <a:pt x="1270" y="1361"/>
                  </a:cubicBezTo>
                  <a:cubicBezTo>
                    <a:pt x="1278" y="1354"/>
                    <a:pt x="1285" y="1347"/>
                    <a:pt x="1292" y="1340"/>
                  </a:cubicBezTo>
                  <a:cubicBezTo>
                    <a:pt x="1313" y="1317"/>
                    <a:pt x="1330" y="1290"/>
                    <a:pt x="1343" y="1261"/>
                  </a:cubicBezTo>
                  <a:cubicBezTo>
                    <a:pt x="1345" y="1256"/>
                    <a:pt x="1348" y="1250"/>
                    <a:pt x="1350" y="1245"/>
                  </a:cubicBezTo>
                  <a:cubicBezTo>
                    <a:pt x="1361" y="1216"/>
                    <a:pt x="1368" y="1185"/>
                    <a:pt x="1369" y="1153"/>
                  </a:cubicBezTo>
                  <a:cubicBezTo>
                    <a:pt x="1369" y="1148"/>
                    <a:pt x="1370" y="1143"/>
                    <a:pt x="1370" y="1138"/>
                  </a:cubicBezTo>
                  <a:cubicBezTo>
                    <a:pt x="1370" y="1133"/>
                    <a:pt x="1369" y="1128"/>
                    <a:pt x="1369" y="1123"/>
                  </a:cubicBezTo>
                  <a:cubicBezTo>
                    <a:pt x="1368" y="1091"/>
                    <a:pt x="1361" y="1060"/>
                    <a:pt x="1350" y="1031"/>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p>
          </p:txBody>
        </p:sp>
        <p:sp>
          <p:nvSpPr>
            <p:cNvPr id="127" name="Freeform 124"/>
            <p:cNvSpPr>
              <a:spLocks/>
            </p:cNvSpPr>
            <p:nvPr/>
          </p:nvSpPr>
          <p:spPr bwMode="black">
            <a:xfrm>
              <a:off x="3156722" y="2803909"/>
              <a:ext cx="765405" cy="573903"/>
            </a:xfrm>
            <a:custGeom>
              <a:avLst/>
              <a:gdLst>
                <a:gd name="T0" fmla="*/ 313 w 315"/>
                <a:gd name="T1" fmla="*/ 135 h 236"/>
                <a:gd name="T2" fmla="*/ 300 w 315"/>
                <a:gd name="T3" fmla="*/ 125 h 236"/>
                <a:gd name="T4" fmla="*/ 294 w 315"/>
                <a:gd name="T5" fmla="*/ 122 h 236"/>
                <a:gd name="T6" fmla="*/ 124 w 315"/>
                <a:gd name="T7" fmla="*/ 58 h 236"/>
                <a:gd name="T8" fmla="*/ 125 w 315"/>
                <a:gd name="T9" fmla="*/ 56 h 236"/>
                <a:gd name="T10" fmla="*/ 100 w 315"/>
                <a:gd name="T11" fmla="*/ 39 h 236"/>
                <a:gd name="T12" fmla="*/ 153 w 315"/>
                <a:gd name="T13" fmla="*/ 11 h 236"/>
                <a:gd name="T14" fmla="*/ 103 w 315"/>
                <a:gd name="T15" fmla="*/ 8 h 236"/>
                <a:gd name="T16" fmla="*/ 61 w 315"/>
                <a:gd name="T17" fmla="*/ 44 h 236"/>
                <a:gd name="T18" fmla="*/ 54 w 315"/>
                <a:gd name="T19" fmla="*/ 85 h 236"/>
                <a:gd name="T20" fmla="*/ 37 w 315"/>
                <a:gd name="T21" fmla="*/ 112 h 236"/>
                <a:gd name="T22" fmla="*/ 56 w 315"/>
                <a:gd name="T23" fmla="*/ 133 h 236"/>
                <a:gd name="T24" fmla="*/ 63 w 315"/>
                <a:gd name="T25" fmla="*/ 135 h 236"/>
                <a:gd name="T26" fmla="*/ 35 w 315"/>
                <a:gd name="T27" fmla="*/ 135 h 236"/>
                <a:gd name="T28" fmla="*/ 31 w 315"/>
                <a:gd name="T29" fmla="*/ 141 h 236"/>
                <a:gd name="T30" fmla="*/ 35 w 315"/>
                <a:gd name="T31" fmla="*/ 147 h 236"/>
                <a:gd name="T32" fmla="*/ 50 w 315"/>
                <a:gd name="T33" fmla="*/ 147 h 236"/>
                <a:gd name="T34" fmla="*/ 50 w 315"/>
                <a:gd name="T35" fmla="*/ 176 h 236"/>
                <a:gd name="T36" fmla="*/ 0 w 315"/>
                <a:gd name="T37" fmla="*/ 176 h 236"/>
                <a:gd name="T38" fmla="*/ 0 w 315"/>
                <a:gd name="T39" fmla="*/ 236 h 236"/>
                <a:gd name="T40" fmla="*/ 227 w 315"/>
                <a:gd name="T41" fmla="*/ 236 h 236"/>
                <a:gd name="T42" fmla="*/ 227 w 315"/>
                <a:gd name="T43" fmla="*/ 176 h 236"/>
                <a:gd name="T44" fmla="*/ 61 w 315"/>
                <a:gd name="T45" fmla="*/ 176 h 236"/>
                <a:gd name="T46" fmla="*/ 61 w 315"/>
                <a:gd name="T47" fmla="*/ 147 h 236"/>
                <a:gd name="T48" fmla="*/ 75 w 315"/>
                <a:gd name="T49" fmla="*/ 147 h 236"/>
                <a:gd name="T50" fmla="*/ 79 w 315"/>
                <a:gd name="T51" fmla="*/ 141 h 236"/>
                <a:gd name="T52" fmla="*/ 75 w 315"/>
                <a:gd name="T53" fmla="*/ 135 h 236"/>
                <a:gd name="T54" fmla="*/ 70 w 315"/>
                <a:gd name="T55" fmla="*/ 135 h 236"/>
                <a:gd name="T56" fmla="*/ 77 w 315"/>
                <a:gd name="T57" fmla="*/ 127 h 236"/>
                <a:gd name="T58" fmla="*/ 84 w 315"/>
                <a:gd name="T59" fmla="*/ 93 h 236"/>
                <a:gd name="T60" fmla="*/ 112 w 315"/>
                <a:gd name="T61" fmla="*/ 93 h 236"/>
                <a:gd name="T62" fmla="*/ 113 w 315"/>
                <a:gd name="T63" fmla="*/ 90 h 236"/>
                <a:gd name="T64" fmla="*/ 282 w 315"/>
                <a:gd name="T65" fmla="*/ 154 h 236"/>
                <a:gd name="T66" fmla="*/ 289 w 315"/>
                <a:gd name="T67" fmla="*/ 156 h 236"/>
                <a:gd name="T68" fmla="*/ 305 w 315"/>
                <a:gd name="T69" fmla="*/ 156 h 236"/>
                <a:gd name="T70" fmla="*/ 314 w 315"/>
                <a:gd name="T71" fmla="*/ 145 h 236"/>
                <a:gd name="T72" fmla="*/ 313 w 315"/>
                <a:gd name="T73" fmla="*/ 13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5" h="236">
                  <a:moveTo>
                    <a:pt x="313" y="135"/>
                  </a:moveTo>
                  <a:cubicBezTo>
                    <a:pt x="311" y="131"/>
                    <a:pt x="306" y="127"/>
                    <a:pt x="300" y="125"/>
                  </a:cubicBezTo>
                  <a:cubicBezTo>
                    <a:pt x="298" y="124"/>
                    <a:pt x="296" y="123"/>
                    <a:pt x="294" y="122"/>
                  </a:cubicBezTo>
                  <a:cubicBezTo>
                    <a:pt x="237" y="101"/>
                    <a:pt x="181" y="80"/>
                    <a:pt x="124" y="58"/>
                  </a:cubicBezTo>
                  <a:cubicBezTo>
                    <a:pt x="125" y="56"/>
                    <a:pt x="125" y="56"/>
                    <a:pt x="125" y="56"/>
                  </a:cubicBezTo>
                  <a:cubicBezTo>
                    <a:pt x="132" y="52"/>
                    <a:pt x="104" y="51"/>
                    <a:pt x="100" y="39"/>
                  </a:cubicBezTo>
                  <a:cubicBezTo>
                    <a:pt x="96" y="26"/>
                    <a:pt x="146" y="14"/>
                    <a:pt x="153" y="11"/>
                  </a:cubicBezTo>
                  <a:cubicBezTo>
                    <a:pt x="161" y="7"/>
                    <a:pt x="125" y="0"/>
                    <a:pt x="103" y="8"/>
                  </a:cubicBezTo>
                  <a:cubicBezTo>
                    <a:pt x="81" y="16"/>
                    <a:pt x="69" y="29"/>
                    <a:pt x="61" y="44"/>
                  </a:cubicBezTo>
                  <a:cubicBezTo>
                    <a:pt x="53" y="58"/>
                    <a:pt x="55" y="77"/>
                    <a:pt x="54" y="85"/>
                  </a:cubicBezTo>
                  <a:cubicBezTo>
                    <a:pt x="54" y="92"/>
                    <a:pt x="40" y="104"/>
                    <a:pt x="37" y="112"/>
                  </a:cubicBezTo>
                  <a:cubicBezTo>
                    <a:pt x="32" y="125"/>
                    <a:pt x="46" y="129"/>
                    <a:pt x="56" y="133"/>
                  </a:cubicBezTo>
                  <a:cubicBezTo>
                    <a:pt x="59" y="134"/>
                    <a:pt x="61" y="135"/>
                    <a:pt x="63" y="135"/>
                  </a:cubicBezTo>
                  <a:cubicBezTo>
                    <a:pt x="35" y="135"/>
                    <a:pt x="35" y="135"/>
                    <a:pt x="35" y="135"/>
                  </a:cubicBezTo>
                  <a:cubicBezTo>
                    <a:pt x="33" y="135"/>
                    <a:pt x="31" y="138"/>
                    <a:pt x="31" y="141"/>
                  </a:cubicBezTo>
                  <a:cubicBezTo>
                    <a:pt x="31" y="144"/>
                    <a:pt x="33" y="147"/>
                    <a:pt x="35" y="147"/>
                  </a:cubicBezTo>
                  <a:cubicBezTo>
                    <a:pt x="50" y="147"/>
                    <a:pt x="50" y="147"/>
                    <a:pt x="50" y="147"/>
                  </a:cubicBezTo>
                  <a:cubicBezTo>
                    <a:pt x="50" y="176"/>
                    <a:pt x="50" y="176"/>
                    <a:pt x="50" y="176"/>
                  </a:cubicBezTo>
                  <a:cubicBezTo>
                    <a:pt x="0" y="176"/>
                    <a:pt x="0" y="176"/>
                    <a:pt x="0" y="176"/>
                  </a:cubicBezTo>
                  <a:cubicBezTo>
                    <a:pt x="0" y="236"/>
                    <a:pt x="0" y="236"/>
                    <a:pt x="0" y="236"/>
                  </a:cubicBezTo>
                  <a:cubicBezTo>
                    <a:pt x="227" y="236"/>
                    <a:pt x="227" y="236"/>
                    <a:pt x="227" y="236"/>
                  </a:cubicBezTo>
                  <a:cubicBezTo>
                    <a:pt x="227" y="176"/>
                    <a:pt x="227" y="176"/>
                    <a:pt x="227" y="176"/>
                  </a:cubicBezTo>
                  <a:cubicBezTo>
                    <a:pt x="61" y="176"/>
                    <a:pt x="61" y="176"/>
                    <a:pt x="61" y="176"/>
                  </a:cubicBezTo>
                  <a:cubicBezTo>
                    <a:pt x="61" y="147"/>
                    <a:pt x="61" y="147"/>
                    <a:pt x="61" y="147"/>
                  </a:cubicBezTo>
                  <a:cubicBezTo>
                    <a:pt x="75" y="147"/>
                    <a:pt x="75" y="147"/>
                    <a:pt x="75" y="147"/>
                  </a:cubicBezTo>
                  <a:cubicBezTo>
                    <a:pt x="77" y="147"/>
                    <a:pt x="79" y="144"/>
                    <a:pt x="79" y="141"/>
                  </a:cubicBezTo>
                  <a:cubicBezTo>
                    <a:pt x="79" y="138"/>
                    <a:pt x="77" y="135"/>
                    <a:pt x="75" y="135"/>
                  </a:cubicBezTo>
                  <a:cubicBezTo>
                    <a:pt x="70" y="135"/>
                    <a:pt x="70" y="135"/>
                    <a:pt x="70" y="135"/>
                  </a:cubicBezTo>
                  <a:cubicBezTo>
                    <a:pt x="73" y="134"/>
                    <a:pt x="75" y="132"/>
                    <a:pt x="77" y="127"/>
                  </a:cubicBezTo>
                  <a:cubicBezTo>
                    <a:pt x="82" y="118"/>
                    <a:pt x="76" y="104"/>
                    <a:pt x="84" y="93"/>
                  </a:cubicBezTo>
                  <a:cubicBezTo>
                    <a:pt x="91" y="83"/>
                    <a:pt x="112" y="93"/>
                    <a:pt x="112" y="93"/>
                  </a:cubicBezTo>
                  <a:cubicBezTo>
                    <a:pt x="113" y="90"/>
                    <a:pt x="113" y="90"/>
                    <a:pt x="113" y="90"/>
                  </a:cubicBezTo>
                  <a:cubicBezTo>
                    <a:pt x="170" y="111"/>
                    <a:pt x="226" y="132"/>
                    <a:pt x="282" y="154"/>
                  </a:cubicBezTo>
                  <a:cubicBezTo>
                    <a:pt x="284" y="154"/>
                    <a:pt x="287" y="155"/>
                    <a:pt x="289" y="156"/>
                  </a:cubicBezTo>
                  <a:cubicBezTo>
                    <a:pt x="294" y="158"/>
                    <a:pt x="300" y="158"/>
                    <a:pt x="305" y="156"/>
                  </a:cubicBezTo>
                  <a:cubicBezTo>
                    <a:pt x="310" y="154"/>
                    <a:pt x="314" y="150"/>
                    <a:pt x="314" y="145"/>
                  </a:cubicBezTo>
                  <a:cubicBezTo>
                    <a:pt x="315" y="142"/>
                    <a:pt x="314" y="138"/>
                    <a:pt x="313" y="135"/>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p>
          </p:txBody>
        </p:sp>
        <p:grpSp>
          <p:nvGrpSpPr>
            <p:cNvPr id="128" name="Group 127"/>
            <p:cNvGrpSpPr/>
            <p:nvPr userDrawn="1"/>
          </p:nvGrpSpPr>
          <p:grpSpPr bwMode="black">
            <a:xfrm>
              <a:off x="1323936" y="1725596"/>
              <a:ext cx="310810" cy="759515"/>
              <a:chOff x="3233738" y="168276"/>
              <a:chExt cx="2651125" cy="6480174"/>
            </a:xfrm>
            <a:solidFill>
              <a:schemeClr val="bg1"/>
            </a:solidFill>
            <a:effectLst>
              <a:outerShdw blurRad="63500" sx="102000" sy="102000" algn="ctr" rotWithShape="0">
                <a:prstClr val="black">
                  <a:alpha val="40000"/>
                </a:prstClr>
              </a:outerShdw>
            </a:effectLst>
          </p:grpSpPr>
          <p:sp>
            <p:nvSpPr>
              <p:cNvPr id="145" name="Freeform 212"/>
              <p:cNvSpPr>
                <a:spLocks/>
              </p:cNvSpPr>
              <p:nvPr/>
            </p:nvSpPr>
            <p:spPr bwMode="black">
              <a:xfrm>
                <a:off x="3679825" y="5110163"/>
                <a:ext cx="2028825" cy="1538287"/>
              </a:xfrm>
              <a:custGeom>
                <a:avLst/>
                <a:gdLst>
                  <a:gd name="T0" fmla="*/ 422 w 541"/>
                  <a:gd name="T1" fmla="*/ 196 h 410"/>
                  <a:gd name="T2" fmla="*/ 536 w 541"/>
                  <a:gd name="T3" fmla="*/ 14 h 410"/>
                  <a:gd name="T4" fmla="*/ 528 w 541"/>
                  <a:gd name="T5" fmla="*/ 0 h 410"/>
                  <a:gd name="T6" fmla="*/ 12 w 541"/>
                  <a:gd name="T7" fmla="*/ 0 h 410"/>
                  <a:gd name="T8" fmla="*/ 5 w 541"/>
                  <a:gd name="T9" fmla="*/ 14 h 410"/>
                  <a:gd name="T10" fmla="*/ 138 w 541"/>
                  <a:gd name="T11" fmla="*/ 197 h 410"/>
                  <a:gd name="T12" fmla="*/ 149 w 541"/>
                  <a:gd name="T13" fmla="*/ 206 h 410"/>
                  <a:gd name="T14" fmla="*/ 142 w 541"/>
                  <a:gd name="T15" fmla="*/ 229 h 410"/>
                  <a:gd name="T16" fmla="*/ 152 w 541"/>
                  <a:gd name="T17" fmla="*/ 256 h 410"/>
                  <a:gd name="T18" fmla="*/ 142 w 541"/>
                  <a:gd name="T19" fmla="*/ 282 h 410"/>
                  <a:gd name="T20" fmla="*/ 152 w 541"/>
                  <a:gd name="T21" fmla="*/ 309 h 410"/>
                  <a:gd name="T22" fmla="*/ 142 w 541"/>
                  <a:gd name="T23" fmla="*/ 336 h 410"/>
                  <a:gd name="T24" fmla="*/ 184 w 541"/>
                  <a:gd name="T25" fmla="*/ 377 h 410"/>
                  <a:gd name="T26" fmla="*/ 212 w 541"/>
                  <a:gd name="T27" fmla="*/ 377 h 410"/>
                  <a:gd name="T28" fmla="*/ 234 w 541"/>
                  <a:gd name="T29" fmla="*/ 407 h 410"/>
                  <a:gd name="T30" fmla="*/ 240 w 541"/>
                  <a:gd name="T31" fmla="*/ 410 h 410"/>
                  <a:gd name="T32" fmla="*/ 335 w 541"/>
                  <a:gd name="T33" fmla="*/ 410 h 410"/>
                  <a:gd name="T34" fmla="*/ 341 w 541"/>
                  <a:gd name="T35" fmla="*/ 407 h 410"/>
                  <a:gd name="T36" fmla="*/ 360 w 541"/>
                  <a:gd name="T37" fmla="*/ 377 h 410"/>
                  <a:gd name="T38" fmla="*/ 384 w 541"/>
                  <a:gd name="T39" fmla="*/ 377 h 410"/>
                  <a:gd name="T40" fmla="*/ 425 w 541"/>
                  <a:gd name="T41" fmla="*/ 336 h 410"/>
                  <a:gd name="T42" fmla="*/ 415 w 541"/>
                  <a:gd name="T43" fmla="*/ 309 h 410"/>
                  <a:gd name="T44" fmla="*/ 425 w 541"/>
                  <a:gd name="T45" fmla="*/ 282 h 410"/>
                  <a:gd name="T46" fmla="*/ 415 w 541"/>
                  <a:gd name="T47" fmla="*/ 256 h 410"/>
                  <a:gd name="T48" fmla="*/ 425 w 541"/>
                  <a:gd name="T49" fmla="*/ 229 h 410"/>
                  <a:gd name="T50" fmla="*/ 416 w 541"/>
                  <a:gd name="T51" fmla="*/ 203 h 410"/>
                  <a:gd name="T52" fmla="*/ 422 w 541"/>
                  <a:gd name="T53" fmla="*/ 196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1" h="410">
                    <a:moveTo>
                      <a:pt x="422" y="196"/>
                    </a:moveTo>
                    <a:cubicBezTo>
                      <a:pt x="536" y="14"/>
                      <a:pt x="536" y="14"/>
                      <a:pt x="536" y="14"/>
                    </a:cubicBezTo>
                    <a:cubicBezTo>
                      <a:pt x="541" y="7"/>
                      <a:pt x="537" y="0"/>
                      <a:pt x="528" y="0"/>
                    </a:cubicBezTo>
                    <a:cubicBezTo>
                      <a:pt x="12" y="0"/>
                      <a:pt x="12" y="0"/>
                      <a:pt x="12" y="0"/>
                    </a:cubicBezTo>
                    <a:cubicBezTo>
                      <a:pt x="3" y="0"/>
                      <a:pt x="0" y="6"/>
                      <a:pt x="5" y="14"/>
                    </a:cubicBezTo>
                    <a:cubicBezTo>
                      <a:pt x="138" y="197"/>
                      <a:pt x="138" y="197"/>
                      <a:pt x="138" y="197"/>
                    </a:cubicBezTo>
                    <a:cubicBezTo>
                      <a:pt x="140" y="201"/>
                      <a:pt x="145" y="204"/>
                      <a:pt x="149" y="206"/>
                    </a:cubicBezTo>
                    <a:cubicBezTo>
                      <a:pt x="145" y="213"/>
                      <a:pt x="142" y="221"/>
                      <a:pt x="142" y="229"/>
                    </a:cubicBezTo>
                    <a:cubicBezTo>
                      <a:pt x="142" y="239"/>
                      <a:pt x="146" y="248"/>
                      <a:pt x="152" y="256"/>
                    </a:cubicBezTo>
                    <a:cubicBezTo>
                      <a:pt x="146" y="263"/>
                      <a:pt x="142" y="272"/>
                      <a:pt x="142" y="282"/>
                    </a:cubicBezTo>
                    <a:cubicBezTo>
                      <a:pt x="142" y="293"/>
                      <a:pt x="146" y="302"/>
                      <a:pt x="152" y="309"/>
                    </a:cubicBezTo>
                    <a:cubicBezTo>
                      <a:pt x="146" y="316"/>
                      <a:pt x="142" y="326"/>
                      <a:pt x="142" y="336"/>
                    </a:cubicBezTo>
                    <a:cubicBezTo>
                      <a:pt x="142" y="359"/>
                      <a:pt x="161" y="377"/>
                      <a:pt x="184" y="377"/>
                    </a:cubicBezTo>
                    <a:cubicBezTo>
                      <a:pt x="212" y="377"/>
                      <a:pt x="212" y="377"/>
                      <a:pt x="212" y="377"/>
                    </a:cubicBezTo>
                    <a:cubicBezTo>
                      <a:pt x="234" y="407"/>
                      <a:pt x="234" y="407"/>
                      <a:pt x="234" y="407"/>
                    </a:cubicBezTo>
                    <a:cubicBezTo>
                      <a:pt x="235" y="409"/>
                      <a:pt x="238" y="410"/>
                      <a:pt x="240" y="410"/>
                    </a:cubicBezTo>
                    <a:cubicBezTo>
                      <a:pt x="335" y="410"/>
                      <a:pt x="335" y="410"/>
                      <a:pt x="335" y="410"/>
                    </a:cubicBezTo>
                    <a:cubicBezTo>
                      <a:pt x="337" y="410"/>
                      <a:pt x="340" y="409"/>
                      <a:pt x="341" y="407"/>
                    </a:cubicBezTo>
                    <a:cubicBezTo>
                      <a:pt x="360" y="377"/>
                      <a:pt x="360" y="377"/>
                      <a:pt x="360" y="377"/>
                    </a:cubicBezTo>
                    <a:cubicBezTo>
                      <a:pt x="384" y="377"/>
                      <a:pt x="384" y="377"/>
                      <a:pt x="384" y="377"/>
                    </a:cubicBezTo>
                    <a:cubicBezTo>
                      <a:pt x="407" y="377"/>
                      <a:pt x="425" y="359"/>
                      <a:pt x="425" y="336"/>
                    </a:cubicBezTo>
                    <a:cubicBezTo>
                      <a:pt x="425" y="326"/>
                      <a:pt x="421" y="316"/>
                      <a:pt x="415" y="309"/>
                    </a:cubicBezTo>
                    <a:cubicBezTo>
                      <a:pt x="421" y="302"/>
                      <a:pt x="425" y="293"/>
                      <a:pt x="425" y="282"/>
                    </a:cubicBezTo>
                    <a:cubicBezTo>
                      <a:pt x="425" y="272"/>
                      <a:pt x="421" y="263"/>
                      <a:pt x="415" y="256"/>
                    </a:cubicBezTo>
                    <a:cubicBezTo>
                      <a:pt x="421" y="248"/>
                      <a:pt x="425" y="239"/>
                      <a:pt x="425" y="229"/>
                    </a:cubicBezTo>
                    <a:cubicBezTo>
                      <a:pt x="425" y="219"/>
                      <a:pt x="421" y="210"/>
                      <a:pt x="416" y="203"/>
                    </a:cubicBezTo>
                    <a:cubicBezTo>
                      <a:pt x="418" y="201"/>
                      <a:pt x="420" y="198"/>
                      <a:pt x="422"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46" name="Freeform 213"/>
              <p:cNvSpPr>
                <a:spLocks noEditPoints="1"/>
              </p:cNvSpPr>
              <p:nvPr/>
            </p:nvSpPr>
            <p:spPr bwMode="black">
              <a:xfrm>
                <a:off x="3233738" y="168276"/>
                <a:ext cx="2651125" cy="4124325"/>
              </a:xfrm>
              <a:custGeom>
                <a:avLst/>
                <a:gdLst>
                  <a:gd name="T0" fmla="*/ 122 w 707"/>
                  <a:gd name="T1" fmla="*/ 705 h 1100"/>
                  <a:gd name="T2" fmla="*/ 642 w 707"/>
                  <a:gd name="T3" fmla="*/ 515 h 1100"/>
                  <a:gd name="T4" fmla="*/ 691 w 707"/>
                  <a:gd name="T5" fmla="*/ 408 h 1100"/>
                  <a:gd name="T6" fmla="*/ 584 w 707"/>
                  <a:gd name="T7" fmla="*/ 359 h 1100"/>
                  <a:gd name="T8" fmla="*/ 65 w 707"/>
                  <a:gd name="T9" fmla="*/ 548 h 1100"/>
                  <a:gd name="T10" fmla="*/ 15 w 707"/>
                  <a:gd name="T11" fmla="*/ 655 h 1100"/>
                  <a:gd name="T12" fmla="*/ 122 w 707"/>
                  <a:gd name="T13" fmla="*/ 705 h 1100"/>
                  <a:gd name="T14" fmla="*/ 652 w 707"/>
                  <a:gd name="T15" fmla="*/ 714 h 1100"/>
                  <a:gd name="T16" fmla="*/ 706 w 707"/>
                  <a:gd name="T17" fmla="*/ 636 h 1100"/>
                  <a:gd name="T18" fmla="*/ 701 w 707"/>
                  <a:gd name="T19" fmla="*/ 608 h 1100"/>
                  <a:gd name="T20" fmla="*/ 594 w 707"/>
                  <a:gd name="T21" fmla="*/ 558 h 1100"/>
                  <a:gd name="T22" fmla="*/ 75 w 707"/>
                  <a:gd name="T23" fmla="*/ 748 h 1100"/>
                  <a:gd name="T24" fmla="*/ 20 w 707"/>
                  <a:gd name="T25" fmla="*/ 825 h 1100"/>
                  <a:gd name="T26" fmla="*/ 20 w 707"/>
                  <a:gd name="T27" fmla="*/ 826 h 1100"/>
                  <a:gd name="T28" fmla="*/ 73 w 707"/>
                  <a:gd name="T29" fmla="*/ 904 h 1100"/>
                  <a:gd name="T30" fmla="*/ 190 w 707"/>
                  <a:gd name="T31" fmla="*/ 951 h 1100"/>
                  <a:gd name="T32" fmla="*/ 190 w 707"/>
                  <a:gd name="T33" fmla="*/ 1014 h 1100"/>
                  <a:gd name="T34" fmla="*/ 191 w 707"/>
                  <a:gd name="T35" fmla="*/ 1023 h 1100"/>
                  <a:gd name="T36" fmla="*/ 132 w 707"/>
                  <a:gd name="T37" fmla="*/ 1023 h 1100"/>
                  <a:gd name="T38" fmla="*/ 115 w 707"/>
                  <a:gd name="T39" fmla="*/ 1040 h 1100"/>
                  <a:gd name="T40" fmla="*/ 115 w 707"/>
                  <a:gd name="T41" fmla="*/ 1083 h 1100"/>
                  <a:gd name="T42" fmla="*/ 132 w 707"/>
                  <a:gd name="T43" fmla="*/ 1100 h 1100"/>
                  <a:gd name="T44" fmla="*/ 648 w 707"/>
                  <a:gd name="T45" fmla="*/ 1100 h 1100"/>
                  <a:gd name="T46" fmla="*/ 664 w 707"/>
                  <a:gd name="T47" fmla="*/ 1083 h 1100"/>
                  <a:gd name="T48" fmla="*/ 664 w 707"/>
                  <a:gd name="T49" fmla="*/ 1040 h 1100"/>
                  <a:gd name="T50" fmla="*/ 648 w 707"/>
                  <a:gd name="T51" fmla="*/ 1023 h 1100"/>
                  <a:gd name="T52" fmla="*/ 622 w 707"/>
                  <a:gd name="T53" fmla="*/ 1023 h 1100"/>
                  <a:gd name="T54" fmla="*/ 622 w 707"/>
                  <a:gd name="T55" fmla="*/ 1013 h 1100"/>
                  <a:gd name="T56" fmla="*/ 622 w 707"/>
                  <a:gd name="T57" fmla="*/ 873 h 1100"/>
                  <a:gd name="T58" fmla="*/ 539 w 707"/>
                  <a:gd name="T59" fmla="*/ 790 h 1100"/>
                  <a:gd name="T60" fmla="*/ 456 w 707"/>
                  <a:gd name="T61" fmla="*/ 873 h 1100"/>
                  <a:gd name="T62" fmla="*/ 456 w 707"/>
                  <a:gd name="T63" fmla="*/ 1013 h 1100"/>
                  <a:gd name="T64" fmla="*/ 457 w 707"/>
                  <a:gd name="T65" fmla="*/ 1023 h 1100"/>
                  <a:gd name="T66" fmla="*/ 355 w 707"/>
                  <a:gd name="T67" fmla="*/ 1023 h 1100"/>
                  <a:gd name="T68" fmla="*/ 356 w 707"/>
                  <a:gd name="T69" fmla="*/ 1014 h 1100"/>
                  <a:gd name="T70" fmla="*/ 357 w 707"/>
                  <a:gd name="T71" fmla="*/ 895 h 1100"/>
                  <a:gd name="T72" fmla="*/ 346 w 707"/>
                  <a:gd name="T73" fmla="*/ 855 h 1100"/>
                  <a:gd name="T74" fmla="*/ 161 w 707"/>
                  <a:gd name="T75" fmla="*/ 885 h 1100"/>
                  <a:gd name="T76" fmla="*/ 348 w 707"/>
                  <a:gd name="T77" fmla="*/ 826 h 1100"/>
                  <a:gd name="T78" fmla="*/ 652 w 707"/>
                  <a:gd name="T79" fmla="*/ 714 h 1100"/>
                  <a:gd name="T80" fmla="*/ 122 w 707"/>
                  <a:gd name="T81" fmla="*/ 500 h 1100"/>
                  <a:gd name="T82" fmla="*/ 642 w 707"/>
                  <a:gd name="T83" fmla="*/ 310 h 1100"/>
                  <a:gd name="T84" fmla="*/ 696 w 707"/>
                  <a:gd name="T85" fmla="*/ 232 h 1100"/>
                  <a:gd name="T86" fmla="*/ 695 w 707"/>
                  <a:gd name="T87" fmla="*/ 223 h 1100"/>
                  <a:gd name="T88" fmla="*/ 624 w 707"/>
                  <a:gd name="T89" fmla="*/ 149 h 1100"/>
                  <a:gd name="T90" fmla="*/ 499 w 707"/>
                  <a:gd name="T91" fmla="*/ 132 h 1100"/>
                  <a:gd name="T92" fmla="*/ 509 w 707"/>
                  <a:gd name="T93" fmla="*/ 93 h 1100"/>
                  <a:gd name="T94" fmla="*/ 504 w 707"/>
                  <a:gd name="T95" fmla="*/ 66 h 1100"/>
                  <a:gd name="T96" fmla="*/ 398 w 707"/>
                  <a:gd name="T97" fmla="*/ 15 h 1100"/>
                  <a:gd name="T98" fmla="*/ 166 w 707"/>
                  <a:gd name="T99" fmla="*/ 96 h 1100"/>
                  <a:gd name="T100" fmla="*/ 110 w 707"/>
                  <a:gd name="T101" fmla="*/ 175 h 1100"/>
                  <a:gd name="T102" fmla="*/ 111 w 707"/>
                  <a:gd name="T103" fmla="*/ 184 h 1100"/>
                  <a:gd name="T104" fmla="*/ 182 w 707"/>
                  <a:gd name="T105" fmla="*/ 257 h 1100"/>
                  <a:gd name="T106" fmla="*/ 243 w 707"/>
                  <a:gd name="T107" fmla="*/ 266 h 1100"/>
                  <a:gd name="T108" fmla="*/ 439 w 707"/>
                  <a:gd name="T109" fmla="*/ 213 h 1100"/>
                  <a:gd name="T110" fmla="*/ 225 w 707"/>
                  <a:gd name="T111" fmla="*/ 285 h 1100"/>
                  <a:gd name="T112" fmla="*/ 65 w 707"/>
                  <a:gd name="T113" fmla="*/ 343 h 1100"/>
                  <a:gd name="T114" fmla="*/ 11 w 707"/>
                  <a:gd name="T115" fmla="*/ 422 h 1100"/>
                  <a:gd name="T116" fmla="*/ 15 w 707"/>
                  <a:gd name="T117" fmla="*/ 451 h 1100"/>
                  <a:gd name="T118" fmla="*/ 122 w 707"/>
                  <a:gd name="T119" fmla="*/ 500 h 1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7" h="1100">
                    <a:moveTo>
                      <a:pt x="122" y="705"/>
                    </a:moveTo>
                    <a:cubicBezTo>
                      <a:pt x="642" y="515"/>
                      <a:pt x="642" y="515"/>
                      <a:pt x="642" y="515"/>
                    </a:cubicBezTo>
                    <a:cubicBezTo>
                      <a:pt x="684" y="499"/>
                      <a:pt x="707" y="451"/>
                      <a:pt x="691" y="408"/>
                    </a:cubicBezTo>
                    <a:cubicBezTo>
                      <a:pt x="675" y="365"/>
                      <a:pt x="627" y="343"/>
                      <a:pt x="584" y="359"/>
                    </a:cubicBezTo>
                    <a:cubicBezTo>
                      <a:pt x="65" y="548"/>
                      <a:pt x="65" y="548"/>
                      <a:pt x="65" y="548"/>
                    </a:cubicBezTo>
                    <a:cubicBezTo>
                      <a:pt x="22" y="564"/>
                      <a:pt x="0" y="612"/>
                      <a:pt x="15" y="655"/>
                    </a:cubicBezTo>
                    <a:cubicBezTo>
                      <a:pt x="31" y="698"/>
                      <a:pt x="79" y="721"/>
                      <a:pt x="122" y="705"/>
                    </a:cubicBezTo>
                    <a:close/>
                    <a:moveTo>
                      <a:pt x="652" y="714"/>
                    </a:moveTo>
                    <a:cubicBezTo>
                      <a:pt x="685" y="702"/>
                      <a:pt x="706" y="671"/>
                      <a:pt x="706" y="636"/>
                    </a:cubicBezTo>
                    <a:cubicBezTo>
                      <a:pt x="706" y="627"/>
                      <a:pt x="704" y="617"/>
                      <a:pt x="701" y="608"/>
                    </a:cubicBezTo>
                    <a:cubicBezTo>
                      <a:pt x="685" y="565"/>
                      <a:pt x="637" y="543"/>
                      <a:pt x="594" y="558"/>
                    </a:cubicBezTo>
                    <a:cubicBezTo>
                      <a:pt x="75" y="748"/>
                      <a:pt x="75" y="748"/>
                      <a:pt x="75" y="748"/>
                    </a:cubicBezTo>
                    <a:cubicBezTo>
                      <a:pt x="43" y="760"/>
                      <a:pt x="21" y="790"/>
                      <a:pt x="20" y="825"/>
                    </a:cubicBezTo>
                    <a:cubicBezTo>
                      <a:pt x="20" y="826"/>
                      <a:pt x="20" y="826"/>
                      <a:pt x="20" y="826"/>
                    </a:cubicBezTo>
                    <a:cubicBezTo>
                      <a:pt x="20" y="860"/>
                      <a:pt x="41" y="891"/>
                      <a:pt x="73" y="904"/>
                    </a:cubicBezTo>
                    <a:cubicBezTo>
                      <a:pt x="73" y="904"/>
                      <a:pt x="140" y="931"/>
                      <a:pt x="190" y="951"/>
                    </a:cubicBezTo>
                    <a:cubicBezTo>
                      <a:pt x="190" y="982"/>
                      <a:pt x="190" y="1014"/>
                      <a:pt x="190" y="1014"/>
                    </a:cubicBezTo>
                    <a:cubicBezTo>
                      <a:pt x="190" y="1017"/>
                      <a:pt x="190" y="1020"/>
                      <a:pt x="191" y="1023"/>
                    </a:cubicBezTo>
                    <a:cubicBezTo>
                      <a:pt x="132" y="1023"/>
                      <a:pt x="132" y="1023"/>
                      <a:pt x="132" y="1023"/>
                    </a:cubicBezTo>
                    <a:cubicBezTo>
                      <a:pt x="122" y="1023"/>
                      <a:pt x="115" y="1030"/>
                      <a:pt x="115" y="1040"/>
                    </a:cubicBezTo>
                    <a:cubicBezTo>
                      <a:pt x="115" y="1083"/>
                      <a:pt x="115" y="1083"/>
                      <a:pt x="115" y="1083"/>
                    </a:cubicBezTo>
                    <a:cubicBezTo>
                      <a:pt x="115" y="1093"/>
                      <a:pt x="122" y="1100"/>
                      <a:pt x="132" y="1100"/>
                    </a:cubicBezTo>
                    <a:cubicBezTo>
                      <a:pt x="648" y="1100"/>
                      <a:pt x="648" y="1100"/>
                      <a:pt x="648" y="1100"/>
                    </a:cubicBezTo>
                    <a:cubicBezTo>
                      <a:pt x="657" y="1100"/>
                      <a:pt x="664" y="1093"/>
                      <a:pt x="664" y="1083"/>
                    </a:cubicBezTo>
                    <a:cubicBezTo>
                      <a:pt x="664" y="1040"/>
                      <a:pt x="664" y="1040"/>
                      <a:pt x="664" y="1040"/>
                    </a:cubicBezTo>
                    <a:cubicBezTo>
                      <a:pt x="664" y="1030"/>
                      <a:pt x="657" y="1023"/>
                      <a:pt x="648" y="1023"/>
                    </a:cubicBezTo>
                    <a:cubicBezTo>
                      <a:pt x="622" y="1023"/>
                      <a:pt x="622" y="1023"/>
                      <a:pt x="622" y="1023"/>
                    </a:cubicBezTo>
                    <a:cubicBezTo>
                      <a:pt x="622" y="1020"/>
                      <a:pt x="622" y="1017"/>
                      <a:pt x="622" y="1013"/>
                    </a:cubicBezTo>
                    <a:cubicBezTo>
                      <a:pt x="622" y="873"/>
                      <a:pt x="622" y="873"/>
                      <a:pt x="622" y="873"/>
                    </a:cubicBezTo>
                    <a:cubicBezTo>
                      <a:pt x="622" y="827"/>
                      <a:pt x="585" y="790"/>
                      <a:pt x="539" y="790"/>
                    </a:cubicBezTo>
                    <a:cubicBezTo>
                      <a:pt x="493" y="790"/>
                      <a:pt x="456" y="827"/>
                      <a:pt x="456" y="873"/>
                    </a:cubicBezTo>
                    <a:cubicBezTo>
                      <a:pt x="456" y="1013"/>
                      <a:pt x="456" y="1013"/>
                      <a:pt x="456" y="1013"/>
                    </a:cubicBezTo>
                    <a:cubicBezTo>
                      <a:pt x="456" y="1017"/>
                      <a:pt x="456" y="1020"/>
                      <a:pt x="457" y="1023"/>
                    </a:cubicBezTo>
                    <a:cubicBezTo>
                      <a:pt x="355" y="1023"/>
                      <a:pt x="355" y="1023"/>
                      <a:pt x="355" y="1023"/>
                    </a:cubicBezTo>
                    <a:cubicBezTo>
                      <a:pt x="356" y="1020"/>
                      <a:pt x="356" y="1017"/>
                      <a:pt x="356" y="1014"/>
                    </a:cubicBezTo>
                    <a:cubicBezTo>
                      <a:pt x="357" y="895"/>
                      <a:pt x="357" y="895"/>
                      <a:pt x="357" y="895"/>
                    </a:cubicBezTo>
                    <a:cubicBezTo>
                      <a:pt x="357" y="880"/>
                      <a:pt x="353" y="867"/>
                      <a:pt x="346" y="855"/>
                    </a:cubicBezTo>
                    <a:cubicBezTo>
                      <a:pt x="161" y="885"/>
                      <a:pt x="161" y="885"/>
                      <a:pt x="161" y="885"/>
                    </a:cubicBezTo>
                    <a:cubicBezTo>
                      <a:pt x="348" y="826"/>
                      <a:pt x="348" y="826"/>
                      <a:pt x="348" y="826"/>
                    </a:cubicBezTo>
                    <a:cubicBezTo>
                      <a:pt x="495" y="772"/>
                      <a:pt x="652" y="714"/>
                      <a:pt x="652" y="714"/>
                    </a:cubicBezTo>
                    <a:close/>
                    <a:moveTo>
                      <a:pt x="122" y="500"/>
                    </a:moveTo>
                    <a:cubicBezTo>
                      <a:pt x="642" y="310"/>
                      <a:pt x="642" y="310"/>
                      <a:pt x="642" y="310"/>
                    </a:cubicBezTo>
                    <a:cubicBezTo>
                      <a:pt x="675" y="298"/>
                      <a:pt x="696" y="267"/>
                      <a:pt x="696" y="232"/>
                    </a:cubicBezTo>
                    <a:cubicBezTo>
                      <a:pt x="696" y="229"/>
                      <a:pt x="696" y="226"/>
                      <a:pt x="695" y="223"/>
                    </a:cubicBezTo>
                    <a:cubicBezTo>
                      <a:pt x="691" y="185"/>
                      <a:pt x="662" y="155"/>
                      <a:pt x="624" y="149"/>
                    </a:cubicBezTo>
                    <a:cubicBezTo>
                      <a:pt x="624" y="149"/>
                      <a:pt x="551" y="139"/>
                      <a:pt x="499" y="132"/>
                    </a:cubicBezTo>
                    <a:cubicBezTo>
                      <a:pt x="505" y="120"/>
                      <a:pt x="509" y="107"/>
                      <a:pt x="509" y="93"/>
                    </a:cubicBezTo>
                    <a:cubicBezTo>
                      <a:pt x="509" y="84"/>
                      <a:pt x="508" y="75"/>
                      <a:pt x="504" y="66"/>
                    </a:cubicBezTo>
                    <a:cubicBezTo>
                      <a:pt x="489" y="22"/>
                      <a:pt x="441" y="0"/>
                      <a:pt x="398" y="15"/>
                    </a:cubicBezTo>
                    <a:cubicBezTo>
                      <a:pt x="166" y="96"/>
                      <a:pt x="166" y="96"/>
                      <a:pt x="166" y="96"/>
                    </a:cubicBezTo>
                    <a:cubicBezTo>
                      <a:pt x="132" y="109"/>
                      <a:pt x="110" y="140"/>
                      <a:pt x="110" y="175"/>
                    </a:cubicBezTo>
                    <a:cubicBezTo>
                      <a:pt x="110" y="178"/>
                      <a:pt x="110" y="181"/>
                      <a:pt x="111" y="184"/>
                    </a:cubicBezTo>
                    <a:cubicBezTo>
                      <a:pt x="115" y="222"/>
                      <a:pt x="145" y="253"/>
                      <a:pt x="182" y="257"/>
                    </a:cubicBezTo>
                    <a:cubicBezTo>
                      <a:pt x="182" y="257"/>
                      <a:pt x="215" y="262"/>
                      <a:pt x="243" y="266"/>
                    </a:cubicBezTo>
                    <a:cubicBezTo>
                      <a:pt x="439" y="213"/>
                      <a:pt x="439" y="213"/>
                      <a:pt x="439" y="213"/>
                    </a:cubicBezTo>
                    <a:cubicBezTo>
                      <a:pt x="225" y="285"/>
                      <a:pt x="225" y="285"/>
                      <a:pt x="225" y="285"/>
                    </a:cubicBezTo>
                    <a:cubicBezTo>
                      <a:pt x="142" y="315"/>
                      <a:pt x="65" y="343"/>
                      <a:pt x="65" y="343"/>
                    </a:cubicBezTo>
                    <a:cubicBezTo>
                      <a:pt x="31" y="356"/>
                      <a:pt x="11" y="388"/>
                      <a:pt x="11" y="422"/>
                    </a:cubicBezTo>
                    <a:cubicBezTo>
                      <a:pt x="11" y="431"/>
                      <a:pt x="12" y="441"/>
                      <a:pt x="15" y="451"/>
                    </a:cubicBezTo>
                    <a:cubicBezTo>
                      <a:pt x="31" y="494"/>
                      <a:pt x="79" y="516"/>
                      <a:pt x="122" y="5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47" name="Freeform 214"/>
              <p:cNvSpPr>
                <a:spLocks/>
              </p:cNvSpPr>
              <p:nvPr/>
            </p:nvSpPr>
            <p:spPr bwMode="black">
              <a:xfrm>
                <a:off x="3657600" y="4476750"/>
                <a:ext cx="2057400" cy="460375"/>
              </a:xfrm>
              <a:custGeom>
                <a:avLst/>
                <a:gdLst>
                  <a:gd name="T0" fmla="*/ 549 w 549"/>
                  <a:gd name="T1" fmla="*/ 10 h 123"/>
                  <a:gd name="T2" fmla="*/ 535 w 549"/>
                  <a:gd name="T3" fmla="*/ 0 h 123"/>
                  <a:gd name="T4" fmla="*/ 17 w 549"/>
                  <a:gd name="T5" fmla="*/ 0 h 123"/>
                  <a:gd name="T6" fmla="*/ 0 w 549"/>
                  <a:gd name="T7" fmla="*/ 17 h 123"/>
                  <a:gd name="T8" fmla="*/ 0 w 549"/>
                  <a:gd name="T9" fmla="*/ 106 h 123"/>
                  <a:gd name="T10" fmla="*/ 17 w 549"/>
                  <a:gd name="T11" fmla="*/ 123 h 123"/>
                  <a:gd name="T12" fmla="*/ 535 w 549"/>
                  <a:gd name="T13" fmla="*/ 123 h 123"/>
                  <a:gd name="T14" fmla="*/ 549 w 549"/>
                  <a:gd name="T15" fmla="*/ 113 h 123"/>
                  <a:gd name="T16" fmla="*/ 549 w 549"/>
                  <a:gd name="T17"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9" h="123">
                    <a:moveTo>
                      <a:pt x="549" y="10"/>
                    </a:moveTo>
                    <a:cubicBezTo>
                      <a:pt x="547" y="4"/>
                      <a:pt x="541" y="0"/>
                      <a:pt x="535" y="0"/>
                    </a:cubicBezTo>
                    <a:cubicBezTo>
                      <a:pt x="17" y="0"/>
                      <a:pt x="17" y="0"/>
                      <a:pt x="17" y="0"/>
                    </a:cubicBezTo>
                    <a:cubicBezTo>
                      <a:pt x="8" y="0"/>
                      <a:pt x="0" y="7"/>
                      <a:pt x="0" y="17"/>
                    </a:cubicBezTo>
                    <a:cubicBezTo>
                      <a:pt x="0" y="106"/>
                      <a:pt x="0" y="106"/>
                      <a:pt x="0" y="106"/>
                    </a:cubicBezTo>
                    <a:cubicBezTo>
                      <a:pt x="0" y="115"/>
                      <a:pt x="8" y="123"/>
                      <a:pt x="17" y="123"/>
                    </a:cubicBezTo>
                    <a:cubicBezTo>
                      <a:pt x="535" y="123"/>
                      <a:pt x="535" y="123"/>
                      <a:pt x="535" y="123"/>
                    </a:cubicBezTo>
                    <a:cubicBezTo>
                      <a:pt x="541" y="123"/>
                      <a:pt x="547" y="118"/>
                      <a:pt x="549" y="113"/>
                    </a:cubicBezTo>
                    <a:cubicBezTo>
                      <a:pt x="549" y="10"/>
                      <a:pt x="549" y="10"/>
                      <a:pt x="54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sp>
          <p:nvSpPr>
            <p:cNvPr id="129" name="Freeform 128"/>
            <p:cNvSpPr/>
            <p:nvPr/>
          </p:nvSpPr>
          <p:spPr>
            <a:xfrm>
              <a:off x="4763794" y="2303905"/>
              <a:ext cx="1712049" cy="1003966"/>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B4009E"/>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30" name="Group 129"/>
            <p:cNvGrpSpPr/>
            <p:nvPr/>
          </p:nvGrpSpPr>
          <p:grpSpPr>
            <a:xfrm>
              <a:off x="5395907" y="2512962"/>
              <a:ext cx="630934" cy="678141"/>
              <a:chOff x="3023219" y="704265"/>
              <a:chExt cx="552891" cy="594263"/>
            </a:xfrm>
            <a:solidFill>
              <a:schemeClr val="bg1"/>
            </a:solidFill>
          </p:grpSpPr>
          <p:sp>
            <p:nvSpPr>
              <p:cNvPr id="138" name="Freeform 6"/>
              <p:cNvSpPr>
                <a:spLocks/>
              </p:cNvSpPr>
              <p:nvPr/>
            </p:nvSpPr>
            <p:spPr bwMode="black">
              <a:xfrm>
                <a:off x="3023219" y="936751"/>
                <a:ext cx="79493" cy="79473"/>
              </a:xfrm>
              <a:custGeom>
                <a:avLst/>
                <a:gdLst>
                  <a:gd name="T0" fmla="*/ 15 w 67"/>
                  <a:gd name="T1" fmla="*/ 67 h 67"/>
                  <a:gd name="T2" fmla="*/ 15 w 67"/>
                  <a:gd name="T3" fmla="*/ 66 h 67"/>
                  <a:gd name="T4" fmla="*/ 33 w 67"/>
                  <a:gd name="T5" fmla="*/ 48 h 67"/>
                  <a:gd name="T6" fmla="*/ 52 w 67"/>
                  <a:gd name="T7" fmla="*/ 67 h 67"/>
                  <a:gd name="T8" fmla="*/ 67 w 67"/>
                  <a:gd name="T9" fmla="*/ 52 h 67"/>
                  <a:gd name="T10" fmla="*/ 66 w 67"/>
                  <a:gd name="T11" fmla="*/ 51 h 67"/>
                  <a:gd name="T12" fmla="*/ 48 w 67"/>
                  <a:gd name="T13" fmla="*/ 33 h 67"/>
                  <a:gd name="T14" fmla="*/ 67 w 67"/>
                  <a:gd name="T15" fmla="*/ 15 h 67"/>
                  <a:gd name="T16" fmla="*/ 52 w 67"/>
                  <a:gd name="T17" fmla="*/ 0 h 67"/>
                  <a:gd name="T18" fmla="*/ 33 w 67"/>
                  <a:gd name="T19" fmla="*/ 19 h 67"/>
                  <a:gd name="T20" fmla="*/ 15 w 67"/>
                  <a:gd name="T21" fmla="*/ 0 h 67"/>
                  <a:gd name="T22" fmla="*/ 0 w 67"/>
                  <a:gd name="T23" fmla="*/ 15 h 67"/>
                  <a:gd name="T24" fmla="*/ 19 w 67"/>
                  <a:gd name="T25" fmla="*/ 33 h 67"/>
                  <a:gd name="T26" fmla="*/ 0 w 67"/>
                  <a:gd name="T27" fmla="*/ 52 h 67"/>
                  <a:gd name="T28" fmla="*/ 15 w 67"/>
                  <a:gd name="T2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67">
                    <a:moveTo>
                      <a:pt x="15" y="67"/>
                    </a:moveTo>
                    <a:lnTo>
                      <a:pt x="15" y="66"/>
                    </a:lnTo>
                    <a:lnTo>
                      <a:pt x="33" y="48"/>
                    </a:lnTo>
                    <a:lnTo>
                      <a:pt x="52" y="67"/>
                    </a:lnTo>
                    <a:lnTo>
                      <a:pt x="67" y="52"/>
                    </a:lnTo>
                    <a:lnTo>
                      <a:pt x="66" y="51"/>
                    </a:lnTo>
                    <a:lnTo>
                      <a:pt x="48" y="33"/>
                    </a:lnTo>
                    <a:lnTo>
                      <a:pt x="67" y="15"/>
                    </a:lnTo>
                    <a:lnTo>
                      <a:pt x="52" y="0"/>
                    </a:lnTo>
                    <a:lnTo>
                      <a:pt x="33" y="19"/>
                    </a:lnTo>
                    <a:lnTo>
                      <a:pt x="15" y="0"/>
                    </a:lnTo>
                    <a:lnTo>
                      <a:pt x="0" y="15"/>
                    </a:lnTo>
                    <a:lnTo>
                      <a:pt x="19" y="33"/>
                    </a:lnTo>
                    <a:lnTo>
                      <a:pt x="0" y="52"/>
                    </a:lnTo>
                    <a:lnTo>
                      <a:pt x="15" y="67"/>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600" dirty="0"/>
              </a:p>
            </p:txBody>
          </p:sp>
          <p:sp>
            <p:nvSpPr>
              <p:cNvPr id="139" name="Freeform 7"/>
              <p:cNvSpPr>
                <a:spLocks/>
              </p:cNvSpPr>
              <p:nvPr/>
            </p:nvSpPr>
            <p:spPr bwMode="black">
              <a:xfrm>
                <a:off x="3162035" y="949799"/>
                <a:ext cx="79493" cy="78286"/>
              </a:xfrm>
              <a:custGeom>
                <a:avLst/>
                <a:gdLst>
                  <a:gd name="T0" fmla="*/ 66 w 67"/>
                  <a:gd name="T1" fmla="*/ 51 h 66"/>
                  <a:gd name="T2" fmla="*/ 48 w 67"/>
                  <a:gd name="T3" fmla="*/ 33 h 66"/>
                  <a:gd name="T4" fmla="*/ 67 w 67"/>
                  <a:gd name="T5" fmla="*/ 14 h 66"/>
                  <a:gd name="T6" fmla="*/ 52 w 67"/>
                  <a:gd name="T7" fmla="*/ 0 h 66"/>
                  <a:gd name="T8" fmla="*/ 33 w 67"/>
                  <a:gd name="T9" fmla="*/ 18 h 66"/>
                  <a:gd name="T10" fmla="*/ 15 w 67"/>
                  <a:gd name="T11" fmla="*/ 0 h 66"/>
                  <a:gd name="T12" fmla="*/ 0 w 67"/>
                  <a:gd name="T13" fmla="*/ 14 h 66"/>
                  <a:gd name="T14" fmla="*/ 19 w 67"/>
                  <a:gd name="T15" fmla="*/ 33 h 66"/>
                  <a:gd name="T16" fmla="*/ 0 w 67"/>
                  <a:gd name="T17" fmla="*/ 51 h 66"/>
                  <a:gd name="T18" fmla="*/ 15 w 67"/>
                  <a:gd name="T19" fmla="*/ 66 h 66"/>
                  <a:gd name="T20" fmla="*/ 15 w 67"/>
                  <a:gd name="T21" fmla="*/ 66 h 66"/>
                  <a:gd name="T22" fmla="*/ 33 w 67"/>
                  <a:gd name="T23" fmla="*/ 48 h 66"/>
                  <a:gd name="T24" fmla="*/ 52 w 67"/>
                  <a:gd name="T25" fmla="*/ 66 h 66"/>
                  <a:gd name="T26" fmla="*/ 67 w 67"/>
                  <a:gd name="T27" fmla="*/ 51 h 66"/>
                  <a:gd name="T28" fmla="*/ 66 w 67"/>
                  <a:gd name="T29" fmla="*/ 51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66">
                    <a:moveTo>
                      <a:pt x="66" y="51"/>
                    </a:moveTo>
                    <a:lnTo>
                      <a:pt x="48" y="33"/>
                    </a:lnTo>
                    <a:lnTo>
                      <a:pt x="67" y="14"/>
                    </a:lnTo>
                    <a:lnTo>
                      <a:pt x="52" y="0"/>
                    </a:lnTo>
                    <a:lnTo>
                      <a:pt x="33" y="18"/>
                    </a:lnTo>
                    <a:lnTo>
                      <a:pt x="15" y="0"/>
                    </a:lnTo>
                    <a:lnTo>
                      <a:pt x="0" y="14"/>
                    </a:lnTo>
                    <a:lnTo>
                      <a:pt x="19" y="33"/>
                    </a:lnTo>
                    <a:lnTo>
                      <a:pt x="0" y="51"/>
                    </a:lnTo>
                    <a:lnTo>
                      <a:pt x="15" y="66"/>
                    </a:lnTo>
                    <a:lnTo>
                      <a:pt x="15" y="66"/>
                    </a:lnTo>
                    <a:lnTo>
                      <a:pt x="33" y="48"/>
                    </a:lnTo>
                    <a:lnTo>
                      <a:pt x="52" y="66"/>
                    </a:lnTo>
                    <a:lnTo>
                      <a:pt x="67" y="51"/>
                    </a:lnTo>
                    <a:lnTo>
                      <a:pt x="66" y="51"/>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600" dirty="0"/>
              </a:p>
            </p:txBody>
          </p:sp>
          <p:sp>
            <p:nvSpPr>
              <p:cNvPr id="140" name="Freeform 8"/>
              <p:cNvSpPr>
                <a:spLocks/>
              </p:cNvSpPr>
              <p:nvPr/>
            </p:nvSpPr>
            <p:spPr bwMode="black">
              <a:xfrm>
                <a:off x="3353055" y="932006"/>
                <a:ext cx="78306" cy="78286"/>
              </a:xfrm>
              <a:custGeom>
                <a:avLst/>
                <a:gdLst>
                  <a:gd name="T0" fmla="*/ 14 w 66"/>
                  <a:gd name="T1" fmla="*/ 66 h 66"/>
                  <a:gd name="T2" fmla="*/ 15 w 66"/>
                  <a:gd name="T3" fmla="*/ 66 h 66"/>
                  <a:gd name="T4" fmla="*/ 33 w 66"/>
                  <a:gd name="T5" fmla="*/ 48 h 66"/>
                  <a:gd name="T6" fmla="*/ 52 w 66"/>
                  <a:gd name="T7" fmla="*/ 66 h 66"/>
                  <a:gd name="T8" fmla="*/ 66 w 66"/>
                  <a:gd name="T9" fmla="*/ 51 h 66"/>
                  <a:gd name="T10" fmla="*/ 66 w 66"/>
                  <a:gd name="T11" fmla="*/ 51 h 66"/>
                  <a:gd name="T12" fmla="*/ 48 w 66"/>
                  <a:gd name="T13" fmla="*/ 33 h 66"/>
                  <a:gd name="T14" fmla="*/ 66 w 66"/>
                  <a:gd name="T15" fmla="*/ 14 h 66"/>
                  <a:gd name="T16" fmla="*/ 52 w 66"/>
                  <a:gd name="T17" fmla="*/ 0 h 66"/>
                  <a:gd name="T18" fmla="*/ 33 w 66"/>
                  <a:gd name="T19" fmla="*/ 18 h 66"/>
                  <a:gd name="T20" fmla="*/ 14 w 66"/>
                  <a:gd name="T21" fmla="*/ 0 h 66"/>
                  <a:gd name="T22" fmla="*/ 0 w 66"/>
                  <a:gd name="T23" fmla="*/ 14 h 66"/>
                  <a:gd name="T24" fmla="*/ 18 w 66"/>
                  <a:gd name="T25" fmla="*/ 33 h 66"/>
                  <a:gd name="T26" fmla="*/ 0 w 66"/>
                  <a:gd name="T27" fmla="*/ 51 h 66"/>
                  <a:gd name="T28" fmla="*/ 14 w 66"/>
                  <a:gd name="T2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66">
                    <a:moveTo>
                      <a:pt x="14" y="66"/>
                    </a:moveTo>
                    <a:lnTo>
                      <a:pt x="15" y="66"/>
                    </a:lnTo>
                    <a:lnTo>
                      <a:pt x="33" y="48"/>
                    </a:lnTo>
                    <a:lnTo>
                      <a:pt x="52" y="66"/>
                    </a:lnTo>
                    <a:lnTo>
                      <a:pt x="66" y="51"/>
                    </a:lnTo>
                    <a:lnTo>
                      <a:pt x="66" y="51"/>
                    </a:lnTo>
                    <a:lnTo>
                      <a:pt x="48" y="33"/>
                    </a:lnTo>
                    <a:lnTo>
                      <a:pt x="66" y="14"/>
                    </a:lnTo>
                    <a:lnTo>
                      <a:pt x="52" y="0"/>
                    </a:lnTo>
                    <a:lnTo>
                      <a:pt x="33" y="18"/>
                    </a:lnTo>
                    <a:lnTo>
                      <a:pt x="14" y="0"/>
                    </a:lnTo>
                    <a:lnTo>
                      <a:pt x="0" y="14"/>
                    </a:lnTo>
                    <a:lnTo>
                      <a:pt x="18" y="33"/>
                    </a:lnTo>
                    <a:lnTo>
                      <a:pt x="0" y="51"/>
                    </a:lnTo>
                    <a:lnTo>
                      <a:pt x="14" y="66"/>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600" dirty="0"/>
              </a:p>
            </p:txBody>
          </p:sp>
          <p:sp>
            <p:nvSpPr>
              <p:cNvPr id="141" name="Freeform 9"/>
              <p:cNvSpPr>
                <a:spLocks/>
              </p:cNvSpPr>
              <p:nvPr/>
            </p:nvSpPr>
            <p:spPr bwMode="black">
              <a:xfrm>
                <a:off x="3070677" y="704265"/>
                <a:ext cx="251530" cy="594263"/>
              </a:xfrm>
              <a:custGeom>
                <a:avLst/>
                <a:gdLst>
                  <a:gd name="T0" fmla="*/ 938 w 1156"/>
                  <a:gd name="T1" fmla="*/ 2724 h 2724"/>
                  <a:gd name="T2" fmla="*/ 1139 w 1156"/>
                  <a:gd name="T3" fmla="*/ 2523 h 2724"/>
                  <a:gd name="T4" fmla="*/ 1036 w 1156"/>
                  <a:gd name="T5" fmla="*/ 2347 h 2724"/>
                  <a:gd name="T6" fmla="*/ 1156 w 1156"/>
                  <a:gd name="T7" fmla="*/ 1686 h 2724"/>
                  <a:gd name="T8" fmla="*/ 953 w 1156"/>
                  <a:gd name="T9" fmla="*/ 884 h 2724"/>
                  <a:gd name="T10" fmla="*/ 188 w 1156"/>
                  <a:gd name="T11" fmla="*/ 128 h 2724"/>
                  <a:gd name="T12" fmla="*/ 327 w 1156"/>
                  <a:gd name="T13" fmla="*/ 90 h 2724"/>
                  <a:gd name="T14" fmla="*/ 302 w 1156"/>
                  <a:gd name="T15" fmla="*/ 0 h 2724"/>
                  <a:gd name="T16" fmla="*/ 0 w 1156"/>
                  <a:gd name="T17" fmla="*/ 82 h 2724"/>
                  <a:gd name="T18" fmla="*/ 83 w 1156"/>
                  <a:gd name="T19" fmla="*/ 385 h 2724"/>
                  <a:gd name="T20" fmla="*/ 173 w 1156"/>
                  <a:gd name="T21" fmla="*/ 360 h 2724"/>
                  <a:gd name="T22" fmla="*/ 135 w 1156"/>
                  <a:gd name="T23" fmla="*/ 223 h 2724"/>
                  <a:gd name="T24" fmla="*/ 858 w 1156"/>
                  <a:gd name="T25" fmla="*/ 937 h 2724"/>
                  <a:gd name="T26" fmla="*/ 1047 w 1156"/>
                  <a:gd name="T27" fmla="*/ 1686 h 2724"/>
                  <a:gd name="T28" fmla="*/ 979 w 1156"/>
                  <a:gd name="T29" fmla="*/ 2171 h 2724"/>
                  <a:gd name="T30" fmla="*/ 933 w 1156"/>
                  <a:gd name="T31" fmla="*/ 2312 h 2724"/>
                  <a:gd name="T32" fmla="*/ 929 w 1156"/>
                  <a:gd name="T33" fmla="*/ 2321 h 2724"/>
                  <a:gd name="T34" fmla="*/ 736 w 1156"/>
                  <a:gd name="T35" fmla="*/ 2523 h 2724"/>
                  <a:gd name="T36" fmla="*/ 938 w 1156"/>
                  <a:gd name="T37" fmla="*/ 2724 h 2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6" h="2724">
                    <a:moveTo>
                      <a:pt x="938" y="2724"/>
                    </a:moveTo>
                    <a:cubicBezTo>
                      <a:pt x="1049" y="2724"/>
                      <a:pt x="1139" y="2634"/>
                      <a:pt x="1139" y="2523"/>
                    </a:cubicBezTo>
                    <a:cubicBezTo>
                      <a:pt x="1139" y="2447"/>
                      <a:pt x="1098" y="2382"/>
                      <a:pt x="1036" y="2347"/>
                    </a:cubicBezTo>
                    <a:cubicBezTo>
                      <a:pt x="1078" y="2239"/>
                      <a:pt x="1156" y="1994"/>
                      <a:pt x="1156" y="1686"/>
                    </a:cubicBezTo>
                    <a:cubicBezTo>
                      <a:pt x="1156" y="1444"/>
                      <a:pt x="1108" y="1164"/>
                      <a:pt x="953" y="884"/>
                    </a:cubicBezTo>
                    <a:cubicBezTo>
                      <a:pt x="807" y="619"/>
                      <a:pt x="566" y="356"/>
                      <a:pt x="188" y="128"/>
                    </a:cubicBezTo>
                    <a:cubicBezTo>
                      <a:pt x="327" y="90"/>
                      <a:pt x="327" y="90"/>
                      <a:pt x="327" y="90"/>
                    </a:cubicBezTo>
                    <a:cubicBezTo>
                      <a:pt x="302" y="0"/>
                      <a:pt x="302" y="0"/>
                      <a:pt x="302" y="0"/>
                    </a:cubicBezTo>
                    <a:cubicBezTo>
                      <a:pt x="0" y="82"/>
                      <a:pt x="0" y="82"/>
                      <a:pt x="0" y="82"/>
                    </a:cubicBezTo>
                    <a:cubicBezTo>
                      <a:pt x="83" y="385"/>
                      <a:pt x="83" y="385"/>
                      <a:pt x="83" y="385"/>
                    </a:cubicBezTo>
                    <a:cubicBezTo>
                      <a:pt x="173" y="360"/>
                      <a:pt x="173" y="360"/>
                      <a:pt x="173" y="360"/>
                    </a:cubicBezTo>
                    <a:cubicBezTo>
                      <a:pt x="135" y="223"/>
                      <a:pt x="135" y="223"/>
                      <a:pt x="135" y="223"/>
                    </a:cubicBezTo>
                    <a:cubicBezTo>
                      <a:pt x="497" y="443"/>
                      <a:pt x="721" y="690"/>
                      <a:pt x="858" y="937"/>
                    </a:cubicBezTo>
                    <a:cubicBezTo>
                      <a:pt x="1002" y="1198"/>
                      <a:pt x="1047" y="1459"/>
                      <a:pt x="1047" y="1686"/>
                    </a:cubicBezTo>
                    <a:cubicBezTo>
                      <a:pt x="1047" y="1881"/>
                      <a:pt x="1013" y="2051"/>
                      <a:pt x="979" y="2171"/>
                    </a:cubicBezTo>
                    <a:cubicBezTo>
                      <a:pt x="963" y="2231"/>
                      <a:pt x="946" y="2279"/>
                      <a:pt x="933" y="2312"/>
                    </a:cubicBezTo>
                    <a:cubicBezTo>
                      <a:pt x="932" y="2315"/>
                      <a:pt x="931" y="2318"/>
                      <a:pt x="929" y="2321"/>
                    </a:cubicBezTo>
                    <a:cubicBezTo>
                      <a:pt x="822" y="2326"/>
                      <a:pt x="736" y="2414"/>
                      <a:pt x="736" y="2523"/>
                    </a:cubicBezTo>
                    <a:cubicBezTo>
                      <a:pt x="736" y="2634"/>
                      <a:pt x="826" y="2724"/>
                      <a:pt x="938" y="2724"/>
                    </a:cubicBezTo>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600" dirty="0"/>
              </a:p>
            </p:txBody>
          </p:sp>
          <p:sp>
            <p:nvSpPr>
              <p:cNvPr id="142" name="Oval 10"/>
              <p:cNvSpPr>
                <a:spLocks noChangeArrowheads="1"/>
              </p:cNvSpPr>
              <p:nvPr/>
            </p:nvSpPr>
            <p:spPr bwMode="black">
              <a:xfrm>
                <a:off x="3254579" y="1234476"/>
                <a:ext cx="40340" cy="40329"/>
              </a:xfrm>
              <a:prstGeom prst="ellipse">
                <a:avLst/>
              </a:prstGeom>
              <a:grpFill/>
              <a:ln w="9525" cap="flat" cmpd="sng" algn="ctr">
                <a:noFill/>
                <a:prstDash val="solid"/>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kern="0" dirty="0">
                  <a:gradFill>
                    <a:gsLst>
                      <a:gs pos="0">
                        <a:srgbClr val="FFFFFF"/>
                      </a:gs>
                      <a:gs pos="100000">
                        <a:srgbClr val="FFFFFF"/>
                      </a:gs>
                    </a:gsLst>
                    <a:lin ang="5400000" scaled="0"/>
                  </a:gradFill>
                  <a:latin typeface="Segoe"/>
                </a:endParaRPr>
              </a:p>
            </p:txBody>
          </p:sp>
          <p:sp>
            <p:nvSpPr>
              <p:cNvPr id="143" name="Freeform 11"/>
              <p:cNvSpPr>
                <a:spLocks/>
              </p:cNvSpPr>
              <p:nvPr/>
            </p:nvSpPr>
            <p:spPr bwMode="black">
              <a:xfrm>
                <a:off x="3341191" y="962846"/>
                <a:ext cx="234919" cy="262140"/>
              </a:xfrm>
              <a:custGeom>
                <a:avLst/>
                <a:gdLst>
                  <a:gd name="T0" fmla="*/ 695 w 1079"/>
                  <a:gd name="T1" fmla="*/ 124 h 1206"/>
                  <a:gd name="T2" fmla="*/ 834 w 1079"/>
                  <a:gd name="T3" fmla="*/ 90 h 1206"/>
                  <a:gd name="T4" fmla="*/ 812 w 1079"/>
                  <a:gd name="T5" fmla="*/ 0 h 1206"/>
                  <a:gd name="T6" fmla="*/ 507 w 1079"/>
                  <a:gd name="T7" fmla="*/ 73 h 1206"/>
                  <a:gd name="T8" fmla="*/ 580 w 1079"/>
                  <a:gd name="T9" fmla="*/ 378 h 1206"/>
                  <a:gd name="T10" fmla="*/ 671 w 1079"/>
                  <a:gd name="T11" fmla="*/ 356 h 1206"/>
                  <a:gd name="T12" fmla="*/ 638 w 1079"/>
                  <a:gd name="T13" fmla="*/ 217 h 1206"/>
                  <a:gd name="T14" fmla="*/ 924 w 1079"/>
                  <a:gd name="T15" fmla="*/ 392 h 1206"/>
                  <a:gd name="T16" fmla="*/ 528 w 1079"/>
                  <a:gd name="T17" fmla="*/ 753 h 1206"/>
                  <a:gd name="T18" fmla="*/ 362 w 1079"/>
                  <a:gd name="T19" fmla="*/ 844 h 1206"/>
                  <a:gd name="T20" fmla="*/ 337 w 1079"/>
                  <a:gd name="T21" fmla="*/ 856 h 1206"/>
                  <a:gd name="T22" fmla="*/ 201 w 1079"/>
                  <a:gd name="T23" fmla="*/ 803 h 1206"/>
                  <a:gd name="T24" fmla="*/ 0 w 1079"/>
                  <a:gd name="T25" fmla="*/ 1005 h 1206"/>
                  <a:gd name="T26" fmla="*/ 201 w 1079"/>
                  <a:gd name="T27" fmla="*/ 1206 h 1206"/>
                  <a:gd name="T28" fmla="*/ 403 w 1079"/>
                  <a:gd name="T29" fmla="*/ 1005 h 1206"/>
                  <a:gd name="T30" fmla="*/ 395 w 1079"/>
                  <a:gd name="T31" fmla="*/ 949 h 1206"/>
                  <a:gd name="T32" fmla="*/ 1047 w 1079"/>
                  <a:gd name="T33" fmla="*/ 406 h 1206"/>
                  <a:gd name="T34" fmla="*/ 1079 w 1079"/>
                  <a:gd name="T35" fmla="*/ 359 h 1206"/>
                  <a:gd name="T36" fmla="*/ 695 w 1079"/>
                  <a:gd name="T37" fmla="*/ 124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79" h="1206">
                    <a:moveTo>
                      <a:pt x="695" y="124"/>
                    </a:moveTo>
                    <a:cubicBezTo>
                      <a:pt x="834" y="90"/>
                      <a:pt x="834" y="90"/>
                      <a:pt x="834" y="90"/>
                    </a:cubicBezTo>
                    <a:cubicBezTo>
                      <a:pt x="812" y="0"/>
                      <a:pt x="812" y="0"/>
                      <a:pt x="812" y="0"/>
                    </a:cubicBezTo>
                    <a:cubicBezTo>
                      <a:pt x="507" y="73"/>
                      <a:pt x="507" y="73"/>
                      <a:pt x="507" y="73"/>
                    </a:cubicBezTo>
                    <a:cubicBezTo>
                      <a:pt x="580" y="378"/>
                      <a:pt x="580" y="378"/>
                      <a:pt x="580" y="378"/>
                    </a:cubicBezTo>
                    <a:cubicBezTo>
                      <a:pt x="671" y="356"/>
                      <a:pt x="671" y="356"/>
                      <a:pt x="671" y="356"/>
                    </a:cubicBezTo>
                    <a:cubicBezTo>
                      <a:pt x="638" y="217"/>
                      <a:pt x="638" y="217"/>
                      <a:pt x="638" y="217"/>
                    </a:cubicBezTo>
                    <a:cubicBezTo>
                      <a:pt x="924" y="392"/>
                      <a:pt x="924" y="392"/>
                      <a:pt x="924" y="392"/>
                    </a:cubicBezTo>
                    <a:cubicBezTo>
                      <a:pt x="800" y="559"/>
                      <a:pt x="651" y="677"/>
                      <a:pt x="528" y="753"/>
                    </a:cubicBezTo>
                    <a:cubicBezTo>
                      <a:pt x="462" y="795"/>
                      <a:pt x="403" y="825"/>
                      <a:pt x="362" y="844"/>
                    </a:cubicBezTo>
                    <a:cubicBezTo>
                      <a:pt x="353" y="849"/>
                      <a:pt x="344" y="853"/>
                      <a:pt x="337" y="856"/>
                    </a:cubicBezTo>
                    <a:cubicBezTo>
                      <a:pt x="301" y="823"/>
                      <a:pt x="253" y="803"/>
                      <a:pt x="201" y="803"/>
                    </a:cubicBezTo>
                    <a:cubicBezTo>
                      <a:pt x="90" y="803"/>
                      <a:pt x="0" y="894"/>
                      <a:pt x="0" y="1005"/>
                    </a:cubicBezTo>
                    <a:cubicBezTo>
                      <a:pt x="0" y="1116"/>
                      <a:pt x="90" y="1206"/>
                      <a:pt x="201" y="1206"/>
                    </a:cubicBezTo>
                    <a:cubicBezTo>
                      <a:pt x="312" y="1206"/>
                      <a:pt x="403" y="1116"/>
                      <a:pt x="403" y="1005"/>
                    </a:cubicBezTo>
                    <a:cubicBezTo>
                      <a:pt x="403" y="986"/>
                      <a:pt x="400" y="967"/>
                      <a:pt x="395" y="949"/>
                    </a:cubicBezTo>
                    <a:cubicBezTo>
                      <a:pt x="524" y="891"/>
                      <a:pt x="829" y="729"/>
                      <a:pt x="1047" y="406"/>
                    </a:cubicBezTo>
                    <a:cubicBezTo>
                      <a:pt x="1079" y="359"/>
                      <a:pt x="1079" y="359"/>
                      <a:pt x="1079" y="359"/>
                    </a:cubicBezTo>
                    <a:lnTo>
                      <a:pt x="695" y="124"/>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600" dirty="0"/>
              </a:p>
            </p:txBody>
          </p:sp>
          <p:sp>
            <p:nvSpPr>
              <p:cNvPr id="144" name="Freeform 13"/>
              <p:cNvSpPr>
                <a:spLocks/>
              </p:cNvSpPr>
              <p:nvPr/>
            </p:nvSpPr>
            <p:spPr bwMode="black">
              <a:xfrm>
                <a:off x="3032711" y="1023341"/>
                <a:ext cx="161359" cy="240789"/>
              </a:xfrm>
              <a:custGeom>
                <a:avLst/>
                <a:gdLst>
                  <a:gd name="T0" fmla="*/ 537 w 738"/>
                  <a:gd name="T1" fmla="*/ 706 h 1109"/>
                  <a:gd name="T2" fmla="*/ 506 w 738"/>
                  <a:gd name="T3" fmla="*/ 708 h 1109"/>
                  <a:gd name="T4" fmla="*/ 273 w 738"/>
                  <a:gd name="T5" fmla="*/ 155 h 1109"/>
                  <a:gd name="T6" fmla="*/ 408 w 738"/>
                  <a:gd name="T7" fmla="*/ 101 h 1109"/>
                  <a:gd name="T8" fmla="*/ 368 w 738"/>
                  <a:gd name="T9" fmla="*/ 0 h 1109"/>
                  <a:gd name="T10" fmla="*/ 0 w 738"/>
                  <a:gd name="T11" fmla="*/ 147 h 1109"/>
                  <a:gd name="T12" fmla="*/ 41 w 738"/>
                  <a:gd name="T13" fmla="*/ 248 h 1109"/>
                  <a:gd name="T14" fmla="*/ 172 w 738"/>
                  <a:gd name="T15" fmla="*/ 195 h 1109"/>
                  <a:gd name="T16" fmla="*/ 407 w 738"/>
                  <a:gd name="T17" fmla="*/ 753 h 1109"/>
                  <a:gd name="T18" fmla="*/ 335 w 738"/>
                  <a:gd name="T19" fmla="*/ 908 h 1109"/>
                  <a:gd name="T20" fmla="*/ 537 w 738"/>
                  <a:gd name="T21" fmla="*/ 1109 h 1109"/>
                  <a:gd name="T22" fmla="*/ 738 w 738"/>
                  <a:gd name="T23" fmla="*/ 908 h 1109"/>
                  <a:gd name="T24" fmla="*/ 537 w 738"/>
                  <a:gd name="T25" fmla="*/ 706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8" h="1109">
                    <a:moveTo>
                      <a:pt x="537" y="706"/>
                    </a:moveTo>
                    <a:cubicBezTo>
                      <a:pt x="526" y="706"/>
                      <a:pt x="516" y="707"/>
                      <a:pt x="506" y="708"/>
                    </a:cubicBezTo>
                    <a:cubicBezTo>
                      <a:pt x="273" y="155"/>
                      <a:pt x="273" y="155"/>
                      <a:pt x="273" y="155"/>
                    </a:cubicBezTo>
                    <a:cubicBezTo>
                      <a:pt x="408" y="101"/>
                      <a:pt x="408" y="101"/>
                      <a:pt x="408" y="101"/>
                    </a:cubicBezTo>
                    <a:cubicBezTo>
                      <a:pt x="368" y="0"/>
                      <a:pt x="368" y="0"/>
                      <a:pt x="368" y="0"/>
                    </a:cubicBezTo>
                    <a:cubicBezTo>
                      <a:pt x="0" y="147"/>
                      <a:pt x="0" y="147"/>
                      <a:pt x="0" y="147"/>
                    </a:cubicBezTo>
                    <a:cubicBezTo>
                      <a:pt x="41" y="248"/>
                      <a:pt x="41" y="248"/>
                      <a:pt x="41" y="248"/>
                    </a:cubicBezTo>
                    <a:cubicBezTo>
                      <a:pt x="172" y="195"/>
                      <a:pt x="172" y="195"/>
                      <a:pt x="172" y="195"/>
                    </a:cubicBezTo>
                    <a:cubicBezTo>
                      <a:pt x="407" y="753"/>
                      <a:pt x="407" y="753"/>
                      <a:pt x="407" y="753"/>
                    </a:cubicBezTo>
                    <a:cubicBezTo>
                      <a:pt x="363" y="790"/>
                      <a:pt x="335" y="846"/>
                      <a:pt x="335" y="908"/>
                    </a:cubicBezTo>
                    <a:cubicBezTo>
                      <a:pt x="335" y="1019"/>
                      <a:pt x="425" y="1109"/>
                      <a:pt x="537" y="1109"/>
                    </a:cubicBezTo>
                    <a:cubicBezTo>
                      <a:pt x="648" y="1109"/>
                      <a:pt x="738" y="1019"/>
                      <a:pt x="738" y="908"/>
                    </a:cubicBezTo>
                    <a:cubicBezTo>
                      <a:pt x="738" y="796"/>
                      <a:pt x="648" y="706"/>
                      <a:pt x="537" y="706"/>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600" dirty="0"/>
              </a:p>
            </p:txBody>
          </p:sp>
        </p:grpSp>
        <p:sp>
          <p:nvSpPr>
            <p:cNvPr id="131" name="Freeform 130"/>
            <p:cNvSpPr/>
            <p:nvPr/>
          </p:nvSpPr>
          <p:spPr bwMode="auto">
            <a:xfrm>
              <a:off x="3185050" y="3392030"/>
              <a:ext cx="399595" cy="2564895"/>
            </a:xfrm>
            <a:custGeom>
              <a:avLst/>
              <a:gdLst>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347191 h 3238500"/>
                <a:gd name="connsiteX2" fmla="*/ 0 w 495300"/>
                <a:gd name="connsiteY2" fmla="*/ 2057400 h 3238500"/>
                <a:gd name="connsiteX3" fmla="*/ 0 w 495300"/>
                <a:gd name="connsiteY3" fmla="*/ 0 h 3238500"/>
                <a:gd name="connsiteX0" fmla="*/ 495300 w 504537"/>
                <a:gd name="connsiteY0" fmla="*/ 3238500 h 3238500"/>
                <a:gd name="connsiteX1" fmla="*/ 504537 w 504537"/>
                <a:gd name="connsiteY1" fmla="*/ 2374900 h 3238500"/>
                <a:gd name="connsiteX2" fmla="*/ 0 w 504537"/>
                <a:gd name="connsiteY2" fmla="*/ 2057400 h 3238500"/>
                <a:gd name="connsiteX3" fmla="*/ 0 w 504537"/>
                <a:gd name="connsiteY3" fmla="*/ 0 h 3238500"/>
              </a:gdLst>
              <a:ahLst/>
              <a:cxnLst>
                <a:cxn ang="0">
                  <a:pos x="connsiteX0" y="connsiteY0"/>
                </a:cxn>
                <a:cxn ang="0">
                  <a:pos x="connsiteX1" y="connsiteY1"/>
                </a:cxn>
                <a:cxn ang="0">
                  <a:pos x="connsiteX2" y="connsiteY2"/>
                </a:cxn>
                <a:cxn ang="0">
                  <a:pos x="connsiteX3" y="connsiteY3"/>
                </a:cxn>
              </a:cxnLst>
              <a:rect l="l" t="t" r="r" b="b"/>
              <a:pathLst>
                <a:path w="504537" h="3238500">
                  <a:moveTo>
                    <a:pt x="495300" y="3238500"/>
                  </a:moveTo>
                  <a:lnTo>
                    <a:pt x="504537" y="2374900"/>
                  </a:lnTo>
                  <a:lnTo>
                    <a:pt x="0" y="2057400"/>
                  </a:lnTo>
                  <a:lnTo>
                    <a:pt x="0" y="0"/>
                  </a:lnTo>
                </a:path>
              </a:pathLst>
            </a:custGeom>
            <a:noFill/>
            <a:ln w="76200">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dirty="0"/>
            </a:p>
          </p:txBody>
        </p:sp>
        <p:sp>
          <p:nvSpPr>
            <p:cNvPr id="132" name="Freeform 131"/>
            <p:cNvSpPr/>
            <p:nvPr/>
          </p:nvSpPr>
          <p:spPr bwMode="auto">
            <a:xfrm>
              <a:off x="4243229" y="3216007"/>
              <a:ext cx="1312624" cy="2739088"/>
            </a:xfrm>
            <a:custGeom>
              <a:avLst/>
              <a:gdLst>
                <a:gd name="connsiteX0" fmla="*/ 0 w 1657350"/>
                <a:gd name="connsiteY0" fmla="*/ 3448050 h 3448050"/>
                <a:gd name="connsiteX1" fmla="*/ 0 w 1657350"/>
                <a:gd name="connsiteY1" fmla="*/ 2390775 h 3448050"/>
                <a:gd name="connsiteX2" fmla="*/ 1657350 w 1657350"/>
                <a:gd name="connsiteY2" fmla="*/ 400050 h 3448050"/>
                <a:gd name="connsiteX3" fmla="*/ 1657350 w 1657350"/>
                <a:gd name="connsiteY3" fmla="*/ 0 h 3448050"/>
              </a:gdLst>
              <a:ahLst/>
              <a:cxnLst>
                <a:cxn ang="0">
                  <a:pos x="connsiteX0" y="connsiteY0"/>
                </a:cxn>
                <a:cxn ang="0">
                  <a:pos x="connsiteX1" y="connsiteY1"/>
                </a:cxn>
                <a:cxn ang="0">
                  <a:pos x="connsiteX2" y="connsiteY2"/>
                </a:cxn>
                <a:cxn ang="0">
                  <a:pos x="connsiteX3" y="connsiteY3"/>
                </a:cxn>
              </a:cxnLst>
              <a:rect l="l" t="t" r="r" b="b"/>
              <a:pathLst>
                <a:path w="1657350" h="3448050">
                  <a:moveTo>
                    <a:pt x="0" y="3448050"/>
                  </a:moveTo>
                  <a:lnTo>
                    <a:pt x="0" y="2390775"/>
                  </a:lnTo>
                  <a:lnTo>
                    <a:pt x="1657350" y="400050"/>
                  </a:lnTo>
                  <a:lnTo>
                    <a:pt x="1657350" y="0"/>
                  </a:lnTo>
                </a:path>
              </a:pathLst>
            </a:custGeom>
            <a:noFill/>
            <a:ln w="762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dirty="0"/>
            </a:p>
          </p:txBody>
        </p:sp>
        <p:sp>
          <p:nvSpPr>
            <p:cNvPr id="133" name="Freeform 15"/>
            <p:cNvSpPr>
              <a:spLocks noEditPoints="1"/>
            </p:cNvSpPr>
            <p:nvPr/>
          </p:nvSpPr>
          <p:spPr bwMode="black">
            <a:xfrm>
              <a:off x="4848686" y="1414475"/>
              <a:ext cx="570414" cy="520174"/>
            </a:xfrm>
            <a:custGeom>
              <a:avLst/>
              <a:gdLst>
                <a:gd name="T0" fmla="*/ 436 w 2416"/>
                <a:gd name="T1" fmla="*/ 708 h 2209"/>
                <a:gd name="T2" fmla="*/ 524 w 2416"/>
                <a:gd name="T3" fmla="*/ 768 h 2209"/>
                <a:gd name="T4" fmla="*/ 883 w 2416"/>
                <a:gd name="T5" fmla="*/ 698 h 2209"/>
                <a:gd name="T6" fmla="*/ 1293 w 2416"/>
                <a:gd name="T7" fmla="*/ 707 h 2209"/>
                <a:gd name="T8" fmla="*/ 1449 w 2416"/>
                <a:gd name="T9" fmla="*/ 702 h 2209"/>
                <a:gd name="T10" fmla="*/ 1429 w 2416"/>
                <a:gd name="T11" fmla="*/ 399 h 2209"/>
                <a:gd name="T12" fmla="*/ 1317 w 2416"/>
                <a:gd name="T13" fmla="*/ 124 h 2209"/>
                <a:gd name="T14" fmla="*/ 1101 w 2416"/>
                <a:gd name="T15" fmla="*/ 21 h 2209"/>
                <a:gd name="T16" fmla="*/ 536 w 2416"/>
                <a:gd name="T17" fmla="*/ 250 h 2209"/>
                <a:gd name="T18" fmla="*/ 353 w 2416"/>
                <a:gd name="T19" fmla="*/ 433 h 2209"/>
                <a:gd name="T20" fmla="*/ 387 w 2416"/>
                <a:gd name="T21" fmla="*/ 530 h 2209"/>
                <a:gd name="T22" fmla="*/ 450 w 2416"/>
                <a:gd name="T23" fmla="*/ 1207 h 2209"/>
                <a:gd name="T24" fmla="*/ 617 w 2416"/>
                <a:gd name="T25" fmla="*/ 1272 h 2209"/>
                <a:gd name="T26" fmla="*/ 689 w 2416"/>
                <a:gd name="T27" fmla="*/ 1270 h 2209"/>
                <a:gd name="T28" fmla="*/ 653 w 2416"/>
                <a:gd name="T29" fmla="*/ 1190 h 2209"/>
                <a:gd name="T30" fmla="*/ 626 w 2416"/>
                <a:gd name="T31" fmla="*/ 1126 h 2209"/>
                <a:gd name="T32" fmla="*/ 553 w 2416"/>
                <a:gd name="T33" fmla="*/ 1010 h 2209"/>
                <a:gd name="T34" fmla="*/ 386 w 2416"/>
                <a:gd name="T35" fmla="*/ 755 h 2209"/>
                <a:gd name="T36" fmla="*/ 209 w 2416"/>
                <a:gd name="T37" fmla="*/ 573 h 2209"/>
                <a:gd name="T38" fmla="*/ 48 w 2416"/>
                <a:gd name="T39" fmla="*/ 787 h 2209"/>
                <a:gd name="T40" fmla="*/ 121 w 2416"/>
                <a:gd name="T41" fmla="*/ 1190 h 2209"/>
                <a:gd name="T42" fmla="*/ 355 w 2416"/>
                <a:gd name="T43" fmla="*/ 1178 h 2209"/>
                <a:gd name="T44" fmla="*/ 2011 w 2416"/>
                <a:gd name="T45" fmla="*/ 189 h 2209"/>
                <a:gd name="T46" fmla="*/ 1470 w 2416"/>
                <a:gd name="T47" fmla="*/ 25 h 2209"/>
                <a:gd name="T48" fmla="*/ 1383 w 2416"/>
                <a:gd name="T49" fmla="*/ 196 h 2209"/>
                <a:gd name="T50" fmla="*/ 1533 w 2416"/>
                <a:gd name="T51" fmla="*/ 610 h 2209"/>
                <a:gd name="T52" fmla="*/ 1588 w 2416"/>
                <a:gd name="T53" fmla="*/ 803 h 2209"/>
                <a:gd name="T54" fmla="*/ 1722 w 2416"/>
                <a:gd name="T55" fmla="*/ 938 h 2209"/>
                <a:gd name="T56" fmla="*/ 1907 w 2416"/>
                <a:gd name="T57" fmla="*/ 1240 h 2209"/>
                <a:gd name="T58" fmla="*/ 2277 w 2416"/>
                <a:gd name="T59" fmla="*/ 1135 h 2209"/>
                <a:gd name="T60" fmla="*/ 2323 w 2416"/>
                <a:gd name="T61" fmla="*/ 506 h 2209"/>
                <a:gd name="T62" fmla="*/ 1781 w 2416"/>
                <a:gd name="T63" fmla="*/ 1200 h 2209"/>
                <a:gd name="T64" fmla="*/ 1773 w 2416"/>
                <a:gd name="T65" fmla="*/ 1172 h 2209"/>
                <a:gd name="T66" fmla="*/ 1585 w 2416"/>
                <a:gd name="T67" fmla="*/ 862 h 2209"/>
                <a:gd name="T68" fmla="*/ 1317 w 2416"/>
                <a:gd name="T69" fmla="*/ 747 h 2209"/>
                <a:gd name="T70" fmla="*/ 907 w 2416"/>
                <a:gd name="T71" fmla="*/ 739 h 2209"/>
                <a:gd name="T72" fmla="*/ 489 w 2416"/>
                <a:gd name="T73" fmla="*/ 831 h 2209"/>
                <a:gd name="T74" fmla="*/ 627 w 2416"/>
                <a:gd name="T75" fmla="*/ 1004 h 2209"/>
                <a:gd name="T76" fmla="*/ 704 w 2416"/>
                <a:gd name="T77" fmla="*/ 1182 h 2209"/>
                <a:gd name="T78" fmla="*/ 704 w 2416"/>
                <a:gd name="T79" fmla="*/ 1183 h 2209"/>
                <a:gd name="T80" fmla="*/ 871 w 2416"/>
                <a:gd name="T81" fmla="*/ 1334 h 2209"/>
                <a:gd name="T82" fmla="*/ 1184 w 2416"/>
                <a:gd name="T83" fmla="*/ 1421 h 2209"/>
                <a:gd name="T84" fmla="*/ 1422 w 2416"/>
                <a:gd name="T85" fmla="*/ 1539 h 2209"/>
                <a:gd name="T86" fmla="*/ 1716 w 2416"/>
                <a:gd name="T87" fmla="*/ 1526 h 2209"/>
                <a:gd name="T88" fmla="*/ 1811 w 2416"/>
                <a:gd name="T89" fmla="*/ 1387 h 2209"/>
                <a:gd name="T90" fmla="*/ 1809 w 2416"/>
                <a:gd name="T91" fmla="*/ 1295 h 2209"/>
                <a:gd name="T92" fmla="*/ 1173 w 2416"/>
                <a:gd name="T93" fmla="*/ 1486 h 2209"/>
                <a:gd name="T94" fmla="*/ 1044 w 2416"/>
                <a:gd name="T95" fmla="*/ 1466 h 2209"/>
                <a:gd name="T96" fmla="*/ 984 w 2416"/>
                <a:gd name="T97" fmla="*/ 1573 h 2209"/>
                <a:gd name="T98" fmla="*/ 809 w 2416"/>
                <a:gd name="T99" fmla="*/ 1794 h 2209"/>
                <a:gd name="T100" fmla="*/ 752 w 2416"/>
                <a:gd name="T101" fmla="*/ 2011 h 2209"/>
                <a:gd name="T102" fmla="*/ 778 w 2416"/>
                <a:gd name="T103" fmla="*/ 2150 h 2209"/>
                <a:gd name="T104" fmla="*/ 880 w 2416"/>
                <a:gd name="T105" fmla="*/ 2177 h 2209"/>
                <a:gd name="T106" fmla="*/ 1012 w 2416"/>
                <a:gd name="T107" fmla="*/ 2005 h 2209"/>
                <a:gd name="T108" fmla="*/ 1226 w 2416"/>
                <a:gd name="T109" fmla="*/ 1733 h 2209"/>
                <a:gd name="T110" fmla="*/ 1245 w 2416"/>
                <a:gd name="T111" fmla="*/ 1541 h 2209"/>
                <a:gd name="T112" fmla="*/ 797 w 2416"/>
                <a:gd name="T113" fmla="*/ 1718 h 2209"/>
                <a:gd name="T114" fmla="*/ 977 w 2416"/>
                <a:gd name="T115" fmla="*/ 1520 h 2209"/>
                <a:gd name="T116" fmla="*/ 831 w 2416"/>
                <a:gd name="T117" fmla="*/ 1386 h 2209"/>
                <a:gd name="T118" fmla="*/ 584 w 2416"/>
                <a:gd name="T119" fmla="*/ 1299 h 2209"/>
                <a:gd name="T120" fmla="*/ 222 w 2416"/>
                <a:gd name="T121" fmla="*/ 1510 h 2209"/>
                <a:gd name="T122" fmla="*/ 569 w 2416"/>
                <a:gd name="T123" fmla="*/ 1809 h 2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16" h="2209">
                  <a:moveTo>
                    <a:pt x="387" y="530"/>
                  </a:moveTo>
                  <a:cubicBezTo>
                    <a:pt x="412" y="587"/>
                    <a:pt x="412" y="651"/>
                    <a:pt x="436" y="708"/>
                  </a:cubicBezTo>
                  <a:cubicBezTo>
                    <a:pt x="445" y="729"/>
                    <a:pt x="445" y="729"/>
                    <a:pt x="445" y="729"/>
                  </a:cubicBezTo>
                  <a:cubicBezTo>
                    <a:pt x="454" y="752"/>
                    <a:pt x="490" y="770"/>
                    <a:pt x="524" y="768"/>
                  </a:cubicBezTo>
                  <a:cubicBezTo>
                    <a:pt x="524" y="768"/>
                    <a:pt x="524" y="768"/>
                    <a:pt x="553" y="767"/>
                  </a:cubicBezTo>
                  <a:cubicBezTo>
                    <a:pt x="666" y="760"/>
                    <a:pt x="772" y="718"/>
                    <a:pt x="883" y="698"/>
                  </a:cubicBezTo>
                  <a:cubicBezTo>
                    <a:pt x="954" y="685"/>
                    <a:pt x="1003" y="722"/>
                    <a:pt x="1070" y="733"/>
                  </a:cubicBezTo>
                  <a:cubicBezTo>
                    <a:pt x="1146" y="746"/>
                    <a:pt x="1215" y="702"/>
                    <a:pt x="1293" y="707"/>
                  </a:cubicBezTo>
                  <a:cubicBezTo>
                    <a:pt x="1348" y="710"/>
                    <a:pt x="1362" y="715"/>
                    <a:pt x="1362" y="715"/>
                  </a:cubicBezTo>
                  <a:cubicBezTo>
                    <a:pt x="1391" y="726"/>
                    <a:pt x="1424" y="722"/>
                    <a:pt x="1449" y="702"/>
                  </a:cubicBezTo>
                  <a:cubicBezTo>
                    <a:pt x="1478" y="678"/>
                    <a:pt x="1478" y="646"/>
                    <a:pt x="1477" y="611"/>
                  </a:cubicBezTo>
                  <a:cubicBezTo>
                    <a:pt x="1474" y="540"/>
                    <a:pt x="1468" y="462"/>
                    <a:pt x="1429" y="399"/>
                  </a:cubicBezTo>
                  <a:cubicBezTo>
                    <a:pt x="1401" y="353"/>
                    <a:pt x="1374" y="306"/>
                    <a:pt x="1351" y="256"/>
                  </a:cubicBezTo>
                  <a:cubicBezTo>
                    <a:pt x="1332" y="215"/>
                    <a:pt x="1322" y="170"/>
                    <a:pt x="1317" y="124"/>
                  </a:cubicBezTo>
                  <a:cubicBezTo>
                    <a:pt x="1312" y="92"/>
                    <a:pt x="1317" y="40"/>
                    <a:pt x="1281" y="23"/>
                  </a:cubicBezTo>
                  <a:cubicBezTo>
                    <a:pt x="1229" y="0"/>
                    <a:pt x="1155" y="13"/>
                    <a:pt x="1101" y="21"/>
                  </a:cubicBezTo>
                  <a:cubicBezTo>
                    <a:pt x="972" y="38"/>
                    <a:pt x="844" y="76"/>
                    <a:pt x="727" y="134"/>
                  </a:cubicBezTo>
                  <a:cubicBezTo>
                    <a:pt x="660" y="167"/>
                    <a:pt x="596" y="206"/>
                    <a:pt x="536" y="250"/>
                  </a:cubicBezTo>
                  <a:cubicBezTo>
                    <a:pt x="488" y="285"/>
                    <a:pt x="440" y="319"/>
                    <a:pt x="399" y="362"/>
                  </a:cubicBezTo>
                  <a:cubicBezTo>
                    <a:pt x="380" y="382"/>
                    <a:pt x="359" y="405"/>
                    <a:pt x="353" y="433"/>
                  </a:cubicBezTo>
                  <a:cubicBezTo>
                    <a:pt x="346" y="467"/>
                    <a:pt x="367" y="492"/>
                    <a:pt x="381" y="520"/>
                  </a:cubicBezTo>
                  <a:cubicBezTo>
                    <a:pt x="383" y="523"/>
                    <a:pt x="385" y="527"/>
                    <a:pt x="387" y="530"/>
                  </a:cubicBezTo>
                  <a:close/>
                  <a:moveTo>
                    <a:pt x="355" y="1178"/>
                  </a:moveTo>
                  <a:cubicBezTo>
                    <a:pt x="385" y="1181"/>
                    <a:pt x="417" y="1193"/>
                    <a:pt x="450" y="1207"/>
                  </a:cubicBezTo>
                  <a:cubicBezTo>
                    <a:pt x="487" y="1223"/>
                    <a:pt x="524" y="1242"/>
                    <a:pt x="558" y="1255"/>
                  </a:cubicBezTo>
                  <a:cubicBezTo>
                    <a:pt x="577" y="1263"/>
                    <a:pt x="598" y="1267"/>
                    <a:pt x="617" y="1272"/>
                  </a:cubicBezTo>
                  <a:cubicBezTo>
                    <a:pt x="635" y="1276"/>
                    <a:pt x="647" y="1281"/>
                    <a:pt x="665" y="1278"/>
                  </a:cubicBezTo>
                  <a:cubicBezTo>
                    <a:pt x="673" y="1276"/>
                    <a:pt x="684" y="1277"/>
                    <a:pt x="689" y="1270"/>
                  </a:cubicBezTo>
                  <a:cubicBezTo>
                    <a:pt x="701" y="1256"/>
                    <a:pt x="690" y="1228"/>
                    <a:pt x="680" y="1218"/>
                  </a:cubicBezTo>
                  <a:cubicBezTo>
                    <a:pt x="670" y="1209"/>
                    <a:pt x="661" y="1200"/>
                    <a:pt x="653" y="1190"/>
                  </a:cubicBezTo>
                  <a:cubicBezTo>
                    <a:pt x="648" y="1184"/>
                    <a:pt x="643" y="1177"/>
                    <a:pt x="640" y="1169"/>
                  </a:cubicBezTo>
                  <a:cubicBezTo>
                    <a:pt x="634" y="1156"/>
                    <a:pt x="627" y="1141"/>
                    <a:pt x="626" y="1126"/>
                  </a:cubicBezTo>
                  <a:cubicBezTo>
                    <a:pt x="625" y="1110"/>
                    <a:pt x="624" y="1097"/>
                    <a:pt x="619" y="1082"/>
                  </a:cubicBezTo>
                  <a:cubicBezTo>
                    <a:pt x="607" y="1051"/>
                    <a:pt x="583" y="1023"/>
                    <a:pt x="553" y="1010"/>
                  </a:cubicBezTo>
                  <a:cubicBezTo>
                    <a:pt x="553" y="1010"/>
                    <a:pt x="521" y="997"/>
                    <a:pt x="479" y="944"/>
                  </a:cubicBezTo>
                  <a:cubicBezTo>
                    <a:pt x="450" y="907"/>
                    <a:pt x="395" y="775"/>
                    <a:pt x="386" y="755"/>
                  </a:cubicBezTo>
                  <a:cubicBezTo>
                    <a:pt x="364" y="704"/>
                    <a:pt x="374" y="643"/>
                    <a:pt x="356" y="592"/>
                  </a:cubicBezTo>
                  <a:cubicBezTo>
                    <a:pt x="333" y="526"/>
                    <a:pt x="256" y="534"/>
                    <a:pt x="209" y="573"/>
                  </a:cubicBezTo>
                  <a:cubicBezTo>
                    <a:pt x="209" y="573"/>
                    <a:pt x="194" y="586"/>
                    <a:pt x="138" y="637"/>
                  </a:cubicBezTo>
                  <a:cubicBezTo>
                    <a:pt x="94" y="677"/>
                    <a:pt x="73" y="735"/>
                    <a:pt x="48" y="787"/>
                  </a:cubicBezTo>
                  <a:cubicBezTo>
                    <a:pt x="6" y="879"/>
                    <a:pt x="0" y="959"/>
                    <a:pt x="1" y="1058"/>
                  </a:cubicBezTo>
                  <a:cubicBezTo>
                    <a:pt x="2" y="1136"/>
                    <a:pt x="54" y="1160"/>
                    <a:pt x="121" y="1190"/>
                  </a:cubicBezTo>
                  <a:cubicBezTo>
                    <a:pt x="121" y="1190"/>
                    <a:pt x="132" y="1194"/>
                    <a:pt x="176" y="1197"/>
                  </a:cubicBezTo>
                  <a:cubicBezTo>
                    <a:pt x="235" y="1201"/>
                    <a:pt x="297" y="1172"/>
                    <a:pt x="355" y="1178"/>
                  </a:cubicBezTo>
                  <a:close/>
                  <a:moveTo>
                    <a:pt x="2323" y="506"/>
                  </a:moveTo>
                  <a:cubicBezTo>
                    <a:pt x="2249" y="371"/>
                    <a:pt x="2134" y="255"/>
                    <a:pt x="2011" y="189"/>
                  </a:cubicBezTo>
                  <a:cubicBezTo>
                    <a:pt x="1900" y="130"/>
                    <a:pt x="1747" y="56"/>
                    <a:pt x="1622" y="40"/>
                  </a:cubicBezTo>
                  <a:cubicBezTo>
                    <a:pt x="1540" y="30"/>
                    <a:pt x="1470" y="25"/>
                    <a:pt x="1470" y="25"/>
                  </a:cubicBezTo>
                  <a:cubicBezTo>
                    <a:pt x="1417" y="21"/>
                    <a:pt x="1369" y="61"/>
                    <a:pt x="1364" y="114"/>
                  </a:cubicBezTo>
                  <a:cubicBezTo>
                    <a:pt x="1364" y="114"/>
                    <a:pt x="1362" y="137"/>
                    <a:pt x="1383" y="196"/>
                  </a:cubicBezTo>
                  <a:cubicBezTo>
                    <a:pt x="1409" y="267"/>
                    <a:pt x="1445" y="333"/>
                    <a:pt x="1485" y="398"/>
                  </a:cubicBezTo>
                  <a:cubicBezTo>
                    <a:pt x="1524" y="460"/>
                    <a:pt x="1530" y="538"/>
                    <a:pt x="1533" y="610"/>
                  </a:cubicBezTo>
                  <a:cubicBezTo>
                    <a:pt x="1535" y="657"/>
                    <a:pt x="1535" y="657"/>
                    <a:pt x="1535" y="657"/>
                  </a:cubicBezTo>
                  <a:cubicBezTo>
                    <a:pt x="1520" y="707"/>
                    <a:pt x="1544" y="773"/>
                    <a:pt x="1588" y="803"/>
                  </a:cubicBezTo>
                  <a:cubicBezTo>
                    <a:pt x="1588" y="803"/>
                    <a:pt x="1613" y="820"/>
                    <a:pt x="1644" y="848"/>
                  </a:cubicBezTo>
                  <a:cubicBezTo>
                    <a:pt x="1669" y="872"/>
                    <a:pt x="1698" y="902"/>
                    <a:pt x="1722" y="938"/>
                  </a:cubicBezTo>
                  <a:cubicBezTo>
                    <a:pt x="1755" y="989"/>
                    <a:pt x="1775" y="1050"/>
                    <a:pt x="1797" y="1107"/>
                  </a:cubicBezTo>
                  <a:cubicBezTo>
                    <a:pt x="1822" y="1173"/>
                    <a:pt x="1827" y="1230"/>
                    <a:pt x="1907" y="1240"/>
                  </a:cubicBezTo>
                  <a:cubicBezTo>
                    <a:pt x="1980" y="1250"/>
                    <a:pt x="2041" y="1287"/>
                    <a:pt x="2115" y="1256"/>
                  </a:cubicBezTo>
                  <a:cubicBezTo>
                    <a:pt x="2175" y="1230"/>
                    <a:pt x="2231" y="1180"/>
                    <a:pt x="2277" y="1135"/>
                  </a:cubicBezTo>
                  <a:cubicBezTo>
                    <a:pt x="2362" y="1050"/>
                    <a:pt x="2402" y="950"/>
                    <a:pt x="2409" y="847"/>
                  </a:cubicBezTo>
                  <a:cubicBezTo>
                    <a:pt x="2416" y="732"/>
                    <a:pt x="2383" y="613"/>
                    <a:pt x="2323" y="506"/>
                  </a:cubicBezTo>
                  <a:close/>
                  <a:moveTo>
                    <a:pt x="1809" y="1295"/>
                  </a:moveTo>
                  <a:cubicBezTo>
                    <a:pt x="1803" y="1263"/>
                    <a:pt x="1789" y="1231"/>
                    <a:pt x="1781" y="1200"/>
                  </a:cubicBezTo>
                  <a:cubicBezTo>
                    <a:pt x="1781" y="1200"/>
                    <a:pt x="1781" y="1200"/>
                    <a:pt x="1774" y="1177"/>
                  </a:cubicBezTo>
                  <a:cubicBezTo>
                    <a:pt x="1774" y="1176"/>
                    <a:pt x="1773" y="1174"/>
                    <a:pt x="1773" y="1172"/>
                  </a:cubicBezTo>
                  <a:cubicBezTo>
                    <a:pt x="1752" y="1100"/>
                    <a:pt x="1731" y="1044"/>
                    <a:pt x="1689" y="980"/>
                  </a:cubicBezTo>
                  <a:cubicBezTo>
                    <a:pt x="1661" y="936"/>
                    <a:pt x="1625" y="896"/>
                    <a:pt x="1585" y="862"/>
                  </a:cubicBezTo>
                  <a:cubicBezTo>
                    <a:pt x="1552" y="833"/>
                    <a:pt x="1515" y="809"/>
                    <a:pt x="1476" y="790"/>
                  </a:cubicBezTo>
                  <a:cubicBezTo>
                    <a:pt x="1426" y="766"/>
                    <a:pt x="1372" y="751"/>
                    <a:pt x="1317" y="747"/>
                  </a:cubicBezTo>
                  <a:cubicBezTo>
                    <a:pt x="1239" y="743"/>
                    <a:pt x="1170" y="787"/>
                    <a:pt x="1094" y="774"/>
                  </a:cubicBezTo>
                  <a:cubicBezTo>
                    <a:pt x="1027" y="762"/>
                    <a:pt x="978" y="726"/>
                    <a:pt x="907" y="739"/>
                  </a:cubicBezTo>
                  <a:cubicBezTo>
                    <a:pt x="796" y="758"/>
                    <a:pt x="690" y="801"/>
                    <a:pt x="577" y="807"/>
                  </a:cubicBezTo>
                  <a:cubicBezTo>
                    <a:pt x="548" y="809"/>
                    <a:pt x="488" y="788"/>
                    <a:pt x="489" y="831"/>
                  </a:cubicBezTo>
                  <a:cubicBezTo>
                    <a:pt x="489" y="859"/>
                    <a:pt x="535" y="915"/>
                    <a:pt x="553" y="938"/>
                  </a:cubicBezTo>
                  <a:cubicBezTo>
                    <a:pt x="595" y="991"/>
                    <a:pt x="627" y="1004"/>
                    <a:pt x="627" y="1004"/>
                  </a:cubicBezTo>
                  <a:cubicBezTo>
                    <a:pt x="676" y="1025"/>
                    <a:pt x="709" y="1085"/>
                    <a:pt x="700" y="1137"/>
                  </a:cubicBezTo>
                  <a:cubicBezTo>
                    <a:pt x="700" y="1137"/>
                    <a:pt x="699" y="1143"/>
                    <a:pt x="704" y="1182"/>
                  </a:cubicBezTo>
                  <a:cubicBezTo>
                    <a:pt x="704" y="1182"/>
                    <a:pt x="704" y="1183"/>
                    <a:pt x="704" y="1183"/>
                  </a:cubicBezTo>
                  <a:cubicBezTo>
                    <a:pt x="704" y="1183"/>
                    <a:pt x="704" y="1183"/>
                    <a:pt x="704" y="1183"/>
                  </a:cubicBezTo>
                  <a:cubicBezTo>
                    <a:pt x="707" y="1209"/>
                    <a:pt x="734" y="1224"/>
                    <a:pt x="753" y="1238"/>
                  </a:cubicBezTo>
                  <a:cubicBezTo>
                    <a:pt x="796" y="1269"/>
                    <a:pt x="821" y="1312"/>
                    <a:pt x="871" y="1334"/>
                  </a:cubicBezTo>
                  <a:cubicBezTo>
                    <a:pt x="921" y="1356"/>
                    <a:pt x="975" y="1374"/>
                    <a:pt x="1030" y="1384"/>
                  </a:cubicBezTo>
                  <a:cubicBezTo>
                    <a:pt x="1079" y="1393"/>
                    <a:pt x="1143" y="1388"/>
                    <a:pt x="1184" y="1421"/>
                  </a:cubicBezTo>
                  <a:cubicBezTo>
                    <a:pt x="1223" y="1453"/>
                    <a:pt x="1247" y="1484"/>
                    <a:pt x="1295" y="1503"/>
                  </a:cubicBezTo>
                  <a:cubicBezTo>
                    <a:pt x="1335" y="1518"/>
                    <a:pt x="1380" y="1527"/>
                    <a:pt x="1422" y="1539"/>
                  </a:cubicBezTo>
                  <a:cubicBezTo>
                    <a:pt x="1463" y="1552"/>
                    <a:pt x="1502" y="1574"/>
                    <a:pt x="1545" y="1579"/>
                  </a:cubicBezTo>
                  <a:cubicBezTo>
                    <a:pt x="1608" y="1586"/>
                    <a:pt x="1668" y="1566"/>
                    <a:pt x="1716" y="1526"/>
                  </a:cubicBezTo>
                  <a:cubicBezTo>
                    <a:pt x="1739" y="1506"/>
                    <a:pt x="1759" y="1483"/>
                    <a:pt x="1775" y="1458"/>
                  </a:cubicBezTo>
                  <a:cubicBezTo>
                    <a:pt x="1790" y="1436"/>
                    <a:pt x="1806" y="1413"/>
                    <a:pt x="1811" y="1387"/>
                  </a:cubicBezTo>
                  <a:cubicBezTo>
                    <a:pt x="1816" y="1367"/>
                    <a:pt x="1814" y="1341"/>
                    <a:pt x="1812" y="1320"/>
                  </a:cubicBezTo>
                  <a:cubicBezTo>
                    <a:pt x="1812" y="1312"/>
                    <a:pt x="1810" y="1304"/>
                    <a:pt x="1809" y="1295"/>
                  </a:cubicBezTo>
                  <a:close/>
                  <a:moveTo>
                    <a:pt x="1174" y="1487"/>
                  </a:moveTo>
                  <a:cubicBezTo>
                    <a:pt x="1173" y="1486"/>
                    <a:pt x="1173" y="1486"/>
                    <a:pt x="1173" y="1486"/>
                  </a:cubicBezTo>
                  <a:cubicBezTo>
                    <a:pt x="1149" y="1474"/>
                    <a:pt x="1132" y="1463"/>
                    <a:pt x="1105" y="1460"/>
                  </a:cubicBezTo>
                  <a:cubicBezTo>
                    <a:pt x="1086" y="1457"/>
                    <a:pt x="1058" y="1447"/>
                    <a:pt x="1044" y="1466"/>
                  </a:cubicBezTo>
                  <a:cubicBezTo>
                    <a:pt x="1035" y="1479"/>
                    <a:pt x="1028" y="1493"/>
                    <a:pt x="1021" y="1506"/>
                  </a:cubicBezTo>
                  <a:cubicBezTo>
                    <a:pt x="1009" y="1528"/>
                    <a:pt x="998" y="1552"/>
                    <a:pt x="984" y="1573"/>
                  </a:cubicBezTo>
                  <a:cubicBezTo>
                    <a:pt x="956" y="1616"/>
                    <a:pt x="925" y="1656"/>
                    <a:pt x="892" y="1695"/>
                  </a:cubicBezTo>
                  <a:cubicBezTo>
                    <a:pt x="866" y="1726"/>
                    <a:pt x="825" y="1756"/>
                    <a:pt x="809" y="1794"/>
                  </a:cubicBezTo>
                  <a:cubicBezTo>
                    <a:pt x="793" y="1830"/>
                    <a:pt x="802" y="1871"/>
                    <a:pt x="789" y="1907"/>
                  </a:cubicBezTo>
                  <a:cubicBezTo>
                    <a:pt x="776" y="1941"/>
                    <a:pt x="762" y="1975"/>
                    <a:pt x="752" y="2011"/>
                  </a:cubicBezTo>
                  <a:cubicBezTo>
                    <a:pt x="743" y="2043"/>
                    <a:pt x="720" y="2102"/>
                    <a:pt x="735" y="2135"/>
                  </a:cubicBezTo>
                  <a:cubicBezTo>
                    <a:pt x="746" y="2160"/>
                    <a:pt x="754" y="2153"/>
                    <a:pt x="778" y="2150"/>
                  </a:cubicBezTo>
                  <a:cubicBezTo>
                    <a:pt x="811" y="2145"/>
                    <a:pt x="847" y="2145"/>
                    <a:pt x="872" y="2170"/>
                  </a:cubicBezTo>
                  <a:cubicBezTo>
                    <a:pt x="880" y="2177"/>
                    <a:pt x="880" y="2177"/>
                    <a:pt x="880" y="2177"/>
                  </a:cubicBezTo>
                  <a:cubicBezTo>
                    <a:pt x="895" y="2209"/>
                    <a:pt x="926" y="2196"/>
                    <a:pt x="948" y="2148"/>
                  </a:cubicBezTo>
                  <a:cubicBezTo>
                    <a:pt x="948" y="2148"/>
                    <a:pt x="979" y="2082"/>
                    <a:pt x="1012" y="2005"/>
                  </a:cubicBezTo>
                  <a:cubicBezTo>
                    <a:pt x="1044" y="1930"/>
                    <a:pt x="1099" y="1861"/>
                    <a:pt x="1154" y="1801"/>
                  </a:cubicBezTo>
                  <a:cubicBezTo>
                    <a:pt x="1177" y="1776"/>
                    <a:pt x="1206" y="1761"/>
                    <a:pt x="1226" y="1733"/>
                  </a:cubicBezTo>
                  <a:cubicBezTo>
                    <a:pt x="1248" y="1702"/>
                    <a:pt x="1265" y="1664"/>
                    <a:pt x="1267" y="1625"/>
                  </a:cubicBezTo>
                  <a:cubicBezTo>
                    <a:pt x="1269" y="1596"/>
                    <a:pt x="1263" y="1564"/>
                    <a:pt x="1245" y="1541"/>
                  </a:cubicBezTo>
                  <a:cubicBezTo>
                    <a:pt x="1226" y="1515"/>
                    <a:pt x="1202" y="1501"/>
                    <a:pt x="1174" y="1487"/>
                  </a:cubicBezTo>
                  <a:close/>
                  <a:moveTo>
                    <a:pt x="797" y="1718"/>
                  </a:moveTo>
                  <a:cubicBezTo>
                    <a:pt x="838" y="1673"/>
                    <a:pt x="878" y="1628"/>
                    <a:pt x="919" y="1583"/>
                  </a:cubicBezTo>
                  <a:cubicBezTo>
                    <a:pt x="935" y="1566"/>
                    <a:pt x="962" y="1543"/>
                    <a:pt x="977" y="1520"/>
                  </a:cubicBezTo>
                  <a:cubicBezTo>
                    <a:pt x="981" y="1515"/>
                    <a:pt x="984" y="1510"/>
                    <a:pt x="986" y="1504"/>
                  </a:cubicBezTo>
                  <a:cubicBezTo>
                    <a:pt x="1012" y="1431"/>
                    <a:pt x="881" y="1406"/>
                    <a:pt x="831" y="1386"/>
                  </a:cubicBezTo>
                  <a:cubicBezTo>
                    <a:pt x="782" y="1366"/>
                    <a:pt x="699" y="1338"/>
                    <a:pt x="649" y="1322"/>
                  </a:cubicBezTo>
                  <a:cubicBezTo>
                    <a:pt x="649" y="1322"/>
                    <a:pt x="623" y="1314"/>
                    <a:pt x="584" y="1299"/>
                  </a:cubicBezTo>
                  <a:cubicBezTo>
                    <a:pt x="473" y="1257"/>
                    <a:pt x="194" y="1132"/>
                    <a:pt x="183" y="1346"/>
                  </a:cubicBezTo>
                  <a:cubicBezTo>
                    <a:pt x="180" y="1402"/>
                    <a:pt x="206" y="1458"/>
                    <a:pt x="222" y="1510"/>
                  </a:cubicBezTo>
                  <a:cubicBezTo>
                    <a:pt x="253" y="1611"/>
                    <a:pt x="320" y="1720"/>
                    <a:pt x="409" y="1779"/>
                  </a:cubicBezTo>
                  <a:cubicBezTo>
                    <a:pt x="458" y="1811"/>
                    <a:pt x="512" y="1813"/>
                    <a:pt x="569" y="1809"/>
                  </a:cubicBezTo>
                  <a:cubicBezTo>
                    <a:pt x="666" y="1800"/>
                    <a:pt x="729" y="1795"/>
                    <a:pt x="797" y="1718"/>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600" dirty="0"/>
            </a:p>
          </p:txBody>
        </p:sp>
        <p:grpSp>
          <p:nvGrpSpPr>
            <p:cNvPr id="134" name="Group 133"/>
            <p:cNvGrpSpPr/>
            <p:nvPr/>
          </p:nvGrpSpPr>
          <p:grpSpPr>
            <a:xfrm>
              <a:off x="4469596" y="5727411"/>
              <a:ext cx="353569" cy="355525"/>
              <a:chOff x="1169858" y="919275"/>
              <a:chExt cx="526613" cy="529527"/>
            </a:xfrm>
            <a:solidFill>
              <a:schemeClr val="accent3">
                <a:alpha val="6000"/>
              </a:schemeClr>
            </a:solidFill>
            <a:effectLst/>
          </p:grpSpPr>
          <p:sp>
            <p:nvSpPr>
              <p:cNvPr id="136"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137"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sp>
          <p:nvSpPr>
            <p:cNvPr id="135" name="Rectangle 134"/>
            <p:cNvSpPr/>
            <p:nvPr/>
          </p:nvSpPr>
          <p:spPr bwMode="auto">
            <a:xfrm>
              <a:off x="3050518" y="5955095"/>
              <a:ext cx="1352315" cy="373633"/>
            </a:xfrm>
            <a:prstGeom prst="rect">
              <a:avLst/>
            </a:prstGeom>
            <a:gradFill flip="none" rotWithShape="1">
              <a:gsLst>
                <a:gs pos="0">
                  <a:schemeClr val="accent1">
                    <a:lumMod val="20000"/>
                    <a:lumOff val="80000"/>
                  </a:schemeClr>
                </a:gs>
                <a:gs pos="58000">
                  <a:schemeClr val="accent1">
                    <a:lumMod val="20000"/>
                    <a:lumOff val="80000"/>
                    <a:alpha val="58000"/>
                  </a:schemeClr>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grpSp>
      <p:pic>
        <p:nvPicPr>
          <p:cNvPr id="189" name="Picture 18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1096" y="122424"/>
            <a:ext cx="2219691" cy="816499"/>
          </a:xfrm>
          <a:prstGeom prst="rect">
            <a:avLst/>
          </a:prstGeom>
        </p:spPr>
      </p:pic>
    </p:spTree>
    <p:extLst>
      <p:ext uri="{BB962C8B-B14F-4D97-AF65-F5344CB8AC3E}">
        <p14:creationId xmlns:p14="http://schemas.microsoft.com/office/powerpoint/2010/main" val="235398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 Placeholder 4"/>
          <p:cNvSpPr>
            <a:spLocks noGrp="1"/>
          </p:cNvSpPr>
          <p:nvPr>
            <p:ph type="body" sz="quarter" idx="12" hasCustomPrompt="1"/>
          </p:nvPr>
        </p:nvSpPr>
        <p:spPr>
          <a:xfrm>
            <a:off x="276540" y="3954457"/>
            <a:ext cx="6399213" cy="1830388"/>
          </a:xfrm>
          <a:noFill/>
        </p:spPr>
        <p:txBody>
          <a:bodyPr lIns="146304" tIns="109728" rIns="146304" bIns="109728">
            <a:no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702" y="2117165"/>
            <a:ext cx="8229535" cy="1837298"/>
          </a:xfrm>
          <a:noFill/>
        </p:spPr>
        <p:txBody>
          <a:bodyPr lIns="146304" tIns="91440" rIns="146304" bIns="91440" anchor="t" anchorCtr="0"/>
          <a:lstStyle>
            <a:lvl1pPr>
              <a:defRPr sz="5400" spc="-100" baseline="0">
                <a:gradFill>
                  <a:gsLst>
                    <a:gs pos="3333">
                      <a:schemeClr val="tx2"/>
                    </a:gs>
                    <a:gs pos="39000">
                      <a:schemeClr val="tx2"/>
                    </a:gs>
                  </a:gsLst>
                  <a:lin ang="5400000" scaled="0"/>
                </a:gradFill>
              </a:defRPr>
            </a:lvl1pPr>
          </a:lstStyle>
          <a:p>
            <a:r>
              <a:rPr lang="en-US" dirty="0"/>
              <a:t>Presentation title</a:t>
            </a:r>
          </a:p>
        </p:txBody>
      </p:sp>
      <p:pic>
        <p:nvPicPr>
          <p:cNvPr id="7" name="Picture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invGray">
          <a:xfrm>
            <a:off x="457518" y="6161442"/>
            <a:ext cx="1645920" cy="353658"/>
          </a:xfrm>
          <a:prstGeom prst="rect">
            <a:avLst/>
          </a:prstGeom>
        </p:spPr>
      </p:pic>
      <p:sp>
        <p:nvSpPr>
          <p:cNvPr id="6" name="Text Placeholder 2"/>
          <p:cNvSpPr txBox="1">
            <a:spLocks/>
          </p:cNvSpPr>
          <p:nvPr userDrawn="1"/>
        </p:nvSpPr>
        <p:spPr bwMode="auto">
          <a:xfrm>
            <a:off x="366141" y="205459"/>
            <a:ext cx="3017487" cy="548634"/>
          </a:xfrm>
          <a:prstGeom prst="rect">
            <a:avLst/>
          </a:prstGeom>
        </p:spPr>
        <p:txBody>
          <a:bodyPr vert="horz" wrap="square" lIns="146304" tIns="109728" rIns="146304" bIns="109728" rtlCol="0">
            <a:noAutofit/>
          </a:bodyPr>
          <a:lstStyle>
            <a:lvl1pPr marL="0" marR="0" indent="0" algn="l" defTabSz="932742" rtl="0" eaLnBrk="1" fontAlgn="auto" latinLnBrk="0" hangingPunct="1">
              <a:lnSpc>
                <a:spcPct val="90000"/>
              </a:lnSpc>
              <a:spcBef>
                <a:spcPts val="0"/>
              </a:spcBef>
              <a:spcAft>
                <a:spcPts val="0"/>
              </a:spcAft>
              <a:buClrTx/>
              <a:buSzPct val="90000"/>
              <a:buFont typeface="Arial" pitchFamily="34" charset="0"/>
              <a:buNone/>
              <a:tabLst/>
              <a:defRPr sz="3200" kern="1200" spc="0" baseline="0">
                <a:gradFill>
                  <a:gsLst>
                    <a:gs pos="4040">
                      <a:srgbClr val="525252"/>
                    </a:gs>
                    <a:gs pos="17000">
                      <a:srgbClr val="525252"/>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t>Microsoft Services</a:t>
            </a:r>
            <a:endParaRPr lang="en-US" sz="2400" dirty="0">
              <a:latin typeface="Segoe UI"/>
            </a:endParaRPr>
          </a:p>
        </p:txBody>
      </p:sp>
    </p:spTree>
    <p:extLst>
      <p:ext uri="{BB962C8B-B14F-4D97-AF65-F5344CB8AC3E}">
        <p14:creationId xmlns:p14="http://schemas.microsoft.com/office/powerpoint/2010/main" val="397826470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0"/>
          </p:nvPr>
        </p:nvSpPr>
        <p:spPr>
          <a:xfrm>
            <a:off x="274638" y="1323328"/>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
        <p:nvSpPr>
          <p:cNvPr id="4" name="Title 3"/>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563851742"/>
      </p:ext>
    </p:extLst>
  </p:cSld>
  <p:clrMapOvr>
    <a:masterClrMapping/>
  </p:clrMapOvr>
  <p:transition>
    <p:fade/>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323328"/>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778275102"/>
      </p:ext>
    </p:extLst>
  </p:cSld>
  <p:clrMapOvr>
    <a:masterClrMapping/>
  </p:clrMapOvr>
  <p:transition>
    <p:fade/>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274638" y="1328264"/>
            <a:ext cx="11887200" cy="2025170"/>
          </a:xfrm>
        </p:spPr>
        <p:txBody>
          <a:bodyPr>
            <a:spAutoFit/>
          </a:bodyPr>
          <a:lstStyle>
            <a:lvl1pPr>
              <a:defRPr sz="3600">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2801631687"/>
      </p:ext>
    </p:extLst>
  </p:cSld>
  <p:clrMapOvr>
    <a:masterClrMapping/>
  </p:clrMapOvr>
  <p:transition>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274638" y="1328260"/>
            <a:ext cx="11887200" cy="2025170"/>
          </a:xfrm>
        </p:spPr>
        <p:txBody>
          <a:bodyPr>
            <a:spAutoFit/>
          </a:bodyPr>
          <a:lstStyle>
            <a:lvl1pPr>
              <a:defRPr sz="3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675311998"/>
      </p:ext>
    </p:extLst>
  </p:cSld>
  <p:clrMapOvr>
    <a:masterClrMapping/>
  </p:clrMapOvr>
  <p:transition>
    <p:fade/>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4"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2420381282"/>
      </p:ext>
    </p:extLst>
  </p:cSld>
  <p:clrMapOvr>
    <a:masterClrMapping/>
  </p:clrMapOvr>
  <p:transition>
    <p:fade/>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1829593"/>
          </a:xfrm>
          <a:noFill/>
        </p:spPr>
        <p:txBody>
          <a:bodyPr lIns="182880" tIns="146304" rIns="182880" bIns="146304">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444354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29462332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45585567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370602910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70739757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3717186328"/>
      </p:ext>
    </p:extLst>
  </p:cSld>
  <p:clrMapOvr>
    <a:masterClrMapping/>
  </p:clrMapOvr>
  <p:transition>
    <p:fade/>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30918593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04437973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71009549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4" name="Objec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274638" y="133557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2960185434"/>
      </p:ext>
    </p:extLst>
  </p:cSld>
  <p:clrMapOvr>
    <a:masterClrMapping/>
  </p:clrMapOvr>
  <p:transition>
    <p:fade/>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4" name="Objec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ext Box 3"/>
          <p:cNvSpPr txBox="1">
            <a:spLocks noChangeArrowheads="1"/>
          </p:cNvSpPr>
          <p:nvPr userDrawn="1"/>
        </p:nvSpPr>
        <p:spPr bwMode="blackWhite">
          <a:xfrm>
            <a:off x="274638" y="6292888"/>
            <a:ext cx="11856403"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2014 Microsoft Corporation. All rights reserved. </a:t>
            </a:r>
          </a:p>
        </p:txBody>
      </p:sp>
      <p:pic>
        <p:nvPicPr>
          <p:cNvPr id="3" name="Picture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invGray">
          <a:xfrm>
            <a:off x="459230" y="3145040"/>
            <a:ext cx="3288506" cy="704444"/>
          </a:xfrm>
          <a:prstGeom prst="rect">
            <a:avLst/>
          </a:prstGeom>
        </p:spPr>
      </p:pic>
    </p:spTree>
    <p:extLst>
      <p:ext uri="{BB962C8B-B14F-4D97-AF65-F5344CB8AC3E}">
        <p14:creationId xmlns:p14="http://schemas.microsoft.com/office/powerpoint/2010/main" val="1436961396"/>
      </p:ext>
    </p:extLst>
  </p:cSld>
  <p:clrMapOvr>
    <a:masterClrMapping/>
  </p:clrMapOvr>
  <p:transition>
    <p:fade/>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0159116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Slide Photo_Option">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l="2944" t="1853" r="1090"/>
          <a:stretch/>
        </p:blipFill>
        <p:spPr>
          <a:xfrm flipH="1">
            <a:off x="18247" y="0"/>
            <a:ext cx="12434704" cy="6994521"/>
          </a:xfrm>
          <a:prstGeom prst="rect">
            <a:avLst/>
          </a:prstGeom>
        </p:spPr>
      </p:pic>
      <p:sp>
        <p:nvSpPr>
          <p:cNvPr id="2" name="Rectangle 1"/>
          <p:cNvSpPr/>
          <p:nvPr userDrawn="1"/>
        </p:nvSpPr>
        <p:spPr bwMode="auto">
          <a:xfrm>
            <a:off x="274638" y="2119163"/>
            <a:ext cx="6400800" cy="3664099"/>
          </a:xfrm>
          <a:prstGeom prst="rect">
            <a:avLst/>
          </a:prstGeom>
          <a:solidFill>
            <a:srgbClr val="0078D7">
              <a:alpha val="9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74702" y="2119178"/>
            <a:ext cx="6402388" cy="1828800"/>
          </a:xfrm>
          <a:noFill/>
        </p:spPr>
        <p:txBody>
          <a:bodyPr lIns="146304" tIns="91440" rIns="146304" bIns="91440" anchor="t" anchorCtr="0"/>
          <a:lstStyle>
            <a:lvl1pPr>
              <a:defRPr sz="54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6402388" cy="1828800"/>
          </a:xfrm>
        </p:spPr>
        <p:txBody>
          <a:bodyPr tIns="109728" bIns="109728">
            <a:noAutofit/>
          </a:bodyPr>
          <a:lstStyle>
            <a:lvl1pPr marL="0" indent="0">
              <a:spcBef>
                <a:spcPts val="0"/>
              </a:spcBef>
              <a:buNone/>
              <a:defRPr sz="3200">
                <a:gradFill>
                  <a:gsLst>
                    <a:gs pos="57576">
                      <a:srgbClr val="FFFFFF"/>
                    </a:gs>
                    <a:gs pos="35000">
                      <a:srgbClr val="FFFFFF"/>
                    </a:gs>
                  </a:gsLst>
                  <a:lin ang="5400000" scaled="0"/>
                </a:gradFill>
              </a:defRPr>
            </a:lvl1pPr>
          </a:lstStyle>
          <a:p>
            <a:pPr lvl="0"/>
            <a:r>
              <a:rPr lang="en-US"/>
              <a:t>Speaker Name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479425"/>
            <a:ext cx="1828800" cy="391754"/>
          </a:xfrm>
          <a:prstGeom prst="rect">
            <a:avLst/>
          </a:prstGeom>
        </p:spPr>
      </p:pic>
      <p:pic>
        <p:nvPicPr>
          <p:cNvPr id="11" name="Picture 10"/>
          <p:cNvPicPr>
            <a:picLocks noChangeAspect="1"/>
          </p:cNvPicPr>
          <p:nvPr userDrawn="1"/>
        </p:nvPicPr>
        <p:blipFill>
          <a:blip r:embed="rId4">
            <a:biLevel thresh="75000"/>
          </a:blip>
          <a:stretch>
            <a:fillRect/>
          </a:stretch>
        </p:blipFill>
        <p:spPr>
          <a:xfrm>
            <a:off x="2865437" y="413724"/>
            <a:ext cx="762000" cy="504636"/>
          </a:xfrm>
          <a:prstGeom prst="rect">
            <a:avLst/>
          </a:prstGeom>
        </p:spPr>
      </p:pic>
    </p:spTree>
    <p:extLst>
      <p:ext uri="{BB962C8B-B14F-4D97-AF65-F5344CB8AC3E}">
        <p14:creationId xmlns:p14="http://schemas.microsoft.com/office/powerpoint/2010/main" val="90440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3954457"/>
            <a:ext cx="6399213" cy="1830388"/>
          </a:xfrm>
          <a:noFill/>
        </p:spPr>
        <p:txBody>
          <a:bodyPr lIns="146304" tIns="109728" rIns="146304" bIns="109728">
            <a:no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a:t>Speaker Name</a:t>
            </a:r>
          </a:p>
        </p:txBody>
      </p:sp>
      <p:sp>
        <p:nvSpPr>
          <p:cNvPr id="9" name="Title 1"/>
          <p:cNvSpPr>
            <a:spLocks noGrp="1"/>
          </p:cNvSpPr>
          <p:nvPr>
            <p:ph type="title" hasCustomPrompt="1"/>
          </p:nvPr>
        </p:nvSpPr>
        <p:spPr>
          <a:xfrm>
            <a:off x="274702" y="2117165"/>
            <a:ext cx="8229535" cy="1828800"/>
          </a:xfrm>
          <a:noFill/>
        </p:spPr>
        <p:txBody>
          <a:bodyPr lIns="146304" tIns="91440" rIns="146304" bIns="91440" anchor="t" anchorCtr="0"/>
          <a:lstStyle>
            <a:lvl1pPr>
              <a:defRPr sz="5400" spc="-100" baseline="0">
                <a:gradFill>
                  <a:gsLst>
                    <a:gs pos="3333">
                      <a:schemeClr val="tx2"/>
                    </a:gs>
                    <a:gs pos="39000">
                      <a:schemeClr val="tx2"/>
                    </a:gs>
                  </a:gsLst>
                  <a:lin ang="5400000" scaled="0"/>
                </a:gradFill>
              </a:defRPr>
            </a:lvl1pPr>
          </a:lstStyle>
          <a:p>
            <a:r>
              <a:rPr lang="en-US"/>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7580" y="6121924"/>
            <a:ext cx="1828800" cy="391754"/>
          </a:xfrm>
          <a:prstGeom prst="rect">
            <a:avLst/>
          </a:prstGeom>
        </p:spPr>
      </p:pic>
      <p:sp>
        <p:nvSpPr>
          <p:cNvPr id="6" name="Text Placeholder 2"/>
          <p:cNvSpPr txBox="1">
            <a:spLocks/>
          </p:cNvSpPr>
          <p:nvPr userDrawn="1"/>
        </p:nvSpPr>
        <p:spPr bwMode="auto">
          <a:xfrm>
            <a:off x="366141" y="205459"/>
            <a:ext cx="3017487" cy="548634"/>
          </a:xfrm>
          <a:prstGeom prst="rect">
            <a:avLst/>
          </a:prstGeom>
        </p:spPr>
        <p:txBody>
          <a:bodyPr vert="horz" wrap="square" lIns="146304" tIns="109728" rIns="146304" bIns="109728" rtlCol="0">
            <a:noAutofit/>
          </a:bodyPr>
          <a:lstStyle>
            <a:lvl1pPr marL="0" marR="0" indent="0" algn="l" defTabSz="932742" rtl="0" eaLnBrk="1" fontAlgn="auto" latinLnBrk="0" hangingPunct="1">
              <a:lnSpc>
                <a:spcPct val="90000"/>
              </a:lnSpc>
              <a:spcBef>
                <a:spcPts val="0"/>
              </a:spcBef>
              <a:spcAft>
                <a:spcPts val="0"/>
              </a:spcAft>
              <a:buClrTx/>
              <a:buSzPct val="90000"/>
              <a:buFont typeface="Arial" pitchFamily="34" charset="0"/>
              <a:buNone/>
              <a:tabLst/>
              <a:defRPr sz="3200" kern="1200" spc="0" baseline="0">
                <a:gradFill>
                  <a:gsLst>
                    <a:gs pos="4040">
                      <a:srgbClr val="525252"/>
                    </a:gs>
                    <a:gs pos="17000">
                      <a:srgbClr val="525252"/>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a:t>Microsoft Services</a:t>
            </a:r>
            <a:endParaRPr lang="en-US" sz="2400">
              <a:latin typeface="Segoe UI"/>
            </a:endParaRPr>
          </a:p>
        </p:txBody>
      </p:sp>
    </p:spTree>
    <p:extLst>
      <p:ext uri="{BB962C8B-B14F-4D97-AF65-F5344CB8AC3E}">
        <p14:creationId xmlns:p14="http://schemas.microsoft.com/office/powerpoint/2010/main" val="3702014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6323958"/>
      </p:ext>
    </p:extLst>
  </p:cSld>
  <p:clrMapOvr>
    <a:masterClrMapping/>
  </p:clrMapOvr>
  <p:transition>
    <p:fade/>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0323075"/>
      </p:ext>
    </p:extLst>
  </p:cSld>
  <p:clrMapOvr>
    <a:masterClrMapping/>
  </p:clrMapOvr>
  <p:transition>
    <p:fade/>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25170"/>
          </a:xfrm>
        </p:spPr>
        <p:txBody>
          <a:bodyPr>
            <a:spAutoFit/>
          </a:bodyPr>
          <a:lstStyle>
            <a:lvl1pPr>
              <a:defRPr sz="3600">
                <a:gradFill>
                  <a:gsLst>
                    <a:gs pos="1250">
                      <a:schemeClr val="tx2"/>
                    </a:gs>
                    <a:gs pos="99000">
                      <a:schemeClr val="tx2"/>
                    </a:gs>
                  </a:gsLst>
                  <a:lin ang="5400000" scaled="0"/>
                </a:gra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4727612"/>
      </p:ext>
    </p:extLst>
  </p:cSld>
  <p:clrMapOvr>
    <a:masterClrMapping/>
  </p:clrMapOvr>
  <p:transition>
    <p:fade/>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25170"/>
          </a:xfrm>
        </p:spPr>
        <p:txBody>
          <a:bodyPr>
            <a:spAutoFit/>
          </a:bodyPr>
          <a:lstStyle>
            <a:lvl1pPr>
              <a:defRPr sz="3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lvl1pPr>
              <a:defRPr>
                <a:solidFill>
                  <a:srgbClr val="0078D7"/>
                </a:solidFill>
              </a:defRPr>
            </a:lvl1pPr>
          </a:lstStyle>
          <a:p>
            <a:r>
              <a:rPr lang="en-US"/>
              <a:t>Click to edit Master title style</a:t>
            </a:r>
          </a:p>
        </p:txBody>
      </p:sp>
    </p:spTree>
    <p:extLst>
      <p:ext uri="{BB962C8B-B14F-4D97-AF65-F5344CB8AC3E}">
        <p14:creationId xmlns:p14="http://schemas.microsoft.com/office/powerpoint/2010/main" val="1805738385"/>
      </p:ext>
    </p:extLst>
  </p:cSld>
  <p:clrMapOvr>
    <a:masterClrMapping/>
  </p:clrMapOvr>
  <p:transition>
    <p:fade/>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68368"/>
          </a:xfrm>
        </p:spPr>
        <p:txBody>
          <a:bodyPr wrap="square">
            <a:spAutoFit/>
          </a:bodyPr>
          <a:lstStyle>
            <a:lvl1pPr marL="0" indent="0">
              <a:spcBef>
                <a:spcPts val="1224"/>
              </a:spcBef>
              <a:buClr>
                <a:schemeClr val="tx1"/>
              </a:buClr>
              <a:buFont typeface="Wingdings" pitchFamily="2" charset="2"/>
              <a:buNone/>
              <a:defRPr sz="36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6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3260479"/>
      </p:ext>
    </p:extLst>
  </p:cSld>
  <p:clrMapOvr>
    <a:masterClrMapping/>
  </p:clrMapOvr>
  <p:transition>
    <p:fade/>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219399"/>
      </p:ext>
    </p:extLst>
  </p:cSld>
  <p:clrMapOvr>
    <a:masterClrMapping/>
  </p:clrMapOvr>
  <p:transition>
    <p:fade/>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4787709"/>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6474067"/>
      </p:ext>
    </p:extLst>
  </p:cSld>
  <p:clrMapOvr>
    <a:masterClrMapping/>
  </p:clrMapOvr>
  <p:transition>
    <p:fade/>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14993801"/>
      </p:ext>
    </p:extLst>
  </p:cSld>
  <p:clrMapOvr>
    <a:masterClrMapping/>
  </p:clrMapOvr>
  <p:transition>
    <p:fade/>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8" y="3954463"/>
            <a:ext cx="10058401" cy="1829593"/>
          </a:xfrm>
          <a:noFill/>
        </p:spPr>
        <p:txBody>
          <a:bodyPr lIns="182880" tIns="146304" rIns="182880" bIns="146304">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1258329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Video title</a:t>
            </a:r>
          </a:p>
        </p:txBody>
      </p:sp>
    </p:spTree>
    <p:extLst>
      <p:ext uri="{BB962C8B-B14F-4D97-AF65-F5344CB8AC3E}">
        <p14:creationId xmlns:p14="http://schemas.microsoft.com/office/powerpoint/2010/main" val="42269673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142020050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229285415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28690966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9109174"/>
      </p:ext>
    </p:extLst>
  </p:cSld>
  <p:clrMapOvr>
    <a:masterClrMapping/>
  </p:clrMapOvr>
  <p:transition>
    <p:fade/>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061759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29971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618520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0871056"/>
      </p:ext>
    </p:extLst>
  </p:cSld>
  <p:clrMapOvr>
    <a:masterClrMapping/>
  </p:clrMapOvr>
  <p:transition>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2888"/>
            <a:ext cx="11856403"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2015 Microsoft Corporation. All rights reserved. </a:t>
            </a: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4"/>
          </a:xfrm>
          <a:prstGeom prst="rect">
            <a:avLst/>
          </a:prstGeom>
        </p:spPr>
      </p:pic>
    </p:spTree>
    <p:extLst>
      <p:ext uri="{BB962C8B-B14F-4D97-AF65-F5344CB8AC3E}">
        <p14:creationId xmlns:p14="http://schemas.microsoft.com/office/powerpoint/2010/main" val="2907322201"/>
      </p:ext>
    </p:extLst>
  </p:cSld>
  <p:clrMapOvr>
    <a:masterClrMapping/>
  </p:clrMapOvr>
  <p:transition>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67686031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p:cSld name="3_General content_light">
    <p:spTree>
      <p:nvGrpSpPr>
        <p:cNvPr id="1" name=""/>
        <p:cNvGrpSpPr/>
        <p:nvPr/>
      </p:nvGrpSpPr>
      <p:grpSpPr>
        <a:xfrm>
          <a:off x="0" y="0"/>
          <a:ext cx="0" cy="0"/>
          <a:chOff x="0" y="0"/>
          <a:chExt cx="0" cy="0"/>
        </a:xfrm>
      </p:grpSpPr>
      <p:sp>
        <p:nvSpPr>
          <p:cNvPr id="2" name="Title 1"/>
          <p:cNvSpPr>
            <a:spLocks noGrp="1"/>
          </p:cNvSpPr>
          <p:nvPr>
            <p:ph type="title"/>
          </p:nvPr>
        </p:nvSpPr>
        <p:spPr>
          <a:xfrm>
            <a:off x="307803" y="307759"/>
            <a:ext cx="11500630" cy="699453"/>
          </a:xfrm>
        </p:spPr>
        <p:txBody>
          <a:bodyPr>
            <a:normAutofit/>
          </a:bodyPr>
          <a:lstStyle>
            <a:lvl1pPr>
              <a:defRPr sz="3264"/>
            </a:lvl1pPr>
          </a:lstStyle>
          <a:p>
            <a:r>
              <a:rPr lang="en-US"/>
              <a:t>Click to edit Master title style</a:t>
            </a:r>
          </a:p>
        </p:txBody>
      </p:sp>
      <p:sp>
        <p:nvSpPr>
          <p:cNvPr id="3" name="Date Placeholder 2"/>
          <p:cNvSpPr>
            <a:spLocks noGrp="1"/>
          </p:cNvSpPr>
          <p:nvPr>
            <p:ph type="dt" sz="half" idx="10"/>
          </p:nvPr>
        </p:nvSpPr>
        <p:spPr/>
        <p:txBody>
          <a:bodyPr/>
          <a:lstStyle/>
          <a:p>
            <a:pPr defTabSz="932597">
              <a:defRPr/>
            </a:pPr>
            <a:endParaRPr lang="en-US" sz="1224">
              <a:solidFill>
                <a:prstClr val="black">
                  <a:tint val="75000"/>
                </a:prstClr>
              </a:solidFill>
              <a:latin typeface="Calibri" panose="020F0502020204030204"/>
            </a:endParaRPr>
          </a:p>
        </p:txBody>
      </p:sp>
      <p:sp>
        <p:nvSpPr>
          <p:cNvPr id="5" name="Slide Number Placeholder 4"/>
          <p:cNvSpPr>
            <a:spLocks noGrp="1"/>
          </p:cNvSpPr>
          <p:nvPr>
            <p:ph type="sldNum" sz="quarter" idx="12"/>
          </p:nvPr>
        </p:nvSpPr>
        <p:spPr>
          <a:xfrm>
            <a:off x="9028104" y="6482889"/>
            <a:ext cx="2798207" cy="372394"/>
          </a:xfrm>
        </p:spPr>
        <p:txBody>
          <a:bodyPr/>
          <a:lstStyle/>
          <a:p>
            <a:pPr algn="r" defTabSz="932597">
              <a:defRPr/>
            </a:pPr>
            <a:fld id="{AFFF257A-30C5-4AFB-911B-BE4CEEA1EA82}" type="slidenum">
              <a:rPr lang="en-US" sz="1224" smtClean="0">
                <a:solidFill>
                  <a:prstClr val="black">
                    <a:tint val="75000"/>
                  </a:prstClr>
                </a:solidFill>
                <a:latin typeface="Calibri" panose="020F0502020204030204"/>
              </a:rPr>
              <a:pPr algn="r" defTabSz="932597">
                <a:defRPr/>
              </a:pPr>
              <a:t>‹#›</a:t>
            </a:fld>
            <a:endParaRPr lang="en-US" sz="1224">
              <a:solidFill>
                <a:prstClr val="black">
                  <a:tint val="75000"/>
                </a:prstClr>
              </a:solidFill>
              <a:latin typeface="Calibri" panose="020F0502020204030204"/>
            </a:endParaRPr>
          </a:p>
        </p:txBody>
      </p:sp>
      <p:sp>
        <p:nvSpPr>
          <p:cNvPr id="7" name="Text Placeholder 6"/>
          <p:cNvSpPr>
            <a:spLocks noGrp="1"/>
          </p:cNvSpPr>
          <p:nvPr>
            <p:ph type="body" sz="quarter" idx="13"/>
          </p:nvPr>
        </p:nvSpPr>
        <p:spPr>
          <a:xfrm>
            <a:off x="410404" y="1165754"/>
            <a:ext cx="11398029" cy="2092881"/>
          </a:xfrm>
        </p:spPr>
        <p:txBody>
          <a:bodyPr/>
          <a:lstStyle>
            <a:lvl2pPr>
              <a:buSzPct val="9000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3"/>
          <p:cNvSpPr txBox="1">
            <a:spLocks/>
          </p:cNvSpPr>
          <p:nvPr/>
        </p:nvSpPr>
        <p:spPr>
          <a:xfrm>
            <a:off x="4767316" y="6481594"/>
            <a:ext cx="2901844" cy="372394"/>
          </a:xfrm>
          <a:prstGeom prst="rect">
            <a:avLst/>
          </a:prstGeom>
        </p:spPr>
        <p:txBody>
          <a:bodyPr vert="horz" lIns="186521" tIns="46630" rIns="186521" bIns="46630" rtlCol="0" anchor="ctr"/>
          <a:lstStyle>
            <a:defPPr>
              <a:defRPr lang="en-US"/>
            </a:defPPr>
            <a:lvl1pPr marL="0" algn="r" defTabSz="457200" rtl="0" eaLnBrk="1" latinLnBrk="0" hangingPunct="1">
              <a:defRPr sz="800" kern="1200">
                <a:solidFill>
                  <a:srgbClr val="3F3F3F"/>
                </a:solidFill>
                <a:latin typeface="+mn-lt"/>
                <a:ea typeface="+mn-ea"/>
                <a:cs typeface="Segoe Pro Ligh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66298"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a:ln>
                  <a:noFill/>
                </a:ln>
                <a:solidFill>
                  <a:srgbClr val="3F3F3F"/>
                </a:solidFill>
                <a:effectLst/>
                <a:uLnTx/>
                <a:uFillTx/>
                <a:latin typeface="Segoe UI" panose="020B0502040204020203" pitchFamily="34" charset="0"/>
                <a:ea typeface="+mn-ea"/>
                <a:cs typeface="Segoe UI" panose="020B0502040204020203" pitchFamily="34" charset="0"/>
              </a:rPr>
              <a:t>Microsoft Confidential</a:t>
            </a:r>
          </a:p>
        </p:txBody>
      </p:sp>
    </p:spTree>
    <p:extLst>
      <p:ext uri="{BB962C8B-B14F-4D97-AF65-F5344CB8AC3E}">
        <p14:creationId xmlns:p14="http://schemas.microsoft.com/office/powerpoint/2010/main" val="2028485131"/>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cSld name="1_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6839394" cy="2015936"/>
          </a:xfrm>
        </p:spPr>
        <p:txBody>
          <a:bodyPr/>
          <a:lstStyle>
            <a:lvl1pPr marL="0" indent="0">
              <a:buNone/>
              <a:defRPr sz="3600">
                <a:gradFill>
                  <a:gsLst>
                    <a:gs pos="1250">
                      <a:schemeClr val="tx2"/>
                    </a:gs>
                    <a:gs pos="99000">
                      <a:schemeClr val="tx2"/>
                    </a:gs>
                  </a:gsLst>
                  <a:lin ang="5400000" scaled="0"/>
                </a:gradFill>
              </a:defRPr>
            </a:lvl1pPr>
            <a:lvl2pPr marL="0" indent="0">
              <a:spcBef>
                <a:spcPts val="1200"/>
              </a:spcBef>
              <a:buFontTx/>
              <a:buNone/>
              <a:defRPr sz="2400"/>
            </a:lvl2pPr>
            <a:lvl3pPr marL="228600" indent="0">
              <a:buNone/>
              <a:defRPr/>
            </a:lvl3pPr>
            <a:lvl4pPr marL="457200" indent="0">
              <a:buNone/>
              <a:defRPr/>
            </a:lvl4pPr>
            <a:lvl5pPr marL="685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6564776"/>
      </p:ext>
    </p:extLst>
  </p:cSld>
  <p:clrMapOvr>
    <a:masterClrMapping/>
  </p:clrMapOvr>
  <p:transition>
    <p:fade/>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9" y="1323328"/>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2553713363"/>
      </p:ext>
    </p:extLst>
  </p:cSld>
  <p:clrMapOvr>
    <a:masterClrMapping/>
  </p:clrMapOvr>
  <p:transition>
    <p:fade/>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274639" y="1328261"/>
            <a:ext cx="11887200" cy="2025170"/>
          </a:xfrm>
        </p:spPr>
        <p:txBody>
          <a:bodyPr>
            <a:spAutoFit/>
          </a:bodyPr>
          <a:lstStyle>
            <a:lvl1pPr>
              <a:defRPr sz="359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grpSp>
        <p:nvGrpSpPr>
          <p:cNvPr id="7" name="Group 6"/>
          <p:cNvGrpSpPr/>
          <p:nvPr userDrawn="1"/>
        </p:nvGrpSpPr>
        <p:grpSpPr>
          <a:xfrm>
            <a:off x="-2066" y="5043123"/>
            <a:ext cx="12455673" cy="1974034"/>
            <a:chOff x="-2067" y="5043123"/>
            <a:chExt cx="12455673" cy="1974034"/>
          </a:xfrm>
        </p:grpSpPr>
        <p:pic>
          <p:nvPicPr>
            <p:cNvPr id="8" name="Picture 7"/>
            <p:cNvPicPr>
              <a:picLocks noChangeAspect="1"/>
            </p:cNvPicPr>
            <p:nvPr/>
          </p:nvPicPr>
          <p:blipFill rotWithShape="1">
            <a:blip r:embed="rId5" cstate="screen">
              <a:extLst>
                <a:ext uri="{28A0092B-C50C-407E-A947-70E740481C1C}">
                  <a14:useLocalDpi xmlns:a14="http://schemas.microsoft.com/office/drawing/2010/main" val="0"/>
                </a:ext>
              </a:extLst>
            </a:blip>
            <a:srcRect l="3711" r="484"/>
            <a:stretch/>
          </p:blipFill>
          <p:spPr>
            <a:xfrm>
              <a:off x="-2067" y="5043123"/>
              <a:ext cx="12446000" cy="1834604"/>
            </a:xfrm>
            <a:prstGeom prst="rect">
              <a:avLst/>
            </a:prstGeom>
          </p:spPr>
        </p:pic>
        <p:sp>
          <p:nvSpPr>
            <p:cNvPr id="9" name="Freeform 16"/>
            <p:cNvSpPr>
              <a:spLocks/>
            </p:cNvSpPr>
            <p:nvPr/>
          </p:nvSpPr>
          <p:spPr bwMode="auto">
            <a:xfrm flipH="1">
              <a:off x="4245" y="6089688"/>
              <a:ext cx="6305724" cy="922719"/>
            </a:xfrm>
            <a:custGeom>
              <a:avLst/>
              <a:gdLst>
                <a:gd name="T0" fmla="*/ 0 w 442"/>
                <a:gd name="T1" fmla="*/ 179 h 179"/>
                <a:gd name="T2" fmla="*/ 0 w 442"/>
                <a:gd name="T3" fmla="*/ 179 h 179"/>
                <a:gd name="T4" fmla="*/ 290 w 442"/>
                <a:gd name="T5" fmla="*/ 179 h 179"/>
                <a:gd name="T6" fmla="*/ 442 w 442"/>
                <a:gd name="T7" fmla="*/ 179 h 179"/>
                <a:gd name="T8" fmla="*/ 442 w 442"/>
                <a:gd name="T9" fmla="*/ 9 h 179"/>
                <a:gd name="T10" fmla="*/ 0 w 442"/>
                <a:gd name="T11" fmla="*/ 179 h 179"/>
              </a:gdLst>
              <a:ahLst/>
              <a:cxnLst>
                <a:cxn ang="0">
                  <a:pos x="T0" y="T1"/>
                </a:cxn>
                <a:cxn ang="0">
                  <a:pos x="T2" y="T3"/>
                </a:cxn>
                <a:cxn ang="0">
                  <a:pos x="T4" y="T5"/>
                </a:cxn>
                <a:cxn ang="0">
                  <a:pos x="T6" y="T7"/>
                </a:cxn>
                <a:cxn ang="0">
                  <a:pos x="T8" y="T9"/>
                </a:cxn>
                <a:cxn ang="0">
                  <a:pos x="T10" y="T11"/>
                </a:cxn>
              </a:cxnLst>
              <a:rect l="0" t="0" r="r" b="b"/>
              <a:pathLst>
                <a:path w="442" h="179">
                  <a:moveTo>
                    <a:pt x="0" y="179"/>
                  </a:moveTo>
                  <a:cubicBezTo>
                    <a:pt x="0" y="179"/>
                    <a:pt x="0" y="179"/>
                    <a:pt x="0" y="179"/>
                  </a:cubicBezTo>
                  <a:cubicBezTo>
                    <a:pt x="290" y="179"/>
                    <a:pt x="290" y="179"/>
                    <a:pt x="290" y="179"/>
                  </a:cubicBezTo>
                  <a:cubicBezTo>
                    <a:pt x="442" y="179"/>
                    <a:pt x="442" y="179"/>
                    <a:pt x="442" y="179"/>
                  </a:cubicBezTo>
                  <a:cubicBezTo>
                    <a:pt x="442" y="9"/>
                    <a:pt x="442" y="9"/>
                    <a:pt x="442" y="9"/>
                  </a:cubicBezTo>
                  <a:cubicBezTo>
                    <a:pt x="283" y="0"/>
                    <a:pt x="122" y="57"/>
                    <a:pt x="0" y="179"/>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sp>
          <p:nvSpPr>
            <p:cNvPr id="10" name="Freeform 19"/>
            <p:cNvSpPr>
              <a:spLocks/>
            </p:cNvSpPr>
            <p:nvPr/>
          </p:nvSpPr>
          <p:spPr bwMode="auto">
            <a:xfrm>
              <a:off x="7837713" y="5930293"/>
              <a:ext cx="4615893" cy="1082114"/>
            </a:xfrm>
            <a:custGeom>
              <a:avLst/>
              <a:gdLst>
                <a:gd name="T0" fmla="*/ 0 w 1013"/>
                <a:gd name="T1" fmla="*/ 297 h 297"/>
                <a:gd name="T2" fmla="*/ 0 w 1013"/>
                <a:gd name="T3" fmla="*/ 297 h 297"/>
                <a:gd name="T4" fmla="*/ 1013 w 1013"/>
                <a:gd name="T5" fmla="*/ 297 h 297"/>
                <a:gd name="T6" fmla="*/ 1013 w 1013"/>
                <a:gd name="T7" fmla="*/ 239 h 297"/>
                <a:gd name="T8" fmla="*/ 0 w 1013"/>
                <a:gd name="T9" fmla="*/ 297 h 297"/>
              </a:gdLst>
              <a:ahLst/>
              <a:cxnLst>
                <a:cxn ang="0">
                  <a:pos x="T0" y="T1"/>
                </a:cxn>
                <a:cxn ang="0">
                  <a:pos x="T2" y="T3"/>
                </a:cxn>
                <a:cxn ang="0">
                  <a:pos x="T4" y="T5"/>
                </a:cxn>
                <a:cxn ang="0">
                  <a:pos x="T6" y="T7"/>
                </a:cxn>
                <a:cxn ang="0">
                  <a:pos x="T8" y="T9"/>
                </a:cxn>
              </a:cxnLst>
              <a:rect l="0" t="0" r="r" b="b"/>
              <a:pathLst>
                <a:path w="1013" h="297">
                  <a:moveTo>
                    <a:pt x="0" y="297"/>
                  </a:moveTo>
                  <a:cubicBezTo>
                    <a:pt x="0" y="297"/>
                    <a:pt x="0" y="297"/>
                    <a:pt x="0" y="297"/>
                  </a:cubicBezTo>
                  <a:cubicBezTo>
                    <a:pt x="1013" y="297"/>
                    <a:pt x="1013" y="297"/>
                    <a:pt x="1013" y="297"/>
                  </a:cubicBezTo>
                  <a:cubicBezTo>
                    <a:pt x="1013" y="239"/>
                    <a:pt x="1013" y="239"/>
                    <a:pt x="1013" y="239"/>
                  </a:cubicBezTo>
                  <a:cubicBezTo>
                    <a:pt x="714" y="0"/>
                    <a:pt x="277" y="19"/>
                    <a:pt x="0" y="297"/>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sp>
          <p:nvSpPr>
            <p:cNvPr id="11" name="Freeform 30"/>
            <p:cNvSpPr>
              <a:spLocks/>
            </p:cNvSpPr>
            <p:nvPr/>
          </p:nvSpPr>
          <p:spPr bwMode="auto">
            <a:xfrm>
              <a:off x="4224175" y="6179680"/>
              <a:ext cx="4482073" cy="837477"/>
            </a:xfrm>
            <a:custGeom>
              <a:avLst/>
              <a:gdLst>
                <a:gd name="T0" fmla="*/ 343 w 555"/>
                <a:gd name="T1" fmla="*/ 21 h 131"/>
                <a:gd name="T2" fmla="*/ 343 w 555"/>
                <a:gd name="T3" fmla="*/ 21 h 131"/>
                <a:gd name="T4" fmla="*/ 0 w 555"/>
                <a:gd name="T5" fmla="*/ 131 h 131"/>
                <a:gd name="T6" fmla="*/ 197 w 555"/>
                <a:gd name="T7" fmla="*/ 131 h 131"/>
                <a:gd name="T8" fmla="*/ 555 w 555"/>
                <a:gd name="T9" fmla="*/ 131 h 131"/>
                <a:gd name="T10" fmla="*/ 343 w 555"/>
                <a:gd name="T11" fmla="*/ 21 h 131"/>
              </a:gdLst>
              <a:ahLst/>
              <a:cxnLst>
                <a:cxn ang="0">
                  <a:pos x="T0" y="T1"/>
                </a:cxn>
                <a:cxn ang="0">
                  <a:pos x="T2" y="T3"/>
                </a:cxn>
                <a:cxn ang="0">
                  <a:pos x="T4" y="T5"/>
                </a:cxn>
                <a:cxn ang="0">
                  <a:pos x="T6" y="T7"/>
                </a:cxn>
                <a:cxn ang="0">
                  <a:pos x="T8" y="T9"/>
                </a:cxn>
                <a:cxn ang="0">
                  <a:pos x="T10" y="T11"/>
                </a:cxn>
              </a:cxnLst>
              <a:rect l="0" t="0" r="r" b="b"/>
              <a:pathLst>
                <a:path w="555" h="131">
                  <a:moveTo>
                    <a:pt x="343" y="21"/>
                  </a:moveTo>
                  <a:cubicBezTo>
                    <a:pt x="343" y="21"/>
                    <a:pt x="343" y="21"/>
                    <a:pt x="343" y="21"/>
                  </a:cubicBezTo>
                  <a:cubicBezTo>
                    <a:pt x="222" y="0"/>
                    <a:pt x="93" y="37"/>
                    <a:pt x="0" y="131"/>
                  </a:cubicBezTo>
                  <a:cubicBezTo>
                    <a:pt x="197" y="131"/>
                    <a:pt x="197" y="131"/>
                    <a:pt x="197" y="131"/>
                  </a:cubicBezTo>
                  <a:cubicBezTo>
                    <a:pt x="555" y="131"/>
                    <a:pt x="555" y="131"/>
                    <a:pt x="555" y="131"/>
                  </a:cubicBezTo>
                  <a:cubicBezTo>
                    <a:pt x="496" y="70"/>
                    <a:pt x="421" y="34"/>
                    <a:pt x="343" y="21"/>
                  </a:cubicBezTo>
                  <a:close/>
                </a:path>
              </a:pathLst>
            </a:custGeom>
            <a:solidFill>
              <a:srgbClr val="BAD8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grpSp>
          <p:nvGrpSpPr>
            <p:cNvPr id="12" name="Group 11"/>
            <p:cNvGrpSpPr/>
            <p:nvPr/>
          </p:nvGrpSpPr>
          <p:grpSpPr>
            <a:xfrm>
              <a:off x="958763" y="5823234"/>
              <a:ext cx="275977" cy="523407"/>
              <a:chOff x="7729433" y="6092616"/>
              <a:chExt cx="275977" cy="523407"/>
            </a:xfrm>
          </p:grpSpPr>
          <p:sp>
            <p:nvSpPr>
              <p:cNvPr id="21" name="Rectangle 35"/>
              <p:cNvSpPr>
                <a:spLocks noChangeArrowheads="1"/>
              </p:cNvSpPr>
              <p:nvPr/>
            </p:nvSpPr>
            <p:spPr bwMode="auto">
              <a:xfrm>
                <a:off x="7838871" y="6411418"/>
                <a:ext cx="57099" cy="204605"/>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sp>
            <p:nvSpPr>
              <p:cNvPr id="22" name="Oval 36"/>
              <p:cNvSpPr>
                <a:spLocks noChangeArrowheads="1"/>
              </p:cNvSpPr>
              <p:nvPr/>
            </p:nvSpPr>
            <p:spPr bwMode="auto">
              <a:xfrm>
                <a:off x="7729433" y="6230606"/>
                <a:ext cx="275977" cy="275977"/>
              </a:xfrm>
              <a:prstGeom prst="ellipse">
                <a:avLst/>
              </a:prstGeom>
              <a:solidFill>
                <a:srgbClr val="BAD80A"/>
              </a:solidFill>
              <a:ln>
                <a:noFill/>
              </a:ln>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sp>
            <p:nvSpPr>
              <p:cNvPr id="23" name="Oval 37"/>
              <p:cNvSpPr>
                <a:spLocks noChangeArrowheads="1"/>
              </p:cNvSpPr>
              <p:nvPr/>
            </p:nvSpPr>
            <p:spPr bwMode="auto">
              <a:xfrm>
                <a:off x="7762739" y="6092616"/>
                <a:ext cx="199845" cy="199845"/>
              </a:xfrm>
              <a:prstGeom prst="ellipse">
                <a:avLst/>
              </a:prstGeom>
              <a:solidFill>
                <a:srgbClr val="BAD80A"/>
              </a:solidFill>
              <a:ln>
                <a:noFill/>
              </a:ln>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grpSp>
        <p:grpSp>
          <p:nvGrpSpPr>
            <p:cNvPr id="13" name="Group 12"/>
            <p:cNvGrpSpPr/>
            <p:nvPr/>
          </p:nvGrpSpPr>
          <p:grpSpPr>
            <a:xfrm>
              <a:off x="1358095" y="5947943"/>
              <a:ext cx="275977" cy="523407"/>
              <a:chOff x="7729433" y="6092616"/>
              <a:chExt cx="275977" cy="523407"/>
            </a:xfrm>
          </p:grpSpPr>
          <p:sp>
            <p:nvSpPr>
              <p:cNvPr id="18" name="Rectangle 35"/>
              <p:cNvSpPr>
                <a:spLocks noChangeArrowheads="1"/>
              </p:cNvSpPr>
              <p:nvPr/>
            </p:nvSpPr>
            <p:spPr bwMode="auto">
              <a:xfrm>
                <a:off x="7838871" y="6411418"/>
                <a:ext cx="57099" cy="204605"/>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sp>
            <p:nvSpPr>
              <p:cNvPr id="19" name="Oval 36"/>
              <p:cNvSpPr>
                <a:spLocks noChangeArrowheads="1"/>
              </p:cNvSpPr>
              <p:nvPr/>
            </p:nvSpPr>
            <p:spPr bwMode="auto">
              <a:xfrm>
                <a:off x="7729433" y="6230606"/>
                <a:ext cx="275977" cy="275977"/>
              </a:xfrm>
              <a:prstGeom prst="ellipse">
                <a:avLst/>
              </a:prstGeom>
              <a:solidFill>
                <a:srgbClr val="BAD80A"/>
              </a:solidFill>
              <a:ln>
                <a:noFill/>
              </a:ln>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sp>
            <p:nvSpPr>
              <p:cNvPr id="20" name="Oval 37"/>
              <p:cNvSpPr>
                <a:spLocks noChangeArrowheads="1"/>
              </p:cNvSpPr>
              <p:nvPr/>
            </p:nvSpPr>
            <p:spPr bwMode="auto">
              <a:xfrm>
                <a:off x="7762739" y="6092616"/>
                <a:ext cx="199845" cy="199845"/>
              </a:xfrm>
              <a:prstGeom prst="ellipse">
                <a:avLst/>
              </a:prstGeom>
              <a:solidFill>
                <a:srgbClr val="BAD80A"/>
              </a:solidFill>
              <a:ln>
                <a:noFill/>
              </a:ln>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grpSp>
        <p:grpSp>
          <p:nvGrpSpPr>
            <p:cNvPr id="14" name="Group 13"/>
            <p:cNvGrpSpPr/>
            <p:nvPr/>
          </p:nvGrpSpPr>
          <p:grpSpPr>
            <a:xfrm>
              <a:off x="11419706" y="6142036"/>
              <a:ext cx="275977" cy="523407"/>
              <a:chOff x="7729433" y="6092616"/>
              <a:chExt cx="275977" cy="523407"/>
            </a:xfrm>
          </p:grpSpPr>
          <p:sp>
            <p:nvSpPr>
              <p:cNvPr id="15" name="Rectangle 35"/>
              <p:cNvSpPr>
                <a:spLocks noChangeArrowheads="1"/>
              </p:cNvSpPr>
              <p:nvPr/>
            </p:nvSpPr>
            <p:spPr bwMode="auto">
              <a:xfrm>
                <a:off x="7838871" y="6411418"/>
                <a:ext cx="57099" cy="204605"/>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sp>
            <p:nvSpPr>
              <p:cNvPr id="16" name="Oval 36"/>
              <p:cNvSpPr>
                <a:spLocks noChangeArrowheads="1"/>
              </p:cNvSpPr>
              <p:nvPr/>
            </p:nvSpPr>
            <p:spPr bwMode="auto">
              <a:xfrm>
                <a:off x="7729433" y="6230606"/>
                <a:ext cx="275977" cy="275977"/>
              </a:xfrm>
              <a:prstGeom prst="ellipse">
                <a:avLst/>
              </a:prstGeom>
              <a:solidFill>
                <a:srgbClr val="BAD80A"/>
              </a:solidFill>
              <a:ln>
                <a:noFill/>
              </a:ln>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sp>
            <p:nvSpPr>
              <p:cNvPr id="17" name="Oval 37"/>
              <p:cNvSpPr>
                <a:spLocks noChangeArrowheads="1"/>
              </p:cNvSpPr>
              <p:nvPr/>
            </p:nvSpPr>
            <p:spPr bwMode="auto">
              <a:xfrm>
                <a:off x="7762739" y="6092616"/>
                <a:ext cx="199845" cy="199845"/>
              </a:xfrm>
              <a:prstGeom prst="ellipse">
                <a:avLst/>
              </a:prstGeom>
              <a:solidFill>
                <a:srgbClr val="BAD80A"/>
              </a:solidFill>
              <a:ln>
                <a:noFill/>
              </a:ln>
            </p:spPr>
            <p:txBody>
              <a:bodyPr vert="horz" wrap="square" lIns="91440" tIns="45720" rIns="91440" bIns="45720" numCol="1" anchor="t" anchorCtr="0" compatLnSpc="1">
                <a:prstTxWarp prst="textNoShape">
                  <a:avLst/>
                </a:prstTxWarp>
              </a:bodyPr>
              <a:lstStyle/>
              <a:p>
                <a:endParaRPr lang="en-US" sz="1800" dirty="0">
                  <a:solidFill>
                    <a:srgbClr val="505050"/>
                  </a:solidFill>
                </a:endParaRPr>
              </a:p>
            </p:txBody>
          </p:sp>
        </p:grpSp>
      </p:grpSp>
    </p:spTree>
    <p:extLst>
      <p:ext uri="{BB962C8B-B14F-4D97-AF65-F5344CB8AC3E}">
        <p14:creationId xmlns:p14="http://schemas.microsoft.com/office/powerpoint/2010/main" val="2841020279"/>
      </p:ext>
    </p:extLst>
  </p:cSld>
  <p:clrMapOvr>
    <a:masterClrMapping/>
  </p:clrMapOvr>
  <p:transition>
    <p:fade/>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4"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3922269093"/>
      </p:ext>
    </p:extLst>
  </p:cSld>
  <p:clrMapOvr>
    <a:masterClrMapping/>
  </p:clrMapOvr>
  <p:transition>
    <p:fade/>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022781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365460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1_Section Title Accent Color 3">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9965057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9.xml><?xml version="1.0" encoding="utf-8"?>
<p:sldLayout xmlns:a="http://schemas.openxmlformats.org/drawingml/2006/main" xmlns:r="http://schemas.openxmlformats.org/officeDocument/2006/relationships" xmlns:p="http://schemas.openxmlformats.org/presentationml/2006/main">
  <p:cSld name="Text content, large, ligh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243471"/>
            <a:ext cx="2487295" cy="2486942"/>
          </a:xfrm>
          <a:solidFill>
            <a:schemeClr val="accent1"/>
          </a:solidFill>
        </p:spPr>
        <p:txBody>
          <a:bodyPr rIns="91440">
            <a:normAutofit/>
          </a:bodyPr>
          <a:lstStyle>
            <a:lvl1pPr>
              <a:defRPr sz="2719" baseline="0">
                <a:solidFill>
                  <a:schemeClr val="tx1"/>
                </a:solidFill>
                <a:latin typeface="+mn-lt"/>
              </a:defRPr>
            </a:lvl1pPr>
          </a:lstStyle>
          <a:p>
            <a:pPr lvl="0"/>
            <a:r>
              <a:rPr lang="en-US" dirty="0"/>
              <a:t>Click to edit slide content</a:t>
            </a:r>
          </a:p>
        </p:txBody>
      </p:sp>
      <p:sp>
        <p:nvSpPr>
          <p:cNvPr id="3" name="Date Placeholder 2"/>
          <p:cNvSpPr>
            <a:spLocks noGrp="1"/>
          </p:cNvSpPr>
          <p:nvPr>
            <p:ph type="dt" sz="half" idx="10"/>
          </p:nvPr>
        </p:nvSpPr>
        <p:spPr>
          <a:xfrm>
            <a:off x="0" y="6482890"/>
            <a:ext cx="2901844" cy="372394"/>
          </a:xfrm>
          <a:prstGeom prst="rect">
            <a:avLst/>
          </a:prstGeom>
        </p:spPr>
        <p:txBody>
          <a:bodyPr/>
          <a:lstStyle>
            <a:lvl1pPr>
              <a:defRPr>
                <a:solidFill>
                  <a:srgbClr val="3F3F3F"/>
                </a:solidFill>
                <a:latin typeface="+mn-lt"/>
              </a:defRPr>
            </a:lvl1pPr>
          </a:lstStyle>
          <a:p>
            <a:endParaRPr lang="en-US" dirty="0"/>
          </a:p>
        </p:txBody>
      </p:sp>
      <p:sp>
        <p:nvSpPr>
          <p:cNvPr id="4" name="Slide Number Placeholder 3"/>
          <p:cNvSpPr>
            <a:spLocks noGrp="1"/>
          </p:cNvSpPr>
          <p:nvPr>
            <p:ph type="sldNum" sz="quarter" idx="11"/>
          </p:nvPr>
        </p:nvSpPr>
        <p:spPr/>
        <p:txBody>
          <a:bodyPr/>
          <a:lstStyle>
            <a:lvl1pPr>
              <a:defRPr>
                <a:solidFill>
                  <a:srgbClr val="3F3F3F"/>
                </a:solidFill>
                <a:latin typeface="+mn-lt"/>
              </a:defRPr>
            </a:lvl1pPr>
          </a:lstStyle>
          <a:p>
            <a:fld id="{74A398B2-5A34-1A4A-811E-F4027282568C}" type="slidenum">
              <a:rPr lang="en-US" smtClean="0"/>
              <a:pPr/>
              <a:t>‹#›</a:t>
            </a:fld>
            <a:endParaRPr lang="en-US" dirty="0"/>
          </a:p>
        </p:txBody>
      </p:sp>
      <p:sp>
        <p:nvSpPr>
          <p:cNvPr id="14" name="Content Placeholder 13"/>
          <p:cNvSpPr>
            <a:spLocks noGrp="1"/>
          </p:cNvSpPr>
          <p:nvPr>
            <p:ph sz="quarter" idx="13" hasCustomPrompt="1"/>
          </p:nvPr>
        </p:nvSpPr>
        <p:spPr>
          <a:xfrm>
            <a:off x="3730942" y="1243471"/>
            <a:ext cx="8394621" cy="4973884"/>
          </a:xfrm>
          <a:prstGeom prst="rect">
            <a:avLst/>
          </a:prstGeom>
        </p:spPr>
        <p:txBody>
          <a:bodyPr vert="horz" lIns="182880" tIns="137160">
            <a:normAutofit/>
          </a:bodyPr>
          <a:lstStyle>
            <a:lvl1pPr marL="0" indent="0">
              <a:spcBef>
                <a:spcPts val="408"/>
              </a:spcBef>
              <a:buFontTx/>
              <a:buNone/>
              <a:defRPr sz="4080" baseline="0">
                <a:solidFill>
                  <a:srgbClr val="3F3F3F"/>
                </a:solidFill>
                <a:latin typeface="Segoe UI Light" pitchFamily="34" charset="0"/>
              </a:defRPr>
            </a:lvl1pPr>
          </a:lstStyle>
          <a:p>
            <a:pPr lvl="0"/>
            <a:r>
              <a:rPr lang="en-US" dirty="0"/>
              <a:t>Click to edit slide content</a:t>
            </a:r>
          </a:p>
        </p:txBody>
      </p:sp>
    </p:spTree>
    <p:extLst>
      <p:ext uri="{BB962C8B-B14F-4D97-AF65-F5344CB8AC3E}">
        <p14:creationId xmlns:p14="http://schemas.microsoft.com/office/powerpoint/2010/main" val="1813871005"/>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Thank You Slide Soli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74640" y="2674313"/>
            <a:ext cx="11228387" cy="1737340"/>
          </a:xfrm>
        </p:spPr>
        <p:txBody>
          <a:bodyPr anchor="ctr"/>
          <a:lstStyle>
            <a:lvl1pPr>
              <a:defRPr sz="5999">
                <a:solidFill>
                  <a:schemeClr val="tx2"/>
                </a:solidFill>
              </a:defRPr>
            </a:lvl1pPr>
          </a:lstStyle>
          <a:p>
            <a:r>
              <a:rPr lang="en-US"/>
              <a:t>Thank you</a:t>
            </a:r>
          </a:p>
        </p:txBody>
      </p:sp>
      <p:pic>
        <p:nvPicPr>
          <p:cNvPr id="4" name="Picture 3"/>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80442" y="492476"/>
            <a:ext cx="1250445" cy="266700"/>
          </a:xfrm>
          <a:prstGeom prst="rect">
            <a:avLst/>
          </a:prstGeom>
        </p:spPr>
      </p:pic>
    </p:spTree>
    <p:extLst>
      <p:ext uri="{BB962C8B-B14F-4D97-AF65-F5344CB8AC3E}">
        <p14:creationId xmlns:p14="http://schemas.microsoft.com/office/powerpoint/2010/main" val="3734525485"/>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invGray">
          <a:xfrm>
            <a:off x="459230" y="3145042"/>
            <a:ext cx="3288506" cy="704445"/>
          </a:xfrm>
          <a:prstGeom prst="rect">
            <a:avLst/>
          </a:prstGeom>
        </p:spPr>
      </p:pic>
    </p:spTree>
    <p:extLst>
      <p:ext uri="{BB962C8B-B14F-4D97-AF65-F5344CB8AC3E}">
        <p14:creationId xmlns:p14="http://schemas.microsoft.com/office/powerpoint/2010/main" val="2776761004"/>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sldLayout>
</file>

<file path=ppt/slideLayouts/slideLayout312.xml><?xml version="1.0" encoding="utf-8"?>
<p:sldLayout xmlns:a="http://schemas.openxmlformats.org/drawingml/2006/main" xmlns:r="http://schemas.openxmlformats.org/officeDocument/2006/relationships" xmlns:p="http://schemas.openxmlformats.org/presentationml/2006/main" userDrawn="1">
  <p:cSld name="58pt Title/24p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1" y="264964"/>
            <a:ext cx="9143998" cy="1828800"/>
          </a:xfrm>
        </p:spPr>
        <p:txBody>
          <a:bodyPr lIns="146304" tIns="91440" rIns="146304" bIns="91440"/>
          <a:lstStyle>
            <a:lvl1pPr>
              <a:lnSpc>
                <a:spcPts val="6298"/>
              </a:lnSpc>
              <a:defRPr sz="5799" baseline="0">
                <a:solidFill>
                  <a:schemeClr val="accent1"/>
                </a:solidFill>
              </a:defRPr>
            </a:lvl1pPr>
          </a:lstStyle>
          <a:p>
            <a:r>
              <a:rPr lang="en-US"/>
              <a:t>Lorem ipsum dolor sit</a:t>
            </a:r>
            <a:br>
              <a:rPr lang="en-US"/>
            </a:br>
            <a:r>
              <a:rPr lang="en-US"/>
              <a:t>amet, consectetuer adipi.</a:t>
            </a:r>
          </a:p>
        </p:txBody>
      </p:sp>
      <p:sp>
        <p:nvSpPr>
          <p:cNvPr id="3" name="Footer Placeholder 2"/>
          <p:cNvSpPr>
            <a:spLocks noGrp="1"/>
          </p:cNvSpPr>
          <p:nvPr>
            <p:ph type="ftr" sz="quarter" idx="10"/>
          </p:nvPr>
        </p:nvSpPr>
        <p:spPr>
          <a:xfrm>
            <a:off x="457200" y="6565391"/>
            <a:ext cx="3937000" cy="137160"/>
          </a:xfrm>
          <a:prstGeom prst="rect">
            <a:avLst/>
          </a:prstGeom>
        </p:spPr>
        <p:txBody>
          <a:bodyPr/>
          <a:lstStyle/>
          <a:p>
            <a:endParaRPr dirty="0">
              <a:solidFill>
                <a:srgbClr val="505050"/>
              </a:solidFill>
            </a:endParaRPr>
          </a:p>
        </p:txBody>
      </p:sp>
      <p:sp>
        <p:nvSpPr>
          <p:cNvPr id="4" name="Slide Number Placeholder 3"/>
          <p:cNvSpPr>
            <a:spLocks noGrp="1"/>
          </p:cNvSpPr>
          <p:nvPr>
            <p:ph type="sldNum" sz="quarter" idx="11"/>
          </p:nvPr>
        </p:nvSpPr>
        <p:spPr/>
        <p:txBody>
          <a:bodyPr/>
          <a:lstStyle/>
          <a:p>
            <a:fld id="{27258FFF-F925-446B-8502-81C933981705}" type="slidenum">
              <a:rPr>
                <a:solidFill>
                  <a:srgbClr val="505050"/>
                </a:solidFill>
              </a:rPr>
              <a:pPr/>
              <a:t>‹#›</a:t>
            </a:fld>
            <a:endParaRPr dirty="0">
              <a:solidFill>
                <a:srgbClr val="505050"/>
              </a:solidFill>
            </a:endParaRPr>
          </a:p>
        </p:txBody>
      </p:sp>
      <p:sp>
        <p:nvSpPr>
          <p:cNvPr id="7" name="Text Placeholder 6"/>
          <p:cNvSpPr>
            <a:spLocks noGrp="1"/>
          </p:cNvSpPr>
          <p:nvPr>
            <p:ph type="body" sz="quarter" idx="12" hasCustomPrompt="1"/>
          </p:nvPr>
        </p:nvSpPr>
        <p:spPr>
          <a:xfrm>
            <a:off x="274637" y="2857190"/>
            <a:ext cx="7670052" cy="2954655"/>
          </a:xfrm>
        </p:spPr>
        <p:txBody>
          <a:bodyPr/>
          <a:lstStyle>
            <a:lvl1pPr marL="0" indent="0">
              <a:lnSpc>
                <a:spcPts val="2600"/>
              </a:lnSpc>
              <a:spcBef>
                <a:spcPts val="3000"/>
              </a:spcBef>
              <a:buNone/>
              <a:defRPr sz="2400" baseline="0">
                <a:latin typeface="+mn-lt"/>
              </a:defRPr>
            </a:lvl1pPr>
            <a:lvl2pPr marL="0" indent="0">
              <a:lnSpc>
                <a:spcPts val="1801"/>
              </a:lnSpc>
              <a:spcBef>
                <a:spcPts val="1198"/>
              </a:spcBef>
              <a:buNone/>
              <a:defRPr sz="1598"/>
            </a:lvl2pPr>
            <a:lvl3pPr marL="0" indent="0">
              <a:lnSpc>
                <a:spcPts val="1801"/>
              </a:lnSpc>
              <a:spcBef>
                <a:spcPts val="1198"/>
              </a:spcBef>
              <a:buNone/>
              <a:defRPr sz="1598"/>
            </a:lvl3pPr>
            <a:lvl4pPr marL="0" indent="0">
              <a:lnSpc>
                <a:spcPts val="1801"/>
              </a:lnSpc>
              <a:spcBef>
                <a:spcPts val="1198"/>
              </a:spcBef>
              <a:buNone/>
              <a:defRPr sz="1598"/>
            </a:lvl4pPr>
            <a:lvl5pPr marL="0" indent="0">
              <a:lnSpc>
                <a:spcPts val="1801"/>
              </a:lnSpc>
              <a:spcBef>
                <a:spcPts val="1198"/>
              </a:spcBef>
              <a:buNone/>
              <a:defRPr sz="1598"/>
            </a:lvl5pPr>
          </a:lstStyle>
          <a:p>
            <a:pPr lvl="0"/>
            <a:r>
              <a:rPr lang="en-US"/>
              <a:t>Lorem ipsum dolor sit amet, consectetur adipiscing </a:t>
            </a:r>
            <a:br>
              <a:rPr lang="en-US"/>
            </a:br>
            <a:r>
              <a:rPr lang="en-US"/>
              <a:t>elit. Nunc et sagittis ligula, non laoreet urna. </a:t>
            </a:r>
          </a:p>
          <a:p>
            <a:pPr lvl="0"/>
            <a:r>
              <a:rPr lang="en-US"/>
              <a:t>Aenean porttitor pulvinar lorem, eu accumsan purus mattis nec. Suspendisse eu justo tempus. </a:t>
            </a:r>
          </a:p>
          <a:p>
            <a:pPr lvl="0"/>
            <a:r>
              <a:rPr lang="en-US"/>
              <a:t>Cum sociis natoque penatibus et magnis dis parturient montes, nascetur ridiculus mus.</a:t>
            </a:r>
          </a:p>
        </p:txBody>
      </p:sp>
    </p:spTree>
    <p:extLst>
      <p:ext uri="{BB962C8B-B14F-4D97-AF65-F5344CB8AC3E}">
        <p14:creationId xmlns:p14="http://schemas.microsoft.com/office/powerpoint/2010/main" val="711647909"/>
      </p:ext>
    </p:extLst>
  </p:cSld>
  <p:clrMapOvr>
    <a:masterClrMapping/>
  </p:clrMapOvr>
  <p:transition>
    <p:fade/>
  </p:transition>
</p:sldLayout>
</file>

<file path=ppt/slideLayouts/slideLayout313.xml><?xml version="1.0" encoding="utf-8"?>
<p:sldLayout xmlns:a="http://schemas.openxmlformats.org/drawingml/2006/main" xmlns:r="http://schemas.openxmlformats.org/officeDocument/2006/relationships" xmlns:p="http://schemas.openxmlformats.org/presentationml/2006/main" userDrawn="1">
  <p:cSld name="1_58pt Title/24p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1" y="264964"/>
            <a:ext cx="9143998" cy="1828800"/>
          </a:xfrm>
        </p:spPr>
        <p:txBody>
          <a:bodyPr lIns="146304" tIns="91440" rIns="146304" bIns="91440"/>
          <a:lstStyle>
            <a:lvl1pPr>
              <a:lnSpc>
                <a:spcPts val="6299"/>
              </a:lnSpc>
              <a:defRPr sz="5799" baseline="0">
                <a:solidFill>
                  <a:schemeClr val="accent1"/>
                </a:solidFill>
              </a:defRPr>
            </a:lvl1pPr>
          </a:lstStyle>
          <a:p>
            <a:r>
              <a:rPr lang="en-US"/>
              <a:t>Lorem ipsum dolor sit</a:t>
            </a:r>
            <a:br>
              <a:rPr lang="en-US"/>
            </a:br>
            <a:r>
              <a:rPr lang="en-US"/>
              <a:t>amet, consectetuer adipi.</a:t>
            </a:r>
          </a:p>
        </p:txBody>
      </p:sp>
      <p:sp>
        <p:nvSpPr>
          <p:cNvPr id="3" name="Footer Placeholder 2"/>
          <p:cNvSpPr>
            <a:spLocks noGrp="1"/>
          </p:cNvSpPr>
          <p:nvPr>
            <p:ph type="ftr" sz="quarter" idx="10"/>
          </p:nvPr>
        </p:nvSpPr>
        <p:spPr>
          <a:xfrm>
            <a:off x="457200" y="6565391"/>
            <a:ext cx="3937000" cy="137160"/>
          </a:xfrm>
          <a:prstGeom prst="rect">
            <a:avLst/>
          </a:prstGeom>
        </p:spPr>
        <p:txBody>
          <a:bodyPr/>
          <a:lstStyle/>
          <a:p>
            <a:endParaRPr lang="en-US" dirty="0"/>
          </a:p>
        </p:txBody>
      </p:sp>
    </p:spTree>
    <p:extLst>
      <p:ext uri="{BB962C8B-B14F-4D97-AF65-F5344CB8AC3E}">
        <p14:creationId xmlns:p14="http://schemas.microsoft.com/office/powerpoint/2010/main" val="908755160"/>
      </p:ext>
    </p:extLst>
  </p:cSld>
  <p:clrMapOvr>
    <a:masterClrMapping/>
  </p:clrMapOvr>
  <p:transition>
    <p:fade/>
  </p:transition>
</p:sldLayout>
</file>

<file path=ppt/slideLayouts/slideLayout314.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2" y="2151538"/>
            <a:ext cx="10445795" cy="1017048"/>
          </a:xfrm>
        </p:spPr>
        <p:txBody>
          <a:bodyPr anchor="b" anchorCtr="0"/>
          <a:lstStyle>
            <a:lvl1pPr>
              <a:defRPr sz="7341" spc="-153" baseline="0">
                <a:gradFill>
                  <a:gsLst>
                    <a:gs pos="1250">
                      <a:schemeClr val="bg1"/>
                    </a:gs>
                    <a:gs pos="100000">
                      <a:schemeClr val="bg1"/>
                    </a:gs>
                  </a:gsLst>
                  <a:lin ang="5400000" scaled="0"/>
                </a:gradFill>
              </a:defRPr>
            </a:lvl1pPr>
          </a:lstStyle>
          <a:p>
            <a:r>
              <a:rPr lang="en-US" dirty="0"/>
              <a:t>Click to edit title style</a:t>
            </a:r>
          </a:p>
        </p:txBody>
      </p:sp>
      <p:sp>
        <p:nvSpPr>
          <p:cNvPr id="5" name="Text Placeholder 4"/>
          <p:cNvSpPr>
            <a:spLocks noGrp="1"/>
          </p:cNvSpPr>
          <p:nvPr>
            <p:ph type="body" sz="quarter" idx="12" hasCustomPrompt="1"/>
          </p:nvPr>
        </p:nvSpPr>
        <p:spPr>
          <a:xfrm>
            <a:off x="998582" y="3494028"/>
            <a:ext cx="10445795" cy="508525"/>
          </a:xfrm>
        </p:spPr>
        <p:txBody>
          <a:bodyPr>
            <a:noAutofit/>
          </a:bodyPr>
          <a:lstStyle>
            <a:lvl1pPr marL="0" indent="0">
              <a:spcBef>
                <a:spcPts val="0"/>
              </a:spcBef>
              <a:buNone/>
              <a:defRPr spc="-72" baseline="0">
                <a:gradFill>
                  <a:gsLst>
                    <a:gs pos="0">
                      <a:schemeClr val="bg1"/>
                    </a:gs>
                    <a:gs pos="100000">
                      <a:schemeClr val="bg1"/>
                    </a:gs>
                  </a:gsLst>
                  <a:lin ang="5400000" scaled="0"/>
                </a:gradFill>
                <a:latin typeface="+mj-lt"/>
              </a:defRPr>
            </a:lvl1pPr>
          </a:lstStyle>
          <a:p>
            <a:pPr lvl="0"/>
            <a:r>
              <a:rPr lang="en-US" dirty="0"/>
              <a:t>Speaker Title</a:t>
            </a:r>
          </a:p>
        </p:txBody>
      </p:sp>
    </p:spTree>
    <p:extLst>
      <p:ext uri="{BB962C8B-B14F-4D97-AF65-F5344CB8AC3E}">
        <p14:creationId xmlns:p14="http://schemas.microsoft.com/office/powerpoint/2010/main" val="7361660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15.xml><?xml version="1.0" encoding="utf-8"?>
<p:sldLayout xmlns:a="http://schemas.openxmlformats.org/drawingml/2006/main" xmlns:r="http://schemas.openxmlformats.org/officeDocument/2006/relationships" xmlns:p="http://schemas.openxmlformats.org/presentationml/2006/main">
  <p:cSld name="General content 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 y="1165754"/>
            <a:ext cx="3109119" cy="2331508"/>
          </a:xfrm>
          <a:solidFill>
            <a:schemeClr val="accent1"/>
          </a:solidFill>
        </p:spPr>
        <p:txBody>
          <a:bodyPr lIns="182810" tIns="137107" rIns="91404">
            <a:normAutofit/>
          </a:bodyPr>
          <a:lstStyle>
            <a:lvl1pPr>
              <a:defRPr sz="3264" baseline="0">
                <a:solidFill>
                  <a:schemeClr val="tx1"/>
                </a:solidFill>
                <a:latin typeface="+mn-lt"/>
              </a:defRPr>
            </a:lvl1pPr>
          </a:lstStyle>
          <a:p>
            <a:r>
              <a:rPr lang="en-US" dirty="0"/>
              <a:t>Click to edit slide title</a:t>
            </a:r>
          </a:p>
        </p:txBody>
      </p:sp>
      <p:sp>
        <p:nvSpPr>
          <p:cNvPr id="3" name="Date Placeholder 2"/>
          <p:cNvSpPr>
            <a:spLocks noGrp="1"/>
          </p:cNvSpPr>
          <p:nvPr>
            <p:ph type="dt" sz="half" idx="10"/>
          </p:nvPr>
        </p:nvSpPr>
        <p:spPr>
          <a:xfrm>
            <a:off x="0" y="6482890"/>
            <a:ext cx="2901844" cy="372394"/>
          </a:xfrm>
          <a:prstGeom prst="rect">
            <a:avLst/>
          </a:prstGeom>
        </p:spPr>
        <p:txBody>
          <a:bodyPr lIns="182810"/>
          <a:lstStyle>
            <a:lvl1pPr>
              <a:spcBef>
                <a:spcPts val="16"/>
              </a:spcBef>
              <a:defRPr>
                <a:latin typeface="+mn-lt"/>
              </a:defRPr>
            </a:lvl1pPr>
          </a:lstStyle>
          <a:p>
            <a:endParaRPr lang="en-US" dirty="0">
              <a:solidFill>
                <a:prstClr val="white">
                  <a:tint val="75000"/>
                </a:prstClr>
              </a:solidFill>
            </a:endParaRPr>
          </a:p>
        </p:txBody>
      </p:sp>
      <p:sp>
        <p:nvSpPr>
          <p:cNvPr id="4" name="Slide Number Placeholder 3"/>
          <p:cNvSpPr>
            <a:spLocks noGrp="1"/>
          </p:cNvSpPr>
          <p:nvPr>
            <p:ph type="sldNum" sz="quarter" idx="11"/>
          </p:nvPr>
        </p:nvSpPr>
        <p:spPr>
          <a:xfrm>
            <a:off x="9541575" y="6482890"/>
            <a:ext cx="2901844" cy="372394"/>
          </a:xfrm>
          <a:prstGeom prst="rect">
            <a:avLst/>
          </a:prstGeom>
        </p:spPr>
        <p:txBody>
          <a:bodyPr/>
          <a:lstStyle>
            <a:lvl1pPr>
              <a:defRPr>
                <a:latin typeface="+mn-lt"/>
              </a:defRPr>
            </a:lvl1pPr>
          </a:lstStyle>
          <a:p>
            <a:fld id="{74A398B2-5A34-1A4A-811E-F4027282568C}" type="slidenum">
              <a:rPr lang="en-US">
                <a:solidFill>
                  <a:prstClr val="white">
                    <a:tint val="75000"/>
                  </a:prstClr>
                </a:solidFill>
              </a:rPr>
              <a:pPr/>
              <a:t>‹#›</a:t>
            </a:fld>
            <a:endParaRPr lang="en-US">
              <a:solidFill>
                <a:prstClr val="white">
                  <a:tint val="75000"/>
                </a:prstClr>
              </a:solidFill>
            </a:endParaRPr>
          </a:p>
        </p:txBody>
      </p:sp>
      <p:sp>
        <p:nvSpPr>
          <p:cNvPr id="14" name="Content Placeholder 13"/>
          <p:cNvSpPr>
            <a:spLocks noGrp="1"/>
          </p:cNvSpPr>
          <p:nvPr>
            <p:ph sz="quarter" idx="13" hasCustomPrompt="1"/>
          </p:nvPr>
        </p:nvSpPr>
        <p:spPr>
          <a:xfrm>
            <a:off x="4663678" y="1165754"/>
            <a:ext cx="7150973" cy="5051601"/>
          </a:xfrm>
          <a:prstGeom prst="rect">
            <a:avLst/>
          </a:prstGeom>
        </p:spPr>
        <p:txBody>
          <a:bodyPr vert="horz" lIns="91404" tIns="45702">
            <a:normAutofit/>
          </a:bodyPr>
          <a:lstStyle>
            <a:lvl1pPr marL="0" indent="0">
              <a:spcBef>
                <a:spcPts val="408"/>
              </a:spcBef>
              <a:buFontTx/>
              <a:buNone/>
              <a:defRPr sz="2175" baseline="0">
                <a:latin typeface="+mn-lt"/>
              </a:defRPr>
            </a:lvl1pPr>
          </a:lstStyle>
          <a:p>
            <a:pPr lvl="0"/>
            <a:r>
              <a:rPr lang="en-US" dirty="0"/>
              <a:t>Click to edit slide content</a:t>
            </a:r>
          </a:p>
        </p:txBody>
      </p:sp>
    </p:spTree>
    <p:extLst>
      <p:ext uri="{BB962C8B-B14F-4D97-AF65-F5344CB8AC3E}">
        <p14:creationId xmlns:p14="http://schemas.microsoft.com/office/powerpoint/2010/main" val="3690247621"/>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6" name="Text Placeholder 5"/>
          <p:cNvSpPr>
            <a:spLocks noGrp="1"/>
          </p:cNvSpPr>
          <p:nvPr>
            <p:ph type="body" sz="quarter" idx="13" hasCustomPrompt="1"/>
          </p:nvPr>
        </p:nvSpPr>
        <p:spPr>
          <a:xfrm>
            <a:off x="1" y="585023"/>
            <a:ext cx="12436475" cy="380490"/>
          </a:xfrm>
          <a:prstGeom prst="rect">
            <a:avLst/>
          </a:prstGeom>
        </p:spPr>
        <p:txBody>
          <a:bodyPr lIns="320040" tIns="53325" rIns="53325" bIns="53325">
            <a:noAutofit/>
          </a:bodyPr>
          <a:lstStyle>
            <a:lvl1pPr marL="0" indent="0">
              <a:buNone/>
              <a:defRPr sz="2856">
                <a:solidFill>
                  <a:schemeClr val="tx1"/>
                </a:solidFill>
                <a:latin typeface="Segoe UI Light" pitchFamily="34" charset="0"/>
              </a:defRPr>
            </a:lvl1pPr>
            <a:lvl2pPr marL="287114" indent="0">
              <a:buNone/>
              <a:defRPr/>
            </a:lvl2pPr>
            <a:lvl3pPr marL="599841" indent="0">
              <a:buNone/>
              <a:defRPr/>
            </a:lvl3pPr>
            <a:lvl4pPr marL="886955" indent="0">
              <a:buNone/>
              <a:defRPr/>
            </a:lvl4pPr>
            <a:lvl5pPr marL="1126891" indent="0">
              <a:buNone/>
              <a:defRPr/>
            </a:lvl5pPr>
          </a:lstStyle>
          <a:p>
            <a:pPr lvl="0"/>
            <a:r>
              <a:rPr lang="en-US" dirty="0"/>
              <a:t>Click to add subtitle</a:t>
            </a:r>
          </a:p>
        </p:txBody>
      </p:sp>
      <p:sp>
        <p:nvSpPr>
          <p:cNvPr id="16" name="Text Placeholder 15"/>
          <p:cNvSpPr>
            <a:spLocks noGrp="1"/>
          </p:cNvSpPr>
          <p:nvPr>
            <p:ph type="body" sz="quarter" idx="14"/>
          </p:nvPr>
        </p:nvSpPr>
        <p:spPr>
          <a:xfrm>
            <a:off x="153880" y="1632056"/>
            <a:ext cx="12128722" cy="20962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15"/>
          </p:nvPr>
        </p:nvSpPr>
        <p:spPr>
          <a:xfrm>
            <a:off x="11659197" y="6606835"/>
            <a:ext cx="777278" cy="387693"/>
          </a:xfrm>
          <a:prstGeom prst="rect">
            <a:avLst/>
          </a:prstGeom>
        </p:spPr>
        <p:txBody>
          <a:bodyPr/>
          <a:lstStyle/>
          <a:p>
            <a:pPr defTabSz="932205"/>
            <a:fld id="{FAADACFB-7C71-4E89-89D2-7BBA40B7BFA9}" type="slidenum">
              <a:rPr lang="en-US" smtClean="0">
                <a:solidFill>
                  <a:srgbClr val="505050"/>
                </a:solidFill>
              </a:rPr>
              <a:pPr defTabSz="932205"/>
              <a:t>‹#›</a:t>
            </a:fld>
            <a:endParaRPr lang="en-US" dirty="0">
              <a:solidFill>
                <a:srgbClr val="505050"/>
              </a:solidFill>
            </a:endParaRPr>
          </a:p>
        </p:txBody>
      </p:sp>
      <p:sp>
        <p:nvSpPr>
          <p:cNvPr id="20" name="Footer Placeholder 19"/>
          <p:cNvSpPr>
            <a:spLocks noGrp="1"/>
          </p:cNvSpPr>
          <p:nvPr>
            <p:ph type="ftr" sz="quarter" idx="16"/>
          </p:nvPr>
        </p:nvSpPr>
        <p:spPr>
          <a:xfrm>
            <a:off x="3109119" y="6606831"/>
            <a:ext cx="8550076" cy="387694"/>
          </a:xfrm>
          <a:prstGeom prst="rect">
            <a:avLst/>
          </a:prstGeom>
        </p:spPr>
        <p:txBody>
          <a:bodyPr/>
          <a:lstStyle/>
          <a:p>
            <a:pPr defTabSz="932205"/>
            <a:endParaRPr lang="en-US" dirty="0">
              <a:solidFill>
                <a:srgbClr val="505050"/>
              </a:solidFill>
            </a:endParaRPr>
          </a:p>
        </p:txBody>
      </p:sp>
    </p:spTree>
    <p:extLst>
      <p:ext uri="{BB962C8B-B14F-4D97-AF65-F5344CB8AC3E}">
        <p14:creationId xmlns:p14="http://schemas.microsoft.com/office/powerpoint/2010/main" val="1457989529"/>
      </p:ext>
    </p:extLst>
  </p:cSld>
  <p:clrMapOvr>
    <a:masterClrMapping/>
  </p:clrMapOvr>
  <p:transition>
    <p:fade/>
  </p:transition>
</p:sldLayout>
</file>

<file path=ppt/slideLayouts/slideLayout317.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436475" cy="6989815"/>
          </a:xfrm>
          <a:prstGeom prst="rect">
            <a:avLst/>
          </a:prstGeom>
        </p:spPr>
      </p:pic>
      <p:sp>
        <p:nvSpPr>
          <p:cNvPr id="13" name="Rectangle 12"/>
          <p:cNvSpPr/>
          <p:nvPr userDrawn="1"/>
        </p:nvSpPr>
        <p:spPr>
          <a:xfrm>
            <a:off x="3" y="0"/>
            <a:ext cx="6224391" cy="6994525"/>
          </a:xfrm>
          <a:prstGeom prst="rect">
            <a:avLst/>
          </a:prstGeom>
          <a:solidFill>
            <a:srgbClr val="001F50">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3234" tIns="93234" rIns="93234" bIns="9323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32239" rtl="0" eaLnBrk="1" fontAlgn="auto" latinLnBrk="0" hangingPunct="1">
              <a:lnSpc>
                <a:spcPct val="100000"/>
              </a:lnSpc>
              <a:spcBef>
                <a:spcPts val="0"/>
              </a:spcBef>
              <a:spcAft>
                <a:spcPts val="0"/>
              </a:spcAft>
              <a:buClrTx/>
              <a:buSzTx/>
              <a:buFontTx/>
              <a:buNone/>
              <a:tabLst/>
              <a:defRPr/>
            </a:pPr>
            <a:endParaRPr kumimoji="0" lang="en-US" sz="1224" b="0" i="0" u="none" strike="noStrike" kern="1200" cap="none" spc="0" normalizeH="0" baseline="0" noProof="0" dirty="0" err="1">
              <a:ln>
                <a:noFill/>
              </a:ln>
              <a:solidFill>
                <a:prstClr val="white"/>
              </a:solidFill>
              <a:effectLst/>
              <a:uLnTx/>
              <a:uFillTx/>
              <a:latin typeface="Segoe UI"/>
              <a:ea typeface="+mn-ea"/>
              <a:cs typeface="+mn-cs"/>
            </a:endParaRPr>
          </a:p>
        </p:txBody>
      </p:sp>
      <p:sp>
        <p:nvSpPr>
          <p:cNvPr id="2" name="Title 1"/>
          <p:cNvSpPr>
            <a:spLocks noGrp="1"/>
          </p:cNvSpPr>
          <p:nvPr>
            <p:ph type="title" hasCustomPrompt="1"/>
          </p:nvPr>
        </p:nvSpPr>
        <p:spPr/>
        <p:txBody>
          <a:bodyP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708378179"/>
      </p:ext>
    </p:extLst>
  </p:cSld>
  <p:clrMapOvr>
    <a:masterClrMapping/>
  </p:clrMapOvr>
  <p:transition>
    <p:fade/>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301525" y="-1"/>
            <a:ext cx="12738000" cy="6994526"/>
          </a:xfrm>
          <a:prstGeom prst="rect">
            <a:avLst/>
          </a:prstGeom>
        </p:spPr>
      </p:pic>
      <p:sp>
        <p:nvSpPr>
          <p:cNvPr id="13" name="Rectangle 12"/>
          <p:cNvSpPr/>
          <p:nvPr userDrawn="1"/>
        </p:nvSpPr>
        <p:spPr>
          <a:xfrm>
            <a:off x="6218239" y="0"/>
            <a:ext cx="6224391" cy="6994525"/>
          </a:xfrm>
          <a:prstGeom prst="rect">
            <a:avLst/>
          </a:prstGeom>
          <a:solidFill>
            <a:srgbClr val="001F50">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3234" tIns="93234" rIns="93234" bIns="9323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32239" rtl="0" eaLnBrk="1" fontAlgn="auto" latinLnBrk="0" hangingPunct="1">
              <a:lnSpc>
                <a:spcPct val="100000"/>
              </a:lnSpc>
              <a:spcBef>
                <a:spcPts val="0"/>
              </a:spcBef>
              <a:spcAft>
                <a:spcPts val="0"/>
              </a:spcAft>
              <a:buClrTx/>
              <a:buSzTx/>
              <a:buFontTx/>
              <a:buNone/>
              <a:tabLst/>
              <a:defRPr/>
            </a:pPr>
            <a:endParaRPr kumimoji="0" lang="en-US" sz="1224" b="0" i="0" u="none" strike="noStrike" kern="1200" cap="none" spc="0" normalizeH="0" baseline="0" noProof="0" dirty="0" err="1">
              <a:ln>
                <a:noFill/>
              </a:ln>
              <a:solidFill>
                <a:prstClr val="white"/>
              </a:solidFill>
              <a:effectLst/>
              <a:uLnTx/>
              <a:uFillTx/>
              <a:latin typeface="Segoe UI"/>
              <a:ea typeface="+mn-ea"/>
              <a:cs typeface="+mn-cs"/>
            </a:endParaRPr>
          </a:p>
        </p:txBody>
      </p:sp>
      <p:sp>
        <p:nvSpPr>
          <p:cNvPr id="2" name="Title 1"/>
          <p:cNvSpPr>
            <a:spLocks noGrp="1"/>
          </p:cNvSpPr>
          <p:nvPr>
            <p:ph type="title" hasCustomPrompt="1"/>
          </p:nvPr>
        </p:nvSpPr>
        <p:spPr>
          <a:xfrm>
            <a:off x="6461138" y="372395"/>
            <a:ext cx="5800449" cy="1351952"/>
          </a:xfrm>
        </p:spPr>
        <p:txBody>
          <a:bodyP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2421639385"/>
      </p:ext>
    </p:extLst>
  </p:cSld>
  <p:clrMapOvr>
    <a:masterClrMapping/>
  </p:clrMapOvr>
  <p:transition>
    <p:fade/>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2_Title Slide Photo_Option">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4" name="Object 3" hidden="1"/>
                      <p:cNvPicPr/>
                      <p:nvPr/>
                    </p:nvPicPr>
                    <p:blipFill>
                      <a:blip r:embed="rId4"/>
                      <a:stretch>
                        <a:fillRect/>
                      </a:stretch>
                    </p:blipFill>
                    <p:spPr>
                      <a:xfrm>
                        <a:off x="1588" y="1589"/>
                        <a:ext cx="1587" cy="1587"/>
                      </a:xfrm>
                      <a:prstGeom prst="rect">
                        <a:avLst/>
                      </a:prstGeom>
                    </p:spPr>
                  </p:pic>
                </p:oleObj>
              </mc:Fallback>
            </mc:AlternateContent>
          </a:graphicData>
        </a:graphic>
      </p:graphicFrame>
      <p:pic>
        <p:nvPicPr>
          <p:cNvPr id="5" name="Picture 4"/>
          <p:cNvPicPr>
            <a:picLocks noChangeAspect="1"/>
          </p:cNvPicPr>
          <p:nvPr userDrawn="1"/>
        </p:nvPicPr>
        <p:blipFill rotWithShape="1">
          <a:blip r:embed="rId5">
            <a:extLst>
              <a:ext uri="{28A0092B-C50C-407E-A947-70E740481C1C}">
                <a14:useLocalDpi xmlns:a14="http://schemas.microsoft.com/office/drawing/2010/main" val="0"/>
              </a:ext>
            </a:extLst>
          </a:blip>
          <a:srcRect t="15694"/>
          <a:stretch/>
        </p:blipFill>
        <p:spPr>
          <a:xfrm>
            <a:off x="318" y="0"/>
            <a:ext cx="12435840" cy="6994525"/>
          </a:xfrm>
          <a:prstGeom prst="rect">
            <a:avLst/>
          </a:prstGeom>
        </p:spPr>
      </p:pic>
      <p:sp>
        <p:nvSpPr>
          <p:cNvPr id="10" name="Rectangle 9"/>
          <p:cNvSpPr/>
          <p:nvPr userDrawn="1"/>
        </p:nvSpPr>
        <p:spPr>
          <a:xfrm rot="16200000">
            <a:off x="625318" y="-625000"/>
            <a:ext cx="6994525" cy="8244521"/>
          </a:xfrm>
          <a:prstGeom prst="rect">
            <a:avLst/>
          </a:prstGeom>
          <a:gradFill>
            <a:gsLst>
              <a:gs pos="100000">
                <a:srgbClr val="FAFAFF">
                  <a:alpha val="0"/>
                </a:srgbClr>
              </a:gs>
              <a:gs pos="52000">
                <a:srgbClr val="F8F8FF">
                  <a:alpha val="90000"/>
                </a:srgbClr>
              </a:gs>
              <a:gs pos="91160">
                <a:srgbClr val="FAFAFF">
                  <a:alpha val="23000"/>
                </a:srgbClr>
              </a:gs>
              <a:gs pos="76000">
                <a:srgbClr val="F9F9FF">
                  <a:alpha val="56000"/>
                </a:srgbClr>
              </a:gs>
              <a:gs pos="0">
                <a:srgbClr val="6666FF">
                  <a:lumMod val="5000"/>
                  <a:lumOff val="95000"/>
                  <a:alpha val="98000"/>
                </a:srgbClr>
              </a:gs>
            </a:gsLst>
            <a:lin ang="5400000" scaled="1"/>
          </a:gradFill>
        </p:spPr>
        <p:txBody>
          <a:bodyPr wrap="square" lIns="539420" tIns="219425" rIns="0" bIns="0">
            <a:noAutofit/>
          </a:bodyPr>
          <a:lstStyle/>
          <a:p>
            <a:pPr marL="0" marR="0" lvl="0" indent="0" defTabSz="685669" eaLnBrk="1" fontAlgn="auto" latinLnBrk="0" hangingPunct="1">
              <a:lnSpc>
                <a:spcPct val="100000"/>
              </a:lnSpc>
              <a:spcBef>
                <a:spcPts val="0"/>
              </a:spcBef>
              <a:spcAft>
                <a:spcPts val="0"/>
              </a:spcAft>
              <a:buClrTx/>
              <a:buSzTx/>
              <a:buFontTx/>
              <a:buNone/>
              <a:tabLst/>
              <a:defRPr/>
            </a:pPr>
            <a:endParaRPr kumimoji="0" lang="en-IN" sz="1349" b="0" i="0" u="none" strike="noStrike" kern="0" cap="none" spc="0" normalizeH="0" baseline="0" noProof="0" dirty="0">
              <a:ln>
                <a:noFill/>
              </a:ln>
              <a:solidFill>
                <a:prstClr val="black"/>
              </a:solidFill>
              <a:effectLst/>
              <a:uLnTx/>
              <a:uFillTx/>
              <a:latin typeface="TitilliumText25L" panose="02000000000000000000" pitchFamily="50" charset="0"/>
            </a:endParaRPr>
          </a:p>
        </p:txBody>
      </p:sp>
      <p:sp>
        <p:nvSpPr>
          <p:cNvPr id="9" name="Title 1"/>
          <p:cNvSpPr>
            <a:spLocks noGrp="1"/>
          </p:cNvSpPr>
          <p:nvPr>
            <p:ph type="title" hasCustomPrompt="1"/>
          </p:nvPr>
        </p:nvSpPr>
        <p:spPr bwMode="auto">
          <a:xfrm>
            <a:off x="274702" y="2125677"/>
            <a:ext cx="6402388" cy="1828800"/>
          </a:xfrm>
          <a:noFill/>
        </p:spPr>
        <p:txBody>
          <a:bodyPr lIns="146304" tIns="91440" rIns="146304" bIns="91440" anchor="t" anchorCtr="0"/>
          <a:lstStyle>
            <a:lvl1pPr>
              <a:defRPr sz="5399" spc="-100" baseline="0">
                <a:solidFill>
                  <a:schemeClr val="tx1"/>
                </a:soli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58"/>
            <a:ext cx="6402388" cy="1825625"/>
          </a:xfrm>
        </p:spPr>
        <p:txBody>
          <a:bodyPr tIns="109728" bIns="109728">
            <a:noAutofit/>
          </a:bodyPr>
          <a:lstStyle>
            <a:lvl1pPr marL="0" indent="0">
              <a:spcBef>
                <a:spcPts val="0"/>
              </a:spcBef>
              <a:buNone/>
              <a:defRPr sz="3199">
                <a:solidFill>
                  <a:schemeClr val="tx1"/>
                </a:solidFill>
              </a:defRPr>
            </a:lvl1pPr>
          </a:lstStyle>
          <a:p>
            <a:pPr lvl="0"/>
            <a:r>
              <a:rPr lang="en-US" dirty="0"/>
              <a:t>Speaker Name</a:t>
            </a:r>
          </a:p>
        </p:txBody>
      </p:sp>
      <p:pic>
        <p:nvPicPr>
          <p:cNvPr id="7" name="Pictur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bwMode="invGray">
          <a:xfrm>
            <a:off x="457519" y="6161443"/>
            <a:ext cx="1645920" cy="353658"/>
          </a:xfrm>
          <a:prstGeom prst="rect">
            <a:avLst/>
          </a:prstGeom>
        </p:spPr>
      </p:pic>
      <p:sp>
        <p:nvSpPr>
          <p:cNvPr id="8" name="Text Placeholder 2"/>
          <p:cNvSpPr txBox="1">
            <a:spLocks/>
          </p:cNvSpPr>
          <p:nvPr userDrawn="1"/>
        </p:nvSpPr>
        <p:spPr bwMode="auto">
          <a:xfrm>
            <a:off x="366142" y="205460"/>
            <a:ext cx="3017487" cy="548634"/>
          </a:xfrm>
          <a:prstGeom prst="rect">
            <a:avLst/>
          </a:prstGeom>
        </p:spPr>
        <p:txBody>
          <a:bodyPr vert="horz" wrap="square" lIns="146283" tIns="109712" rIns="146283" bIns="109712" rtlCol="0">
            <a:noAutofit/>
          </a:bodyPr>
          <a:lstStyle>
            <a:lvl1pPr marL="0" marR="0" indent="0" algn="l" defTabSz="932742" rtl="0" eaLnBrk="1" fontAlgn="auto" latinLnBrk="0" hangingPunct="1">
              <a:lnSpc>
                <a:spcPct val="90000"/>
              </a:lnSpc>
              <a:spcBef>
                <a:spcPts val="0"/>
              </a:spcBef>
              <a:spcAft>
                <a:spcPts val="0"/>
              </a:spcAft>
              <a:buClrTx/>
              <a:buSzPct val="90000"/>
              <a:buFont typeface="Arial" pitchFamily="34" charset="0"/>
              <a:buNone/>
              <a:tabLst/>
              <a:defRPr sz="3200" kern="1200" spc="0" baseline="0">
                <a:gradFill>
                  <a:gsLst>
                    <a:gs pos="4040">
                      <a:srgbClr val="525252"/>
                    </a:gs>
                    <a:gs pos="17000">
                      <a:srgbClr val="525252"/>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0" dirty="0">
                <a:solidFill>
                  <a:schemeClr val="tx1">
                    <a:lumMod val="75000"/>
                  </a:schemeClr>
                </a:solidFill>
              </a:rPr>
              <a:t>Microsoft Services</a:t>
            </a:r>
            <a:endParaRPr lang="en-US" sz="2400" b="0" dirty="0">
              <a:solidFill>
                <a:schemeClr val="tx1">
                  <a:lumMod val="75000"/>
                </a:schemeClr>
              </a:solidFill>
              <a:latin typeface="Segoe UI"/>
            </a:endParaRPr>
          </a:p>
        </p:txBody>
      </p:sp>
    </p:spTree>
    <p:extLst>
      <p:ext uri="{BB962C8B-B14F-4D97-AF65-F5344CB8AC3E}">
        <p14:creationId xmlns:p14="http://schemas.microsoft.com/office/powerpoint/2010/main" val="1814612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3_Title Slide Photo_Option">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4" name="Object 3" hidden="1"/>
                      <p:cNvPicPr/>
                      <p:nvPr/>
                    </p:nvPicPr>
                    <p:blipFill>
                      <a:blip r:embed="rId4"/>
                      <a:stretch>
                        <a:fillRect/>
                      </a:stretch>
                    </p:blipFill>
                    <p:spPr>
                      <a:xfrm>
                        <a:off x="1588" y="1589"/>
                        <a:ext cx="1587" cy="1587"/>
                      </a:xfrm>
                      <a:prstGeom prst="rect">
                        <a:avLst/>
                      </a:prstGeom>
                    </p:spPr>
                  </p:pic>
                </p:oleObj>
              </mc:Fallback>
            </mc:AlternateContent>
          </a:graphicData>
        </a:graphic>
      </p:graphicFrame>
      <p:pic>
        <p:nvPicPr>
          <p:cNvPr id="6" name="Picture 5"/>
          <p:cNvPicPr>
            <a:picLocks noChangeAspect="1"/>
          </p:cNvPicPr>
          <p:nvPr userDrawn="1"/>
        </p:nvPicPr>
        <p:blipFill rotWithShape="1">
          <a:blip r:embed="rId5">
            <a:extLst>
              <a:ext uri="{28A0092B-C50C-407E-A947-70E740481C1C}">
                <a14:useLocalDpi xmlns:a14="http://schemas.microsoft.com/office/drawing/2010/main" val="0"/>
              </a:ext>
            </a:extLst>
          </a:blip>
          <a:srcRect t="15617"/>
          <a:stretch/>
        </p:blipFill>
        <p:spPr>
          <a:xfrm>
            <a:off x="318" y="-2"/>
            <a:ext cx="12435840" cy="6994526"/>
          </a:xfrm>
          <a:prstGeom prst="rect">
            <a:avLst/>
          </a:prstGeom>
          <a:noFill/>
          <a:ln>
            <a:noFill/>
          </a:ln>
        </p:spPr>
      </p:pic>
      <p:sp>
        <p:nvSpPr>
          <p:cNvPr id="13" name="Rectangle 12"/>
          <p:cNvSpPr/>
          <p:nvPr userDrawn="1"/>
        </p:nvSpPr>
        <p:spPr>
          <a:xfrm rot="16200000">
            <a:off x="1333978" y="-1333660"/>
            <a:ext cx="6994525" cy="9661841"/>
          </a:xfrm>
          <a:prstGeom prst="rect">
            <a:avLst/>
          </a:prstGeom>
          <a:gradFill>
            <a:gsLst>
              <a:gs pos="100000">
                <a:srgbClr val="FAFAFF">
                  <a:alpha val="0"/>
                </a:srgbClr>
              </a:gs>
              <a:gs pos="52000">
                <a:srgbClr val="F8F8FF">
                  <a:alpha val="73000"/>
                </a:srgbClr>
              </a:gs>
              <a:gs pos="91160">
                <a:srgbClr val="FAFAFF">
                  <a:alpha val="13000"/>
                </a:srgbClr>
              </a:gs>
              <a:gs pos="76000">
                <a:srgbClr val="F9F9FF">
                  <a:alpha val="52000"/>
                </a:srgbClr>
              </a:gs>
              <a:gs pos="0">
                <a:srgbClr val="6666FF">
                  <a:lumMod val="5000"/>
                  <a:lumOff val="95000"/>
                  <a:alpha val="84000"/>
                </a:srgbClr>
              </a:gs>
            </a:gsLst>
            <a:lin ang="5400000" scaled="1"/>
          </a:gradFill>
        </p:spPr>
        <p:txBody>
          <a:bodyPr wrap="square" lIns="539420" tIns="219425" rIns="0" bIns="0">
            <a:noAutofit/>
          </a:bodyPr>
          <a:lstStyle/>
          <a:p>
            <a:pPr marL="0" marR="0" lvl="0" indent="0" defTabSz="685669" eaLnBrk="1" fontAlgn="auto" latinLnBrk="0" hangingPunct="1">
              <a:lnSpc>
                <a:spcPct val="100000"/>
              </a:lnSpc>
              <a:spcBef>
                <a:spcPts val="0"/>
              </a:spcBef>
              <a:spcAft>
                <a:spcPts val="0"/>
              </a:spcAft>
              <a:buClrTx/>
              <a:buSzTx/>
              <a:buFontTx/>
              <a:buNone/>
              <a:tabLst/>
              <a:defRPr/>
            </a:pPr>
            <a:endParaRPr kumimoji="0" lang="en-IN" sz="1349" b="0" i="0" u="none" strike="noStrike" kern="0" cap="none" spc="0" normalizeH="0" baseline="0" noProof="0" dirty="0">
              <a:ln>
                <a:noFill/>
              </a:ln>
              <a:solidFill>
                <a:prstClr val="black"/>
              </a:solidFill>
              <a:effectLst/>
              <a:uLnTx/>
              <a:uFillTx/>
              <a:latin typeface="TitilliumText25L" panose="02000000000000000000" pitchFamily="50" charset="0"/>
            </a:endParaRPr>
          </a:p>
        </p:txBody>
      </p:sp>
      <p:sp>
        <p:nvSpPr>
          <p:cNvPr id="9" name="Title 1"/>
          <p:cNvSpPr>
            <a:spLocks noGrp="1"/>
          </p:cNvSpPr>
          <p:nvPr>
            <p:ph type="title" hasCustomPrompt="1"/>
          </p:nvPr>
        </p:nvSpPr>
        <p:spPr bwMode="auto">
          <a:xfrm>
            <a:off x="274702" y="2125677"/>
            <a:ext cx="6402388" cy="1828800"/>
          </a:xfrm>
          <a:noFill/>
        </p:spPr>
        <p:txBody>
          <a:bodyPr lIns="146304" tIns="91440" rIns="146304" bIns="91440" anchor="t" anchorCtr="0"/>
          <a:lstStyle>
            <a:lvl1pPr>
              <a:defRPr sz="5399" spc="-100" baseline="0">
                <a:solidFill>
                  <a:schemeClr val="tx1"/>
                </a:solidFill>
              </a:defRPr>
            </a:lvl1pPr>
          </a:lstStyle>
          <a:p>
            <a:r>
              <a:rPr lang="en-US" dirty="0"/>
              <a:t>Presentation title</a:t>
            </a:r>
          </a:p>
        </p:txBody>
      </p:sp>
      <p:sp>
        <p:nvSpPr>
          <p:cNvPr id="8" name="Text Placeholder 2"/>
          <p:cNvSpPr txBox="1">
            <a:spLocks/>
          </p:cNvSpPr>
          <p:nvPr userDrawn="1"/>
        </p:nvSpPr>
        <p:spPr bwMode="auto">
          <a:xfrm>
            <a:off x="366142" y="205460"/>
            <a:ext cx="3017487" cy="548634"/>
          </a:xfrm>
          <a:prstGeom prst="rect">
            <a:avLst/>
          </a:prstGeom>
        </p:spPr>
        <p:txBody>
          <a:bodyPr vert="horz" wrap="square" lIns="146283" tIns="109712" rIns="146283" bIns="109712" rtlCol="0">
            <a:noAutofit/>
          </a:bodyPr>
          <a:lstStyle>
            <a:lvl1pPr marL="0" marR="0" indent="0" algn="l" defTabSz="932742" rtl="0" eaLnBrk="1" fontAlgn="auto" latinLnBrk="0" hangingPunct="1">
              <a:lnSpc>
                <a:spcPct val="90000"/>
              </a:lnSpc>
              <a:spcBef>
                <a:spcPts val="0"/>
              </a:spcBef>
              <a:spcAft>
                <a:spcPts val="0"/>
              </a:spcAft>
              <a:buClrTx/>
              <a:buSzPct val="90000"/>
              <a:buFont typeface="Arial" pitchFamily="34" charset="0"/>
              <a:buNone/>
              <a:tabLst/>
              <a:defRPr sz="3200" kern="1200" spc="0" baseline="0">
                <a:gradFill>
                  <a:gsLst>
                    <a:gs pos="4040">
                      <a:srgbClr val="525252"/>
                    </a:gs>
                    <a:gs pos="17000">
                      <a:srgbClr val="525252"/>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0" dirty="0">
                <a:solidFill>
                  <a:schemeClr val="tx1">
                    <a:lumMod val="75000"/>
                  </a:schemeClr>
                </a:solidFill>
              </a:rPr>
              <a:t>Microsoft Services</a:t>
            </a:r>
            <a:endParaRPr lang="en-US" sz="2400" b="0" dirty="0">
              <a:solidFill>
                <a:schemeClr val="tx1">
                  <a:lumMod val="75000"/>
                </a:schemeClr>
              </a:solidFill>
              <a:latin typeface="Segoe UI"/>
            </a:endParaRPr>
          </a:p>
        </p:txBody>
      </p:sp>
      <p:pic>
        <p:nvPicPr>
          <p:cNvPr id="14" name="Picture 1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bwMode="invGray">
          <a:xfrm>
            <a:off x="457519" y="6161443"/>
            <a:ext cx="1645920" cy="353658"/>
          </a:xfrm>
          <a:prstGeom prst="rect">
            <a:avLst/>
          </a:prstGeom>
        </p:spPr>
      </p:pic>
    </p:spTree>
    <p:extLst>
      <p:ext uri="{BB962C8B-B14F-4D97-AF65-F5344CB8AC3E}">
        <p14:creationId xmlns:p14="http://schemas.microsoft.com/office/powerpoint/2010/main" val="3790235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1.xml><?xml version="1.0" encoding="utf-8"?>
<p:sldLayout xmlns:a="http://schemas.openxmlformats.org/drawingml/2006/main" xmlns:r="http://schemas.openxmlformats.org/officeDocument/2006/relationships" xmlns:p="http://schemas.openxmlformats.org/presentationml/2006/main" userDrawn="1">
  <p:cSld name="4_Title Slide Photo_Option">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7804944" y="1407431"/>
            <a:ext cx="4318755" cy="3065794"/>
          </a:xfrm>
          <a:noFill/>
        </p:spPr>
        <p:txBody>
          <a:bodyPr lIns="146304" tIns="91440" rIns="146304" bIns="91440" anchor="t" anchorCtr="0"/>
          <a:lstStyle>
            <a:lvl1pPr>
              <a:defRPr sz="5399" spc="-100" baseline="0">
                <a:solidFill>
                  <a:schemeClr val="bg1"/>
                </a:solidFill>
              </a:defRPr>
            </a:lvl1pPr>
          </a:lstStyle>
          <a:p>
            <a:r>
              <a:rPr lang="en-US" dirty="0"/>
              <a:t>Presentation title</a:t>
            </a:r>
          </a:p>
        </p:txBody>
      </p:sp>
      <p:sp>
        <p:nvSpPr>
          <p:cNvPr id="3" name="Text Placeholder 2"/>
          <p:cNvSpPr>
            <a:spLocks noGrp="1"/>
          </p:cNvSpPr>
          <p:nvPr>
            <p:ph type="body" sz="quarter" idx="14" hasCustomPrompt="1"/>
          </p:nvPr>
        </p:nvSpPr>
        <p:spPr bwMode="auto">
          <a:xfrm>
            <a:off x="7803292" y="4473205"/>
            <a:ext cx="4318755" cy="902957"/>
          </a:xfrm>
        </p:spPr>
        <p:txBody>
          <a:bodyPr tIns="109728" bIns="109728">
            <a:noAutofit/>
          </a:bodyPr>
          <a:lstStyle>
            <a:lvl1pPr marL="0" indent="0">
              <a:spcBef>
                <a:spcPts val="0"/>
              </a:spcBef>
              <a:buNone/>
              <a:defRPr sz="3199">
                <a:solidFill>
                  <a:schemeClr val="bg1"/>
                </a:solidFill>
              </a:defRPr>
            </a:lvl1pPr>
          </a:lstStyle>
          <a:p>
            <a:pPr lvl="0"/>
            <a:r>
              <a:rPr lang="en-US" dirty="0"/>
              <a:t>Speaker Name</a:t>
            </a:r>
          </a:p>
        </p:txBody>
      </p:sp>
      <p:grpSp>
        <p:nvGrpSpPr>
          <p:cNvPr id="100" name="Group 99"/>
          <p:cNvGrpSpPr/>
          <p:nvPr userDrawn="1"/>
        </p:nvGrpSpPr>
        <p:grpSpPr>
          <a:xfrm>
            <a:off x="612837" y="882185"/>
            <a:ext cx="5863006" cy="5890545"/>
            <a:chOff x="612837" y="751557"/>
            <a:chExt cx="5863006" cy="5890545"/>
          </a:xfrm>
        </p:grpSpPr>
        <p:grpSp>
          <p:nvGrpSpPr>
            <p:cNvPr id="101" name="Group 9"/>
            <p:cNvGrpSpPr>
              <a:grpSpLocks noChangeAspect="1"/>
            </p:cNvGrpSpPr>
            <p:nvPr/>
          </p:nvGrpSpPr>
          <p:grpSpPr bwMode="auto">
            <a:xfrm>
              <a:off x="1123949" y="5598214"/>
              <a:ext cx="4987001" cy="1043888"/>
              <a:chOff x="-2860" y="2825"/>
              <a:chExt cx="2403" cy="503"/>
            </a:xfrm>
          </p:grpSpPr>
          <p:sp>
            <p:nvSpPr>
              <p:cNvPr id="180" name="Freeform 179"/>
              <p:cNvSpPr>
                <a:spLocks/>
              </p:cNvSpPr>
              <p:nvPr/>
            </p:nvSpPr>
            <p:spPr bwMode="auto">
              <a:xfrm>
                <a:off x="-2807" y="3227"/>
                <a:ext cx="2298" cy="101"/>
              </a:xfrm>
              <a:custGeom>
                <a:avLst/>
                <a:gdLst>
                  <a:gd name="T0" fmla="*/ 4 w 970"/>
                  <a:gd name="T1" fmla="*/ 0 h 42"/>
                  <a:gd name="T2" fmla="*/ 53 w 970"/>
                  <a:gd name="T3" fmla="*/ 41 h 42"/>
                  <a:gd name="T4" fmla="*/ 500 w 970"/>
                  <a:gd name="T5" fmla="*/ 42 h 42"/>
                  <a:gd name="T6" fmla="*/ 500 w 970"/>
                  <a:gd name="T7" fmla="*/ 42 h 42"/>
                  <a:gd name="T8" fmla="*/ 917 w 970"/>
                  <a:gd name="T9" fmla="*/ 41 h 42"/>
                  <a:gd name="T10" fmla="*/ 966 w 970"/>
                  <a:gd name="T11" fmla="*/ 0 h 42"/>
                  <a:gd name="T12" fmla="*/ 4 w 970"/>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970" h="42">
                    <a:moveTo>
                      <a:pt x="4" y="0"/>
                    </a:moveTo>
                    <a:cubicBezTo>
                      <a:pt x="0" y="16"/>
                      <a:pt x="3" y="40"/>
                      <a:pt x="53" y="41"/>
                    </a:cubicBezTo>
                    <a:cubicBezTo>
                      <a:pt x="91" y="42"/>
                      <a:pt x="297" y="42"/>
                      <a:pt x="500" y="42"/>
                    </a:cubicBezTo>
                    <a:cubicBezTo>
                      <a:pt x="500" y="42"/>
                      <a:pt x="500" y="42"/>
                      <a:pt x="500" y="42"/>
                    </a:cubicBezTo>
                    <a:cubicBezTo>
                      <a:pt x="693" y="42"/>
                      <a:pt x="881" y="42"/>
                      <a:pt x="917" y="41"/>
                    </a:cubicBezTo>
                    <a:cubicBezTo>
                      <a:pt x="967" y="40"/>
                      <a:pt x="970" y="16"/>
                      <a:pt x="966" y="0"/>
                    </a:cubicBezTo>
                    <a:lnTo>
                      <a:pt x="4" y="0"/>
                    </a:lnTo>
                    <a:close/>
                  </a:path>
                </a:pathLst>
              </a:custGeom>
              <a:solidFill>
                <a:schemeClr val="accent1">
                  <a:lumMod val="75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sz="1800" dirty="0"/>
              </a:p>
            </p:txBody>
          </p:sp>
          <p:sp>
            <p:nvSpPr>
              <p:cNvPr id="181" name="Freeform 180"/>
              <p:cNvSpPr>
                <a:spLocks/>
              </p:cNvSpPr>
              <p:nvPr/>
            </p:nvSpPr>
            <p:spPr bwMode="auto">
              <a:xfrm>
                <a:off x="-2860" y="2825"/>
                <a:ext cx="2403" cy="445"/>
              </a:xfrm>
              <a:custGeom>
                <a:avLst/>
                <a:gdLst>
                  <a:gd name="T0" fmla="*/ 983 w 1014"/>
                  <a:gd name="T1" fmla="*/ 154 h 186"/>
                  <a:gd name="T2" fmla="*/ 812 w 1014"/>
                  <a:gd name="T3" fmla="*/ 12 h 186"/>
                  <a:gd name="T4" fmla="*/ 775 w 1014"/>
                  <a:gd name="T5" fmla="*/ 0 h 186"/>
                  <a:gd name="T6" fmla="*/ 239 w 1014"/>
                  <a:gd name="T7" fmla="*/ 0 h 186"/>
                  <a:gd name="T8" fmla="*/ 202 w 1014"/>
                  <a:gd name="T9" fmla="*/ 12 h 186"/>
                  <a:gd name="T10" fmla="*/ 31 w 1014"/>
                  <a:gd name="T11" fmla="*/ 154 h 186"/>
                  <a:gd name="T12" fmla="*/ 75 w 1014"/>
                  <a:gd name="T13" fmla="*/ 185 h 186"/>
                  <a:gd name="T14" fmla="*/ 522 w 1014"/>
                  <a:gd name="T15" fmla="*/ 185 h 186"/>
                  <a:gd name="T16" fmla="*/ 522 w 1014"/>
                  <a:gd name="T17" fmla="*/ 185 h 186"/>
                  <a:gd name="T18" fmla="*/ 939 w 1014"/>
                  <a:gd name="T19" fmla="*/ 185 h 186"/>
                  <a:gd name="T20" fmla="*/ 983 w 1014"/>
                  <a:gd name="T21" fmla="*/ 15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4" h="186">
                    <a:moveTo>
                      <a:pt x="983" y="154"/>
                    </a:moveTo>
                    <a:cubicBezTo>
                      <a:pt x="812" y="12"/>
                      <a:pt x="812" y="12"/>
                      <a:pt x="812" y="12"/>
                    </a:cubicBezTo>
                    <a:cubicBezTo>
                      <a:pt x="812" y="12"/>
                      <a:pt x="803" y="0"/>
                      <a:pt x="775" y="0"/>
                    </a:cubicBezTo>
                    <a:cubicBezTo>
                      <a:pt x="768" y="0"/>
                      <a:pt x="248" y="0"/>
                      <a:pt x="239" y="0"/>
                    </a:cubicBezTo>
                    <a:cubicBezTo>
                      <a:pt x="211" y="0"/>
                      <a:pt x="202" y="12"/>
                      <a:pt x="202" y="12"/>
                    </a:cubicBezTo>
                    <a:cubicBezTo>
                      <a:pt x="31" y="154"/>
                      <a:pt x="31" y="154"/>
                      <a:pt x="31" y="154"/>
                    </a:cubicBezTo>
                    <a:cubicBezTo>
                      <a:pt x="31" y="154"/>
                      <a:pt x="0" y="184"/>
                      <a:pt x="75" y="185"/>
                    </a:cubicBezTo>
                    <a:cubicBezTo>
                      <a:pt x="113" y="186"/>
                      <a:pt x="319" y="186"/>
                      <a:pt x="522" y="185"/>
                    </a:cubicBezTo>
                    <a:cubicBezTo>
                      <a:pt x="522" y="185"/>
                      <a:pt x="522" y="185"/>
                      <a:pt x="522" y="185"/>
                    </a:cubicBezTo>
                    <a:cubicBezTo>
                      <a:pt x="715" y="186"/>
                      <a:pt x="903" y="185"/>
                      <a:pt x="939" y="185"/>
                    </a:cubicBezTo>
                    <a:cubicBezTo>
                      <a:pt x="1014" y="184"/>
                      <a:pt x="983" y="154"/>
                      <a:pt x="983" y="154"/>
                    </a:cubicBezTo>
                    <a:close/>
                  </a:path>
                </a:pathLst>
              </a:custGeom>
              <a:solidFill>
                <a:schemeClr val="bg2"/>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sz="1800" dirty="0"/>
              </a:p>
            </p:txBody>
          </p:sp>
          <p:sp>
            <p:nvSpPr>
              <p:cNvPr id="182" name="Freeform 181"/>
              <p:cNvSpPr>
                <a:spLocks/>
              </p:cNvSpPr>
              <p:nvPr/>
            </p:nvSpPr>
            <p:spPr bwMode="auto">
              <a:xfrm>
                <a:off x="-2623" y="2868"/>
                <a:ext cx="1934" cy="309"/>
              </a:xfrm>
              <a:custGeom>
                <a:avLst/>
                <a:gdLst>
                  <a:gd name="T0" fmla="*/ 0 w 1934"/>
                  <a:gd name="T1" fmla="*/ 309 h 309"/>
                  <a:gd name="T2" fmla="*/ 1934 w 1934"/>
                  <a:gd name="T3" fmla="*/ 309 h 309"/>
                  <a:gd name="T4" fmla="*/ 1602 w 1934"/>
                  <a:gd name="T5" fmla="*/ 0 h 309"/>
                  <a:gd name="T6" fmla="*/ 323 w 1934"/>
                  <a:gd name="T7" fmla="*/ 0 h 309"/>
                  <a:gd name="T8" fmla="*/ 0 w 1934"/>
                  <a:gd name="T9" fmla="*/ 309 h 309"/>
                </a:gdLst>
                <a:ahLst/>
                <a:cxnLst>
                  <a:cxn ang="0">
                    <a:pos x="T0" y="T1"/>
                  </a:cxn>
                  <a:cxn ang="0">
                    <a:pos x="T2" y="T3"/>
                  </a:cxn>
                  <a:cxn ang="0">
                    <a:pos x="T4" y="T5"/>
                  </a:cxn>
                  <a:cxn ang="0">
                    <a:pos x="T6" y="T7"/>
                  </a:cxn>
                  <a:cxn ang="0">
                    <a:pos x="T8" y="T9"/>
                  </a:cxn>
                </a:cxnLst>
                <a:rect l="0" t="0" r="r" b="b"/>
                <a:pathLst>
                  <a:path w="1934" h="309">
                    <a:moveTo>
                      <a:pt x="0" y="309"/>
                    </a:moveTo>
                    <a:lnTo>
                      <a:pt x="1934" y="309"/>
                    </a:lnTo>
                    <a:lnTo>
                      <a:pt x="1602" y="0"/>
                    </a:lnTo>
                    <a:lnTo>
                      <a:pt x="323" y="0"/>
                    </a:lnTo>
                    <a:lnTo>
                      <a:pt x="0" y="309"/>
                    </a:lnTo>
                    <a:close/>
                  </a:path>
                </a:pathLst>
              </a:custGeom>
              <a:solidFill>
                <a:schemeClr val="accent1">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sz="1800" dirty="0"/>
              </a:p>
            </p:txBody>
          </p:sp>
          <p:sp>
            <p:nvSpPr>
              <p:cNvPr id="183" name="Oval 182"/>
              <p:cNvSpPr>
                <a:spLocks noChangeArrowheads="1"/>
              </p:cNvSpPr>
              <p:nvPr/>
            </p:nvSpPr>
            <p:spPr bwMode="auto">
              <a:xfrm>
                <a:off x="-1703" y="3197"/>
                <a:ext cx="94"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sz="1800" dirty="0"/>
              </a:p>
            </p:txBody>
          </p:sp>
          <p:sp>
            <p:nvSpPr>
              <p:cNvPr id="184" name="Oval 183"/>
              <p:cNvSpPr>
                <a:spLocks noChangeArrowheads="1"/>
              </p:cNvSpPr>
              <p:nvPr/>
            </p:nvSpPr>
            <p:spPr bwMode="auto">
              <a:xfrm>
                <a:off x="-1580" y="3197"/>
                <a:ext cx="83"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sz="1800" dirty="0"/>
              </a:p>
            </p:txBody>
          </p:sp>
          <p:sp>
            <p:nvSpPr>
              <p:cNvPr id="185" name="Oval 184"/>
              <p:cNvSpPr>
                <a:spLocks noChangeArrowheads="1"/>
              </p:cNvSpPr>
              <p:nvPr/>
            </p:nvSpPr>
            <p:spPr bwMode="auto">
              <a:xfrm>
                <a:off x="-1812" y="3197"/>
                <a:ext cx="80" cy="48"/>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sz="1800" dirty="0"/>
              </a:p>
            </p:txBody>
          </p:sp>
          <p:sp>
            <p:nvSpPr>
              <p:cNvPr id="186" name="Oval 185"/>
              <p:cNvSpPr>
                <a:spLocks noChangeArrowheads="1"/>
              </p:cNvSpPr>
              <p:nvPr userDrawn="1"/>
            </p:nvSpPr>
            <p:spPr bwMode="auto">
              <a:xfrm>
                <a:off x="-715" y="3210"/>
                <a:ext cx="38" cy="22"/>
              </a:xfrm>
              <a:prstGeom prst="ellipse">
                <a:avLst/>
              </a:prstGeom>
              <a:solidFill>
                <a:schemeClr val="bg2">
                  <a:lumMod val="20000"/>
                  <a:lumOff val="80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N" sz="1800" dirty="0"/>
              </a:p>
            </p:txBody>
          </p:sp>
        </p:grpSp>
        <p:grpSp>
          <p:nvGrpSpPr>
            <p:cNvPr id="102" name="Group 101"/>
            <p:cNvGrpSpPr/>
            <p:nvPr/>
          </p:nvGrpSpPr>
          <p:grpSpPr>
            <a:xfrm>
              <a:off x="3175242" y="5933412"/>
              <a:ext cx="1067987" cy="391267"/>
              <a:chOff x="3175242" y="5933412"/>
              <a:chExt cx="1067987" cy="436823"/>
            </a:xfrm>
          </p:grpSpPr>
          <p:sp>
            <p:nvSpPr>
              <p:cNvPr id="171" name="Freeform 170"/>
              <p:cNvSpPr/>
              <p:nvPr/>
            </p:nvSpPr>
            <p:spPr bwMode="auto">
              <a:xfrm>
                <a:off x="3175242"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chemeClr val="accent3">
                    <a:alpha val="28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72" name="Freeform 171"/>
              <p:cNvSpPr/>
              <p:nvPr/>
            </p:nvSpPr>
            <p:spPr bwMode="auto">
              <a:xfrm>
                <a:off x="3308571"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00BCF2">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73" name="Freeform 172"/>
              <p:cNvSpPr/>
              <p:nvPr/>
            </p:nvSpPr>
            <p:spPr bwMode="auto">
              <a:xfrm>
                <a:off x="3451130"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B4009E">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74" name="Freeform 173"/>
              <p:cNvSpPr/>
              <p:nvPr/>
            </p:nvSpPr>
            <p:spPr bwMode="auto">
              <a:xfrm>
                <a:off x="3575984"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D83B0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75" name="Freeform 174"/>
              <p:cNvSpPr/>
              <p:nvPr/>
            </p:nvSpPr>
            <p:spPr bwMode="auto">
              <a:xfrm>
                <a:off x="3707236"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5C2D9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76" name="Freeform 175"/>
              <p:cNvSpPr/>
              <p:nvPr/>
            </p:nvSpPr>
            <p:spPr bwMode="auto">
              <a:xfrm>
                <a:off x="3831521"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chemeClr val="accent1">
                    <a:lumMod val="40000"/>
                    <a:lumOff val="60000"/>
                    <a:alpha val="47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77" name="Freeform 176"/>
              <p:cNvSpPr/>
              <p:nvPr/>
            </p:nvSpPr>
            <p:spPr bwMode="auto">
              <a:xfrm>
                <a:off x="3970509"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5C2D91">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78" name="Freeform 177"/>
              <p:cNvSpPr/>
              <p:nvPr/>
            </p:nvSpPr>
            <p:spPr bwMode="auto">
              <a:xfrm>
                <a:off x="4109497"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00BCF2">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79" name="Freeform 178"/>
              <p:cNvSpPr/>
              <p:nvPr/>
            </p:nvSpPr>
            <p:spPr bwMode="auto">
              <a:xfrm>
                <a:off x="4243229" y="5933412"/>
                <a:ext cx="0" cy="436823"/>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 name="connsiteX0" fmla="*/ 1843314 w 1843314"/>
                  <a:gd name="connsiteY0" fmla="*/ 1669143 h 1669143"/>
                  <a:gd name="connsiteX1" fmla="*/ 1843314 w 1843314"/>
                  <a:gd name="connsiteY1" fmla="*/ 1117600 h 1669143"/>
                  <a:gd name="connsiteX2" fmla="*/ 0 w 1843314"/>
                  <a:gd name="connsiteY2" fmla="*/ 0 h 1669143"/>
                  <a:gd name="connsiteX0" fmla="*/ 0 w 0"/>
                  <a:gd name="connsiteY0" fmla="*/ 551543 h 551543"/>
                  <a:gd name="connsiteX1" fmla="*/ 0 w 0"/>
                  <a:gd name="connsiteY1" fmla="*/ 0 h 551543"/>
                </a:gdLst>
                <a:ahLst/>
                <a:cxnLst>
                  <a:cxn ang="0">
                    <a:pos x="connsiteX0" y="connsiteY0"/>
                  </a:cxn>
                  <a:cxn ang="0">
                    <a:pos x="connsiteX1" y="connsiteY1"/>
                  </a:cxn>
                </a:cxnLst>
                <a:rect l="l" t="t" r="r" b="b"/>
                <a:pathLst>
                  <a:path h="551543">
                    <a:moveTo>
                      <a:pt x="0" y="551543"/>
                    </a:moveTo>
                    <a:lnTo>
                      <a:pt x="0" y="0"/>
                    </a:lnTo>
                  </a:path>
                </a:pathLst>
              </a:custGeom>
              <a:noFill/>
              <a:ln w="76200">
                <a:solidFill>
                  <a:srgbClr val="B4009E">
                    <a:alpha val="28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grpSp>
        <p:sp>
          <p:nvSpPr>
            <p:cNvPr id="103" name="Freeform 102"/>
            <p:cNvSpPr/>
            <p:nvPr/>
          </p:nvSpPr>
          <p:spPr>
            <a:xfrm>
              <a:off x="4326016" y="1113404"/>
              <a:ext cx="1559745" cy="914653"/>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00BCF2"/>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104" name="Freeform 103"/>
            <p:cNvSpPr/>
            <p:nvPr/>
          </p:nvSpPr>
          <p:spPr>
            <a:xfrm flipH="1">
              <a:off x="3615787" y="1972924"/>
              <a:ext cx="843704" cy="468878"/>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chemeClr val="accent1">
                <a:lumMod val="40000"/>
                <a:lumOff val="60000"/>
              </a:schemeClr>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105" name="Freeform 104"/>
            <p:cNvSpPr/>
            <p:nvPr/>
          </p:nvSpPr>
          <p:spPr>
            <a:xfrm flipH="1">
              <a:off x="2369224" y="863590"/>
              <a:ext cx="1736456" cy="965015"/>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rgbClr val="5C2D91"/>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106" name="Freeform 105"/>
            <p:cNvSpPr/>
            <p:nvPr/>
          </p:nvSpPr>
          <p:spPr>
            <a:xfrm>
              <a:off x="612837" y="1564225"/>
              <a:ext cx="1956176" cy="1087122"/>
            </a:xfrm>
            <a:custGeom>
              <a:avLst/>
              <a:gdLst>
                <a:gd name="connsiteX0" fmla="*/ 1899343 w 4528033"/>
                <a:gd name="connsiteY0" fmla="*/ 0 h 2516401"/>
                <a:gd name="connsiteX1" fmla="*/ 2893690 w 4528033"/>
                <a:gd name="connsiteY1" fmla="*/ 659097 h 2516401"/>
                <a:gd name="connsiteX2" fmla="*/ 2931746 w 4528033"/>
                <a:gd name="connsiteY2" fmla="*/ 781695 h 2516401"/>
                <a:gd name="connsiteX3" fmla="*/ 2987284 w 4528033"/>
                <a:gd name="connsiteY3" fmla="*/ 761368 h 2516401"/>
                <a:gd name="connsiteX4" fmla="*/ 3232180 w 4528033"/>
                <a:gd name="connsiteY4" fmla="*/ 724343 h 2516401"/>
                <a:gd name="connsiteX5" fmla="*/ 4038989 w 4528033"/>
                <a:gd name="connsiteY5" fmla="*/ 1381911 h 2516401"/>
                <a:gd name="connsiteX6" fmla="*/ 4045075 w 4528033"/>
                <a:gd name="connsiteY6" fmla="*/ 1442284 h 2516401"/>
                <a:gd name="connsiteX7" fmla="*/ 4096918 w 4528033"/>
                <a:gd name="connsiteY7" fmla="*/ 1447511 h 2516401"/>
                <a:gd name="connsiteX8" fmla="*/ 4528033 w 4528033"/>
                <a:gd name="connsiteY8" fmla="*/ 1976471 h 2516401"/>
                <a:gd name="connsiteX9" fmla="*/ 4096918 w 4528033"/>
                <a:gd name="connsiteY9" fmla="*/ 2505432 h 2516401"/>
                <a:gd name="connsiteX10" fmla="*/ 4003199 w 4528033"/>
                <a:gd name="connsiteY10" fmla="*/ 2514879 h 2516401"/>
                <a:gd name="connsiteX11" fmla="*/ 4003199 w 4528033"/>
                <a:gd name="connsiteY11" fmla="*/ 2516400 h 2516401"/>
                <a:gd name="connsiteX12" fmla="*/ 3988113 w 4528033"/>
                <a:gd name="connsiteY12" fmla="*/ 2516400 h 2516401"/>
                <a:gd name="connsiteX13" fmla="*/ 3988103 w 4528033"/>
                <a:gd name="connsiteY13" fmla="*/ 2516401 h 2516401"/>
                <a:gd name="connsiteX14" fmla="*/ 3988094 w 4528033"/>
                <a:gd name="connsiteY14" fmla="*/ 2516400 h 2516401"/>
                <a:gd name="connsiteX15" fmla="*/ 838799 w 4528033"/>
                <a:gd name="connsiteY15" fmla="*/ 2516400 h 2516401"/>
                <a:gd name="connsiteX16" fmla="*/ 820191 w 4528033"/>
                <a:gd name="connsiteY16" fmla="*/ 2516400 h 2516401"/>
                <a:gd name="connsiteX17" fmla="*/ 820191 w 4528033"/>
                <a:gd name="connsiteY17" fmla="*/ 2515460 h 2516401"/>
                <a:gd name="connsiteX18" fmla="*/ 753037 w 4528033"/>
                <a:gd name="connsiteY18" fmla="*/ 2512069 h 2516401"/>
                <a:gd name="connsiteX19" fmla="*/ 0 w 4528033"/>
                <a:gd name="connsiteY19" fmla="*/ 1677600 h 2516401"/>
                <a:gd name="connsiteX20" fmla="*/ 838799 w 4528033"/>
                <a:gd name="connsiteY20" fmla="*/ 838800 h 2516401"/>
                <a:gd name="connsiteX21" fmla="*/ 848975 w 4528033"/>
                <a:gd name="connsiteY21" fmla="*/ 839570 h 2516401"/>
                <a:gd name="connsiteX22" fmla="*/ 904996 w 4528033"/>
                <a:gd name="connsiteY22" fmla="*/ 659097 h 2516401"/>
                <a:gd name="connsiteX23" fmla="*/ 1899343 w 4528033"/>
                <a:gd name="connsiteY23" fmla="*/ 0 h 251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28033" h="2516401">
                  <a:moveTo>
                    <a:pt x="1899343" y="0"/>
                  </a:moveTo>
                  <a:cubicBezTo>
                    <a:pt x="2346343" y="0"/>
                    <a:pt x="2729866" y="271774"/>
                    <a:pt x="2893690" y="659097"/>
                  </a:cubicBezTo>
                  <a:lnTo>
                    <a:pt x="2931746" y="781695"/>
                  </a:lnTo>
                  <a:lnTo>
                    <a:pt x="2987284" y="761368"/>
                  </a:lnTo>
                  <a:cubicBezTo>
                    <a:pt x="3064647" y="737305"/>
                    <a:pt x="3146900" y="724343"/>
                    <a:pt x="3232180" y="724343"/>
                  </a:cubicBezTo>
                  <a:cubicBezTo>
                    <a:pt x="3630156" y="724343"/>
                    <a:pt x="3962197" y="1006638"/>
                    <a:pt x="4038989" y="1381911"/>
                  </a:cubicBezTo>
                  <a:lnTo>
                    <a:pt x="4045075" y="1442284"/>
                  </a:lnTo>
                  <a:lnTo>
                    <a:pt x="4096918" y="1447511"/>
                  </a:lnTo>
                  <a:cubicBezTo>
                    <a:pt x="4342955" y="1497857"/>
                    <a:pt x="4528033" y="1715550"/>
                    <a:pt x="4528033" y="1976471"/>
                  </a:cubicBezTo>
                  <a:cubicBezTo>
                    <a:pt x="4528033" y="2237392"/>
                    <a:pt x="4342955" y="2455085"/>
                    <a:pt x="4096918" y="2505432"/>
                  </a:cubicBezTo>
                  <a:lnTo>
                    <a:pt x="4003199" y="2514879"/>
                  </a:lnTo>
                  <a:lnTo>
                    <a:pt x="4003199" y="2516400"/>
                  </a:lnTo>
                  <a:lnTo>
                    <a:pt x="3988113" y="2516400"/>
                  </a:lnTo>
                  <a:lnTo>
                    <a:pt x="3988103" y="2516401"/>
                  </a:lnTo>
                  <a:lnTo>
                    <a:pt x="3988094" y="2516400"/>
                  </a:lnTo>
                  <a:lnTo>
                    <a:pt x="838799" y="2516400"/>
                  </a:lnTo>
                  <a:lnTo>
                    <a:pt x="820191" y="2516400"/>
                  </a:lnTo>
                  <a:lnTo>
                    <a:pt x="820191" y="2515460"/>
                  </a:lnTo>
                  <a:lnTo>
                    <a:pt x="753037" y="2512069"/>
                  </a:lnTo>
                  <a:cubicBezTo>
                    <a:pt x="330067" y="2469114"/>
                    <a:pt x="0" y="2111903"/>
                    <a:pt x="0" y="1677600"/>
                  </a:cubicBezTo>
                  <a:cubicBezTo>
                    <a:pt x="0" y="1214344"/>
                    <a:pt x="375543" y="838800"/>
                    <a:pt x="838799" y="838800"/>
                  </a:cubicBezTo>
                  <a:lnTo>
                    <a:pt x="848975" y="839570"/>
                  </a:lnTo>
                  <a:lnTo>
                    <a:pt x="904996" y="659097"/>
                  </a:lnTo>
                  <a:cubicBezTo>
                    <a:pt x="1068821" y="271774"/>
                    <a:pt x="1452344" y="0"/>
                    <a:pt x="1899343" y="0"/>
                  </a:cubicBezTo>
                  <a:close/>
                </a:path>
              </a:pathLst>
            </a:custGeom>
            <a:solidFill>
              <a:srgbClr val="107C10"/>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107" name="Freeform 106"/>
            <p:cNvSpPr/>
            <p:nvPr/>
          </p:nvSpPr>
          <p:spPr bwMode="auto">
            <a:xfrm>
              <a:off x="3407312" y="1800435"/>
              <a:ext cx="299924" cy="4156488"/>
            </a:xfrm>
            <a:custGeom>
              <a:avLst/>
              <a:gdLst>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709"/>
                <a:gd name="connsiteY0" fmla="*/ 5153891 h 5153891"/>
                <a:gd name="connsiteX1" fmla="*/ 378691 w 378709"/>
                <a:gd name="connsiteY1" fmla="*/ 4064000 h 5153891"/>
                <a:gd name="connsiteX2" fmla="*/ 0 w 378709"/>
                <a:gd name="connsiteY2" fmla="*/ 3823854 h 5153891"/>
                <a:gd name="connsiteX3" fmla="*/ 0 w 378709"/>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 name="connsiteX0" fmla="*/ 378691 w 378691"/>
                <a:gd name="connsiteY0" fmla="*/ 5153891 h 5153891"/>
                <a:gd name="connsiteX1" fmla="*/ 378691 w 378691"/>
                <a:gd name="connsiteY1" fmla="*/ 4064000 h 5153891"/>
                <a:gd name="connsiteX2" fmla="*/ 0 w 378691"/>
                <a:gd name="connsiteY2" fmla="*/ 3823854 h 5153891"/>
                <a:gd name="connsiteX3" fmla="*/ 0 w 378691"/>
                <a:gd name="connsiteY3" fmla="*/ 0 h 5153891"/>
              </a:gdLst>
              <a:ahLst/>
              <a:cxnLst>
                <a:cxn ang="0">
                  <a:pos x="connsiteX0" y="connsiteY0"/>
                </a:cxn>
                <a:cxn ang="0">
                  <a:pos x="connsiteX1" y="connsiteY1"/>
                </a:cxn>
                <a:cxn ang="0">
                  <a:pos x="connsiteX2" y="connsiteY2"/>
                </a:cxn>
                <a:cxn ang="0">
                  <a:pos x="connsiteX3" y="connsiteY3"/>
                </a:cxn>
              </a:cxnLst>
              <a:rect l="l" t="t" r="r" b="b"/>
              <a:pathLst>
                <a:path w="378691" h="5153891">
                  <a:moveTo>
                    <a:pt x="378691" y="5153891"/>
                  </a:moveTo>
                  <a:lnTo>
                    <a:pt x="378691" y="4064000"/>
                  </a:lnTo>
                  <a:lnTo>
                    <a:pt x="0" y="3823854"/>
                  </a:lnTo>
                  <a:lnTo>
                    <a:pt x="0" y="0"/>
                  </a:lnTo>
                </a:path>
              </a:pathLst>
            </a:custGeom>
            <a:noFill/>
            <a:ln w="762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08" name="Freeform 107"/>
            <p:cNvSpPr/>
            <p:nvPr/>
          </p:nvSpPr>
          <p:spPr bwMode="auto">
            <a:xfrm>
              <a:off x="3831521" y="2248113"/>
              <a:ext cx="219457" cy="3708811"/>
            </a:xfrm>
            <a:custGeom>
              <a:avLst/>
              <a:gdLst>
                <a:gd name="connsiteX0" fmla="*/ 0 w 277091"/>
                <a:gd name="connsiteY0" fmla="*/ 4682836 h 4682836"/>
                <a:gd name="connsiteX1" fmla="*/ 0 w 277091"/>
                <a:gd name="connsiteY1" fmla="*/ 3463636 h 4682836"/>
                <a:gd name="connsiteX2" fmla="*/ 277091 w 277091"/>
                <a:gd name="connsiteY2" fmla="*/ 3140363 h 4682836"/>
                <a:gd name="connsiteX3" fmla="*/ 277091 w 277091"/>
                <a:gd name="connsiteY3" fmla="*/ 0 h 4682836"/>
              </a:gdLst>
              <a:ahLst/>
              <a:cxnLst>
                <a:cxn ang="0">
                  <a:pos x="connsiteX0" y="connsiteY0"/>
                </a:cxn>
                <a:cxn ang="0">
                  <a:pos x="connsiteX1" y="connsiteY1"/>
                </a:cxn>
                <a:cxn ang="0">
                  <a:pos x="connsiteX2" y="connsiteY2"/>
                </a:cxn>
                <a:cxn ang="0">
                  <a:pos x="connsiteX3" y="connsiteY3"/>
                </a:cxn>
              </a:cxnLst>
              <a:rect l="l" t="t" r="r" b="b"/>
              <a:pathLst>
                <a:path w="277091" h="4682836">
                  <a:moveTo>
                    <a:pt x="0" y="4682836"/>
                  </a:moveTo>
                  <a:lnTo>
                    <a:pt x="0" y="3463636"/>
                  </a:lnTo>
                  <a:lnTo>
                    <a:pt x="277091" y="3140363"/>
                  </a:lnTo>
                  <a:lnTo>
                    <a:pt x="277091" y="0"/>
                  </a:lnTo>
                </a:path>
              </a:pathLst>
            </a:custGeom>
            <a:noFill/>
            <a:ln w="76200">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09" name="Freeform 108"/>
            <p:cNvSpPr/>
            <p:nvPr/>
          </p:nvSpPr>
          <p:spPr bwMode="auto">
            <a:xfrm>
              <a:off x="3970509" y="4157382"/>
              <a:ext cx="519381" cy="1799541"/>
            </a:xfrm>
            <a:custGeom>
              <a:avLst/>
              <a:gdLst>
                <a:gd name="connsiteX0" fmla="*/ 0 w 655782"/>
                <a:gd name="connsiteY0" fmla="*/ 2272146 h 2272146"/>
                <a:gd name="connsiteX1" fmla="*/ 0 w 655782"/>
                <a:gd name="connsiteY1" fmla="*/ 1099127 h 2272146"/>
                <a:gd name="connsiteX2" fmla="*/ 655782 w 655782"/>
                <a:gd name="connsiteY2" fmla="*/ 304800 h 2272146"/>
                <a:gd name="connsiteX3" fmla="*/ 655782 w 655782"/>
                <a:gd name="connsiteY3" fmla="*/ 0 h 2272146"/>
              </a:gdLst>
              <a:ahLst/>
              <a:cxnLst>
                <a:cxn ang="0">
                  <a:pos x="connsiteX0" y="connsiteY0"/>
                </a:cxn>
                <a:cxn ang="0">
                  <a:pos x="connsiteX1" y="connsiteY1"/>
                </a:cxn>
                <a:cxn ang="0">
                  <a:pos x="connsiteX2" y="connsiteY2"/>
                </a:cxn>
                <a:cxn ang="0">
                  <a:pos x="connsiteX3" y="connsiteY3"/>
                </a:cxn>
              </a:cxnLst>
              <a:rect l="l" t="t" r="r" b="b"/>
              <a:pathLst>
                <a:path w="655782" h="2272146">
                  <a:moveTo>
                    <a:pt x="0" y="2272146"/>
                  </a:moveTo>
                  <a:lnTo>
                    <a:pt x="0" y="1099127"/>
                  </a:lnTo>
                  <a:lnTo>
                    <a:pt x="655782" y="304800"/>
                  </a:lnTo>
                  <a:lnTo>
                    <a:pt x="655782" y="0"/>
                  </a:lnTo>
                </a:path>
              </a:pathLst>
            </a:custGeom>
            <a:noFill/>
            <a:ln w="762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10" name="Freeform 109"/>
            <p:cNvSpPr/>
            <p:nvPr/>
          </p:nvSpPr>
          <p:spPr bwMode="auto">
            <a:xfrm>
              <a:off x="4109497" y="1434297"/>
              <a:ext cx="790043" cy="4522628"/>
            </a:xfrm>
            <a:custGeom>
              <a:avLst/>
              <a:gdLst>
                <a:gd name="connsiteX0" fmla="*/ 0 w 997527"/>
                <a:gd name="connsiteY0" fmla="*/ 5421746 h 5421746"/>
                <a:gd name="connsiteX1" fmla="*/ 0 w 997527"/>
                <a:gd name="connsiteY1" fmla="*/ 4285673 h 5421746"/>
                <a:gd name="connsiteX2" fmla="*/ 997527 w 997527"/>
                <a:gd name="connsiteY2" fmla="*/ 3084946 h 5421746"/>
                <a:gd name="connsiteX3" fmla="*/ 997527 w 997527"/>
                <a:gd name="connsiteY3" fmla="*/ 0 h 5421746"/>
                <a:gd name="connsiteX0" fmla="*/ 0 w 997527"/>
                <a:gd name="connsiteY0" fmla="*/ 5710382 h 5710382"/>
                <a:gd name="connsiteX1" fmla="*/ 0 w 997527"/>
                <a:gd name="connsiteY1" fmla="*/ 4574309 h 5710382"/>
                <a:gd name="connsiteX2" fmla="*/ 997527 w 997527"/>
                <a:gd name="connsiteY2" fmla="*/ 3373582 h 5710382"/>
                <a:gd name="connsiteX3" fmla="*/ 997527 w 997527"/>
                <a:gd name="connsiteY3" fmla="*/ 0 h 5710382"/>
              </a:gdLst>
              <a:ahLst/>
              <a:cxnLst>
                <a:cxn ang="0">
                  <a:pos x="connsiteX0" y="connsiteY0"/>
                </a:cxn>
                <a:cxn ang="0">
                  <a:pos x="connsiteX1" y="connsiteY1"/>
                </a:cxn>
                <a:cxn ang="0">
                  <a:pos x="connsiteX2" y="connsiteY2"/>
                </a:cxn>
                <a:cxn ang="0">
                  <a:pos x="connsiteX3" y="connsiteY3"/>
                </a:cxn>
              </a:cxnLst>
              <a:rect l="l" t="t" r="r" b="b"/>
              <a:pathLst>
                <a:path w="997527" h="5710382">
                  <a:moveTo>
                    <a:pt x="0" y="5710382"/>
                  </a:moveTo>
                  <a:lnTo>
                    <a:pt x="0" y="4574309"/>
                  </a:lnTo>
                  <a:lnTo>
                    <a:pt x="997527" y="3373582"/>
                  </a:lnTo>
                  <a:lnTo>
                    <a:pt x="997527" y="0"/>
                  </a:lnTo>
                </a:path>
              </a:pathLst>
            </a:custGeom>
            <a:noFill/>
            <a:ln w="76200">
              <a:solidFill>
                <a:srgbClr val="00BCF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11" name="Freeform 110"/>
            <p:cNvSpPr/>
            <p:nvPr/>
          </p:nvSpPr>
          <p:spPr bwMode="auto">
            <a:xfrm>
              <a:off x="2529412" y="4367696"/>
              <a:ext cx="921718" cy="1587400"/>
            </a:xfrm>
            <a:custGeom>
              <a:avLst/>
              <a:gdLst>
                <a:gd name="connsiteX0" fmla="*/ 1163782 w 1163782"/>
                <a:gd name="connsiteY0" fmla="*/ 2004291 h 2004291"/>
                <a:gd name="connsiteX1" fmla="*/ 1163782 w 1163782"/>
                <a:gd name="connsiteY1" fmla="*/ 1256145 h 2004291"/>
                <a:gd name="connsiteX2" fmla="*/ 0 w 1163782"/>
                <a:gd name="connsiteY2" fmla="*/ 554182 h 2004291"/>
                <a:gd name="connsiteX3" fmla="*/ 0 w 1163782"/>
                <a:gd name="connsiteY3" fmla="*/ 0 h 2004291"/>
              </a:gdLst>
              <a:ahLst/>
              <a:cxnLst>
                <a:cxn ang="0">
                  <a:pos x="connsiteX0" y="connsiteY0"/>
                </a:cxn>
                <a:cxn ang="0">
                  <a:pos x="connsiteX1" y="connsiteY1"/>
                </a:cxn>
                <a:cxn ang="0">
                  <a:pos x="connsiteX2" y="connsiteY2"/>
                </a:cxn>
                <a:cxn ang="0">
                  <a:pos x="connsiteX3" y="connsiteY3"/>
                </a:cxn>
              </a:cxnLst>
              <a:rect l="l" t="t" r="r" b="b"/>
              <a:pathLst>
                <a:path w="1163782" h="2004291">
                  <a:moveTo>
                    <a:pt x="1163782" y="2004291"/>
                  </a:moveTo>
                  <a:lnTo>
                    <a:pt x="1163782" y="1256145"/>
                  </a:lnTo>
                  <a:lnTo>
                    <a:pt x="0" y="554182"/>
                  </a:lnTo>
                  <a:lnTo>
                    <a:pt x="0" y="0"/>
                  </a:lnTo>
                </a:path>
              </a:pathLst>
            </a:custGeom>
            <a:noFill/>
            <a:ln w="762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12" name="Freeform 111"/>
            <p:cNvSpPr/>
            <p:nvPr/>
          </p:nvSpPr>
          <p:spPr bwMode="auto">
            <a:xfrm>
              <a:off x="2277125" y="3431348"/>
              <a:ext cx="1031446" cy="2523747"/>
            </a:xfrm>
            <a:custGeom>
              <a:avLst/>
              <a:gdLst>
                <a:gd name="connsiteX0" fmla="*/ 1302327 w 1302327"/>
                <a:gd name="connsiteY0" fmla="*/ 3186546 h 3186546"/>
                <a:gd name="connsiteX1" fmla="*/ 1302327 w 1302327"/>
                <a:gd name="connsiteY1" fmla="*/ 2530764 h 3186546"/>
                <a:gd name="connsiteX2" fmla="*/ 0 w 1302327"/>
                <a:gd name="connsiteY2" fmla="*/ 1727200 h 3186546"/>
                <a:gd name="connsiteX3" fmla="*/ 0 w 1302327"/>
                <a:gd name="connsiteY3" fmla="*/ 0 h 3186546"/>
              </a:gdLst>
              <a:ahLst/>
              <a:cxnLst>
                <a:cxn ang="0">
                  <a:pos x="connsiteX0" y="connsiteY0"/>
                </a:cxn>
                <a:cxn ang="0">
                  <a:pos x="connsiteX1" y="connsiteY1"/>
                </a:cxn>
                <a:cxn ang="0">
                  <a:pos x="connsiteX2" y="connsiteY2"/>
                </a:cxn>
                <a:cxn ang="0">
                  <a:pos x="connsiteX3" y="connsiteY3"/>
                </a:cxn>
              </a:cxnLst>
              <a:rect l="l" t="t" r="r" b="b"/>
              <a:pathLst>
                <a:path w="1302327" h="3186546">
                  <a:moveTo>
                    <a:pt x="1302327" y="3186546"/>
                  </a:moveTo>
                  <a:lnTo>
                    <a:pt x="1302327" y="2530764"/>
                  </a:lnTo>
                  <a:lnTo>
                    <a:pt x="0" y="1727200"/>
                  </a:lnTo>
                  <a:lnTo>
                    <a:pt x="0" y="0"/>
                  </a:lnTo>
                </a:path>
              </a:pathLst>
            </a:custGeom>
            <a:no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13" name="Freeform 112"/>
            <p:cNvSpPr/>
            <p:nvPr/>
          </p:nvSpPr>
          <p:spPr bwMode="auto">
            <a:xfrm>
              <a:off x="1715334" y="2470967"/>
              <a:ext cx="1459908" cy="3484128"/>
            </a:xfrm>
            <a:custGeom>
              <a:avLst/>
              <a:gdLst>
                <a:gd name="connsiteX0" fmla="*/ 1843314 w 1843314"/>
                <a:gd name="connsiteY0" fmla="*/ 4412343 h 4412343"/>
                <a:gd name="connsiteX1" fmla="*/ 1843314 w 1843314"/>
                <a:gd name="connsiteY1" fmla="*/ 3860800 h 4412343"/>
                <a:gd name="connsiteX2" fmla="*/ 0 w 1843314"/>
                <a:gd name="connsiteY2" fmla="*/ 2743200 h 4412343"/>
                <a:gd name="connsiteX3" fmla="*/ 0 w 1843314"/>
                <a:gd name="connsiteY3" fmla="*/ 0 h 4412343"/>
              </a:gdLst>
              <a:ahLst/>
              <a:cxnLst>
                <a:cxn ang="0">
                  <a:pos x="connsiteX0" y="connsiteY0"/>
                </a:cxn>
                <a:cxn ang="0">
                  <a:pos x="connsiteX1" y="connsiteY1"/>
                </a:cxn>
                <a:cxn ang="0">
                  <a:pos x="connsiteX2" y="connsiteY2"/>
                </a:cxn>
                <a:cxn ang="0">
                  <a:pos x="connsiteX3" y="connsiteY3"/>
                </a:cxn>
              </a:cxnLst>
              <a:rect l="l" t="t" r="r" b="b"/>
              <a:pathLst>
                <a:path w="1843314" h="4412343">
                  <a:moveTo>
                    <a:pt x="1843314" y="4412343"/>
                  </a:moveTo>
                  <a:lnTo>
                    <a:pt x="1843314" y="3860800"/>
                  </a:lnTo>
                  <a:lnTo>
                    <a:pt x="0" y="2743200"/>
                  </a:lnTo>
                  <a:lnTo>
                    <a:pt x="0" y="0"/>
                  </a:lnTo>
                </a:path>
              </a:pathLst>
            </a:custGeom>
            <a:noFill/>
            <a:ln w="7620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grpSp>
          <p:nvGrpSpPr>
            <p:cNvPr id="114" name="Group 113"/>
            <p:cNvGrpSpPr/>
            <p:nvPr/>
          </p:nvGrpSpPr>
          <p:grpSpPr>
            <a:xfrm>
              <a:off x="1628067" y="897487"/>
              <a:ext cx="592741" cy="596020"/>
              <a:chOff x="1384862" y="1213712"/>
              <a:chExt cx="526613" cy="529527"/>
            </a:xfrm>
            <a:solidFill>
              <a:schemeClr val="accent6"/>
            </a:solidFill>
            <a:effectLst/>
          </p:grpSpPr>
          <p:sp>
            <p:nvSpPr>
              <p:cNvPr id="169" name="Freeform 86"/>
              <p:cNvSpPr>
                <a:spLocks noEditPoints="1"/>
              </p:cNvSpPr>
              <p:nvPr userDrawn="1"/>
            </p:nvSpPr>
            <p:spPr bwMode="black">
              <a:xfrm>
                <a:off x="1384862" y="1213712"/>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70" name="Oval 87"/>
              <p:cNvSpPr>
                <a:spLocks noChangeArrowheads="1"/>
              </p:cNvSpPr>
              <p:nvPr userDrawn="1"/>
            </p:nvSpPr>
            <p:spPr bwMode="black">
              <a:xfrm>
                <a:off x="1599323" y="1438800"/>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15" name="Group 114"/>
            <p:cNvGrpSpPr/>
            <p:nvPr/>
          </p:nvGrpSpPr>
          <p:grpSpPr>
            <a:xfrm>
              <a:off x="4187481" y="3662721"/>
              <a:ext cx="592741" cy="596020"/>
              <a:chOff x="1192991" y="986572"/>
              <a:chExt cx="526613" cy="529527"/>
            </a:xfrm>
            <a:solidFill>
              <a:schemeClr val="accent4"/>
            </a:solidFill>
            <a:effectLst/>
          </p:grpSpPr>
          <p:sp>
            <p:nvSpPr>
              <p:cNvPr id="167" name="Freeform 86"/>
              <p:cNvSpPr>
                <a:spLocks noEditPoints="1"/>
              </p:cNvSpPr>
              <p:nvPr userDrawn="1"/>
            </p:nvSpPr>
            <p:spPr bwMode="black">
              <a:xfrm>
                <a:off x="1192991" y="986572"/>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68" name="Oval 87"/>
              <p:cNvSpPr>
                <a:spLocks noChangeArrowheads="1"/>
              </p:cNvSpPr>
              <p:nvPr userDrawn="1"/>
            </p:nvSpPr>
            <p:spPr bwMode="black">
              <a:xfrm>
                <a:off x="1407452" y="1211659"/>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16" name="Group 115"/>
            <p:cNvGrpSpPr/>
            <p:nvPr/>
          </p:nvGrpSpPr>
          <p:grpSpPr>
            <a:xfrm>
              <a:off x="5562569" y="3811694"/>
              <a:ext cx="592741" cy="596020"/>
              <a:chOff x="1169858" y="919275"/>
              <a:chExt cx="526613" cy="529527"/>
            </a:xfrm>
            <a:solidFill>
              <a:schemeClr val="bg2"/>
            </a:solidFill>
            <a:effectLst/>
          </p:grpSpPr>
          <p:sp>
            <p:nvSpPr>
              <p:cNvPr id="165"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66"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17" name="Group 116"/>
            <p:cNvGrpSpPr/>
            <p:nvPr/>
          </p:nvGrpSpPr>
          <p:grpSpPr>
            <a:xfrm>
              <a:off x="2251226" y="3920245"/>
              <a:ext cx="592741" cy="596020"/>
              <a:chOff x="1169858" y="919275"/>
              <a:chExt cx="526613" cy="529527"/>
            </a:xfrm>
            <a:solidFill>
              <a:schemeClr val="accent2"/>
            </a:solidFill>
            <a:effectLst/>
          </p:grpSpPr>
          <p:sp>
            <p:nvSpPr>
              <p:cNvPr id="162"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63" name="Oval 87"/>
              <p:cNvSpPr>
                <a:spLocks noChangeArrowheads="1"/>
              </p:cNvSpPr>
              <p:nvPr userDrawn="1"/>
            </p:nvSpPr>
            <p:spPr bwMode="black">
              <a:xfrm>
                <a:off x="1327919" y="1087978"/>
                <a:ext cx="210492" cy="210434"/>
              </a:xfrm>
              <a:prstGeom prst="ellipse">
                <a:avLst/>
              </a:prstGeom>
              <a:solidFill>
                <a:schemeClr val="tx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64"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18" name="Group 117"/>
            <p:cNvGrpSpPr/>
            <p:nvPr/>
          </p:nvGrpSpPr>
          <p:grpSpPr>
            <a:xfrm>
              <a:off x="1979416" y="2931272"/>
              <a:ext cx="592741" cy="596020"/>
              <a:chOff x="1169858" y="919275"/>
              <a:chExt cx="526613" cy="529527"/>
            </a:xfrm>
            <a:solidFill>
              <a:schemeClr val="bg2"/>
            </a:solidFill>
            <a:effectLst/>
          </p:grpSpPr>
          <p:sp>
            <p:nvSpPr>
              <p:cNvPr id="160"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61"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19" name="Group 118"/>
            <p:cNvGrpSpPr/>
            <p:nvPr/>
          </p:nvGrpSpPr>
          <p:grpSpPr>
            <a:xfrm>
              <a:off x="1087443" y="3772491"/>
              <a:ext cx="353569" cy="355525"/>
              <a:chOff x="1169858" y="919275"/>
              <a:chExt cx="526613" cy="529527"/>
            </a:xfrm>
            <a:solidFill>
              <a:schemeClr val="accent2"/>
            </a:solidFill>
            <a:effectLst/>
          </p:grpSpPr>
          <p:sp>
            <p:nvSpPr>
              <p:cNvPr id="158"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59"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20" name="Group 119"/>
            <p:cNvGrpSpPr/>
            <p:nvPr/>
          </p:nvGrpSpPr>
          <p:grpSpPr>
            <a:xfrm>
              <a:off x="2808843" y="2093298"/>
              <a:ext cx="353569" cy="355525"/>
              <a:chOff x="1169858" y="919275"/>
              <a:chExt cx="526613" cy="529527"/>
            </a:xfrm>
            <a:solidFill>
              <a:schemeClr val="tx2"/>
            </a:solidFill>
            <a:effectLst/>
          </p:grpSpPr>
          <p:sp>
            <p:nvSpPr>
              <p:cNvPr id="156"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57"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21" name="Group 120"/>
            <p:cNvGrpSpPr/>
            <p:nvPr/>
          </p:nvGrpSpPr>
          <p:grpSpPr>
            <a:xfrm>
              <a:off x="3907404" y="751557"/>
              <a:ext cx="353569" cy="355525"/>
              <a:chOff x="1169858" y="919275"/>
              <a:chExt cx="526613" cy="529527"/>
            </a:xfrm>
            <a:solidFill>
              <a:schemeClr val="bg2"/>
            </a:solidFill>
            <a:effectLst/>
          </p:grpSpPr>
          <p:sp>
            <p:nvSpPr>
              <p:cNvPr id="154"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55"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22" name="Group 121"/>
            <p:cNvGrpSpPr/>
            <p:nvPr/>
          </p:nvGrpSpPr>
          <p:grpSpPr>
            <a:xfrm>
              <a:off x="4368105" y="2793107"/>
              <a:ext cx="353569" cy="355525"/>
              <a:chOff x="1169858" y="919275"/>
              <a:chExt cx="526613" cy="529527"/>
            </a:xfrm>
            <a:solidFill>
              <a:schemeClr val="bg2"/>
            </a:solidFill>
            <a:effectLst/>
          </p:grpSpPr>
          <p:sp>
            <p:nvSpPr>
              <p:cNvPr id="152"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53"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23" name="Group 122"/>
            <p:cNvGrpSpPr/>
            <p:nvPr/>
          </p:nvGrpSpPr>
          <p:grpSpPr>
            <a:xfrm>
              <a:off x="3573191" y="4403674"/>
              <a:ext cx="353569" cy="355525"/>
              <a:chOff x="1169858" y="919275"/>
              <a:chExt cx="526613" cy="529527"/>
            </a:xfrm>
            <a:solidFill>
              <a:schemeClr val="accent6"/>
            </a:solidFill>
            <a:effectLst/>
          </p:grpSpPr>
          <p:sp>
            <p:nvSpPr>
              <p:cNvPr id="150"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51"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grpSp>
          <p:nvGrpSpPr>
            <p:cNvPr id="124" name="Group 123"/>
            <p:cNvGrpSpPr/>
            <p:nvPr/>
          </p:nvGrpSpPr>
          <p:grpSpPr>
            <a:xfrm>
              <a:off x="4469596" y="5087159"/>
              <a:ext cx="353569" cy="355525"/>
              <a:chOff x="1169858" y="919275"/>
              <a:chExt cx="526613" cy="529527"/>
            </a:xfrm>
            <a:solidFill>
              <a:schemeClr val="accent3"/>
            </a:solidFill>
            <a:effectLst/>
          </p:grpSpPr>
          <p:sp>
            <p:nvSpPr>
              <p:cNvPr id="148"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49"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sp>
          <p:nvSpPr>
            <p:cNvPr id="125" name="Freeform 124"/>
            <p:cNvSpPr/>
            <p:nvPr/>
          </p:nvSpPr>
          <p:spPr>
            <a:xfrm flipH="1">
              <a:off x="2595509" y="2553835"/>
              <a:ext cx="1857837" cy="1089458"/>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D83B01"/>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126" name="Freeform 73"/>
            <p:cNvSpPr>
              <a:spLocks noEditPoints="1"/>
            </p:cNvSpPr>
            <p:nvPr userDrawn="1"/>
          </p:nvSpPr>
          <p:spPr bwMode="black">
            <a:xfrm>
              <a:off x="2960155" y="1066142"/>
              <a:ext cx="673900" cy="650559"/>
            </a:xfrm>
            <a:custGeom>
              <a:avLst/>
              <a:gdLst>
                <a:gd name="T0" fmla="*/ 1799 w 2278"/>
                <a:gd name="T1" fmla="*/ 879 h 2201"/>
                <a:gd name="T2" fmla="*/ 1711 w 2278"/>
                <a:gd name="T3" fmla="*/ 335 h 2201"/>
                <a:gd name="T4" fmla="*/ 1363 w 2278"/>
                <a:gd name="T5" fmla="*/ 315 h 2201"/>
                <a:gd name="T6" fmla="*/ 1068 w 2278"/>
                <a:gd name="T7" fmla="*/ 0 h 2201"/>
                <a:gd name="T8" fmla="*/ 810 w 2278"/>
                <a:gd name="T9" fmla="*/ 412 h 2201"/>
                <a:gd name="T10" fmla="*/ 408 w 2278"/>
                <a:gd name="T11" fmla="*/ 325 h 2201"/>
                <a:gd name="T12" fmla="*/ 246 w 2278"/>
                <a:gd name="T13" fmla="*/ 841 h 2201"/>
                <a:gd name="T14" fmla="*/ 0 w 2278"/>
                <a:gd name="T15" fmla="*/ 1138 h 2201"/>
                <a:gd name="T16" fmla="*/ 338 w 2278"/>
                <a:gd name="T17" fmla="*/ 1396 h 2201"/>
                <a:gd name="T18" fmla="*/ 166 w 2278"/>
                <a:gd name="T19" fmla="*/ 1885 h 2201"/>
                <a:gd name="T20" fmla="*/ 769 w 2278"/>
                <a:gd name="T21" fmla="*/ 1966 h 2201"/>
                <a:gd name="T22" fmla="*/ 1053 w 2278"/>
                <a:gd name="T23" fmla="*/ 2200 h 2201"/>
                <a:gd name="T24" fmla="*/ 1081 w 2278"/>
                <a:gd name="T25" fmla="*/ 2201 h 2201"/>
                <a:gd name="T26" fmla="*/ 1184 w 2278"/>
                <a:gd name="T27" fmla="*/ 1949 h 2201"/>
                <a:gd name="T28" fmla="*/ 1666 w 2278"/>
                <a:gd name="T29" fmla="*/ 1872 h 2201"/>
                <a:gd name="T30" fmla="*/ 1874 w 2278"/>
                <a:gd name="T31" fmla="*/ 1743 h 2201"/>
                <a:gd name="T32" fmla="*/ 2060 w 2278"/>
                <a:gd name="T33" fmla="*/ 1273 h 2201"/>
                <a:gd name="T34" fmla="*/ 1940 w 2278"/>
                <a:gd name="T35" fmla="*/ 1369 h 2201"/>
                <a:gd name="T36" fmla="*/ 1385 w 2278"/>
                <a:gd name="T37" fmla="*/ 1279 h 2201"/>
                <a:gd name="T38" fmla="*/ 1837 w 2278"/>
                <a:gd name="T39" fmla="*/ 1733 h 2201"/>
                <a:gd name="T40" fmla="*/ 1302 w 2278"/>
                <a:gd name="T41" fmla="*/ 1393 h 2201"/>
                <a:gd name="T42" fmla="*/ 1433 w 2278"/>
                <a:gd name="T43" fmla="*/ 1759 h 2201"/>
                <a:gd name="T44" fmla="*/ 1193 w 2278"/>
                <a:gd name="T45" fmla="*/ 1461 h 2201"/>
                <a:gd name="T46" fmla="*/ 1156 w 2278"/>
                <a:gd name="T47" fmla="*/ 1924 h 2201"/>
                <a:gd name="T48" fmla="*/ 1053 w 2278"/>
                <a:gd name="T49" fmla="*/ 1484 h 2201"/>
                <a:gd name="T50" fmla="*/ 878 w 2278"/>
                <a:gd name="T51" fmla="*/ 1857 h 2201"/>
                <a:gd name="T52" fmla="*/ 804 w 2278"/>
                <a:gd name="T53" fmla="*/ 1753 h 2201"/>
                <a:gd name="T54" fmla="*/ 438 w 2278"/>
                <a:gd name="T55" fmla="*/ 1789 h 2201"/>
                <a:gd name="T56" fmla="*/ 369 w 2278"/>
                <a:gd name="T57" fmla="*/ 1741 h 2201"/>
                <a:gd name="T58" fmla="*/ 551 w 2278"/>
                <a:gd name="T59" fmla="*/ 1362 h 2201"/>
                <a:gd name="T60" fmla="*/ 447 w 2278"/>
                <a:gd name="T61" fmla="*/ 1287 h 2201"/>
                <a:gd name="T62" fmla="*/ 723 w 2278"/>
                <a:gd name="T63" fmla="*/ 1153 h 2201"/>
                <a:gd name="T64" fmla="*/ 253 w 2278"/>
                <a:gd name="T65" fmla="*/ 1023 h 2201"/>
                <a:gd name="T66" fmla="*/ 745 w 2278"/>
                <a:gd name="T67" fmla="*/ 1014 h 2201"/>
                <a:gd name="T68" fmla="*/ 386 w 2278"/>
                <a:gd name="T69" fmla="*/ 736 h 2201"/>
                <a:gd name="T70" fmla="*/ 813 w 2278"/>
                <a:gd name="T71" fmla="*/ 904 h 2201"/>
                <a:gd name="T72" fmla="*/ 701 w 2278"/>
                <a:gd name="T73" fmla="*/ 530 h 2201"/>
                <a:gd name="T74" fmla="*/ 944 w 2278"/>
                <a:gd name="T75" fmla="*/ 815 h 2201"/>
                <a:gd name="T76" fmla="*/ 996 w 2278"/>
                <a:gd name="T77" fmla="*/ 287 h 2201"/>
                <a:gd name="T78" fmla="*/ 1083 w 2278"/>
                <a:gd name="T79" fmla="*/ 792 h 2201"/>
                <a:gd name="T80" fmla="*/ 1253 w 2278"/>
                <a:gd name="T81" fmla="*/ 424 h 2201"/>
                <a:gd name="T82" fmla="*/ 1331 w 2278"/>
                <a:gd name="T83" fmla="*/ 529 h 2201"/>
                <a:gd name="T84" fmla="*/ 1558 w 2278"/>
                <a:gd name="T85" fmla="*/ 488 h 2201"/>
                <a:gd name="T86" fmla="*/ 1618 w 2278"/>
                <a:gd name="T87" fmla="*/ 610 h 2201"/>
                <a:gd name="T88" fmla="*/ 1586 w 2278"/>
                <a:gd name="T89" fmla="*/ 914 h 2201"/>
                <a:gd name="T90" fmla="*/ 1690 w 2278"/>
                <a:gd name="T91" fmla="*/ 989 h 2201"/>
                <a:gd name="T92" fmla="*/ 1414 w 2278"/>
                <a:gd name="T93" fmla="*/ 1123 h 2201"/>
                <a:gd name="T94" fmla="*/ 2028 w 2278"/>
                <a:gd name="T95" fmla="*/ 1253 h 2201"/>
                <a:gd name="T96" fmla="*/ 1292 w 2278"/>
                <a:gd name="T97" fmla="*/ 936 h 2201"/>
                <a:gd name="T98" fmla="*/ 1083 w 2278"/>
                <a:gd name="T99" fmla="*/ 837 h 2201"/>
                <a:gd name="T100" fmla="*/ 945 w 2278"/>
                <a:gd name="T101" fmla="*/ 863 h 2201"/>
                <a:gd name="T102" fmla="*/ 787 w 2278"/>
                <a:gd name="T103" fmla="*/ 1031 h 2201"/>
                <a:gd name="T104" fmla="*/ 787 w 2278"/>
                <a:gd name="T105" fmla="*/ 1245 h 2201"/>
                <a:gd name="T106" fmla="*/ 945 w 2278"/>
                <a:gd name="T107" fmla="*/ 1412 h 2201"/>
                <a:gd name="T108" fmla="*/ 1083 w 2278"/>
                <a:gd name="T109" fmla="*/ 1439 h 2201"/>
                <a:gd name="T110" fmla="*/ 1292 w 2278"/>
                <a:gd name="T111" fmla="*/ 1340 h 2201"/>
                <a:gd name="T112" fmla="*/ 1370 w 2278"/>
                <a:gd name="T113" fmla="*/ 1138 h 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8" h="2201">
                  <a:moveTo>
                    <a:pt x="2125" y="983"/>
                  </a:moveTo>
                  <a:cubicBezTo>
                    <a:pt x="2074" y="983"/>
                    <a:pt x="2030" y="1007"/>
                    <a:pt x="2002" y="1045"/>
                  </a:cubicBezTo>
                  <a:cubicBezTo>
                    <a:pt x="1787" y="929"/>
                    <a:pt x="1787" y="929"/>
                    <a:pt x="1787" y="929"/>
                  </a:cubicBezTo>
                  <a:cubicBezTo>
                    <a:pt x="1795" y="914"/>
                    <a:pt x="1799" y="897"/>
                    <a:pt x="1799" y="879"/>
                  </a:cubicBezTo>
                  <a:cubicBezTo>
                    <a:pt x="1799" y="828"/>
                    <a:pt x="1764" y="785"/>
                    <a:pt x="1715" y="773"/>
                  </a:cubicBezTo>
                  <a:cubicBezTo>
                    <a:pt x="1729" y="640"/>
                    <a:pt x="1729" y="640"/>
                    <a:pt x="1729" y="640"/>
                  </a:cubicBezTo>
                  <a:cubicBezTo>
                    <a:pt x="1805" y="630"/>
                    <a:pt x="1863" y="566"/>
                    <a:pt x="1863" y="488"/>
                  </a:cubicBezTo>
                  <a:cubicBezTo>
                    <a:pt x="1863" y="404"/>
                    <a:pt x="1795" y="335"/>
                    <a:pt x="1711" y="335"/>
                  </a:cubicBezTo>
                  <a:cubicBezTo>
                    <a:pt x="1645" y="335"/>
                    <a:pt x="1589" y="377"/>
                    <a:pt x="1567" y="435"/>
                  </a:cubicBezTo>
                  <a:cubicBezTo>
                    <a:pt x="1472" y="427"/>
                    <a:pt x="1472" y="427"/>
                    <a:pt x="1472" y="427"/>
                  </a:cubicBezTo>
                  <a:cubicBezTo>
                    <a:pt x="1472" y="426"/>
                    <a:pt x="1472" y="425"/>
                    <a:pt x="1472" y="424"/>
                  </a:cubicBezTo>
                  <a:cubicBezTo>
                    <a:pt x="1472" y="364"/>
                    <a:pt x="1423" y="315"/>
                    <a:pt x="1363" y="315"/>
                  </a:cubicBezTo>
                  <a:cubicBezTo>
                    <a:pt x="1334" y="315"/>
                    <a:pt x="1309" y="326"/>
                    <a:pt x="1289" y="343"/>
                  </a:cubicBezTo>
                  <a:cubicBezTo>
                    <a:pt x="1187" y="250"/>
                    <a:pt x="1187" y="250"/>
                    <a:pt x="1187" y="250"/>
                  </a:cubicBezTo>
                  <a:cubicBezTo>
                    <a:pt x="1208" y="223"/>
                    <a:pt x="1221" y="190"/>
                    <a:pt x="1221" y="153"/>
                  </a:cubicBezTo>
                  <a:cubicBezTo>
                    <a:pt x="1221" y="69"/>
                    <a:pt x="1153" y="0"/>
                    <a:pt x="1068" y="0"/>
                  </a:cubicBezTo>
                  <a:cubicBezTo>
                    <a:pt x="984" y="0"/>
                    <a:pt x="916" y="69"/>
                    <a:pt x="916" y="153"/>
                  </a:cubicBezTo>
                  <a:cubicBezTo>
                    <a:pt x="916" y="197"/>
                    <a:pt x="935" y="237"/>
                    <a:pt x="965" y="265"/>
                  </a:cubicBezTo>
                  <a:cubicBezTo>
                    <a:pt x="856" y="422"/>
                    <a:pt x="856" y="422"/>
                    <a:pt x="856" y="422"/>
                  </a:cubicBezTo>
                  <a:cubicBezTo>
                    <a:pt x="842" y="416"/>
                    <a:pt x="827" y="412"/>
                    <a:pt x="810" y="412"/>
                  </a:cubicBezTo>
                  <a:cubicBezTo>
                    <a:pt x="760" y="412"/>
                    <a:pt x="717" y="446"/>
                    <a:pt x="705" y="493"/>
                  </a:cubicBezTo>
                  <a:cubicBezTo>
                    <a:pt x="561" y="480"/>
                    <a:pt x="561" y="480"/>
                    <a:pt x="561" y="480"/>
                  </a:cubicBezTo>
                  <a:cubicBezTo>
                    <a:pt x="561" y="480"/>
                    <a:pt x="561" y="479"/>
                    <a:pt x="561" y="478"/>
                  </a:cubicBezTo>
                  <a:cubicBezTo>
                    <a:pt x="561" y="394"/>
                    <a:pt x="493" y="325"/>
                    <a:pt x="408" y="325"/>
                  </a:cubicBezTo>
                  <a:cubicBezTo>
                    <a:pt x="324" y="325"/>
                    <a:pt x="256" y="394"/>
                    <a:pt x="256" y="478"/>
                  </a:cubicBezTo>
                  <a:cubicBezTo>
                    <a:pt x="256" y="546"/>
                    <a:pt x="300" y="603"/>
                    <a:pt x="362" y="623"/>
                  </a:cubicBezTo>
                  <a:cubicBezTo>
                    <a:pt x="348" y="732"/>
                    <a:pt x="348" y="732"/>
                    <a:pt x="348" y="732"/>
                  </a:cubicBezTo>
                  <a:cubicBezTo>
                    <a:pt x="291" y="736"/>
                    <a:pt x="246" y="783"/>
                    <a:pt x="246" y="841"/>
                  </a:cubicBezTo>
                  <a:cubicBezTo>
                    <a:pt x="246" y="873"/>
                    <a:pt x="259" y="901"/>
                    <a:pt x="281" y="921"/>
                  </a:cubicBezTo>
                  <a:cubicBezTo>
                    <a:pt x="221" y="1002"/>
                    <a:pt x="221" y="1002"/>
                    <a:pt x="221" y="1002"/>
                  </a:cubicBezTo>
                  <a:cubicBezTo>
                    <a:pt x="201" y="991"/>
                    <a:pt x="177" y="985"/>
                    <a:pt x="153" y="985"/>
                  </a:cubicBezTo>
                  <a:cubicBezTo>
                    <a:pt x="68" y="985"/>
                    <a:pt x="0" y="1054"/>
                    <a:pt x="0" y="1138"/>
                  </a:cubicBezTo>
                  <a:cubicBezTo>
                    <a:pt x="0" y="1222"/>
                    <a:pt x="68" y="1291"/>
                    <a:pt x="153" y="1291"/>
                  </a:cubicBezTo>
                  <a:cubicBezTo>
                    <a:pt x="190" y="1291"/>
                    <a:pt x="225" y="1277"/>
                    <a:pt x="251" y="1254"/>
                  </a:cubicBezTo>
                  <a:cubicBezTo>
                    <a:pt x="354" y="1339"/>
                    <a:pt x="354" y="1339"/>
                    <a:pt x="354" y="1339"/>
                  </a:cubicBezTo>
                  <a:cubicBezTo>
                    <a:pt x="344" y="1356"/>
                    <a:pt x="338" y="1375"/>
                    <a:pt x="338" y="1396"/>
                  </a:cubicBezTo>
                  <a:cubicBezTo>
                    <a:pt x="338" y="1436"/>
                    <a:pt x="359" y="1471"/>
                    <a:pt x="392" y="1490"/>
                  </a:cubicBezTo>
                  <a:cubicBezTo>
                    <a:pt x="332" y="1733"/>
                    <a:pt x="332" y="1733"/>
                    <a:pt x="332" y="1733"/>
                  </a:cubicBezTo>
                  <a:cubicBezTo>
                    <a:pt x="328" y="1732"/>
                    <a:pt x="323" y="1732"/>
                    <a:pt x="319" y="1732"/>
                  </a:cubicBezTo>
                  <a:cubicBezTo>
                    <a:pt x="235" y="1732"/>
                    <a:pt x="166" y="1800"/>
                    <a:pt x="166" y="1885"/>
                  </a:cubicBezTo>
                  <a:cubicBezTo>
                    <a:pt x="166" y="1969"/>
                    <a:pt x="235" y="2038"/>
                    <a:pt x="319" y="2038"/>
                  </a:cubicBezTo>
                  <a:cubicBezTo>
                    <a:pt x="399" y="2038"/>
                    <a:pt x="464" y="1977"/>
                    <a:pt x="471" y="1899"/>
                  </a:cubicBezTo>
                  <a:cubicBezTo>
                    <a:pt x="664" y="1884"/>
                    <a:pt x="664" y="1884"/>
                    <a:pt x="664" y="1884"/>
                  </a:cubicBezTo>
                  <a:cubicBezTo>
                    <a:pt x="676" y="1931"/>
                    <a:pt x="718" y="1966"/>
                    <a:pt x="769" y="1966"/>
                  </a:cubicBezTo>
                  <a:cubicBezTo>
                    <a:pt x="802" y="1966"/>
                    <a:pt x="832" y="1951"/>
                    <a:pt x="852" y="1928"/>
                  </a:cubicBezTo>
                  <a:cubicBezTo>
                    <a:pt x="931" y="1982"/>
                    <a:pt x="931" y="1982"/>
                    <a:pt x="931" y="1982"/>
                  </a:cubicBezTo>
                  <a:cubicBezTo>
                    <a:pt x="921" y="2002"/>
                    <a:pt x="916" y="2024"/>
                    <a:pt x="916" y="2049"/>
                  </a:cubicBezTo>
                  <a:cubicBezTo>
                    <a:pt x="916" y="2128"/>
                    <a:pt x="976" y="2193"/>
                    <a:pt x="1053" y="2200"/>
                  </a:cubicBezTo>
                  <a:cubicBezTo>
                    <a:pt x="1053" y="2201"/>
                    <a:pt x="1053" y="2201"/>
                    <a:pt x="1053" y="2201"/>
                  </a:cubicBezTo>
                  <a:cubicBezTo>
                    <a:pt x="1056" y="2201"/>
                    <a:pt x="1056" y="2201"/>
                    <a:pt x="1056" y="2201"/>
                  </a:cubicBezTo>
                  <a:cubicBezTo>
                    <a:pt x="1060" y="2201"/>
                    <a:pt x="1064" y="2201"/>
                    <a:pt x="1068" y="2201"/>
                  </a:cubicBezTo>
                  <a:cubicBezTo>
                    <a:pt x="1073" y="2201"/>
                    <a:pt x="1077" y="2201"/>
                    <a:pt x="1081" y="2201"/>
                  </a:cubicBezTo>
                  <a:cubicBezTo>
                    <a:pt x="1083" y="2201"/>
                    <a:pt x="1083" y="2201"/>
                    <a:pt x="1083" y="2201"/>
                  </a:cubicBezTo>
                  <a:cubicBezTo>
                    <a:pt x="1083" y="2201"/>
                    <a:pt x="1083" y="2201"/>
                    <a:pt x="1083" y="2201"/>
                  </a:cubicBezTo>
                  <a:cubicBezTo>
                    <a:pt x="1161" y="2193"/>
                    <a:pt x="1221" y="2128"/>
                    <a:pt x="1221" y="2049"/>
                  </a:cubicBezTo>
                  <a:cubicBezTo>
                    <a:pt x="1221" y="2011"/>
                    <a:pt x="1207" y="1976"/>
                    <a:pt x="1184" y="1949"/>
                  </a:cubicBezTo>
                  <a:cubicBezTo>
                    <a:pt x="1268" y="1853"/>
                    <a:pt x="1268" y="1853"/>
                    <a:pt x="1268" y="1853"/>
                  </a:cubicBezTo>
                  <a:cubicBezTo>
                    <a:pt x="1285" y="1863"/>
                    <a:pt x="1304" y="1869"/>
                    <a:pt x="1324" y="1869"/>
                  </a:cubicBezTo>
                  <a:cubicBezTo>
                    <a:pt x="1364" y="1869"/>
                    <a:pt x="1399" y="1847"/>
                    <a:pt x="1418" y="1815"/>
                  </a:cubicBezTo>
                  <a:cubicBezTo>
                    <a:pt x="1666" y="1872"/>
                    <a:pt x="1666" y="1872"/>
                    <a:pt x="1666" y="1872"/>
                  </a:cubicBezTo>
                  <a:cubicBezTo>
                    <a:pt x="1665" y="1876"/>
                    <a:pt x="1665" y="1880"/>
                    <a:pt x="1665" y="1885"/>
                  </a:cubicBezTo>
                  <a:cubicBezTo>
                    <a:pt x="1665" y="1969"/>
                    <a:pt x="1734" y="2038"/>
                    <a:pt x="1818" y="2038"/>
                  </a:cubicBezTo>
                  <a:cubicBezTo>
                    <a:pt x="1902" y="2038"/>
                    <a:pt x="1971" y="1969"/>
                    <a:pt x="1971" y="1885"/>
                  </a:cubicBezTo>
                  <a:cubicBezTo>
                    <a:pt x="1971" y="1820"/>
                    <a:pt x="1931" y="1765"/>
                    <a:pt x="1874" y="1743"/>
                  </a:cubicBezTo>
                  <a:cubicBezTo>
                    <a:pt x="1893" y="1572"/>
                    <a:pt x="1893" y="1572"/>
                    <a:pt x="1893" y="1572"/>
                  </a:cubicBezTo>
                  <a:cubicBezTo>
                    <a:pt x="1949" y="1567"/>
                    <a:pt x="1994" y="1520"/>
                    <a:pt x="1994" y="1463"/>
                  </a:cubicBezTo>
                  <a:cubicBezTo>
                    <a:pt x="1994" y="1436"/>
                    <a:pt x="1984" y="1412"/>
                    <a:pt x="1969" y="1393"/>
                  </a:cubicBezTo>
                  <a:cubicBezTo>
                    <a:pt x="2060" y="1273"/>
                    <a:pt x="2060" y="1273"/>
                    <a:pt x="2060" y="1273"/>
                  </a:cubicBezTo>
                  <a:cubicBezTo>
                    <a:pt x="2080" y="1283"/>
                    <a:pt x="2102" y="1288"/>
                    <a:pt x="2125" y="1288"/>
                  </a:cubicBezTo>
                  <a:cubicBezTo>
                    <a:pt x="2209" y="1288"/>
                    <a:pt x="2278" y="1220"/>
                    <a:pt x="2278" y="1135"/>
                  </a:cubicBezTo>
                  <a:cubicBezTo>
                    <a:pt x="2278" y="1051"/>
                    <a:pt x="2209" y="983"/>
                    <a:pt x="2125" y="983"/>
                  </a:cubicBezTo>
                  <a:close/>
                  <a:moveTo>
                    <a:pt x="1940" y="1369"/>
                  </a:moveTo>
                  <a:cubicBezTo>
                    <a:pt x="1924" y="1359"/>
                    <a:pt x="1905" y="1353"/>
                    <a:pt x="1884" y="1353"/>
                  </a:cubicBezTo>
                  <a:cubicBezTo>
                    <a:pt x="1838" y="1353"/>
                    <a:pt x="1798" y="1383"/>
                    <a:pt x="1782" y="1424"/>
                  </a:cubicBezTo>
                  <a:cubicBezTo>
                    <a:pt x="1392" y="1262"/>
                    <a:pt x="1392" y="1262"/>
                    <a:pt x="1392" y="1262"/>
                  </a:cubicBezTo>
                  <a:cubicBezTo>
                    <a:pt x="1390" y="1268"/>
                    <a:pt x="1387" y="1273"/>
                    <a:pt x="1385" y="1279"/>
                  </a:cubicBezTo>
                  <a:cubicBezTo>
                    <a:pt x="1777" y="1441"/>
                    <a:pt x="1777" y="1441"/>
                    <a:pt x="1777" y="1441"/>
                  </a:cubicBezTo>
                  <a:cubicBezTo>
                    <a:pt x="1776" y="1448"/>
                    <a:pt x="1775" y="1455"/>
                    <a:pt x="1775" y="1463"/>
                  </a:cubicBezTo>
                  <a:cubicBezTo>
                    <a:pt x="1775" y="1513"/>
                    <a:pt x="1809" y="1555"/>
                    <a:pt x="1855" y="1568"/>
                  </a:cubicBezTo>
                  <a:cubicBezTo>
                    <a:pt x="1837" y="1733"/>
                    <a:pt x="1837" y="1733"/>
                    <a:pt x="1837" y="1733"/>
                  </a:cubicBezTo>
                  <a:cubicBezTo>
                    <a:pt x="1831" y="1733"/>
                    <a:pt x="1825" y="1732"/>
                    <a:pt x="1818" y="1732"/>
                  </a:cubicBezTo>
                  <a:cubicBezTo>
                    <a:pt x="1781" y="1732"/>
                    <a:pt x="1746" y="1746"/>
                    <a:pt x="1720" y="1768"/>
                  </a:cubicBezTo>
                  <a:cubicBezTo>
                    <a:pt x="1324" y="1372"/>
                    <a:pt x="1324" y="1372"/>
                    <a:pt x="1324" y="1372"/>
                  </a:cubicBezTo>
                  <a:cubicBezTo>
                    <a:pt x="1317" y="1379"/>
                    <a:pt x="1310" y="1386"/>
                    <a:pt x="1302" y="1393"/>
                  </a:cubicBezTo>
                  <a:cubicBezTo>
                    <a:pt x="1699" y="1789"/>
                    <a:pt x="1699" y="1789"/>
                    <a:pt x="1699" y="1789"/>
                  </a:cubicBezTo>
                  <a:cubicBezTo>
                    <a:pt x="1688" y="1803"/>
                    <a:pt x="1679" y="1818"/>
                    <a:pt x="1674" y="1835"/>
                  </a:cubicBezTo>
                  <a:cubicBezTo>
                    <a:pt x="1432" y="1779"/>
                    <a:pt x="1432" y="1779"/>
                    <a:pt x="1432" y="1779"/>
                  </a:cubicBezTo>
                  <a:cubicBezTo>
                    <a:pt x="1433" y="1773"/>
                    <a:pt x="1433" y="1766"/>
                    <a:pt x="1433" y="1759"/>
                  </a:cubicBezTo>
                  <a:cubicBezTo>
                    <a:pt x="1433" y="1699"/>
                    <a:pt x="1385" y="1650"/>
                    <a:pt x="1324" y="1650"/>
                  </a:cubicBezTo>
                  <a:cubicBezTo>
                    <a:pt x="1313" y="1650"/>
                    <a:pt x="1302" y="1652"/>
                    <a:pt x="1292" y="1655"/>
                  </a:cubicBezTo>
                  <a:cubicBezTo>
                    <a:pt x="1209" y="1454"/>
                    <a:pt x="1209" y="1454"/>
                    <a:pt x="1209" y="1454"/>
                  </a:cubicBezTo>
                  <a:cubicBezTo>
                    <a:pt x="1204" y="1457"/>
                    <a:pt x="1198" y="1459"/>
                    <a:pt x="1193" y="1461"/>
                  </a:cubicBezTo>
                  <a:cubicBezTo>
                    <a:pt x="1276" y="1662"/>
                    <a:pt x="1276" y="1662"/>
                    <a:pt x="1276" y="1662"/>
                  </a:cubicBezTo>
                  <a:cubicBezTo>
                    <a:pt x="1240" y="1680"/>
                    <a:pt x="1215" y="1717"/>
                    <a:pt x="1215" y="1759"/>
                  </a:cubicBezTo>
                  <a:cubicBezTo>
                    <a:pt x="1215" y="1786"/>
                    <a:pt x="1224" y="1810"/>
                    <a:pt x="1240" y="1828"/>
                  </a:cubicBezTo>
                  <a:cubicBezTo>
                    <a:pt x="1156" y="1924"/>
                    <a:pt x="1156" y="1924"/>
                    <a:pt x="1156" y="1924"/>
                  </a:cubicBezTo>
                  <a:cubicBezTo>
                    <a:pt x="1135" y="1909"/>
                    <a:pt x="1110" y="1899"/>
                    <a:pt x="1083" y="1897"/>
                  </a:cubicBezTo>
                  <a:cubicBezTo>
                    <a:pt x="1083" y="1484"/>
                    <a:pt x="1083" y="1484"/>
                    <a:pt x="1083" y="1484"/>
                  </a:cubicBezTo>
                  <a:cubicBezTo>
                    <a:pt x="1078" y="1484"/>
                    <a:pt x="1073" y="1484"/>
                    <a:pt x="1068" y="1484"/>
                  </a:cubicBezTo>
                  <a:cubicBezTo>
                    <a:pt x="1063" y="1484"/>
                    <a:pt x="1058" y="1484"/>
                    <a:pt x="1053" y="1484"/>
                  </a:cubicBezTo>
                  <a:cubicBezTo>
                    <a:pt x="1053" y="1897"/>
                    <a:pt x="1053" y="1897"/>
                    <a:pt x="1053" y="1897"/>
                  </a:cubicBezTo>
                  <a:cubicBezTo>
                    <a:pt x="1013" y="1901"/>
                    <a:pt x="977" y="1920"/>
                    <a:pt x="952" y="1950"/>
                  </a:cubicBezTo>
                  <a:cubicBezTo>
                    <a:pt x="871" y="1895"/>
                    <a:pt x="871" y="1895"/>
                    <a:pt x="871" y="1895"/>
                  </a:cubicBezTo>
                  <a:cubicBezTo>
                    <a:pt x="876" y="1883"/>
                    <a:pt x="878" y="1870"/>
                    <a:pt x="878" y="1857"/>
                  </a:cubicBezTo>
                  <a:cubicBezTo>
                    <a:pt x="878" y="1815"/>
                    <a:pt x="855" y="1779"/>
                    <a:pt x="820" y="1760"/>
                  </a:cubicBezTo>
                  <a:cubicBezTo>
                    <a:pt x="944" y="1461"/>
                    <a:pt x="944" y="1461"/>
                    <a:pt x="944" y="1461"/>
                  </a:cubicBezTo>
                  <a:cubicBezTo>
                    <a:pt x="939" y="1459"/>
                    <a:pt x="933" y="1457"/>
                    <a:pt x="928" y="1454"/>
                  </a:cubicBezTo>
                  <a:cubicBezTo>
                    <a:pt x="804" y="1753"/>
                    <a:pt x="804" y="1753"/>
                    <a:pt x="804" y="1753"/>
                  </a:cubicBezTo>
                  <a:cubicBezTo>
                    <a:pt x="793" y="1749"/>
                    <a:pt x="781" y="1747"/>
                    <a:pt x="769" y="1747"/>
                  </a:cubicBezTo>
                  <a:cubicBezTo>
                    <a:pt x="712" y="1747"/>
                    <a:pt x="666" y="1791"/>
                    <a:pt x="660" y="1846"/>
                  </a:cubicBezTo>
                  <a:cubicBezTo>
                    <a:pt x="470" y="1861"/>
                    <a:pt x="470" y="1861"/>
                    <a:pt x="470" y="1861"/>
                  </a:cubicBezTo>
                  <a:cubicBezTo>
                    <a:pt x="466" y="1834"/>
                    <a:pt x="454" y="1810"/>
                    <a:pt x="438" y="1789"/>
                  </a:cubicBezTo>
                  <a:cubicBezTo>
                    <a:pt x="835" y="1393"/>
                    <a:pt x="835" y="1393"/>
                    <a:pt x="835" y="1393"/>
                  </a:cubicBezTo>
                  <a:cubicBezTo>
                    <a:pt x="827" y="1386"/>
                    <a:pt x="820" y="1379"/>
                    <a:pt x="813" y="1372"/>
                  </a:cubicBezTo>
                  <a:cubicBezTo>
                    <a:pt x="417" y="1768"/>
                    <a:pt x="417" y="1768"/>
                    <a:pt x="417" y="1768"/>
                  </a:cubicBezTo>
                  <a:cubicBezTo>
                    <a:pt x="403" y="1756"/>
                    <a:pt x="387" y="1747"/>
                    <a:pt x="369" y="1741"/>
                  </a:cubicBezTo>
                  <a:cubicBezTo>
                    <a:pt x="428" y="1504"/>
                    <a:pt x="428" y="1504"/>
                    <a:pt x="428" y="1504"/>
                  </a:cubicBezTo>
                  <a:cubicBezTo>
                    <a:pt x="434" y="1505"/>
                    <a:pt x="440" y="1505"/>
                    <a:pt x="447" y="1505"/>
                  </a:cubicBezTo>
                  <a:cubicBezTo>
                    <a:pt x="507" y="1505"/>
                    <a:pt x="556" y="1457"/>
                    <a:pt x="556" y="1396"/>
                  </a:cubicBezTo>
                  <a:cubicBezTo>
                    <a:pt x="556" y="1384"/>
                    <a:pt x="554" y="1373"/>
                    <a:pt x="551" y="1362"/>
                  </a:cubicBezTo>
                  <a:cubicBezTo>
                    <a:pt x="752" y="1279"/>
                    <a:pt x="752" y="1279"/>
                    <a:pt x="752" y="1279"/>
                  </a:cubicBezTo>
                  <a:cubicBezTo>
                    <a:pt x="750" y="1273"/>
                    <a:pt x="747" y="1268"/>
                    <a:pt x="745" y="1262"/>
                  </a:cubicBezTo>
                  <a:cubicBezTo>
                    <a:pt x="544" y="1345"/>
                    <a:pt x="544" y="1345"/>
                    <a:pt x="544" y="1345"/>
                  </a:cubicBezTo>
                  <a:cubicBezTo>
                    <a:pt x="525" y="1311"/>
                    <a:pt x="489" y="1287"/>
                    <a:pt x="447" y="1287"/>
                  </a:cubicBezTo>
                  <a:cubicBezTo>
                    <a:pt x="421" y="1287"/>
                    <a:pt x="397" y="1296"/>
                    <a:pt x="379" y="1311"/>
                  </a:cubicBezTo>
                  <a:cubicBezTo>
                    <a:pt x="277" y="1226"/>
                    <a:pt x="277" y="1226"/>
                    <a:pt x="277" y="1226"/>
                  </a:cubicBezTo>
                  <a:cubicBezTo>
                    <a:pt x="292" y="1205"/>
                    <a:pt x="302" y="1180"/>
                    <a:pt x="305" y="1153"/>
                  </a:cubicBezTo>
                  <a:cubicBezTo>
                    <a:pt x="723" y="1153"/>
                    <a:pt x="723" y="1153"/>
                    <a:pt x="723" y="1153"/>
                  </a:cubicBezTo>
                  <a:cubicBezTo>
                    <a:pt x="722" y="1148"/>
                    <a:pt x="722" y="1143"/>
                    <a:pt x="722" y="1138"/>
                  </a:cubicBezTo>
                  <a:cubicBezTo>
                    <a:pt x="722" y="1133"/>
                    <a:pt x="722" y="1128"/>
                    <a:pt x="723" y="1123"/>
                  </a:cubicBezTo>
                  <a:cubicBezTo>
                    <a:pt x="305" y="1123"/>
                    <a:pt x="305" y="1123"/>
                    <a:pt x="305" y="1123"/>
                  </a:cubicBezTo>
                  <a:cubicBezTo>
                    <a:pt x="301" y="1083"/>
                    <a:pt x="281" y="1048"/>
                    <a:pt x="253" y="1023"/>
                  </a:cubicBezTo>
                  <a:cubicBezTo>
                    <a:pt x="312" y="942"/>
                    <a:pt x="312" y="942"/>
                    <a:pt x="312" y="942"/>
                  </a:cubicBezTo>
                  <a:cubicBezTo>
                    <a:pt x="325" y="947"/>
                    <a:pt x="340" y="950"/>
                    <a:pt x="355" y="950"/>
                  </a:cubicBezTo>
                  <a:cubicBezTo>
                    <a:pt x="397" y="950"/>
                    <a:pt x="433" y="927"/>
                    <a:pt x="451" y="892"/>
                  </a:cubicBezTo>
                  <a:cubicBezTo>
                    <a:pt x="745" y="1014"/>
                    <a:pt x="745" y="1014"/>
                    <a:pt x="745" y="1014"/>
                  </a:cubicBezTo>
                  <a:cubicBezTo>
                    <a:pt x="747" y="1008"/>
                    <a:pt x="750" y="1003"/>
                    <a:pt x="752" y="997"/>
                  </a:cubicBezTo>
                  <a:cubicBezTo>
                    <a:pt x="458" y="875"/>
                    <a:pt x="458" y="875"/>
                    <a:pt x="458" y="875"/>
                  </a:cubicBezTo>
                  <a:cubicBezTo>
                    <a:pt x="462" y="865"/>
                    <a:pt x="464" y="853"/>
                    <a:pt x="464" y="841"/>
                  </a:cubicBezTo>
                  <a:cubicBezTo>
                    <a:pt x="464" y="792"/>
                    <a:pt x="431" y="750"/>
                    <a:pt x="386" y="736"/>
                  </a:cubicBezTo>
                  <a:cubicBezTo>
                    <a:pt x="399" y="630"/>
                    <a:pt x="399" y="630"/>
                    <a:pt x="399" y="630"/>
                  </a:cubicBezTo>
                  <a:cubicBezTo>
                    <a:pt x="402" y="630"/>
                    <a:pt x="405" y="631"/>
                    <a:pt x="408" y="631"/>
                  </a:cubicBezTo>
                  <a:cubicBezTo>
                    <a:pt x="445" y="631"/>
                    <a:pt x="479" y="618"/>
                    <a:pt x="505" y="596"/>
                  </a:cubicBezTo>
                  <a:cubicBezTo>
                    <a:pt x="813" y="904"/>
                    <a:pt x="813" y="904"/>
                    <a:pt x="813" y="904"/>
                  </a:cubicBezTo>
                  <a:cubicBezTo>
                    <a:pt x="820" y="897"/>
                    <a:pt x="827" y="889"/>
                    <a:pt x="835" y="883"/>
                  </a:cubicBezTo>
                  <a:cubicBezTo>
                    <a:pt x="527" y="575"/>
                    <a:pt x="527" y="575"/>
                    <a:pt x="527" y="575"/>
                  </a:cubicBezTo>
                  <a:cubicBezTo>
                    <a:pt x="540" y="558"/>
                    <a:pt x="550" y="539"/>
                    <a:pt x="556" y="518"/>
                  </a:cubicBezTo>
                  <a:cubicBezTo>
                    <a:pt x="701" y="530"/>
                    <a:pt x="701" y="530"/>
                    <a:pt x="701" y="530"/>
                  </a:cubicBezTo>
                  <a:cubicBezTo>
                    <a:pt x="706" y="587"/>
                    <a:pt x="753" y="631"/>
                    <a:pt x="810" y="631"/>
                  </a:cubicBezTo>
                  <a:cubicBezTo>
                    <a:pt x="823" y="631"/>
                    <a:pt x="835" y="628"/>
                    <a:pt x="846" y="624"/>
                  </a:cubicBezTo>
                  <a:cubicBezTo>
                    <a:pt x="928" y="822"/>
                    <a:pt x="928" y="822"/>
                    <a:pt x="928" y="822"/>
                  </a:cubicBezTo>
                  <a:cubicBezTo>
                    <a:pt x="933" y="819"/>
                    <a:pt x="939" y="817"/>
                    <a:pt x="944" y="815"/>
                  </a:cubicBezTo>
                  <a:cubicBezTo>
                    <a:pt x="863" y="617"/>
                    <a:pt x="863" y="617"/>
                    <a:pt x="863" y="617"/>
                  </a:cubicBezTo>
                  <a:cubicBezTo>
                    <a:pt x="896" y="599"/>
                    <a:pt x="919" y="563"/>
                    <a:pt x="919" y="521"/>
                  </a:cubicBezTo>
                  <a:cubicBezTo>
                    <a:pt x="919" y="491"/>
                    <a:pt x="907" y="464"/>
                    <a:pt x="887" y="444"/>
                  </a:cubicBezTo>
                  <a:cubicBezTo>
                    <a:pt x="996" y="287"/>
                    <a:pt x="996" y="287"/>
                    <a:pt x="996" y="287"/>
                  </a:cubicBezTo>
                  <a:cubicBezTo>
                    <a:pt x="1013" y="297"/>
                    <a:pt x="1033" y="303"/>
                    <a:pt x="1053" y="305"/>
                  </a:cubicBezTo>
                  <a:cubicBezTo>
                    <a:pt x="1053" y="792"/>
                    <a:pt x="1053" y="792"/>
                    <a:pt x="1053" y="792"/>
                  </a:cubicBezTo>
                  <a:cubicBezTo>
                    <a:pt x="1058" y="792"/>
                    <a:pt x="1063" y="792"/>
                    <a:pt x="1068" y="792"/>
                  </a:cubicBezTo>
                  <a:cubicBezTo>
                    <a:pt x="1073" y="792"/>
                    <a:pt x="1078" y="792"/>
                    <a:pt x="1083" y="792"/>
                  </a:cubicBezTo>
                  <a:cubicBezTo>
                    <a:pt x="1083" y="305"/>
                    <a:pt x="1083" y="305"/>
                    <a:pt x="1083" y="305"/>
                  </a:cubicBezTo>
                  <a:cubicBezTo>
                    <a:pt x="1112" y="302"/>
                    <a:pt x="1138" y="292"/>
                    <a:pt x="1159" y="276"/>
                  </a:cubicBezTo>
                  <a:cubicBezTo>
                    <a:pt x="1266" y="373"/>
                    <a:pt x="1266" y="373"/>
                    <a:pt x="1266" y="373"/>
                  </a:cubicBezTo>
                  <a:cubicBezTo>
                    <a:pt x="1258" y="388"/>
                    <a:pt x="1253" y="406"/>
                    <a:pt x="1253" y="424"/>
                  </a:cubicBezTo>
                  <a:cubicBezTo>
                    <a:pt x="1253" y="467"/>
                    <a:pt x="1278" y="504"/>
                    <a:pt x="1314" y="522"/>
                  </a:cubicBezTo>
                  <a:cubicBezTo>
                    <a:pt x="1193" y="815"/>
                    <a:pt x="1193" y="815"/>
                    <a:pt x="1193" y="815"/>
                  </a:cubicBezTo>
                  <a:cubicBezTo>
                    <a:pt x="1198" y="817"/>
                    <a:pt x="1204" y="819"/>
                    <a:pt x="1209" y="822"/>
                  </a:cubicBezTo>
                  <a:cubicBezTo>
                    <a:pt x="1331" y="529"/>
                    <a:pt x="1331" y="529"/>
                    <a:pt x="1331" y="529"/>
                  </a:cubicBezTo>
                  <a:cubicBezTo>
                    <a:pt x="1341" y="532"/>
                    <a:pt x="1351" y="533"/>
                    <a:pt x="1363" y="533"/>
                  </a:cubicBezTo>
                  <a:cubicBezTo>
                    <a:pt x="1409" y="533"/>
                    <a:pt x="1448" y="505"/>
                    <a:pt x="1464" y="464"/>
                  </a:cubicBezTo>
                  <a:cubicBezTo>
                    <a:pt x="1559" y="472"/>
                    <a:pt x="1559" y="472"/>
                    <a:pt x="1559" y="472"/>
                  </a:cubicBezTo>
                  <a:cubicBezTo>
                    <a:pt x="1558" y="477"/>
                    <a:pt x="1558" y="483"/>
                    <a:pt x="1558" y="488"/>
                  </a:cubicBezTo>
                  <a:cubicBezTo>
                    <a:pt x="1558" y="527"/>
                    <a:pt x="1572" y="562"/>
                    <a:pt x="1596" y="589"/>
                  </a:cubicBezTo>
                  <a:cubicBezTo>
                    <a:pt x="1302" y="883"/>
                    <a:pt x="1302" y="883"/>
                    <a:pt x="1302" y="883"/>
                  </a:cubicBezTo>
                  <a:cubicBezTo>
                    <a:pt x="1310" y="889"/>
                    <a:pt x="1317" y="897"/>
                    <a:pt x="1324" y="904"/>
                  </a:cubicBezTo>
                  <a:cubicBezTo>
                    <a:pt x="1618" y="610"/>
                    <a:pt x="1618" y="610"/>
                    <a:pt x="1618" y="610"/>
                  </a:cubicBezTo>
                  <a:cubicBezTo>
                    <a:pt x="1639" y="625"/>
                    <a:pt x="1664" y="636"/>
                    <a:pt x="1691" y="640"/>
                  </a:cubicBezTo>
                  <a:cubicBezTo>
                    <a:pt x="1678" y="771"/>
                    <a:pt x="1678" y="771"/>
                    <a:pt x="1678" y="771"/>
                  </a:cubicBezTo>
                  <a:cubicBezTo>
                    <a:pt x="1623" y="777"/>
                    <a:pt x="1581" y="823"/>
                    <a:pt x="1581" y="879"/>
                  </a:cubicBezTo>
                  <a:cubicBezTo>
                    <a:pt x="1581" y="891"/>
                    <a:pt x="1583" y="903"/>
                    <a:pt x="1586" y="914"/>
                  </a:cubicBezTo>
                  <a:cubicBezTo>
                    <a:pt x="1385" y="997"/>
                    <a:pt x="1385" y="997"/>
                    <a:pt x="1385" y="997"/>
                  </a:cubicBezTo>
                  <a:cubicBezTo>
                    <a:pt x="1387" y="1003"/>
                    <a:pt x="1390" y="1008"/>
                    <a:pt x="1392" y="1014"/>
                  </a:cubicBezTo>
                  <a:cubicBezTo>
                    <a:pt x="1593" y="930"/>
                    <a:pt x="1593" y="930"/>
                    <a:pt x="1593" y="930"/>
                  </a:cubicBezTo>
                  <a:cubicBezTo>
                    <a:pt x="1612" y="965"/>
                    <a:pt x="1648" y="989"/>
                    <a:pt x="1690" y="989"/>
                  </a:cubicBezTo>
                  <a:cubicBezTo>
                    <a:pt x="1719" y="989"/>
                    <a:pt x="1745" y="978"/>
                    <a:pt x="1764" y="960"/>
                  </a:cubicBezTo>
                  <a:cubicBezTo>
                    <a:pt x="1983" y="1078"/>
                    <a:pt x="1983" y="1078"/>
                    <a:pt x="1983" y="1078"/>
                  </a:cubicBezTo>
                  <a:cubicBezTo>
                    <a:pt x="1978" y="1092"/>
                    <a:pt x="1974" y="1107"/>
                    <a:pt x="1973" y="1123"/>
                  </a:cubicBezTo>
                  <a:cubicBezTo>
                    <a:pt x="1414" y="1123"/>
                    <a:pt x="1414" y="1123"/>
                    <a:pt x="1414" y="1123"/>
                  </a:cubicBezTo>
                  <a:cubicBezTo>
                    <a:pt x="1415" y="1128"/>
                    <a:pt x="1415" y="1133"/>
                    <a:pt x="1415" y="1138"/>
                  </a:cubicBezTo>
                  <a:cubicBezTo>
                    <a:pt x="1415" y="1143"/>
                    <a:pt x="1415" y="1148"/>
                    <a:pt x="1414" y="1153"/>
                  </a:cubicBezTo>
                  <a:cubicBezTo>
                    <a:pt x="1973" y="1153"/>
                    <a:pt x="1973" y="1153"/>
                    <a:pt x="1973" y="1153"/>
                  </a:cubicBezTo>
                  <a:cubicBezTo>
                    <a:pt x="1978" y="1193"/>
                    <a:pt x="1998" y="1229"/>
                    <a:pt x="2028" y="1253"/>
                  </a:cubicBezTo>
                  <a:lnTo>
                    <a:pt x="1940" y="1369"/>
                  </a:lnTo>
                  <a:close/>
                  <a:moveTo>
                    <a:pt x="1350" y="1031"/>
                  </a:moveTo>
                  <a:cubicBezTo>
                    <a:pt x="1348" y="1025"/>
                    <a:pt x="1345" y="1020"/>
                    <a:pt x="1343" y="1014"/>
                  </a:cubicBezTo>
                  <a:cubicBezTo>
                    <a:pt x="1330" y="985"/>
                    <a:pt x="1313" y="959"/>
                    <a:pt x="1292" y="936"/>
                  </a:cubicBezTo>
                  <a:cubicBezTo>
                    <a:pt x="1285" y="928"/>
                    <a:pt x="1278" y="921"/>
                    <a:pt x="1270" y="915"/>
                  </a:cubicBezTo>
                  <a:cubicBezTo>
                    <a:pt x="1247" y="894"/>
                    <a:pt x="1221" y="876"/>
                    <a:pt x="1192" y="863"/>
                  </a:cubicBezTo>
                  <a:cubicBezTo>
                    <a:pt x="1186" y="861"/>
                    <a:pt x="1181" y="858"/>
                    <a:pt x="1175" y="856"/>
                  </a:cubicBezTo>
                  <a:cubicBezTo>
                    <a:pt x="1147" y="845"/>
                    <a:pt x="1116" y="839"/>
                    <a:pt x="1083" y="837"/>
                  </a:cubicBezTo>
                  <a:cubicBezTo>
                    <a:pt x="1079" y="837"/>
                    <a:pt x="1073" y="837"/>
                    <a:pt x="1068" y="837"/>
                  </a:cubicBezTo>
                  <a:cubicBezTo>
                    <a:pt x="1063" y="837"/>
                    <a:pt x="1058" y="837"/>
                    <a:pt x="1053" y="837"/>
                  </a:cubicBezTo>
                  <a:cubicBezTo>
                    <a:pt x="1021" y="839"/>
                    <a:pt x="990" y="845"/>
                    <a:pt x="962" y="856"/>
                  </a:cubicBezTo>
                  <a:cubicBezTo>
                    <a:pt x="956" y="858"/>
                    <a:pt x="950" y="861"/>
                    <a:pt x="945" y="863"/>
                  </a:cubicBezTo>
                  <a:cubicBezTo>
                    <a:pt x="916" y="876"/>
                    <a:pt x="890" y="894"/>
                    <a:pt x="866" y="915"/>
                  </a:cubicBezTo>
                  <a:cubicBezTo>
                    <a:pt x="859" y="921"/>
                    <a:pt x="852" y="928"/>
                    <a:pt x="845" y="936"/>
                  </a:cubicBezTo>
                  <a:cubicBezTo>
                    <a:pt x="824" y="959"/>
                    <a:pt x="807" y="985"/>
                    <a:pt x="794" y="1014"/>
                  </a:cubicBezTo>
                  <a:cubicBezTo>
                    <a:pt x="791" y="1020"/>
                    <a:pt x="789" y="1025"/>
                    <a:pt x="787" y="1031"/>
                  </a:cubicBezTo>
                  <a:cubicBezTo>
                    <a:pt x="776" y="1060"/>
                    <a:pt x="769" y="1091"/>
                    <a:pt x="768" y="1123"/>
                  </a:cubicBezTo>
                  <a:cubicBezTo>
                    <a:pt x="767" y="1128"/>
                    <a:pt x="767" y="1133"/>
                    <a:pt x="767" y="1138"/>
                  </a:cubicBezTo>
                  <a:cubicBezTo>
                    <a:pt x="767" y="1143"/>
                    <a:pt x="767" y="1148"/>
                    <a:pt x="768" y="1153"/>
                  </a:cubicBezTo>
                  <a:cubicBezTo>
                    <a:pt x="769" y="1185"/>
                    <a:pt x="776" y="1216"/>
                    <a:pt x="787" y="1245"/>
                  </a:cubicBezTo>
                  <a:cubicBezTo>
                    <a:pt x="789" y="1250"/>
                    <a:pt x="791" y="1256"/>
                    <a:pt x="794" y="1261"/>
                  </a:cubicBezTo>
                  <a:cubicBezTo>
                    <a:pt x="807" y="1290"/>
                    <a:pt x="824" y="1317"/>
                    <a:pt x="845" y="1340"/>
                  </a:cubicBezTo>
                  <a:cubicBezTo>
                    <a:pt x="852" y="1347"/>
                    <a:pt x="859" y="1354"/>
                    <a:pt x="866" y="1361"/>
                  </a:cubicBezTo>
                  <a:cubicBezTo>
                    <a:pt x="890" y="1382"/>
                    <a:pt x="916" y="1399"/>
                    <a:pt x="945" y="1412"/>
                  </a:cubicBezTo>
                  <a:cubicBezTo>
                    <a:pt x="950" y="1415"/>
                    <a:pt x="956" y="1417"/>
                    <a:pt x="962" y="1419"/>
                  </a:cubicBezTo>
                  <a:cubicBezTo>
                    <a:pt x="990" y="1430"/>
                    <a:pt x="1021" y="1437"/>
                    <a:pt x="1053" y="1439"/>
                  </a:cubicBezTo>
                  <a:cubicBezTo>
                    <a:pt x="1058" y="1439"/>
                    <a:pt x="1063" y="1439"/>
                    <a:pt x="1068" y="1439"/>
                  </a:cubicBezTo>
                  <a:cubicBezTo>
                    <a:pt x="1073" y="1439"/>
                    <a:pt x="1079" y="1439"/>
                    <a:pt x="1083" y="1439"/>
                  </a:cubicBezTo>
                  <a:cubicBezTo>
                    <a:pt x="1116" y="1437"/>
                    <a:pt x="1147" y="1430"/>
                    <a:pt x="1175" y="1419"/>
                  </a:cubicBezTo>
                  <a:cubicBezTo>
                    <a:pt x="1181" y="1417"/>
                    <a:pt x="1186" y="1415"/>
                    <a:pt x="1192" y="1412"/>
                  </a:cubicBezTo>
                  <a:cubicBezTo>
                    <a:pt x="1221" y="1399"/>
                    <a:pt x="1247" y="1382"/>
                    <a:pt x="1270" y="1361"/>
                  </a:cubicBezTo>
                  <a:cubicBezTo>
                    <a:pt x="1278" y="1354"/>
                    <a:pt x="1285" y="1347"/>
                    <a:pt x="1292" y="1340"/>
                  </a:cubicBezTo>
                  <a:cubicBezTo>
                    <a:pt x="1313" y="1317"/>
                    <a:pt x="1330" y="1290"/>
                    <a:pt x="1343" y="1261"/>
                  </a:cubicBezTo>
                  <a:cubicBezTo>
                    <a:pt x="1345" y="1256"/>
                    <a:pt x="1348" y="1250"/>
                    <a:pt x="1350" y="1245"/>
                  </a:cubicBezTo>
                  <a:cubicBezTo>
                    <a:pt x="1361" y="1216"/>
                    <a:pt x="1368" y="1185"/>
                    <a:pt x="1369" y="1153"/>
                  </a:cubicBezTo>
                  <a:cubicBezTo>
                    <a:pt x="1369" y="1148"/>
                    <a:pt x="1370" y="1143"/>
                    <a:pt x="1370" y="1138"/>
                  </a:cubicBezTo>
                  <a:cubicBezTo>
                    <a:pt x="1370" y="1133"/>
                    <a:pt x="1369" y="1128"/>
                    <a:pt x="1369" y="1123"/>
                  </a:cubicBezTo>
                  <a:cubicBezTo>
                    <a:pt x="1368" y="1091"/>
                    <a:pt x="1361" y="1060"/>
                    <a:pt x="1350" y="1031"/>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599" dirty="0"/>
            </a:p>
          </p:txBody>
        </p:sp>
        <p:sp>
          <p:nvSpPr>
            <p:cNvPr id="127" name="Freeform 124"/>
            <p:cNvSpPr>
              <a:spLocks/>
            </p:cNvSpPr>
            <p:nvPr/>
          </p:nvSpPr>
          <p:spPr bwMode="black">
            <a:xfrm>
              <a:off x="3156722" y="2803909"/>
              <a:ext cx="765405" cy="573903"/>
            </a:xfrm>
            <a:custGeom>
              <a:avLst/>
              <a:gdLst>
                <a:gd name="T0" fmla="*/ 313 w 315"/>
                <a:gd name="T1" fmla="*/ 135 h 236"/>
                <a:gd name="T2" fmla="*/ 300 w 315"/>
                <a:gd name="T3" fmla="*/ 125 h 236"/>
                <a:gd name="T4" fmla="*/ 294 w 315"/>
                <a:gd name="T5" fmla="*/ 122 h 236"/>
                <a:gd name="T6" fmla="*/ 124 w 315"/>
                <a:gd name="T7" fmla="*/ 58 h 236"/>
                <a:gd name="T8" fmla="*/ 125 w 315"/>
                <a:gd name="T9" fmla="*/ 56 h 236"/>
                <a:gd name="T10" fmla="*/ 100 w 315"/>
                <a:gd name="T11" fmla="*/ 39 h 236"/>
                <a:gd name="T12" fmla="*/ 153 w 315"/>
                <a:gd name="T13" fmla="*/ 11 h 236"/>
                <a:gd name="T14" fmla="*/ 103 w 315"/>
                <a:gd name="T15" fmla="*/ 8 h 236"/>
                <a:gd name="T16" fmla="*/ 61 w 315"/>
                <a:gd name="T17" fmla="*/ 44 h 236"/>
                <a:gd name="T18" fmla="*/ 54 w 315"/>
                <a:gd name="T19" fmla="*/ 85 h 236"/>
                <a:gd name="T20" fmla="*/ 37 w 315"/>
                <a:gd name="T21" fmla="*/ 112 h 236"/>
                <a:gd name="T22" fmla="*/ 56 w 315"/>
                <a:gd name="T23" fmla="*/ 133 h 236"/>
                <a:gd name="T24" fmla="*/ 63 w 315"/>
                <a:gd name="T25" fmla="*/ 135 h 236"/>
                <a:gd name="T26" fmla="*/ 35 w 315"/>
                <a:gd name="T27" fmla="*/ 135 h 236"/>
                <a:gd name="T28" fmla="*/ 31 w 315"/>
                <a:gd name="T29" fmla="*/ 141 h 236"/>
                <a:gd name="T30" fmla="*/ 35 w 315"/>
                <a:gd name="T31" fmla="*/ 147 h 236"/>
                <a:gd name="T32" fmla="*/ 50 w 315"/>
                <a:gd name="T33" fmla="*/ 147 h 236"/>
                <a:gd name="T34" fmla="*/ 50 w 315"/>
                <a:gd name="T35" fmla="*/ 176 h 236"/>
                <a:gd name="T36" fmla="*/ 0 w 315"/>
                <a:gd name="T37" fmla="*/ 176 h 236"/>
                <a:gd name="T38" fmla="*/ 0 w 315"/>
                <a:gd name="T39" fmla="*/ 236 h 236"/>
                <a:gd name="T40" fmla="*/ 227 w 315"/>
                <a:gd name="T41" fmla="*/ 236 h 236"/>
                <a:gd name="T42" fmla="*/ 227 w 315"/>
                <a:gd name="T43" fmla="*/ 176 h 236"/>
                <a:gd name="T44" fmla="*/ 61 w 315"/>
                <a:gd name="T45" fmla="*/ 176 h 236"/>
                <a:gd name="T46" fmla="*/ 61 w 315"/>
                <a:gd name="T47" fmla="*/ 147 h 236"/>
                <a:gd name="T48" fmla="*/ 75 w 315"/>
                <a:gd name="T49" fmla="*/ 147 h 236"/>
                <a:gd name="T50" fmla="*/ 79 w 315"/>
                <a:gd name="T51" fmla="*/ 141 h 236"/>
                <a:gd name="T52" fmla="*/ 75 w 315"/>
                <a:gd name="T53" fmla="*/ 135 h 236"/>
                <a:gd name="T54" fmla="*/ 70 w 315"/>
                <a:gd name="T55" fmla="*/ 135 h 236"/>
                <a:gd name="T56" fmla="*/ 77 w 315"/>
                <a:gd name="T57" fmla="*/ 127 h 236"/>
                <a:gd name="T58" fmla="*/ 84 w 315"/>
                <a:gd name="T59" fmla="*/ 93 h 236"/>
                <a:gd name="T60" fmla="*/ 112 w 315"/>
                <a:gd name="T61" fmla="*/ 93 h 236"/>
                <a:gd name="T62" fmla="*/ 113 w 315"/>
                <a:gd name="T63" fmla="*/ 90 h 236"/>
                <a:gd name="T64" fmla="*/ 282 w 315"/>
                <a:gd name="T65" fmla="*/ 154 h 236"/>
                <a:gd name="T66" fmla="*/ 289 w 315"/>
                <a:gd name="T67" fmla="*/ 156 h 236"/>
                <a:gd name="T68" fmla="*/ 305 w 315"/>
                <a:gd name="T69" fmla="*/ 156 h 236"/>
                <a:gd name="T70" fmla="*/ 314 w 315"/>
                <a:gd name="T71" fmla="*/ 145 h 236"/>
                <a:gd name="T72" fmla="*/ 313 w 315"/>
                <a:gd name="T73" fmla="*/ 13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5" h="236">
                  <a:moveTo>
                    <a:pt x="313" y="135"/>
                  </a:moveTo>
                  <a:cubicBezTo>
                    <a:pt x="311" y="131"/>
                    <a:pt x="306" y="127"/>
                    <a:pt x="300" y="125"/>
                  </a:cubicBezTo>
                  <a:cubicBezTo>
                    <a:pt x="298" y="124"/>
                    <a:pt x="296" y="123"/>
                    <a:pt x="294" y="122"/>
                  </a:cubicBezTo>
                  <a:cubicBezTo>
                    <a:pt x="237" y="101"/>
                    <a:pt x="181" y="80"/>
                    <a:pt x="124" y="58"/>
                  </a:cubicBezTo>
                  <a:cubicBezTo>
                    <a:pt x="125" y="56"/>
                    <a:pt x="125" y="56"/>
                    <a:pt x="125" y="56"/>
                  </a:cubicBezTo>
                  <a:cubicBezTo>
                    <a:pt x="132" y="52"/>
                    <a:pt x="104" y="51"/>
                    <a:pt x="100" y="39"/>
                  </a:cubicBezTo>
                  <a:cubicBezTo>
                    <a:pt x="96" y="26"/>
                    <a:pt x="146" y="14"/>
                    <a:pt x="153" y="11"/>
                  </a:cubicBezTo>
                  <a:cubicBezTo>
                    <a:pt x="161" y="7"/>
                    <a:pt x="125" y="0"/>
                    <a:pt x="103" y="8"/>
                  </a:cubicBezTo>
                  <a:cubicBezTo>
                    <a:pt x="81" y="16"/>
                    <a:pt x="69" y="29"/>
                    <a:pt x="61" y="44"/>
                  </a:cubicBezTo>
                  <a:cubicBezTo>
                    <a:pt x="53" y="58"/>
                    <a:pt x="55" y="77"/>
                    <a:pt x="54" y="85"/>
                  </a:cubicBezTo>
                  <a:cubicBezTo>
                    <a:pt x="54" y="92"/>
                    <a:pt x="40" y="104"/>
                    <a:pt x="37" y="112"/>
                  </a:cubicBezTo>
                  <a:cubicBezTo>
                    <a:pt x="32" y="125"/>
                    <a:pt x="46" y="129"/>
                    <a:pt x="56" y="133"/>
                  </a:cubicBezTo>
                  <a:cubicBezTo>
                    <a:pt x="59" y="134"/>
                    <a:pt x="61" y="135"/>
                    <a:pt x="63" y="135"/>
                  </a:cubicBezTo>
                  <a:cubicBezTo>
                    <a:pt x="35" y="135"/>
                    <a:pt x="35" y="135"/>
                    <a:pt x="35" y="135"/>
                  </a:cubicBezTo>
                  <a:cubicBezTo>
                    <a:pt x="33" y="135"/>
                    <a:pt x="31" y="138"/>
                    <a:pt x="31" y="141"/>
                  </a:cubicBezTo>
                  <a:cubicBezTo>
                    <a:pt x="31" y="144"/>
                    <a:pt x="33" y="147"/>
                    <a:pt x="35" y="147"/>
                  </a:cubicBezTo>
                  <a:cubicBezTo>
                    <a:pt x="50" y="147"/>
                    <a:pt x="50" y="147"/>
                    <a:pt x="50" y="147"/>
                  </a:cubicBezTo>
                  <a:cubicBezTo>
                    <a:pt x="50" y="176"/>
                    <a:pt x="50" y="176"/>
                    <a:pt x="50" y="176"/>
                  </a:cubicBezTo>
                  <a:cubicBezTo>
                    <a:pt x="0" y="176"/>
                    <a:pt x="0" y="176"/>
                    <a:pt x="0" y="176"/>
                  </a:cubicBezTo>
                  <a:cubicBezTo>
                    <a:pt x="0" y="236"/>
                    <a:pt x="0" y="236"/>
                    <a:pt x="0" y="236"/>
                  </a:cubicBezTo>
                  <a:cubicBezTo>
                    <a:pt x="227" y="236"/>
                    <a:pt x="227" y="236"/>
                    <a:pt x="227" y="236"/>
                  </a:cubicBezTo>
                  <a:cubicBezTo>
                    <a:pt x="227" y="176"/>
                    <a:pt x="227" y="176"/>
                    <a:pt x="227" y="176"/>
                  </a:cubicBezTo>
                  <a:cubicBezTo>
                    <a:pt x="61" y="176"/>
                    <a:pt x="61" y="176"/>
                    <a:pt x="61" y="176"/>
                  </a:cubicBezTo>
                  <a:cubicBezTo>
                    <a:pt x="61" y="147"/>
                    <a:pt x="61" y="147"/>
                    <a:pt x="61" y="147"/>
                  </a:cubicBezTo>
                  <a:cubicBezTo>
                    <a:pt x="75" y="147"/>
                    <a:pt x="75" y="147"/>
                    <a:pt x="75" y="147"/>
                  </a:cubicBezTo>
                  <a:cubicBezTo>
                    <a:pt x="77" y="147"/>
                    <a:pt x="79" y="144"/>
                    <a:pt x="79" y="141"/>
                  </a:cubicBezTo>
                  <a:cubicBezTo>
                    <a:pt x="79" y="138"/>
                    <a:pt x="77" y="135"/>
                    <a:pt x="75" y="135"/>
                  </a:cubicBezTo>
                  <a:cubicBezTo>
                    <a:pt x="70" y="135"/>
                    <a:pt x="70" y="135"/>
                    <a:pt x="70" y="135"/>
                  </a:cubicBezTo>
                  <a:cubicBezTo>
                    <a:pt x="73" y="134"/>
                    <a:pt x="75" y="132"/>
                    <a:pt x="77" y="127"/>
                  </a:cubicBezTo>
                  <a:cubicBezTo>
                    <a:pt x="82" y="118"/>
                    <a:pt x="76" y="104"/>
                    <a:pt x="84" y="93"/>
                  </a:cubicBezTo>
                  <a:cubicBezTo>
                    <a:pt x="91" y="83"/>
                    <a:pt x="112" y="93"/>
                    <a:pt x="112" y="93"/>
                  </a:cubicBezTo>
                  <a:cubicBezTo>
                    <a:pt x="113" y="90"/>
                    <a:pt x="113" y="90"/>
                    <a:pt x="113" y="90"/>
                  </a:cubicBezTo>
                  <a:cubicBezTo>
                    <a:pt x="170" y="111"/>
                    <a:pt x="226" y="132"/>
                    <a:pt x="282" y="154"/>
                  </a:cubicBezTo>
                  <a:cubicBezTo>
                    <a:pt x="284" y="154"/>
                    <a:pt x="287" y="155"/>
                    <a:pt x="289" y="156"/>
                  </a:cubicBezTo>
                  <a:cubicBezTo>
                    <a:pt x="294" y="158"/>
                    <a:pt x="300" y="158"/>
                    <a:pt x="305" y="156"/>
                  </a:cubicBezTo>
                  <a:cubicBezTo>
                    <a:pt x="310" y="154"/>
                    <a:pt x="314" y="150"/>
                    <a:pt x="314" y="145"/>
                  </a:cubicBezTo>
                  <a:cubicBezTo>
                    <a:pt x="315" y="142"/>
                    <a:pt x="314" y="138"/>
                    <a:pt x="313" y="135"/>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599" dirty="0"/>
            </a:p>
          </p:txBody>
        </p:sp>
        <p:grpSp>
          <p:nvGrpSpPr>
            <p:cNvPr id="128" name="Group 127"/>
            <p:cNvGrpSpPr/>
            <p:nvPr userDrawn="1"/>
          </p:nvGrpSpPr>
          <p:grpSpPr bwMode="black">
            <a:xfrm>
              <a:off x="1323936" y="1725596"/>
              <a:ext cx="310810" cy="759515"/>
              <a:chOff x="3233738" y="168276"/>
              <a:chExt cx="2651125" cy="6480174"/>
            </a:xfrm>
            <a:solidFill>
              <a:schemeClr val="bg1"/>
            </a:solidFill>
            <a:effectLst>
              <a:outerShdw blurRad="63500" sx="102000" sy="102000" algn="ctr" rotWithShape="0">
                <a:prstClr val="black">
                  <a:alpha val="40000"/>
                </a:prstClr>
              </a:outerShdw>
            </a:effectLst>
          </p:grpSpPr>
          <p:sp>
            <p:nvSpPr>
              <p:cNvPr id="145" name="Freeform 212"/>
              <p:cNvSpPr>
                <a:spLocks/>
              </p:cNvSpPr>
              <p:nvPr/>
            </p:nvSpPr>
            <p:spPr bwMode="black">
              <a:xfrm>
                <a:off x="3679825" y="5110163"/>
                <a:ext cx="2028825" cy="1538287"/>
              </a:xfrm>
              <a:custGeom>
                <a:avLst/>
                <a:gdLst>
                  <a:gd name="T0" fmla="*/ 422 w 541"/>
                  <a:gd name="T1" fmla="*/ 196 h 410"/>
                  <a:gd name="T2" fmla="*/ 536 w 541"/>
                  <a:gd name="T3" fmla="*/ 14 h 410"/>
                  <a:gd name="T4" fmla="*/ 528 w 541"/>
                  <a:gd name="T5" fmla="*/ 0 h 410"/>
                  <a:gd name="T6" fmla="*/ 12 w 541"/>
                  <a:gd name="T7" fmla="*/ 0 h 410"/>
                  <a:gd name="T8" fmla="*/ 5 w 541"/>
                  <a:gd name="T9" fmla="*/ 14 h 410"/>
                  <a:gd name="T10" fmla="*/ 138 w 541"/>
                  <a:gd name="T11" fmla="*/ 197 h 410"/>
                  <a:gd name="T12" fmla="*/ 149 w 541"/>
                  <a:gd name="T13" fmla="*/ 206 h 410"/>
                  <a:gd name="T14" fmla="*/ 142 w 541"/>
                  <a:gd name="T15" fmla="*/ 229 h 410"/>
                  <a:gd name="T16" fmla="*/ 152 w 541"/>
                  <a:gd name="T17" fmla="*/ 256 h 410"/>
                  <a:gd name="T18" fmla="*/ 142 w 541"/>
                  <a:gd name="T19" fmla="*/ 282 h 410"/>
                  <a:gd name="T20" fmla="*/ 152 w 541"/>
                  <a:gd name="T21" fmla="*/ 309 h 410"/>
                  <a:gd name="T22" fmla="*/ 142 w 541"/>
                  <a:gd name="T23" fmla="*/ 336 h 410"/>
                  <a:gd name="T24" fmla="*/ 184 w 541"/>
                  <a:gd name="T25" fmla="*/ 377 h 410"/>
                  <a:gd name="T26" fmla="*/ 212 w 541"/>
                  <a:gd name="T27" fmla="*/ 377 h 410"/>
                  <a:gd name="T28" fmla="*/ 234 w 541"/>
                  <a:gd name="T29" fmla="*/ 407 h 410"/>
                  <a:gd name="T30" fmla="*/ 240 w 541"/>
                  <a:gd name="T31" fmla="*/ 410 h 410"/>
                  <a:gd name="T32" fmla="*/ 335 w 541"/>
                  <a:gd name="T33" fmla="*/ 410 h 410"/>
                  <a:gd name="T34" fmla="*/ 341 w 541"/>
                  <a:gd name="T35" fmla="*/ 407 h 410"/>
                  <a:gd name="T36" fmla="*/ 360 w 541"/>
                  <a:gd name="T37" fmla="*/ 377 h 410"/>
                  <a:gd name="T38" fmla="*/ 384 w 541"/>
                  <a:gd name="T39" fmla="*/ 377 h 410"/>
                  <a:gd name="T40" fmla="*/ 425 w 541"/>
                  <a:gd name="T41" fmla="*/ 336 h 410"/>
                  <a:gd name="T42" fmla="*/ 415 w 541"/>
                  <a:gd name="T43" fmla="*/ 309 h 410"/>
                  <a:gd name="T44" fmla="*/ 425 w 541"/>
                  <a:gd name="T45" fmla="*/ 282 h 410"/>
                  <a:gd name="T46" fmla="*/ 415 w 541"/>
                  <a:gd name="T47" fmla="*/ 256 h 410"/>
                  <a:gd name="T48" fmla="*/ 425 w 541"/>
                  <a:gd name="T49" fmla="*/ 229 h 410"/>
                  <a:gd name="T50" fmla="*/ 416 w 541"/>
                  <a:gd name="T51" fmla="*/ 203 h 410"/>
                  <a:gd name="T52" fmla="*/ 422 w 541"/>
                  <a:gd name="T53" fmla="*/ 196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1" h="410">
                    <a:moveTo>
                      <a:pt x="422" y="196"/>
                    </a:moveTo>
                    <a:cubicBezTo>
                      <a:pt x="536" y="14"/>
                      <a:pt x="536" y="14"/>
                      <a:pt x="536" y="14"/>
                    </a:cubicBezTo>
                    <a:cubicBezTo>
                      <a:pt x="541" y="7"/>
                      <a:pt x="537" y="0"/>
                      <a:pt x="528" y="0"/>
                    </a:cubicBezTo>
                    <a:cubicBezTo>
                      <a:pt x="12" y="0"/>
                      <a:pt x="12" y="0"/>
                      <a:pt x="12" y="0"/>
                    </a:cubicBezTo>
                    <a:cubicBezTo>
                      <a:pt x="3" y="0"/>
                      <a:pt x="0" y="6"/>
                      <a:pt x="5" y="14"/>
                    </a:cubicBezTo>
                    <a:cubicBezTo>
                      <a:pt x="138" y="197"/>
                      <a:pt x="138" y="197"/>
                      <a:pt x="138" y="197"/>
                    </a:cubicBezTo>
                    <a:cubicBezTo>
                      <a:pt x="140" y="201"/>
                      <a:pt x="145" y="204"/>
                      <a:pt x="149" y="206"/>
                    </a:cubicBezTo>
                    <a:cubicBezTo>
                      <a:pt x="145" y="213"/>
                      <a:pt x="142" y="221"/>
                      <a:pt x="142" y="229"/>
                    </a:cubicBezTo>
                    <a:cubicBezTo>
                      <a:pt x="142" y="239"/>
                      <a:pt x="146" y="248"/>
                      <a:pt x="152" y="256"/>
                    </a:cubicBezTo>
                    <a:cubicBezTo>
                      <a:pt x="146" y="263"/>
                      <a:pt x="142" y="272"/>
                      <a:pt x="142" y="282"/>
                    </a:cubicBezTo>
                    <a:cubicBezTo>
                      <a:pt x="142" y="293"/>
                      <a:pt x="146" y="302"/>
                      <a:pt x="152" y="309"/>
                    </a:cubicBezTo>
                    <a:cubicBezTo>
                      <a:pt x="146" y="316"/>
                      <a:pt x="142" y="326"/>
                      <a:pt x="142" y="336"/>
                    </a:cubicBezTo>
                    <a:cubicBezTo>
                      <a:pt x="142" y="359"/>
                      <a:pt x="161" y="377"/>
                      <a:pt x="184" y="377"/>
                    </a:cubicBezTo>
                    <a:cubicBezTo>
                      <a:pt x="212" y="377"/>
                      <a:pt x="212" y="377"/>
                      <a:pt x="212" y="377"/>
                    </a:cubicBezTo>
                    <a:cubicBezTo>
                      <a:pt x="234" y="407"/>
                      <a:pt x="234" y="407"/>
                      <a:pt x="234" y="407"/>
                    </a:cubicBezTo>
                    <a:cubicBezTo>
                      <a:pt x="235" y="409"/>
                      <a:pt x="238" y="410"/>
                      <a:pt x="240" y="410"/>
                    </a:cubicBezTo>
                    <a:cubicBezTo>
                      <a:pt x="335" y="410"/>
                      <a:pt x="335" y="410"/>
                      <a:pt x="335" y="410"/>
                    </a:cubicBezTo>
                    <a:cubicBezTo>
                      <a:pt x="337" y="410"/>
                      <a:pt x="340" y="409"/>
                      <a:pt x="341" y="407"/>
                    </a:cubicBezTo>
                    <a:cubicBezTo>
                      <a:pt x="360" y="377"/>
                      <a:pt x="360" y="377"/>
                      <a:pt x="360" y="377"/>
                    </a:cubicBezTo>
                    <a:cubicBezTo>
                      <a:pt x="384" y="377"/>
                      <a:pt x="384" y="377"/>
                      <a:pt x="384" y="377"/>
                    </a:cubicBezTo>
                    <a:cubicBezTo>
                      <a:pt x="407" y="377"/>
                      <a:pt x="425" y="359"/>
                      <a:pt x="425" y="336"/>
                    </a:cubicBezTo>
                    <a:cubicBezTo>
                      <a:pt x="425" y="326"/>
                      <a:pt x="421" y="316"/>
                      <a:pt x="415" y="309"/>
                    </a:cubicBezTo>
                    <a:cubicBezTo>
                      <a:pt x="421" y="302"/>
                      <a:pt x="425" y="293"/>
                      <a:pt x="425" y="282"/>
                    </a:cubicBezTo>
                    <a:cubicBezTo>
                      <a:pt x="425" y="272"/>
                      <a:pt x="421" y="263"/>
                      <a:pt x="415" y="256"/>
                    </a:cubicBezTo>
                    <a:cubicBezTo>
                      <a:pt x="421" y="248"/>
                      <a:pt x="425" y="239"/>
                      <a:pt x="425" y="229"/>
                    </a:cubicBezTo>
                    <a:cubicBezTo>
                      <a:pt x="425" y="219"/>
                      <a:pt x="421" y="210"/>
                      <a:pt x="416" y="203"/>
                    </a:cubicBezTo>
                    <a:cubicBezTo>
                      <a:pt x="418" y="201"/>
                      <a:pt x="420" y="198"/>
                      <a:pt x="422" y="1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46" name="Freeform 213"/>
              <p:cNvSpPr>
                <a:spLocks noEditPoints="1"/>
              </p:cNvSpPr>
              <p:nvPr/>
            </p:nvSpPr>
            <p:spPr bwMode="black">
              <a:xfrm>
                <a:off x="3233738" y="168276"/>
                <a:ext cx="2651125" cy="4124325"/>
              </a:xfrm>
              <a:custGeom>
                <a:avLst/>
                <a:gdLst>
                  <a:gd name="T0" fmla="*/ 122 w 707"/>
                  <a:gd name="T1" fmla="*/ 705 h 1100"/>
                  <a:gd name="T2" fmla="*/ 642 w 707"/>
                  <a:gd name="T3" fmla="*/ 515 h 1100"/>
                  <a:gd name="T4" fmla="*/ 691 w 707"/>
                  <a:gd name="T5" fmla="*/ 408 h 1100"/>
                  <a:gd name="T6" fmla="*/ 584 w 707"/>
                  <a:gd name="T7" fmla="*/ 359 h 1100"/>
                  <a:gd name="T8" fmla="*/ 65 w 707"/>
                  <a:gd name="T9" fmla="*/ 548 h 1100"/>
                  <a:gd name="T10" fmla="*/ 15 w 707"/>
                  <a:gd name="T11" fmla="*/ 655 h 1100"/>
                  <a:gd name="T12" fmla="*/ 122 w 707"/>
                  <a:gd name="T13" fmla="*/ 705 h 1100"/>
                  <a:gd name="T14" fmla="*/ 652 w 707"/>
                  <a:gd name="T15" fmla="*/ 714 h 1100"/>
                  <a:gd name="T16" fmla="*/ 706 w 707"/>
                  <a:gd name="T17" fmla="*/ 636 h 1100"/>
                  <a:gd name="T18" fmla="*/ 701 w 707"/>
                  <a:gd name="T19" fmla="*/ 608 h 1100"/>
                  <a:gd name="T20" fmla="*/ 594 w 707"/>
                  <a:gd name="T21" fmla="*/ 558 h 1100"/>
                  <a:gd name="T22" fmla="*/ 75 w 707"/>
                  <a:gd name="T23" fmla="*/ 748 h 1100"/>
                  <a:gd name="T24" fmla="*/ 20 w 707"/>
                  <a:gd name="T25" fmla="*/ 825 h 1100"/>
                  <a:gd name="T26" fmla="*/ 20 w 707"/>
                  <a:gd name="T27" fmla="*/ 826 h 1100"/>
                  <a:gd name="T28" fmla="*/ 73 w 707"/>
                  <a:gd name="T29" fmla="*/ 904 h 1100"/>
                  <a:gd name="T30" fmla="*/ 190 w 707"/>
                  <a:gd name="T31" fmla="*/ 951 h 1100"/>
                  <a:gd name="T32" fmla="*/ 190 w 707"/>
                  <a:gd name="T33" fmla="*/ 1014 h 1100"/>
                  <a:gd name="T34" fmla="*/ 191 w 707"/>
                  <a:gd name="T35" fmla="*/ 1023 h 1100"/>
                  <a:gd name="T36" fmla="*/ 132 w 707"/>
                  <a:gd name="T37" fmla="*/ 1023 h 1100"/>
                  <a:gd name="T38" fmla="*/ 115 w 707"/>
                  <a:gd name="T39" fmla="*/ 1040 h 1100"/>
                  <a:gd name="T40" fmla="*/ 115 w 707"/>
                  <a:gd name="T41" fmla="*/ 1083 h 1100"/>
                  <a:gd name="T42" fmla="*/ 132 w 707"/>
                  <a:gd name="T43" fmla="*/ 1100 h 1100"/>
                  <a:gd name="T44" fmla="*/ 648 w 707"/>
                  <a:gd name="T45" fmla="*/ 1100 h 1100"/>
                  <a:gd name="T46" fmla="*/ 664 w 707"/>
                  <a:gd name="T47" fmla="*/ 1083 h 1100"/>
                  <a:gd name="T48" fmla="*/ 664 w 707"/>
                  <a:gd name="T49" fmla="*/ 1040 h 1100"/>
                  <a:gd name="T50" fmla="*/ 648 w 707"/>
                  <a:gd name="T51" fmla="*/ 1023 h 1100"/>
                  <a:gd name="T52" fmla="*/ 622 w 707"/>
                  <a:gd name="T53" fmla="*/ 1023 h 1100"/>
                  <a:gd name="T54" fmla="*/ 622 w 707"/>
                  <a:gd name="T55" fmla="*/ 1013 h 1100"/>
                  <a:gd name="T56" fmla="*/ 622 w 707"/>
                  <a:gd name="T57" fmla="*/ 873 h 1100"/>
                  <a:gd name="T58" fmla="*/ 539 w 707"/>
                  <a:gd name="T59" fmla="*/ 790 h 1100"/>
                  <a:gd name="T60" fmla="*/ 456 w 707"/>
                  <a:gd name="T61" fmla="*/ 873 h 1100"/>
                  <a:gd name="T62" fmla="*/ 456 w 707"/>
                  <a:gd name="T63" fmla="*/ 1013 h 1100"/>
                  <a:gd name="T64" fmla="*/ 457 w 707"/>
                  <a:gd name="T65" fmla="*/ 1023 h 1100"/>
                  <a:gd name="T66" fmla="*/ 355 w 707"/>
                  <a:gd name="T67" fmla="*/ 1023 h 1100"/>
                  <a:gd name="T68" fmla="*/ 356 w 707"/>
                  <a:gd name="T69" fmla="*/ 1014 h 1100"/>
                  <a:gd name="T70" fmla="*/ 357 w 707"/>
                  <a:gd name="T71" fmla="*/ 895 h 1100"/>
                  <a:gd name="T72" fmla="*/ 346 w 707"/>
                  <a:gd name="T73" fmla="*/ 855 h 1100"/>
                  <a:gd name="T74" fmla="*/ 161 w 707"/>
                  <a:gd name="T75" fmla="*/ 885 h 1100"/>
                  <a:gd name="T76" fmla="*/ 348 w 707"/>
                  <a:gd name="T77" fmla="*/ 826 h 1100"/>
                  <a:gd name="T78" fmla="*/ 652 w 707"/>
                  <a:gd name="T79" fmla="*/ 714 h 1100"/>
                  <a:gd name="T80" fmla="*/ 122 w 707"/>
                  <a:gd name="T81" fmla="*/ 500 h 1100"/>
                  <a:gd name="T82" fmla="*/ 642 w 707"/>
                  <a:gd name="T83" fmla="*/ 310 h 1100"/>
                  <a:gd name="T84" fmla="*/ 696 w 707"/>
                  <a:gd name="T85" fmla="*/ 232 h 1100"/>
                  <a:gd name="T86" fmla="*/ 695 w 707"/>
                  <a:gd name="T87" fmla="*/ 223 h 1100"/>
                  <a:gd name="T88" fmla="*/ 624 w 707"/>
                  <a:gd name="T89" fmla="*/ 149 h 1100"/>
                  <a:gd name="T90" fmla="*/ 499 w 707"/>
                  <a:gd name="T91" fmla="*/ 132 h 1100"/>
                  <a:gd name="T92" fmla="*/ 509 w 707"/>
                  <a:gd name="T93" fmla="*/ 93 h 1100"/>
                  <a:gd name="T94" fmla="*/ 504 w 707"/>
                  <a:gd name="T95" fmla="*/ 66 h 1100"/>
                  <a:gd name="T96" fmla="*/ 398 w 707"/>
                  <a:gd name="T97" fmla="*/ 15 h 1100"/>
                  <a:gd name="T98" fmla="*/ 166 w 707"/>
                  <a:gd name="T99" fmla="*/ 96 h 1100"/>
                  <a:gd name="T100" fmla="*/ 110 w 707"/>
                  <a:gd name="T101" fmla="*/ 175 h 1100"/>
                  <a:gd name="T102" fmla="*/ 111 w 707"/>
                  <a:gd name="T103" fmla="*/ 184 h 1100"/>
                  <a:gd name="T104" fmla="*/ 182 w 707"/>
                  <a:gd name="T105" fmla="*/ 257 h 1100"/>
                  <a:gd name="T106" fmla="*/ 243 w 707"/>
                  <a:gd name="T107" fmla="*/ 266 h 1100"/>
                  <a:gd name="T108" fmla="*/ 439 w 707"/>
                  <a:gd name="T109" fmla="*/ 213 h 1100"/>
                  <a:gd name="T110" fmla="*/ 225 w 707"/>
                  <a:gd name="T111" fmla="*/ 285 h 1100"/>
                  <a:gd name="T112" fmla="*/ 65 w 707"/>
                  <a:gd name="T113" fmla="*/ 343 h 1100"/>
                  <a:gd name="T114" fmla="*/ 11 w 707"/>
                  <a:gd name="T115" fmla="*/ 422 h 1100"/>
                  <a:gd name="T116" fmla="*/ 15 w 707"/>
                  <a:gd name="T117" fmla="*/ 451 h 1100"/>
                  <a:gd name="T118" fmla="*/ 122 w 707"/>
                  <a:gd name="T119" fmla="*/ 500 h 1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7" h="1100">
                    <a:moveTo>
                      <a:pt x="122" y="705"/>
                    </a:moveTo>
                    <a:cubicBezTo>
                      <a:pt x="642" y="515"/>
                      <a:pt x="642" y="515"/>
                      <a:pt x="642" y="515"/>
                    </a:cubicBezTo>
                    <a:cubicBezTo>
                      <a:pt x="684" y="499"/>
                      <a:pt x="707" y="451"/>
                      <a:pt x="691" y="408"/>
                    </a:cubicBezTo>
                    <a:cubicBezTo>
                      <a:pt x="675" y="365"/>
                      <a:pt x="627" y="343"/>
                      <a:pt x="584" y="359"/>
                    </a:cubicBezTo>
                    <a:cubicBezTo>
                      <a:pt x="65" y="548"/>
                      <a:pt x="65" y="548"/>
                      <a:pt x="65" y="548"/>
                    </a:cubicBezTo>
                    <a:cubicBezTo>
                      <a:pt x="22" y="564"/>
                      <a:pt x="0" y="612"/>
                      <a:pt x="15" y="655"/>
                    </a:cubicBezTo>
                    <a:cubicBezTo>
                      <a:pt x="31" y="698"/>
                      <a:pt x="79" y="721"/>
                      <a:pt x="122" y="705"/>
                    </a:cubicBezTo>
                    <a:close/>
                    <a:moveTo>
                      <a:pt x="652" y="714"/>
                    </a:moveTo>
                    <a:cubicBezTo>
                      <a:pt x="685" y="702"/>
                      <a:pt x="706" y="671"/>
                      <a:pt x="706" y="636"/>
                    </a:cubicBezTo>
                    <a:cubicBezTo>
                      <a:pt x="706" y="627"/>
                      <a:pt x="704" y="617"/>
                      <a:pt x="701" y="608"/>
                    </a:cubicBezTo>
                    <a:cubicBezTo>
                      <a:pt x="685" y="565"/>
                      <a:pt x="637" y="543"/>
                      <a:pt x="594" y="558"/>
                    </a:cubicBezTo>
                    <a:cubicBezTo>
                      <a:pt x="75" y="748"/>
                      <a:pt x="75" y="748"/>
                      <a:pt x="75" y="748"/>
                    </a:cubicBezTo>
                    <a:cubicBezTo>
                      <a:pt x="43" y="760"/>
                      <a:pt x="21" y="790"/>
                      <a:pt x="20" y="825"/>
                    </a:cubicBezTo>
                    <a:cubicBezTo>
                      <a:pt x="20" y="826"/>
                      <a:pt x="20" y="826"/>
                      <a:pt x="20" y="826"/>
                    </a:cubicBezTo>
                    <a:cubicBezTo>
                      <a:pt x="20" y="860"/>
                      <a:pt x="41" y="891"/>
                      <a:pt x="73" y="904"/>
                    </a:cubicBezTo>
                    <a:cubicBezTo>
                      <a:pt x="73" y="904"/>
                      <a:pt x="140" y="931"/>
                      <a:pt x="190" y="951"/>
                    </a:cubicBezTo>
                    <a:cubicBezTo>
                      <a:pt x="190" y="982"/>
                      <a:pt x="190" y="1014"/>
                      <a:pt x="190" y="1014"/>
                    </a:cubicBezTo>
                    <a:cubicBezTo>
                      <a:pt x="190" y="1017"/>
                      <a:pt x="190" y="1020"/>
                      <a:pt x="191" y="1023"/>
                    </a:cubicBezTo>
                    <a:cubicBezTo>
                      <a:pt x="132" y="1023"/>
                      <a:pt x="132" y="1023"/>
                      <a:pt x="132" y="1023"/>
                    </a:cubicBezTo>
                    <a:cubicBezTo>
                      <a:pt x="122" y="1023"/>
                      <a:pt x="115" y="1030"/>
                      <a:pt x="115" y="1040"/>
                    </a:cubicBezTo>
                    <a:cubicBezTo>
                      <a:pt x="115" y="1083"/>
                      <a:pt x="115" y="1083"/>
                      <a:pt x="115" y="1083"/>
                    </a:cubicBezTo>
                    <a:cubicBezTo>
                      <a:pt x="115" y="1093"/>
                      <a:pt x="122" y="1100"/>
                      <a:pt x="132" y="1100"/>
                    </a:cubicBezTo>
                    <a:cubicBezTo>
                      <a:pt x="648" y="1100"/>
                      <a:pt x="648" y="1100"/>
                      <a:pt x="648" y="1100"/>
                    </a:cubicBezTo>
                    <a:cubicBezTo>
                      <a:pt x="657" y="1100"/>
                      <a:pt x="664" y="1093"/>
                      <a:pt x="664" y="1083"/>
                    </a:cubicBezTo>
                    <a:cubicBezTo>
                      <a:pt x="664" y="1040"/>
                      <a:pt x="664" y="1040"/>
                      <a:pt x="664" y="1040"/>
                    </a:cubicBezTo>
                    <a:cubicBezTo>
                      <a:pt x="664" y="1030"/>
                      <a:pt x="657" y="1023"/>
                      <a:pt x="648" y="1023"/>
                    </a:cubicBezTo>
                    <a:cubicBezTo>
                      <a:pt x="622" y="1023"/>
                      <a:pt x="622" y="1023"/>
                      <a:pt x="622" y="1023"/>
                    </a:cubicBezTo>
                    <a:cubicBezTo>
                      <a:pt x="622" y="1020"/>
                      <a:pt x="622" y="1017"/>
                      <a:pt x="622" y="1013"/>
                    </a:cubicBezTo>
                    <a:cubicBezTo>
                      <a:pt x="622" y="873"/>
                      <a:pt x="622" y="873"/>
                      <a:pt x="622" y="873"/>
                    </a:cubicBezTo>
                    <a:cubicBezTo>
                      <a:pt x="622" y="827"/>
                      <a:pt x="585" y="790"/>
                      <a:pt x="539" y="790"/>
                    </a:cubicBezTo>
                    <a:cubicBezTo>
                      <a:pt x="493" y="790"/>
                      <a:pt x="456" y="827"/>
                      <a:pt x="456" y="873"/>
                    </a:cubicBezTo>
                    <a:cubicBezTo>
                      <a:pt x="456" y="1013"/>
                      <a:pt x="456" y="1013"/>
                      <a:pt x="456" y="1013"/>
                    </a:cubicBezTo>
                    <a:cubicBezTo>
                      <a:pt x="456" y="1017"/>
                      <a:pt x="456" y="1020"/>
                      <a:pt x="457" y="1023"/>
                    </a:cubicBezTo>
                    <a:cubicBezTo>
                      <a:pt x="355" y="1023"/>
                      <a:pt x="355" y="1023"/>
                      <a:pt x="355" y="1023"/>
                    </a:cubicBezTo>
                    <a:cubicBezTo>
                      <a:pt x="356" y="1020"/>
                      <a:pt x="356" y="1017"/>
                      <a:pt x="356" y="1014"/>
                    </a:cubicBezTo>
                    <a:cubicBezTo>
                      <a:pt x="357" y="895"/>
                      <a:pt x="357" y="895"/>
                      <a:pt x="357" y="895"/>
                    </a:cubicBezTo>
                    <a:cubicBezTo>
                      <a:pt x="357" y="880"/>
                      <a:pt x="353" y="867"/>
                      <a:pt x="346" y="855"/>
                    </a:cubicBezTo>
                    <a:cubicBezTo>
                      <a:pt x="161" y="885"/>
                      <a:pt x="161" y="885"/>
                      <a:pt x="161" y="885"/>
                    </a:cubicBezTo>
                    <a:cubicBezTo>
                      <a:pt x="348" y="826"/>
                      <a:pt x="348" y="826"/>
                      <a:pt x="348" y="826"/>
                    </a:cubicBezTo>
                    <a:cubicBezTo>
                      <a:pt x="495" y="772"/>
                      <a:pt x="652" y="714"/>
                      <a:pt x="652" y="714"/>
                    </a:cubicBezTo>
                    <a:close/>
                    <a:moveTo>
                      <a:pt x="122" y="500"/>
                    </a:moveTo>
                    <a:cubicBezTo>
                      <a:pt x="642" y="310"/>
                      <a:pt x="642" y="310"/>
                      <a:pt x="642" y="310"/>
                    </a:cubicBezTo>
                    <a:cubicBezTo>
                      <a:pt x="675" y="298"/>
                      <a:pt x="696" y="267"/>
                      <a:pt x="696" y="232"/>
                    </a:cubicBezTo>
                    <a:cubicBezTo>
                      <a:pt x="696" y="229"/>
                      <a:pt x="696" y="226"/>
                      <a:pt x="695" y="223"/>
                    </a:cubicBezTo>
                    <a:cubicBezTo>
                      <a:pt x="691" y="185"/>
                      <a:pt x="662" y="155"/>
                      <a:pt x="624" y="149"/>
                    </a:cubicBezTo>
                    <a:cubicBezTo>
                      <a:pt x="624" y="149"/>
                      <a:pt x="551" y="139"/>
                      <a:pt x="499" y="132"/>
                    </a:cubicBezTo>
                    <a:cubicBezTo>
                      <a:pt x="505" y="120"/>
                      <a:pt x="509" y="107"/>
                      <a:pt x="509" y="93"/>
                    </a:cubicBezTo>
                    <a:cubicBezTo>
                      <a:pt x="509" y="84"/>
                      <a:pt x="508" y="75"/>
                      <a:pt x="504" y="66"/>
                    </a:cubicBezTo>
                    <a:cubicBezTo>
                      <a:pt x="489" y="22"/>
                      <a:pt x="441" y="0"/>
                      <a:pt x="398" y="15"/>
                    </a:cubicBezTo>
                    <a:cubicBezTo>
                      <a:pt x="166" y="96"/>
                      <a:pt x="166" y="96"/>
                      <a:pt x="166" y="96"/>
                    </a:cubicBezTo>
                    <a:cubicBezTo>
                      <a:pt x="132" y="109"/>
                      <a:pt x="110" y="140"/>
                      <a:pt x="110" y="175"/>
                    </a:cubicBezTo>
                    <a:cubicBezTo>
                      <a:pt x="110" y="178"/>
                      <a:pt x="110" y="181"/>
                      <a:pt x="111" y="184"/>
                    </a:cubicBezTo>
                    <a:cubicBezTo>
                      <a:pt x="115" y="222"/>
                      <a:pt x="145" y="253"/>
                      <a:pt x="182" y="257"/>
                    </a:cubicBezTo>
                    <a:cubicBezTo>
                      <a:pt x="182" y="257"/>
                      <a:pt x="215" y="262"/>
                      <a:pt x="243" y="266"/>
                    </a:cubicBezTo>
                    <a:cubicBezTo>
                      <a:pt x="439" y="213"/>
                      <a:pt x="439" y="213"/>
                      <a:pt x="439" y="213"/>
                    </a:cubicBezTo>
                    <a:cubicBezTo>
                      <a:pt x="225" y="285"/>
                      <a:pt x="225" y="285"/>
                      <a:pt x="225" y="285"/>
                    </a:cubicBezTo>
                    <a:cubicBezTo>
                      <a:pt x="142" y="315"/>
                      <a:pt x="65" y="343"/>
                      <a:pt x="65" y="343"/>
                    </a:cubicBezTo>
                    <a:cubicBezTo>
                      <a:pt x="31" y="356"/>
                      <a:pt x="11" y="388"/>
                      <a:pt x="11" y="422"/>
                    </a:cubicBezTo>
                    <a:cubicBezTo>
                      <a:pt x="11" y="431"/>
                      <a:pt x="12" y="441"/>
                      <a:pt x="15" y="451"/>
                    </a:cubicBezTo>
                    <a:cubicBezTo>
                      <a:pt x="31" y="494"/>
                      <a:pt x="79" y="516"/>
                      <a:pt x="122" y="5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47" name="Freeform 214"/>
              <p:cNvSpPr>
                <a:spLocks/>
              </p:cNvSpPr>
              <p:nvPr/>
            </p:nvSpPr>
            <p:spPr bwMode="black">
              <a:xfrm>
                <a:off x="3657600" y="4476750"/>
                <a:ext cx="2057400" cy="460375"/>
              </a:xfrm>
              <a:custGeom>
                <a:avLst/>
                <a:gdLst>
                  <a:gd name="T0" fmla="*/ 549 w 549"/>
                  <a:gd name="T1" fmla="*/ 10 h 123"/>
                  <a:gd name="T2" fmla="*/ 535 w 549"/>
                  <a:gd name="T3" fmla="*/ 0 h 123"/>
                  <a:gd name="T4" fmla="*/ 17 w 549"/>
                  <a:gd name="T5" fmla="*/ 0 h 123"/>
                  <a:gd name="T6" fmla="*/ 0 w 549"/>
                  <a:gd name="T7" fmla="*/ 17 h 123"/>
                  <a:gd name="T8" fmla="*/ 0 w 549"/>
                  <a:gd name="T9" fmla="*/ 106 h 123"/>
                  <a:gd name="T10" fmla="*/ 17 w 549"/>
                  <a:gd name="T11" fmla="*/ 123 h 123"/>
                  <a:gd name="T12" fmla="*/ 535 w 549"/>
                  <a:gd name="T13" fmla="*/ 123 h 123"/>
                  <a:gd name="T14" fmla="*/ 549 w 549"/>
                  <a:gd name="T15" fmla="*/ 113 h 123"/>
                  <a:gd name="T16" fmla="*/ 549 w 549"/>
                  <a:gd name="T17"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9" h="123">
                    <a:moveTo>
                      <a:pt x="549" y="10"/>
                    </a:moveTo>
                    <a:cubicBezTo>
                      <a:pt x="547" y="4"/>
                      <a:pt x="541" y="0"/>
                      <a:pt x="535" y="0"/>
                    </a:cubicBezTo>
                    <a:cubicBezTo>
                      <a:pt x="17" y="0"/>
                      <a:pt x="17" y="0"/>
                      <a:pt x="17" y="0"/>
                    </a:cubicBezTo>
                    <a:cubicBezTo>
                      <a:pt x="8" y="0"/>
                      <a:pt x="0" y="7"/>
                      <a:pt x="0" y="17"/>
                    </a:cubicBezTo>
                    <a:cubicBezTo>
                      <a:pt x="0" y="106"/>
                      <a:pt x="0" y="106"/>
                      <a:pt x="0" y="106"/>
                    </a:cubicBezTo>
                    <a:cubicBezTo>
                      <a:pt x="0" y="115"/>
                      <a:pt x="8" y="123"/>
                      <a:pt x="17" y="123"/>
                    </a:cubicBezTo>
                    <a:cubicBezTo>
                      <a:pt x="535" y="123"/>
                      <a:pt x="535" y="123"/>
                      <a:pt x="535" y="123"/>
                    </a:cubicBezTo>
                    <a:cubicBezTo>
                      <a:pt x="541" y="123"/>
                      <a:pt x="547" y="118"/>
                      <a:pt x="549" y="113"/>
                    </a:cubicBezTo>
                    <a:cubicBezTo>
                      <a:pt x="549" y="10"/>
                      <a:pt x="549" y="10"/>
                      <a:pt x="54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sp>
          <p:nvSpPr>
            <p:cNvPr id="129" name="Freeform 128"/>
            <p:cNvSpPr/>
            <p:nvPr/>
          </p:nvSpPr>
          <p:spPr>
            <a:xfrm>
              <a:off x="4763794" y="2303905"/>
              <a:ext cx="1712049" cy="1003966"/>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B4009E"/>
            </a:solidFill>
            <a:ln>
              <a:noFill/>
            </a:ln>
            <a:effectLst>
              <a:outerShdw blurRad="63500" sx="101000" sy="101000" algn="ctr" rotWithShape="0">
                <a:schemeClr val="tx2">
                  <a:lumMod val="50000"/>
                  <a:alpha val="37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grpSp>
          <p:nvGrpSpPr>
            <p:cNvPr id="130" name="Group 129"/>
            <p:cNvGrpSpPr/>
            <p:nvPr/>
          </p:nvGrpSpPr>
          <p:grpSpPr>
            <a:xfrm>
              <a:off x="5395907" y="2512962"/>
              <a:ext cx="630934" cy="678141"/>
              <a:chOff x="3023219" y="704265"/>
              <a:chExt cx="552891" cy="594263"/>
            </a:xfrm>
            <a:solidFill>
              <a:schemeClr val="bg1"/>
            </a:solidFill>
          </p:grpSpPr>
          <p:sp>
            <p:nvSpPr>
              <p:cNvPr id="138" name="Freeform 6"/>
              <p:cNvSpPr>
                <a:spLocks/>
              </p:cNvSpPr>
              <p:nvPr/>
            </p:nvSpPr>
            <p:spPr bwMode="black">
              <a:xfrm>
                <a:off x="3023219" y="936751"/>
                <a:ext cx="79493" cy="79473"/>
              </a:xfrm>
              <a:custGeom>
                <a:avLst/>
                <a:gdLst>
                  <a:gd name="T0" fmla="*/ 15 w 67"/>
                  <a:gd name="T1" fmla="*/ 67 h 67"/>
                  <a:gd name="T2" fmla="*/ 15 w 67"/>
                  <a:gd name="T3" fmla="*/ 66 h 67"/>
                  <a:gd name="T4" fmla="*/ 33 w 67"/>
                  <a:gd name="T5" fmla="*/ 48 h 67"/>
                  <a:gd name="T6" fmla="*/ 52 w 67"/>
                  <a:gd name="T7" fmla="*/ 67 h 67"/>
                  <a:gd name="T8" fmla="*/ 67 w 67"/>
                  <a:gd name="T9" fmla="*/ 52 h 67"/>
                  <a:gd name="T10" fmla="*/ 66 w 67"/>
                  <a:gd name="T11" fmla="*/ 51 h 67"/>
                  <a:gd name="T12" fmla="*/ 48 w 67"/>
                  <a:gd name="T13" fmla="*/ 33 h 67"/>
                  <a:gd name="T14" fmla="*/ 67 w 67"/>
                  <a:gd name="T15" fmla="*/ 15 h 67"/>
                  <a:gd name="T16" fmla="*/ 52 w 67"/>
                  <a:gd name="T17" fmla="*/ 0 h 67"/>
                  <a:gd name="T18" fmla="*/ 33 w 67"/>
                  <a:gd name="T19" fmla="*/ 19 h 67"/>
                  <a:gd name="T20" fmla="*/ 15 w 67"/>
                  <a:gd name="T21" fmla="*/ 0 h 67"/>
                  <a:gd name="T22" fmla="*/ 0 w 67"/>
                  <a:gd name="T23" fmla="*/ 15 h 67"/>
                  <a:gd name="T24" fmla="*/ 19 w 67"/>
                  <a:gd name="T25" fmla="*/ 33 h 67"/>
                  <a:gd name="T26" fmla="*/ 0 w 67"/>
                  <a:gd name="T27" fmla="*/ 52 h 67"/>
                  <a:gd name="T28" fmla="*/ 15 w 67"/>
                  <a:gd name="T2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67">
                    <a:moveTo>
                      <a:pt x="15" y="67"/>
                    </a:moveTo>
                    <a:lnTo>
                      <a:pt x="15" y="66"/>
                    </a:lnTo>
                    <a:lnTo>
                      <a:pt x="33" y="48"/>
                    </a:lnTo>
                    <a:lnTo>
                      <a:pt x="52" y="67"/>
                    </a:lnTo>
                    <a:lnTo>
                      <a:pt x="67" y="52"/>
                    </a:lnTo>
                    <a:lnTo>
                      <a:pt x="66" y="51"/>
                    </a:lnTo>
                    <a:lnTo>
                      <a:pt x="48" y="33"/>
                    </a:lnTo>
                    <a:lnTo>
                      <a:pt x="67" y="15"/>
                    </a:lnTo>
                    <a:lnTo>
                      <a:pt x="52" y="0"/>
                    </a:lnTo>
                    <a:lnTo>
                      <a:pt x="33" y="19"/>
                    </a:lnTo>
                    <a:lnTo>
                      <a:pt x="15" y="0"/>
                    </a:lnTo>
                    <a:lnTo>
                      <a:pt x="0" y="15"/>
                    </a:lnTo>
                    <a:lnTo>
                      <a:pt x="19" y="33"/>
                    </a:lnTo>
                    <a:lnTo>
                      <a:pt x="0" y="52"/>
                    </a:lnTo>
                    <a:lnTo>
                      <a:pt x="15" y="67"/>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599" dirty="0"/>
              </a:p>
            </p:txBody>
          </p:sp>
          <p:sp>
            <p:nvSpPr>
              <p:cNvPr id="139" name="Freeform 7"/>
              <p:cNvSpPr>
                <a:spLocks/>
              </p:cNvSpPr>
              <p:nvPr/>
            </p:nvSpPr>
            <p:spPr bwMode="black">
              <a:xfrm>
                <a:off x="3162035" y="949799"/>
                <a:ext cx="79493" cy="78286"/>
              </a:xfrm>
              <a:custGeom>
                <a:avLst/>
                <a:gdLst>
                  <a:gd name="T0" fmla="*/ 66 w 67"/>
                  <a:gd name="T1" fmla="*/ 51 h 66"/>
                  <a:gd name="T2" fmla="*/ 48 w 67"/>
                  <a:gd name="T3" fmla="*/ 33 h 66"/>
                  <a:gd name="T4" fmla="*/ 67 w 67"/>
                  <a:gd name="T5" fmla="*/ 14 h 66"/>
                  <a:gd name="T6" fmla="*/ 52 w 67"/>
                  <a:gd name="T7" fmla="*/ 0 h 66"/>
                  <a:gd name="T8" fmla="*/ 33 w 67"/>
                  <a:gd name="T9" fmla="*/ 18 h 66"/>
                  <a:gd name="T10" fmla="*/ 15 w 67"/>
                  <a:gd name="T11" fmla="*/ 0 h 66"/>
                  <a:gd name="T12" fmla="*/ 0 w 67"/>
                  <a:gd name="T13" fmla="*/ 14 h 66"/>
                  <a:gd name="T14" fmla="*/ 19 w 67"/>
                  <a:gd name="T15" fmla="*/ 33 h 66"/>
                  <a:gd name="T16" fmla="*/ 0 w 67"/>
                  <a:gd name="T17" fmla="*/ 51 h 66"/>
                  <a:gd name="T18" fmla="*/ 15 w 67"/>
                  <a:gd name="T19" fmla="*/ 66 h 66"/>
                  <a:gd name="T20" fmla="*/ 15 w 67"/>
                  <a:gd name="T21" fmla="*/ 66 h 66"/>
                  <a:gd name="T22" fmla="*/ 33 w 67"/>
                  <a:gd name="T23" fmla="*/ 48 h 66"/>
                  <a:gd name="T24" fmla="*/ 52 w 67"/>
                  <a:gd name="T25" fmla="*/ 66 h 66"/>
                  <a:gd name="T26" fmla="*/ 67 w 67"/>
                  <a:gd name="T27" fmla="*/ 51 h 66"/>
                  <a:gd name="T28" fmla="*/ 66 w 67"/>
                  <a:gd name="T29" fmla="*/ 51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66">
                    <a:moveTo>
                      <a:pt x="66" y="51"/>
                    </a:moveTo>
                    <a:lnTo>
                      <a:pt x="48" y="33"/>
                    </a:lnTo>
                    <a:lnTo>
                      <a:pt x="67" y="14"/>
                    </a:lnTo>
                    <a:lnTo>
                      <a:pt x="52" y="0"/>
                    </a:lnTo>
                    <a:lnTo>
                      <a:pt x="33" y="18"/>
                    </a:lnTo>
                    <a:lnTo>
                      <a:pt x="15" y="0"/>
                    </a:lnTo>
                    <a:lnTo>
                      <a:pt x="0" y="14"/>
                    </a:lnTo>
                    <a:lnTo>
                      <a:pt x="19" y="33"/>
                    </a:lnTo>
                    <a:lnTo>
                      <a:pt x="0" y="51"/>
                    </a:lnTo>
                    <a:lnTo>
                      <a:pt x="15" y="66"/>
                    </a:lnTo>
                    <a:lnTo>
                      <a:pt x="15" y="66"/>
                    </a:lnTo>
                    <a:lnTo>
                      <a:pt x="33" y="48"/>
                    </a:lnTo>
                    <a:lnTo>
                      <a:pt x="52" y="66"/>
                    </a:lnTo>
                    <a:lnTo>
                      <a:pt x="67" y="51"/>
                    </a:lnTo>
                    <a:lnTo>
                      <a:pt x="66" y="51"/>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599" dirty="0"/>
              </a:p>
            </p:txBody>
          </p:sp>
          <p:sp>
            <p:nvSpPr>
              <p:cNvPr id="140" name="Freeform 8"/>
              <p:cNvSpPr>
                <a:spLocks/>
              </p:cNvSpPr>
              <p:nvPr/>
            </p:nvSpPr>
            <p:spPr bwMode="black">
              <a:xfrm>
                <a:off x="3353055" y="932006"/>
                <a:ext cx="78306" cy="78286"/>
              </a:xfrm>
              <a:custGeom>
                <a:avLst/>
                <a:gdLst>
                  <a:gd name="T0" fmla="*/ 14 w 66"/>
                  <a:gd name="T1" fmla="*/ 66 h 66"/>
                  <a:gd name="T2" fmla="*/ 15 w 66"/>
                  <a:gd name="T3" fmla="*/ 66 h 66"/>
                  <a:gd name="T4" fmla="*/ 33 w 66"/>
                  <a:gd name="T5" fmla="*/ 48 h 66"/>
                  <a:gd name="T6" fmla="*/ 52 w 66"/>
                  <a:gd name="T7" fmla="*/ 66 h 66"/>
                  <a:gd name="T8" fmla="*/ 66 w 66"/>
                  <a:gd name="T9" fmla="*/ 51 h 66"/>
                  <a:gd name="T10" fmla="*/ 66 w 66"/>
                  <a:gd name="T11" fmla="*/ 51 h 66"/>
                  <a:gd name="T12" fmla="*/ 48 w 66"/>
                  <a:gd name="T13" fmla="*/ 33 h 66"/>
                  <a:gd name="T14" fmla="*/ 66 w 66"/>
                  <a:gd name="T15" fmla="*/ 14 h 66"/>
                  <a:gd name="T16" fmla="*/ 52 w 66"/>
                  <a:gd name="T17" fmla="*/ 0 h 66"/>
                  <a:gd name="T18" fmla="*/ 33 w 66"/>
                  <a:gd name="T19" fmla="*/ 18 h 66"/>
                  <a:gd name="T20" fmla="*/ 14 w 66"/>
                  <a:gd name="T21" fmla="*/ 0 h 66"/>
                  <a:gd name="T22" fmla="*/ 0 w 66"/>
                  <a:gd name="T23" fmla="*/ 14 h 66"/>
                  <a:gd name="T24" fmla="*/ 18 w 66"/>
                  <a:gd name="T25" fmla="*/ 33 h 66"/>
                  <a:gd name="T26" fmla="*/ 0 w 66"/>
                  <a:gd name="T27" fmla="*/ 51 h 66"/>
                  <a:gd name="T28" fmla="*/ 14 w 66"/>
                  <a:gd name="T2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66">
                    <a:moveTo>
                      <a:pt x="14" y="66"/>
                    </a:moveTo>
                    <a:lnTo>
                      <a:pt x="15" y="66"/>
                    </a:lnTo>
                    <a:lnTo>
                      <a:pt x="33" y="48"/>
                    </a:lnTo>
                    <a:lnTo>
                      <a:pt x="52" y="66"/>
                    </a:lnTo>
                    <a:lnTo>
                      <a:pt x="66" y="51"/>
                    </a:lnTo>
                    <a:lnTo>
                      <a:pt x="66" y="51"/>
                    </a:lnTo>
                    <a:lnTo>
                      <a:pt x="48" y="33"/>
                    </a:lnTo>
                    <a:lnTo>
                      <a:pt x="66" y="14"/>
                    </a:lnTo>
                    <a:lnTo>
                      <a:pt x="52" y="0"/>
                    </a:lnTo>
                    <a:lnTo>
                      <a:pt x="33" y="18"/>
                    </a:lnTo>
                    <a:lnTo>
                      <a:pt x="14" y="0"/>
                    </a:lnTo>
                    <a:lnTo>
                      <a:pt x="0" y="14"/>
                    </a:lnTo>
                    <a:lnTo>
                      <a:pt x="18" y="33"/>
                    </a:lnTo>
                    <a:lnTo>
                      <a:pt x="0" y="51"/>
                    </a:lnTo>
                    <a:lnTo>
                      <a:pt x="14" y="66"/>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599" dirty="0"/>
              </a:p>
            </p:txBody>
          </p:sp>
          <p:sp>
            <p:nvSpPr>
              <p:cNvPr id="141" name="Freeform 9"/>
              <p:cNvSpPr>
                <a:spLocks/>
              </p:cNvSpPr>
              <p:nvPr/>
            </p:nvSpPr>
            <p:spPr bwMode="black">
              <a:xfrm>
                <a:off x="3070677" y="704265"/>
                <a:ext cx="251530" cy="594263"/>
              </a:xfrm>
              <a:custGeom>
                <a:avLst/>
                <a:gdLst>
                  <a:gd name="T0" fmla="*/ 938 w 1156"/>
                  <a:gd name="T1" fmla="*/ 2724 h 2724"/>
                  <a:gd name="T2" fmla="*/ 1139 w 1156"/>
                  <a:gd name="T3" fmla="*/ 2523 h 2724"/>
                  <a:gd name="T4" fmla="*/ 1036 w 1156"/>
                  <a:gd name="T5" fmla="*/ 2347 h 2724"/>
                  <a:gd name="T6" fmla="*/ 1156 w 1156"/>
                  <a:gd name="T7" fmla="*/ 1686 h 2724"/>
                  <a:gd name="T8" fmla="*/ 953 w 1156"/>
                  <a:gd name="T9" fmla="*/ 884 h 2724"/>
                  <a:gd name="T10" fmla="*/ 188 w 1156"/>
                  <a:gd name="T11" fmla="*/ 128 h 2724"/>
                  <a:gd name="T12" fmla="*/ 327 w 1156"/>
                  <a:gd name="T13" fmla="*/ 90 h 2724"/>
                  <a:gd name="T14" fmla="*/ 302 w 1156"/>
                  <a:gd name="T15" fmla="*/ 0 h 2724"/>
                  <a:gd name="T16" fmla="*/ 0 w 1156"/>
                  <a:gd name="T17" fmla="*/ 82 h 2724"/>
                  <a:gd name="T18" fmla="*/ 83 w 1156"/>
                  <a:gd name="T19" fmla="*/ 385 h 2724"/>
                  <a:gd name="T20" fmla="*/ 173 w 1156"/>
                  <a:gd name="T21" fmla="*/ 360 h 2724"/>
                  <a:gd name="T22" fmla="*/ 135 w 1156"/>
                  <a:gd name="T23" fmla="*/ 223 h 2724"/>
                  <a:gd name="T24" fmla="*/ 858 w 1156"/>
                  <a:gd name="T25" fmla="*/ 937 h 2724"/>
                  <a:gd name="T26" fmla="*/ 1047 w 1156"/>
                  <a:gd name="T27" fmla="*/ 1686 h 2724"/>
                  <a:gd name="T28" fmla="*/ 979 w 1156"/>
                  <a:gd name="T29" fmla="*/ 2171 h 2724"/>
                  <a:gd name="T30" fmla="*/ 933 w 1156"/>
                  <a:gd name="T31" fmla="*/ 2312 h 2724"/>
                  <a:gd name="T32" fmla="*/ 929 w 1156"/>
                  <a:gd name="T33" fmla="*/ 2321 h 2724"/>
                  <a:gd name="T34" fmla="*/ 736 w 1156"/>
                  <a:gd name="T35" fmla="*/ 2523 h 2724"/>
                  <a:gd name="T36" fmla="*/ 938 w 1156"/>
                  <a:gd name="T37" fmla="*/ 2724 h 2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6" h="2724">
                    <a:moveTo>
                      <a:pt x="938" y="2724"/>
                    </a:moveTo>
                    <a:cubicBezTo>
                      <a:pt x="1049" y="2724"/>
                      <a:pt x="1139" y="2634"/>
                      <a:pt x="1139" y="2523"/>
                    </a:cubicBezTo>
                    <a:cubicBezTo>
                      <a:pt x="1139" y="2447"/>
                      <a:pt x="1098" y="2382"/>
                      <a:pt x="1036" y="2347"/>
                    </a:cubicBezTo>
                    <a:cubicBezTo>
                      <a:pt x="1078" y="2239"/>
                      <a:pt x="1156" y="1994"/>
                      <a:pt x="1156" y="1686"/>
                    </a:cubicBezTo>
                    <a:cubicBezTo>
                      <a:pt x="1156" y="1444"/>
                      <a:pt x="1108" y="1164"/>
                      <a:pt x="953" y="884"/>
                    </a:cubicBezTo>
                    <a:cubicBezTo>
                      <a:pt x="807" y="619"/>
                      <a:pt x="566" y="356"/>
                      <a:pt x="188" y="128"/>
                    </a:cubicBezTo>
                    <a:cubicBezTo>
                      <a:pt x="327" y="90"/>
                      <a:pt x="327" y="90"/>
                      <a:pt x="327" y="90"/>
                    </a:cubicBezTo>
                    <a:cubicBezTo>
                      <a:pt x="302" y="0"/>
                      <a:pt x="302" y="0"/>
                      <a:pt x="302" y="0"/>
                    </a:cubicBezTo>
                    <a:cubicBezTo>
                      <a:pt x="0" y="82"/>
                      <a:pt x="0" y="82"/>
                      <a:pt x="0" y="82"/>
                    </a:cubicBezTo>
                    <a:cubicBezTo>
                      <a:pt x="83" y="385"/>
                      <a:pt x="83" y="385"/>
                      <a:pt x="83" y="385"/>
                    </a:cubicBezTo>
                    <a:cubicBezTo>
                      <a:pt x="173" y="360"/>
                      <a:pt x="173" y="360"/>
                      <a:pt x="173" y="360"/>
                    </a:cubicBezTo>
                    <a:cubicBezTo>
                      <a:pt x="135" y="223"/>
                      <a:pt x="135" y="223"/>
                      <a:pt x="135" y="223"/>
                    </a:cubicBezTo>
                    <a:cubicBezTo>
                      <a:pt x="497" y="443"/>
                      <a:pt x="721" y="690"/>
                      <a:pt x="858" y="937"/>
                    </a:cubicBezTo>
                    <a:cubicBezTo>
                      <a:pt x="1002" y="1198"/>
                      <a:pt x="1047" y="1459"/>
                      <a:pt x="1047" y="1686"/>
                    </a:cubicBezTo>
                    <a:cubicBezTo>
                      <a:pt x="1047" y="1881"/>
                      <a:pt x="1013" y="2051"/>
                      <a:pt x="979" y="2171"/>
                    </a:cubicBezTo>
                    <a:cubicBezTo>
                      <a:pt x="963" y="2231"/>
                      <a:pt x="946" y="2279"/>
                      <a:pt x="933" y="2312"/>
                    </a:cubicBezTo>
                    <a:cubicBezTo>
                      <a:pt x="932" y="2315"/>
                      <a:pt x="931" y="2318"/>
                      <a:pt x="929" y="2321"/>
                    </a:cubicBezTo>
                    <a:cubicBezTo>
                      <a:pt x="822" y="2326"/>
                      <a:pt x="736" y="2414"/>
                      <a:pt x="736" y="2523"/>
                    </a:cubicBezTo>
                    <a:cubicBezTo>
                      <a:pt x="736" y="2634"/>
                      <a:pt x="826" y="2724"/>
                      <a:pt x="938" y="2724"/>
                    </a:cubicBezTo>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599" dirty="0"/>
              </a:p>
            </p:txBody>
          </p:sp>
          <p:sp>
            <p:nvSpPr>
              <p:cNvPr id="142" name="Oval 10"/>
              <p:cNvSpPr>
                <a:spLocks noChangeArrowheads="1"/>
              </p:cNvSpPr>
              <p:nvPr/>
            </p:nvSpPr>
            <p:spPr bwMode="black">
              <a:xfrm>
                <a:off x="3254579" y="1234476"/>
                <a:ext cx="40340" cy="40329"/>
              </a:xfrm>
              <a:prstGeom prst="ellipse">
                <a:avLst/>
              </a:prstGeom>
              <a:grpFill/>
              <a:ln w="9525" cap="flat" cmpd="sng" algn="ctr">
                <a:noFill/>
                <a:prstDash val="solid"/>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algn="ctr" defTabSz="913923" fontAlgn="base">
                  <a:spcBef>
                    <a:spcPct val="0"/>
                  </a:spcBef>
                  <a:spcAft>
                    <a:spcPct val="0"/>
                  </a:spcAft>
                </a:pPr>
                <a:endParaRPr lang="en-US" sz="2200" kern="0" dirty="0">
                  <a:gradFill>
                    <a:gsLst>
                      <a:gs pos="0">
                        <a:srgbClr val="FFFFFF"/>
                      </a:gs>
                      <a:gs pos="100000">
                        <a:srgbClr val="FFFFFF"/>
                      </a:gs>
                    </a:gsLst>
                    <a:lin ang="5400000" scaled="0"/>
                  </a:gradFill>
                  <a:latin typeface="Segoe"/>
                </a:endParaRPr>
              </a:p>
            </p:txBody>
          </p:sp>
          <p:sp>
            <p:nvSpPr>
              <p:cNvPr id="143" name="Freeform 11"/>
              <p:cNvSpPr>
                <a:spLocks/>
              </p:cNvSpPr>
              <p:nvPr/>
            </p:nvSpPr>
            <p:spPr bwMode="black">
              <a:xfrm>
                <a:off x="3341191" y="962846"/>
                <a:ext cx="234919" cy="262140"/>
              </a:xfrm>
              <a:custGeom>
                <a:avLst/>
                <a:gdLst>
                  <a:gd name="T0" fmla="*/ 695 w 1079"/>
                  <a:gd name="T1" fmla="*/ 124 h 1206"/>
                  <a:gd name="T2" fmla="*/ 834 w 1079"/>
                  <a:gd name="T3" fmla="*/ 90 h 1206"/>
                  <a:gd name="T4" fmla="*/ 812 w 1079"/>
                  <a:gd name="T5" fmla="*/ 0 h 1206"/>
                  <a:gd name="T6" fmla="*/ 507 w 1079"/>
                  <a:gd name="T7" fmla="*/ 73 h 1206"/>
                  <a:gd name="T8" fmla="*/ 580 w 1079"/>
                  <a:gd name="T9" fmla="*/ 378 h 1206"/>
                  <a:gd name="T10" fmla="*/ 671 w 1079"/>
                  <a:gd name="T11" fmla="*/ 356 h 1206"/>
                  <a:gd name="T12" fmla="*/ 638 w 1079"/>
                  <a:gd name="T13" fmla="*/ 217 h 1206"/>
                  <a:gd name="T14" fmla="*/ 924 w 1079"/>
                  <a:gd name="T15" fmla="*/ 392 h 1206"/>
                  <a:gd name="T16" fmla="*/ 528 w 1079"/>
                  <a:gd name="T17" fmla="*/ 753 h 1206"/>
                  <a:gd name="T18" fmla="*/ 362 w 1079"/>
                  <a:gd name="T19" fmla="*/ 844 h 1206"/>
                  <a:gd name="T20" fmla="*/ 337 w 1079"/>
                  <a:gd name="T21" fmla="*/ 856 h 1206"/>
                  <a:gd name="T22" fmla="*/ 201 w 1079"/>
                  <a:gd name="T23" fmla="*/ 803 h 1206"/>
                  <a:gd name="T24" fmla="*/ 0 w 1079"/>
                  <a:gd name="T25" fmla="*/ 1005 h 1206"/>
                  <a:gd name="T26" fmla="*/ 201 w 1079"/>
                  <a:gd name="T27" fmla="*/ 1206 h 1206"/>
                  <a:gd name="T28" fmla="*/ 403 w 1079"/>
                  <a:gd name="T29" fmla="*/ 1005 h 1206"/>
                  <a:gd name="T30" fmla="*/ 395 w 1079"/>
                  <a:gd name="T31" fmla="*/ 949 h 1206"/>
                  <a:gd name="T32" fmla="*/ 1047 w 1079"/>
                  <a:gd name="T33" fmla="*/ 406 h 1206"/>
                  <a:gd name="T34" fmla="*/ 1079 w 1079"/>
                  <a:gd name="T35" fmla="*/ 359 h 1206"/>
                  <a:gd name="T36" fmla="*/ 695 w 1079"/>
                  <a:gd name="T37" fmla="*/ 124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79" h="1206">
                    <a:moveTo>
                      <a:pt x="695" y="124"/>
                    </a:moveTo>
                    <a:cubicBezTo>
                      <a:pt x="834" y="90"/>
                      <a:pt x="834" y="90"/>
                      <a:pt x="834" y="90"/>
                    </a:cubicBezTo>
                    <a:cubicBezTo>
                      <a:pt x="812" y="0"/>
                      <a:pt x="812" y="0"/>
                      <a:pt x="812" y="0"/>
                    </a:cubicBezTo>
                    <a:cubicBezTo>
                      <a:pt x="507" y="73"/>
                      <a:pt x="507" y="73"/>
                      <a:pt x="507" y="73"/>
                    </a:cubicBezTo>
                    <a:cubicBezTo>
                      <a:pt x="580" y="378"/>
                      <a:pt x="580" y="378"/>
                      <a:pt x="580" y="378"/>
                    </a:cubicBezTo>
                    <a:cubicBezTo>
                      <a:pt x="671" y="356"/>
                      <a:pt x="671" y="356"/>
                      <a:pt x="671" y="356"/>
                    </a:cubicBezTo>
                    <a:cubicBezTo>
                      <a:pt x="638" y="217"/>
                      <a:pt x="638" y="217"/>
                      <a:pt x="638" y="217"/>
                    </a:cubicBezTo>
                    <a:cubicBezTo>
                      <a:pt x="924" y="392"/>
                      <a:pt x="924" y="392"/>
                      <a:pt x="924" y="392"/>
                    </a:cubicBezTo>
                    <a:cubicBezTo>
                      <a:pt x="800" y="559"/>
                      <a:pt x="651" y="677"/>
                      <a:pt x="528" y="753"/>
                    </a:cubicBezTo>
                    <a:cubicBezTo>
                      <a:pt x="462" y="795"/>
                      <a:pt x="403" y="825"/>
                      <a:pt x="362" y="844"/>
                    </a:cubicBezTo>
                    <a:cubicBezTo>
                      <a:pt x="353" y="849"/>
                      <a:pt x="344" y="853"/>
                      <a:pt x="337" y="856"/>
                    </a:cubicBezTo>
                    <a:cubicBezTo>
                      <a:pt x="301" y="823"/>
                      <a:pt x="253" y="803"/>
                      <a:pt x="201" y="803"/>
                    </a:cubicBezTo>
                    <a:cubicBezTo>
                      <a:pt x="90" y="803"/>
                      <a:pt x="0" y="894"/>
                      <a:pt x="0" y="1005"/>
                    </a:cubicBezTo>
                    <a:cubicBezTo>
                      <a:pt x="0" y="1116"/>
                      <a:pt x="90" y="1206"/>
                      <a:pt x="201" y="1206"/>
                    </a:cubicBezTo>
                    <a:cubicBezTo>
                      <a:pt x="312" y="1206"/>
                      <a:pt x="403" y="1116"/>
                      <a:pt x="403" y="1005"/>
                    </a:cubicBezTo>
                    <a:cubicBezTo>
                      <a:pt x="403" y="986"/>
                      <a:pt x="400" y="967"/>
                      <a:pt x="395" y="949"/>
                    </a:cubicBezTo>
                    <a:cubicBezTo>
                      <a:pt x="524" y="891"/>
                      <a:pt x="829" y="729"/>
                      <a:pt x="1047" y="406"/>
                    </a:cubicBezTo>
                    <a:cubicBezTo>
                      <a:pt x="1079" y="359"/>
                      <a:pt x="1079" y="359"/>
                      <a:pt x="1079" y="359"/>
                    </a:cubicBezTo>
                    <a:lnTo>
                      <a:pt x="695" y="124"/>
                    </a:ln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599" dirty="0"/>
              </a:p>
            </p:txBody>
          </p:sp>
          <p:sp>
            <p:nvSpPr>
              <p:cNvPr id="144" name="Freeform 13"/>
              <p:cNvSpPr>
                <a:spLocks/>
              </p:cNvSpPr>
              <p:nvPr/>
            </p:nvSpPr>
            <p:spPr bwMode="black">
              <a:xfrm>
                <a:off x="3032711" y="1023341"/>
                <a:ext cx="161359" cy="240789"/>
              </a:xfrm>
              <a:custGeom>
                <a:avLst/>
                <a:gdLst>
                  <a:gd name="T0" fmla="*/ 537 w 738"/>
                  <a:gd name="T1" fmla="*/ 706 h 1109"/>
                  <a:gd name="T2" fmla="*/ 506 w 738"/>
                  <a:gd name="T3" fmla="*/ 708 h 1109"/>
                  <a:gd name="T4" fmla="*/ 273 w 738"/>
                  <a:gd name="T5" fmla="*/ 155 h 1109"/>
                  <a:gd name="T6" fmla="*/ 408 w 738"/>
                  <a:gd name="T7" fmla="*/ 101 h 1109"/>
                  <a:gd name="T8" fmla="*/ 368 w 738"/>
                  <a:gd name="T9" fmla="*/ 0 h 1109"/>
                  <a:gd name="T10" fmla="*/ 0 w 738"/>
                  <a:gd name="T11" fmla="*/ 147 h 1109"/>
                  <a:gd name="T12" fmla="*/ 41 w 738"/>
                  <a:gd name="T13" fmla="*/ 248 h 1109"/>
                  <a:gd name="T14" fmla="*/ 172 w 738"/>
                  <a:gd name="T15" fmla="*/ 195 h 1109"/>
                  <a:gd name="T16" fmla="*/ 407 w 738"/>
                  <a:gd name="T17" fmla="*/ 753 h 1109"/>
                  <a:gd name="T18" fmla="*/ 335 w 738"/>
                  <a:gd name="T19" fmla="*/ 908 h 1109"/>
                  <a:gd name="T20" fmla="*/ 537 w 738"/>
                  <a:gd name="T21" fmla="*/ 1109 h 1109"/>
                  <a:gd name="T22" fmla="*/ 738 w 738"/>
                  <a:gd name="T23" fmla="*/ 908 h 1109"/>
                  <a:gd name="T24" fmla="*/ 537 w 738"/>
                  <a:gd name="T25" fmla="*/ 706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8" h="1109">
                    <a:moveTo>
                      <a:pt x="537" y="706"/>
                    </a:moveTo>
                    <a:cubicBezTo>
                      <a:pt x="526" y="706"/>
                      <a:pt x="516" y="707"/>
                      <a:pt x="506" y="708"/>
                    </a:cubicBezTo>
                    <a:cubicBezTo>
                      <a:pt x="273" y="155"/>
                      <a:pt x="273" y="155"/>
                      <a:pt x="273" y="155"/>
                    </a:cubicBezTo>
                    <a:cubicBezTo>
                      <a:pt x="408" y="101"/>
                      <a:pt x="408" y="101"/>
                      <a:pt x="408" y="101"/>
                    </a:cubicBezTo>
                    <a:cubicBezTo>
                      <a:pt x="368" y="0"/>
                      <a:pt x="368" y="0"/>
                      <a:pt x="368" y="0"/>
                    </a:cubicBezTo>
                    <a:cubicBezTo>
                      <a:pt x="0" y="147"/>
                      <a:pt x="0" y="147"/>
                      <a:pt x="0" y="147"/>
                    </a:cubicBezTo>
                    <a:cubicBezTo>
                      <a:pt x="41" y="248"/>
                      <a:pt x="41" y="248"/>
                      <a:pt x="41" y="248"/>
                    </a:cubicBezTo>
                    <a:cubicBezTo>
                      <a:pt x="172" y="195"/>
                      <a:pt x="172" y="195"/>
                      <a:pt x="172" y="195"/>
                    </a:cubicBezTo>
                    <a:cubicBezTo>
                      <a:pt x="407" y="753"/>
                      <a:pt x="407" y="753"/>
                      <a:pt x="407" y="753"/>
                    </a:cubicBezTo>
                    <a:cubicBezTo>
                      <a:pt x="363" y="790"/>
                      <a:pt x="335" y="846"/>
                      <a:pt x="335" y="908"/>
                    </a:cubicBezTo>
                    <a:cubicBezTo>
                      <a:pt x="335" y="1019"/>
                      <a:pt x="425" y="1109"/>
                      <a:pt x="537" y="1109"/>
                    </a:cubicBezTo>
                    <a:cubicBezTo>
                      <a:pt x="648" y="1109"/>
                      <a:pt x="738" y="1019"/>
                      <a:pt x="738" y="908"/>
                    </a:cubicBezTo>
                    <a:cubicBezTo>
                      <a:pt x="738" y="796"/>
                      <a:pt x="648" y="706"/>
                      <a:pt x="537" y="706"/>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pPr lvl="0"/>
                <a:endParaRPr lang="en-US" sz="1599" dirty="0"/>
              </a:p>
            </p:txBody>
          </p:sp>
        </p:grpSp>
        <p:sp>
          <p:nvSpPr>
            <p:cNvPr id="131" name="Freeform 130"/>
            <p:cNvSpPr/>
            <p:nvPr/>
          </p:nvSpPr>
          <p:spPr bwMode="auto">
            <a:xfrm>
              <a:off x="3185050" y="3392030"/>
              <a:ext cx="399595" cy="2564895"/>
            </a:xfrm>
            <a:custGeom>
              <a:avLst/>
              <a:gdLst>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476500 h 3238500"/>
                <a:gd name="connsiteX2" fmla="*/ 0 w 495300"/>
                <a:gd name="connsiteY2" fmla="*/ 2057400 h 3238500"/>
                <a:gd name="connsiteX3" fmla="*/ 0 w 495300"/>
                <a:gd name="connsiteY3" fmla="*/ 0 h 3238500"/>
                <a:gd name="connsiteX0" fmla="*/ 495300 w 495300"/>
                <a:gd name="connsiteY0" fmla="*/ 3238500 h 3238500"/>
                <a:gd name="connsiteX1" fmla="*/ 495300 w 495300"/>
                <a:gd name="connsiteY1" fmla="*/ 2347191 h 3238500"/>
                <a:gd name="connsiteX2" fmla="*/ 0 w 495300"/>
                <a:gd name="connsiteY2" fmla="*/ 2057400 h 3238500"/>
                <a:gd name="connsiteX3" fmla="*/ 0 w 495300"/>
                <a:gd name="connsiteY3" fmla="*/ 0 h 3238500"/>
                <a:gd name="connsiteX0" fmla="*/ 495300 w 504537"/>
                <a:gd name="connsiteY0" fmla="*/ 3238500 h 3238500"/>
                <a:gd name="connsiteX1" fmla="*/ 504537 w 504537"/>
                <a:gd name="connsiteY1" fmla="*/ 2374900 h 3238500"/>
                <a:gd name="connsiteX2" fmla="*/ 0 w 504537"/>
                <a:gd name="connsiteY2" fmla="*/ 2057400 h 3238500"/>
                <a:gd name="connsiteX3" fmla="*/ 0 w 504537"/>
                <a:gd name="connsiteY3" fmla="*/ 0 h 3238500"/>
              </a:gdLst>
              <a:ahLst/>
              <a:cxnLst>
                <a:cxn ang="0">
                  <a:pos x="connsiteX0" y="connsiteY0"/>
                </a:cxn>
                <a:cxn ang="0">
                  <a:pos x="connsiteX1" y="connsiteY1"/>
                </a:cxn>
                <a:cxn ang="0">
                  <a:pos x="connsiteX2" y="connsiteY2"/>
                </a:cxn>
                <a:cxn ang="0">
                  <a:pos x="connsiteX3" y="connsiteY3"/>
                </a:cxn>
              </a:cxnLst>
              <a:rect l="l" t="t" r="r" b="b"/>
              <a:pathLst>
                <a:path w="504537" h="3238500">
                  <a:moveTo>
                    <a:pt x="495300" y="3238500"/>
                  </a:moveTo>
                  <a:lnTo>
                    <a:pt x="504537" y="2374900"/>
                  </a:lnTo>
                  <a:lnTo>
                    <a:pt x="0" y="2057400"/>
                  </a:lnTo>
                  <a:lnTo>
                    <a:pt x="0" y="0"/>
                  </a:lnTo>
                </a:path>
              </a:pathLst>
            </a:custGeom>
            <a:noFill/>
            <a:ln w="76200">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sz="1800" dirty="0"/>
            </a:p>
          </p:txBody>
        </p:sp>
        <p:sp>
          <p:nvSpPr>
            <p:cNvPr id="132" name="Freeform 131"/>
            <p:cNvSpPr/>
            <p:nvPr/>
          </p:nvSpPr>
          <p:spPr bwMode="auto">
            <a:xfrm>
              <a:off x="4243229" y="3216007"/>
              <a:ext cx="1312624" cy="2739088"/>
            </a:xfrm>
            <a:custGeom>
              <a:avLst/>
              <a:gdLst>
                <a:gd name="connsiteX0" fmla="*/ 0 w 1657350"/>
                <a:gd name="connsiteY0" fmla="*/ 3448050 h 3448050"/>
                <a:gd name="connsiteX1" fmla="*/ 0 w 1657350"/>
                <a:gd name="connsiteY1" fmla="*/ 2390775 h 3448050"/>
                <a:gd name="connsiteX2" fmla="*/ 1657350 w 1657350"/>
                <a:gd name="connsiteY2" fmla="*/ 400050 h 3448050"/>
                <a:gd name="connsiteX3" fmla="*/ 1657350 w 1657350"/>
                <a:gd name="connsiteY3" fmla="*/ 0 h 3448050"/>
              </a:gdLst>
              <a:ahLst/>
              <a:cxnLst>
                <a:cxn ang="0">
                  <a:pos x="connsiteX0" y="connsiteY0"/>
                </a:cxn>
                <a:cxn ang="0">
                  <a:pos x="connsiteX1" y="connsiteY1"/>
                </a:cxn>
                <a:cxn ang="0">
                  <a:pos x="connsiteX2" y="connsiteY2"/>
                </a:cxn>
                <a:cxn ang="0">
                  <a:pos x="connsiteX3" y="connsiteY3"/>
                </a:cxn>
              </a:cxnLst>
              <a:rect l="l" t="t" r="r" b="b"/>
              <a:pathLst>
                <a:path w="1657350" h="3448050">
                  <a:moveTo>
                    <a:pt x="0" y="3448050"/>
                  </a:moveTo>
                  <a:lnTo>
                    <a:pt x="0" y="2390775"/>
                  </a:lnTo>
                  <a:lnTo>
                    <a:pt x="1657350" y="400050"/>
                  </a:lnTo>
                  <a:lnTo>
                    <a:pt x="1657350" y="0"/>
                  </a:lnTo>
                </a:path>
              </a:pathLst>
            </a:custGeom>
            <a:noFill/>
            <a:ln w="762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lvl="0" algn="ctr"/>
              <a:endParaRPr lang="en-IN" sz="1800" dirty="0"/>
            </a:p>
          </p:txBody>
        </p:sp>
        <p:sp>
          <p:nvSpPr>
            <p:cNvPr id="133" name="Freeform 15"/>
            <p:cNvSpPr>
              <a:spLocks noEditPoints="1"/>
            </p:cNvSpPr>
            <p:nvPr/>
          </p:nvSpPr>
          <p:spPr bwMode="black">
            <a:xfrm>
              <a:off x="4848686" y="1414475"/>
              <a:ext cx="570414" cy="520174"/>
            </a:xfrm>
            <a:custGeom>
              <a:avLst/>
              <a:gdLst>
                <a:gd name="T0" fmla="*/ 436 w 2416"/>
                <a:gd name="T1" fmla="*/ 708 h 2209"/>
                <a:gd name="T2" fmla="*/ 524 w 2416"/>
                <a:gd name="T3" fmla="*/ 768 h 2209"/>
                <a:gd name="T4" fmla="*/ 883 w 2416"/>
                <a:gd name="T5" fmla="*/ 698 h 2209"/>
                <a:gd name="T6" fmla="*/ 1293 w 2416"/>
                <a:gd name="T7" fmla="*/ 707 h 2209"/>
                <a:gd name="T8" fmla="*/ 1449 w 2416"/>
                <a:gd name="T9" fmla="*/ 702 h 2209"/>
                <a:gd name="T10" fmla="*/ 1429 w 2416"/>
                <a:gd name="T11" fmla="*/ 399 h 2209"/>
                <a:gd name="T12" fmla="*/ 1317 w 2416"/>
                <a:gd name="T13" fmla="*/ 124 h 2209"/>
                <a:gd name="T14" fmla="*/ 1101 w 2416"/>
                <a:gd name="T15" fmla="*/ 21 h 2209"/>
                <a:gd name="T16" fmla="*/ 536 w 2416"/>
                <a:gd name="T17" fmla="*/ 250 h 2209"/>
                <a:gd name="T18" fmla="*/ 353 w 2416"/>
                <a:gd name="T19" fmla="*/ 433 h 2209"/>
                <a:gd name="T20" fmla="*/ 387 w 2416"/>
                <a:gd name="T21" fmla="*/ 530 h 2209"/>
                <a:gd name="T22" fmla="*/ 450 w 2416"/>
                <a:gd name="T23" fmla="*/ 1207 h 2209"/>
                <a:gd name="T24" fmla="*/ 617 w 2416"/>
                <a:gd name="T25" fmla="*/ 1272 h 2209"/>
                <a:gd name="T26" fmla="*/ 689 w 2416"/>
                <a:gd name="T27" fmla="*/ 1270 h 2209"/>
                <a:gd name="T28" fmla="*/ 653 w 2416"/>
                <a:gd name="T29" fmla="*/ 1190 h 2209"/>
                <a:gd name="T30" fmla="*/ 626 w 2416"/>
                <a:gd name="T31" fmla="*/ 1126 h 2209"/>
                <a:gd name="T32" fmla="*/ 553 w 2416"/>
                <a:gd name="T33" fmla="*/ 1010 h 2209"/>
                <a:gd name="T34" fmla="*/ 386 w 2416"/>
                <a:gd name="T35" fmla="*/ 755 h 2209"/>
                <a:gd name="T36" fmla="*/ 209 w 2416"/>
                <a:gd name="T37" fmla="*/ 573 h 2209"/>
                <a:gd name="T38" fmla="*/ 48 w 2416"/>
                <a:gd name="T39" fmla="*/ 787 h 2209"/>
                <a:gd name="T40" fmla="*/ 121 w 2416"/>
                <a:gd name="T41" fmla="*/ 1190 h 2209"/>
                <a:gd name="T42" fmla="*/ 355 w 2416"/>
                <a:gd name="T43" fmla="*/ 1178 h 2209"/>
                <a:gd name="T44" fmla="*/ 2011 w 2416"/>
                <a:gd name="T45" fmla="*/ 189 h 2209"/>
                <a:gd name="T46" fmla="*/ 1470 w 2416"/>
                <a:gd name="T47" fmla="*/ 25 h 2209"/>
                <a:gd name="T48" fmla="*/ 1383 w 2416"/>
                <a:gd name="T49" fmla="*/ 196 h 2209"/>
                <a:gd name="T50" fmla="*/ 1533 w 2416"/>
                <a:gd name="T51" fmla="*/ 610 h 2209"/>
                <a:gd name="T52" fmla="*/ 1588 w 2416"/>
                <a:gd name="T53" fmla="*/ 803 h 2209"/>
                <a:gd name="T54" fmla="*/ 1722 w 2416"/>
                <a:gd name="T55" fmla="*/ 938 h 2209"/>
                <a:gd name="T56" fmla="*/ 1907 w 2416"/>
                <a:gd name="T57" fmla="*/ 1240 h 2209"/>
                <a:gd name="T58" fmla="*/ 2277 w 2416"/>
                <a:gd name="T59" fmla="*/ 1135 h 2209"/>
                <a:gd name="T60" fmla="*/ 2323 w 2416"/>
                <a:gd name="T61" fmla="*/ 506 h 2209"/>
                <a:gd name="T62" fmla="*/ 1781 w 2416"/>
                <a:gd name="T63" fmla="*/ 1200 h 2209"/>
                <a:gd name="T64" fmla="*/ 1773 w 2416"/>
                <a:gd name="T65" fmla="*/ 1172 h 2209"/>
                <a:gd name="T66" fmla="*/ 1585 w 2416"/>
                <a:gd name="T67" fmla="*/ 862 h 2209"/>
                <a:gd name="T68" fmla="*/ 1317 w 2416"/>
                <a:gd name="T69" fmla="*/ 747 h 2209"/>
                <a:gd name="T70" fmla="*/ 907 w 2416"/>
                <a:gd name="T71" fmla="*/ 739 h 2209"/>
                <a:gd name="T72" fmla="*/ 489 w 2416"/>
                <a:gd name="T73" fmla="*/ 831 h 2209"/>
                <a:gd name="T74" fmla="*/ 627 w 2416"/>
                <a:gd name="T75" fmla="*/ 1004 h 2209"/>
                <a:gd name="T76" fmla="*/ 704 w 2416"/>
                <a:gd name="T77" fmla="*/ 1182 h 2209"/>
                <a:gd name="T78" fmla="*/ 704 w 2416"/>
                <a:gd name="T79" fmla="*/ 1183 h 2209"/>
                <a:gd name="T80" fmla="*/ 871 w 2416"/>
                <a:gd name="T81" fmla="*/ 1334 h 2209"/>
                <a:gd name="T82" fmla="*/ 1184 w 2416"/>
                <a:gd name="T83" fmla="*/ 1421 h 2209"/>
                <a:gd name="T84" fmla="*/ 1422 w 2416"/>
                <a:gd name="T85" fmla="*/ 1539 h 2209"/>
                <a:gd name="T86" fmla="*/ 1716 w 2416"/>
                <a:gd name="T87" fmla="*/ 1526 h 2209"/>
                <a:gd name="T88" fmla="*/ 1811 w 2416"/>
                <a:gd name="T89" fmla="*/ 1387 h 2209"/>
                <a:gd name="T90" fmla="*/ 1809 w 2416"/>
                <a:gd name="T91" fmla="*/ 1295 h 2209"/>
                <a:gd name="T92" fmla="*/ 1173 w 2416"/>
                <a:gd name="T93" fmla="*/ 1486 h 2209"/>
                <a:gd name="T94" fmla="*/ 1044 w 2416"/>
                <a:gd name="T95" fmla="*/ 1466 h 2209"/>
                <a:gd name="T96" fmla="*/ 984 w 2416"/>
                <a:gd name="T97" fmla="*/ 1573 h 2209"/>
                <a:gd name="T98" fmla="*/ 809 w 2416"/>
                <a:gd name="T99" fmla="*/ 1794 h 2209"/>
                <a:gd name="T100" fmla="*/ 752 w 2416"/>
                <a:gd name="T101" fmla="*/ 2011 h 2209"/>
                <a:gd name="T102" fmla="*/ 778 w 2416"/>
                <a:gd name="T103" fmla="*/ 2150 h 2209"/>
                <a:gd name="T104" fmla="*/ 880 w 2416"/>
                <a:gd name="T105" fmla="*/ 2177 h 2209"/>
                <a:gd name="T106" fmla="*/ 1012 w 2416"/>
                <a:gd name="T107" fmla="*/ 2005 h 2209"/>
                <a:gd name="T108" fmla="*/ 1226 w 2416"/>
                <a:gd name="T109" fmla="*/ 1733 h 2209"/>
                <a:gd name="T110" fmla="*/ 1245 w 2416"/>
                <a:gd name="T111" fmla="*/ 1541 h 2209"/>
                <a:gd name="T112" fmla="*/ 797 w 2416"/>
                <a:gd name="T113" fmla="*/ 1718 h 2209"/>
                <a:gd name="T114" fmla="*/ 977 w 2416"/>
                <a:gd name="T115" fmla="*/ 1520 h 2209"/>
                <a:gd name="T116" fmla="*/ 831 w 2416"/>
                <a:gd name="T117" fmla="*/ 1386 h 2209"/>
                <a:gd name="T118" fmla="*/ 584 w 2416"/>
                <a:gd name="T119" fmla="*/ 1299 h 2209"/>
                <a:gd name="T120" fmla="*/ 222 w 2416"/>
                <a:gd name="T121" fmla="*/ 1510 h 2209"/>
                <a:gd name="T122" fmla="*/ 569 w 2416"/>
                <a:gd name="T123" fmla="*/ 1809 h 2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16" h="2209">
                  <a:moveTo>
                    <a:pt x="387" y="530"/>
                  </a:moveTo>
                  <a:cubicBezTo>
                    <a:pt x="412" y="587"/>
                    <a:pt x="412" y="651"/>
                    <a:pt x="436" y="708"/>
                  </a:cubicBezTo>
                  <a:cubicBezTo>
                    <a:pt x="445" y="729"/>
                    <a:pt x="445" y="729"/>
                    <a:pt x="445" y="729"/>
                  </a:cubicBezTo>
                  <a:cubicBezTo>
                    <a:pt x="454" y="752"/>
                    <a:pt x="490" y="770"/>
                    <a:pt x="524" y="768"/>
                  </a:cubicBezTo>
                  <a:cubicBezTo>
                    <a:pt x="524" y="768"/>
                    <a:pt x="524" y="768"/>
                    <a:pt x="553" y="767"/>
                  </a:cubicBezTo>
                  <a:cubicBezTo>
                    <a:pt x="666" y="760"/>
                    <a:pt x="772" y="718"/>
                    <a:pt x="883" y="698"/>
                  </a:cubicBezTo>
                  <a:cubicBezTo>
                    <a:pt x="954" y="685"/>
                    <a:pt x="1003" y="722"/>
                    <a:pt x="1070" y="733"/>
                  </a:cubicBezTo>
                  <a:cubicBezTo>
                    <a:pt x="1146" y="746"/>
                    <a:pt x="1215" y="702"/>
                    <a:pt x="1293" y="707"/>
                  </a:cubicBezTo>
                  <a:cubicBezTo>
                    <a:pt x="1348" y="710"/>
                    <a:pt x="1362" y="715"/>
                    <a:pt x="1362" y="715"/>
                  </a:cubicBezTo>
                  <a:cubicBezTo>
                    <a:pt x="1391" y="726"/>
                    <a:pt x="1424" y="722"/>
                    <a:pt x="1449" y="702"/>
                  </a:cubicBezTo>
                  <a:cubicBezTo>
                    <a:pt x="1478" y="678"/>
                    <a:pt x="1478" y="646"/>
                    <a:pt x="1477" y="611"/>
                  </a:cubicBezTo>
                  <a:cubicBezTo>
                    <a:pt x="1474" y="540"/>
                    <a:pt x="1468" y="462"/>
                    <a:pt x="1429" y="399"/>
                  </a:cubicBezTo>
                  <a:cubicBezTo>
                    <a:pt x="1401" y="353"/>
                    <a:pt x="1374" y="306"/>
                    <a:pt x="1351" y="256"/>
                  </a:cubicBezTo>
                  <a:cubicBezTo>
                    <a:pt x="1332" y="215"/>
                    <a:pt x="1322" y="170"/>
                    <a:pt x="1317" y="124"/>
                  </a:cubicBezTo>
                  <a:cubicBezTo>
                    <a:pt x="1312" y="92"/>
                    <a:pt x="1317" y="40"/>
                    <a:pt x="1281" y="23"/>
                  </a:cubicBezTo>
                  <a:cubicBezTo>
                    <a:pt x="1229" y="0"/>
                    <a:pt x="1155" y="13"/>
                    <a:pt x="1101" y="21"/>
                  </a:cubicBezTo>
                  <a:cubicBezTo>
                    <a:pt x="972" y="38"/>
                    <a:pt x="844" y="76"/>
                    <a:pt x="727" y="134"/>
                  </a:cubicBezTo>
                  <a:cubicBezTo>
                    <a:pt x="660" y="167"/>
                    <a:pt x="596" y="206"/>
                    <a:pt x="536" y="250"/>
                  </a:cubicBezTo>
                  <a:cubicBezTo>
                    <a:pt x="488" y="285"/>
                    <a:pt x="440" y="319"/>
                    <a:pt x="399" y="362"/>
                  </a:cubicBezTo>
                  <a:cubicBezTo>
                    <a:pt x="380" y="382"/>
                    <a:pt x="359" y="405"/>
                    <a:pt x="353" y="433"/>
                  </a:cubicBezTo>
                  <a:cubicBezTo>
                    <a:pt x="346" y="467"/>
                    <a:pt x="367" y="492"/>
                    <a:pt x="381" y="520"/>
                  </a:cubicBezTo>
                  <a:cubicBezTo>
                    <a:pt x="383" y="523"/>
                    <a:pt x="385" y="527"/>
                    <a:pt x="387" y="530"/>
                  </a:cubicBezTo>
                  <a:close/>
                  <a:moveTo>
                    <a:pt x="355" y="1178"/>
                  </a:moveTo>
                  <a:cubicBezTo>
                    <a:pt x="385" y="1181"/>
                    <a:pt x="417" y="1193"/>
                    <a:pt x="450" y="1207"/>
                  </a:cubicBezTo>
                  <a:cubicBezTo>
                    <a:pt x="487" y="1223"/>
                    <a:pt x="524" y="1242"/>
                    <a:pt x="558" y="1255"/>
                  </a:cubicBezTo>
                  <a:cubicBezTo>
                    <a:pt x="577" y="1263"/>
                    <a:pt x="598" y="1267"/>
                    <a:pt x="617" y="1272"/>
                  </a:cubicBezTo>
                  <a:cubicBezTo>
                    <a:pt x="635" y="1276"/>
                    <a:pt x="647" y="1281"/>
                    <a:pt x="665" y="1278"/>
                  </a:cubicBezTo>
                  <a:cubicBezTo>
                    <a:pt x="673" y="1276"/>
                    <a:pt x="684" y="1277"/>
                    <a:pt x="689" y="1270"/>
                  </a:cubicBezTo>
                  <a:cubicBezTo>
                    <a:pt x="701" y="1256"/>
                    <a:pt x="690" y="1228"/>
                    <a:pt x="680" y="1218"/>
                  </a:cubicBezTo>
                  <a:cubicBezTo>
                    <a:pt x="670" y="1209"/>
                    <a:pt x="661" y="1200"/>
                    <a:pt x="653" y="1190"/>
                  </a:cubicBezTo>
                  <a:cubicBezTo>
                    <a:pt x="648" y="1184"/>
                    <a:pt x="643" y="1177"/>
                    <a:pt x="640" y="1169"/>
                  </a:cubicBezTo>
                  <a:cubicBezTo>
                    <a:pt x="634" y="1156"/>
                    <a:pt x="627" y="1141"/>
                    <a:pt x="626" y="1126"/>
                  </a:cubicBezTo>
                  <a:cubicBezTo>
                    <a:pt x="625" y="1110"/>
                    <a:pt x="624" y="1097"/>
                    <a:pt x="619" y="1082"/>
                  </a:cubicBezTo>
                  <a:cubicBezTo>
                    <a:pt x="607" y="1051"/>
                    <a:pt x="583" y="1023"/>
                    <a:pt x="553" y="1010"/>
                  </a:cubicBezTo>
                  <a:cubicBezTo>
                    <a:pt x="553" y="1010"/>
                    <a:pt x="521" y="997"/>
                    <a:pt x="479" y="944"/>
                  </a:cubicBezTo>
                  <a:cubicBezTo>
                    <a:pt x="450" y="907"/>
                    <a:pt x="395" y="775"/>
                    <a:pt x="386" y="755"/>
                  </a:cubicBezTo>
                  <a:cubicBezTo>
                    <a:pt x="364" y="704"/>
                    <a:pt x="374" y="643"/>
                    <a:pt x="356" y="592"/>
                  </a:cubicBezTo>
                  <a:cubicBezTo>
                    <a:pt x="333" y="526"/>
                    <a:pt x="256" y="534"/>
                    <a:pt x="209" y="573"/>
                  </a:cubicBezTo>
                  <a:cubicBezTo>
                    <a:pt x="209" y="573"/>
                    <a:pt x="194" y="586"/>
                    <a:pt x="138" y="637"/>
                  </a:cubicBezTo>
                  <a:cubicBezTo>
                    <a:pt x="94" y="677"/>
                    <a:pt x="73" y="735"/>
                    <a:pt x="48" y="787"/>
                  </a:cubicBezTo>
                  <a:cubicBezTo>
                    <a:pt x="6" y="879"/>
                    <a:pt x="0" y="959"/>
                    <a:pt x="1" y="1058"/>
                  </a:cubicBezTo>
                  <a:cubicBezTo>
                    <a:pt x="2" y="1136"/>
                    <a:pt x="54" y="1160"/>
                    <a:pt x="121" y="1190"/>
                  </a:cubicBezTo>
                  <a:cubicBezTo>
                    <a:pt x="121" y="1190"/>
                    <a:pt x="132" y="1194"/>
                    <a:pt x="176" y="1197"/>
                  </a:cubicBezTo>
                  <a:cubicBezTo>
                    <a:pt x="235" y="1201"/>
                    <a:pt x="297" y="1172"/>
                    <a:pt x="355" y="1178"/>
                  </a:cubicBezTo>
                  <a:close/>
                  <a:moveTo>
                    <a:pt x="2323" y="506"/>
                  </a:moveTo>
                  <a:cubicBezTo>
                    <a:pt x="2249" y="371"/>
                    <a:pt x="2134" y="255"/>
                    <a:pt x="2011" y="189"/>
                  </a:cubicBezTo>
                  <a:cubicBezTo>
                    <a:pt x="1900" y="130"/>
                    <a:pt x="1747" y="56"/>
                    <a:pt x="1622" y="40"/>
                  </a:cubicBezTo>
                  <a:cubicBezTo>
                    <a:pt x="1540" y="30"/>
                    <a:pt x="1470" y="25"/>
                    <a:pt x="1470" y="25"/>
                  </a:cubicBezTo>
                  <a:cubicBezTo>
                    <a:pt x="1417" y="21"/>
                    <a:pt x="1369" y="61"/>
                    <a:pt x="1364" y="114"/>
                  </a:cubicBezTo>
                  <a:cubicBezTo>
                    <a:pt x="1364" y="114"/>
                    <a:pt x="1362" y="137"/>
                    <a:pt x="1383" y="196"/>
                  </a:cubicBezTo>
                  <a:cubicBezTo>
                    <a:pt x="1409" y="267"/>
                    <a:pt x="1445" y="333"/>
                    <a:pt x="1485" y="398"/>
                  </a:cubicBezTo>
                  <a:cubicBezTo>
                    <a:pt x="1524" y="460"/>
                    <a:pt x="1530" y="538"/>
                    <a:pt x="1533" y="610"/>
                  </a:cubicBezTo>
                  <a:cubicBezTo>
                    <a:pt x="1535" y="657"/>
                    <a:pt x="1535" y="657"/>
                    <a:pt x="1535" y="657"/>
                  </a:cubicBezTo>
                  <a:cubicBezTo>
                    <a:pt x="1520" y="707"/>
                    <a:pt x="1544" y="773"/>
                    <a:pt x="1588" y="803"/>
                  </a:cubicBezTo>
                  <a:cubicBezTo>
                    <a:pt x="1588" y="803"/>
                    <a:pt x="1613" y="820"/>
                    <a:pt x="1644" y="848"/>
                  </a:cubicBezTo>
                  <a:cubicBezTo>
                    <a:pt x="1669" y="872"/>
                    <a:pt x="1698" y="902"/>
                    <a:pt x="1722" y="938"/>
                  </a:cubicBezTo>
                  <a:cubicBezTo>
                    <a:pt x="1755" y="989"/>
                    <a:pt x="1775" y="1050"/>
                    <a:pt x="1797" y="1107"/>
                  </a:cubicBezTo>
                  <a:cubicBezTo>
                    <a:pt x="1822" y="1173"/>
                    <a:pt x="1827" y="1230"/>
                    <a:pt x="1907" y="1240"/>
                  </a:cubicBezTo>
                  <a:cubicBezTo>
                    <a:pt x="1980" y="1250"/>
                    <a:pt x="2041" y="1287"/>
                    <a:pt x="2115" y="1256"/>
                  </a:cubicBezTo>
                  <a:cubicBezTo>
                    <a:pt x="2175" y="1230"/>
                    <a:pt x="2231" y="1180"/>
                    <a:pt x="2277" y="1135"/>
                  </a:cubicBezTo>
                  <a:cubicBezTo>
                    <a:pt x="2362" y="1050"/>
                    <a:pt x="2402" y="950"/>
                    <a:pt x="2409" y="847"/>
                  </a:cubicBezTo>
                  <a:cubicBezTo>
                    <a:pt x="2416" y="732"/>
                    <a:pt x="2383" y="613"/>
                    <a:pt x="2323" y="506"/>
                  </a:cubicBezTo>
                  <a:close/>
                  <a:moveTo>
                    <a:pt x="1809" y="1295"/>
                  </a:moveTo>
                  <a:cubicBezTo>
                    <a:pt x="1803" y="1263"/>
                    <a:pt x="1789" y="1231"/>
                    <a:pt x="1781" y="1200"/>
                  </a:cubicBezTo>
                  <a:cubicBezTo>
                    <a:pt x="1781" y="1200"/>
                    <a:pt x="1781" y="1200"/>
                    <a:pt x="1774" y="1177"/>
                  </a:cubicBezTo>
                  <a:cubicBezTo>
                    <a:pt x="1774" y="1176"/>
                    <a:pt x="1773" y="1174"/>
                    <a:pt x="1773" y="1172"/>
                  </a:cubicBezTo>
                  <a:cubicBezTo>
                    <a:pt x="1752" y="1100"/>
                    <a:pt x="1731" y="1044"/>
                    <a:pt x="1689" y="980"/>
                  </a:cubicBezTo>
                  <a:cubicBezTo>
                    <a:pt x="1661" y="936"/>
                    <a:pt x="1625" y="896"/>
                    <a:pt x="1585" y="862"/>
                  </a:cubicBezTo>
                  <a:cubicBezTo>
                    <a:pt x="1552" y="833"/>
                    <a:pt x="1515" y="809"/>
                    <a:pt x="1476" y="790"/>
                  </a:cubicBezTo>
                  <a:cubicBezTo>
                    <a:pt x="1426" y="766"/>
                    <a:pt x="1372" y="751"/>
                    <a:pt x="1317" y="747"/>
                  </a:cubicBezTo>
                  <a:cubicBezTo>
                    <a:pt x="1239" y="743"/>
                    <a:pt x="1170" y="787"/>
                    <a:pt x="1094" y="774"/>
                  </a:cubicBezTo>
                  <a:cubicBezTo>
                    <a:pt x="1027" y="762"/>
                    <a:pt x="978" y="726"/>
                    <a:pt x="907" y="739"/>
                  </a:cubicBezTo>
                  <a:cubicBezTo>
                    <a:pt x="796" y="758"/>
                    <a:pt x="690" y="801"/>
                    <a:pt x="577" y="807"/>
                  </a:cubicBezTo>
                  <a:cubicBezTo>
                    <a:pt x="548" y="809"/>
                    <a:pt x="488" y="788"/>
                    <a:pt x="489" y="831"/>
                  </a:cubicBezTo>
                  <a:cubicBezTo>
                    <a:pt x="489" y="859"/>
                    <a:pt x="535" y="915"/>
                    <a:pt x="553" y="938"/>
                  </a:cubicBezTo>
                  <a:cubicBezTo>
                    <a:pt x="595" y="991"/>
                    <a:pt x="627" y="1004"/>
                    <a:pt x="627" y="1004"/>
                  </a:cubicBezTo>
                  <a:cubicBezTo>
                    <a:pt x="676" y="1025"/>
                    <a:pt x="709" y="1085"/>
                    <a:pt x="700" y="1137"/>
                  </a:cubicBezTo>
                  <a:cubicBezTo>
                    <a:pt x="700" y="1137"/>
                    <a:pt x="699" y="1143"/>
                    <a:pt x="704" y="1182"/>
                  </a:cubicBezTo>
                  <a:cubicBezTo>
                    <a:pt x="704" y="1182"/>
                    <a:pt x="704" y="1183"/>
                    <a:pt x="704" y="1183"/>
                  </a:cubicBezTo>
                  <a:cubicBezTo>
                    <a:pt x="704" y="1183"/>
                    <a:pt x="704" y="1183"/>
                    <a:pt x="704" y="1183"/>
                  </a:cubicBezTo>
                  <a:cubicBezTo>
                    <a:pt x="707" y="1209"/>
                    <a:pt x="734" y="1224"/>
                    <a:pt x="753" y="1238"/>
                  </a:cubicBezTo>
                  <a:cubicBezTo>
                    <a:pt x="796" y="1269"/>
                    <a:pt x="821" y="1312"/>
                    <a:pt x="871" y="1334"/>
                  </a:cubicBezTo>
                  <a:cubicBezTo>
                    <a:pt x="921" y="1356"/>
                    <a:pt x="975" y="1374"/>
                    <a:pt x="1030" y="1384"/>
                  </a:cubicBezTo>
                  <a:cubicBezTo>
                    <a:pt x="1079" y="1393"/>
                    <a:pt x="1143" y="1388"/>
                    <a:pt x="1184" y="1421"/>
                  </a:cubicBezTo>
                  <a:cubicBezTo>
                    <a:pt x="1223" y="1453"/>
                    <a:pt x="1247" y="1484"/>
                    <a:pt x="1295" y="1503"/>
                  </a:cubicBezTo>
                  <a:cubicBezTo>
                    <a:pt x="1335" y="1518"/>
                    <a:pt x="1380" y="1527"/>
                    <a:pt x="1422" y="1539"/>
                  </a:cubicBezTo>
                  <a:cubicBezTo>
                    <a:pt x="1463" y="1552"/>
                    <a:pt x="1502" y="1574"/>
                    <a:pt x="1545" y="1579"/>
                  </a:cubicBezTo>
                  <a:cubicBezTo>
                    <a:pt x="1608" y="1586"/>
                    <a:pt x="1668" y="1566"/>
                    <a:pt x="1716" y="1526"/>
                  </a:cubicBezTo>
                  <a:cubicBezTo>
                    <a:pt x="1739" y="1506"/>
                    <a:pt x="1759" y="1483"/>
                    <a:pt x="1775" y="1458"/>
                  </a:cubicBezTo>
                  <a:cubicBezTo>
                    <a:pt x="1790" y="1436"/>
                    <a:pt x="1806" y="1413"/>
                    <a:pt x="1811" y="1387"/>
                  </a:cubicBezTo>
                  <a:cubicBezTo>
                    <a:pt x="1816" y="1367"/>
                    <a:pt x="1814" y="1341"/>
                    <a:pt x="1812" y="1320"/>
                  </a:cubicBezTo>
                  <a:cubicBezTo>
                    <a:pt x="1812" y="1312"/>
                    <a:pt x="1810" y="1304"/>
                    <a:pt x="1809" y="1295"/>
                  </a:cubicBezTo>
                  <a:close/>
                  <a:moveTo>
                    <a:pt x="1174" y="1487"/>
                  </a:moveTo>
                  <a:cubicBezTo>
                    <a:pt x="1173" y="1486"/>
                    <a:pt x="1173" y="1486"/>
                    <a:pt x="1173" y="1486"/>
                  </a:cubicBezTo>
                  <a:cubicBezTo>
                    <a:pt x="1149" y="1474"/>
                    <a:pt x="1132" y="1463"/>
                    <a:pt x="1105" y="1460"/>
                  </a:cubicBezTo>
                  <a:cubicBezTo>
                    <a:pt x="1086" y="1457"/>
                    <a:pt x="1058" y="1447"/>
                    <a:pt x="1044" y="1466"/>
                  </a:cubicBezTo>
                  <a:cubicBezTo>
                    <a:pt x="1035" y="1479"/>
                    <a:pt x="1028" y="1493"/>
                    <a:pt x="1021" y="1506"/>
                  </a:cubicBezTo>
                  <a:cubicBezTo>
                    <a:pt x="1009" y="1528"/>
                    <a:pt x="998" y="1552"/>
                    <a:pt x="984" y="1573"/>
                  </a:cubicBezTo>
                  <a:cubicBezTo>
                    <a:pt x="956" y="1616"/>
                    <a:pt x="925" y="1656"/>
                    <a:pt x="892" y="1695"/>
                  </a:cubicBezTo>
                  <a:cubicBezTo>
                    <a:pt x="866" y="1726"/>
                    <a:pt x="825" y="1756"/>
                    <a:pt x="809" y="1794"/>
                  </a:cubicBezTo>
                  <a:cubicBezTo>
                    <a:pt x="793" y="1830"/>
                    <a:pt x="802" y="1871"/>
                    <a:pt x="789" y="1907"/>
                  </a:cubicBezTo>
                  <a:cubicBezTo>
                    <a:pt x="776" y="1941"/>
                    <a:pt x="762" y="1975"/>
                    <a:pt x="752" y="2011"/>
                  </a:cubicBezTo>
                  <a:cubicBezTo>
                    <a:pt x="743" y="2043"/>
                    <a:pt x="720" y="2102"/>
                    <a:pt x="735" y="2135"/>
                  </a:cubicBezTo>
                  <a:cubicBezTo>
                    <a:pt x="746" y="2160"/>
                    <a:pt x="754" y="2153"/>
                    <a:pt x="778" y="2150"/>
                  </a:cubicBezTo>
                  <a:cubicBezTo>
                    <a:pt x="811" y="2145"/>
                    <a:pt x="847" y="2145"/>
                    <a:pt x="872" y="2170"/>
                  </a:cubicBezTo>
                  <a:cubicBezTo>
                    <a:pt x="880" y="2177"/>
                    <a:pt x="880" y="2177"/>
                    <a:pt x="880" y="2177"/>
                  </a:cubicBezTo>
                  <a:cubicBezTo>
                    <a:pt x="895" y="2209"/>
                    <a:pt x="926" y="2196"/>
                    <a:pt x="948" y="2148"/>
                  </a:cubicBezTo>
                  <a:cubicBezTo>
                    <a:pt x="948" y="2148"/>
                    <a:pt x="979" y="2082"/>
                    <a:pt x="1012" y="2005"/>
                  </a:cubicBezTo>
                  <a:cubicBezTo>
                    <a:pt x="1044" y="1930"/>
                    <a:pt x="1099" y="1861"/>
                    <a:pt x="1154" y="1801"/>
                  </a:cubicBezTo>
                  <a:cubicBezTo>
                    <a:pt x="1177" y="1776"/>
                    <a:pt x="1206" y="1761"/>
                    <a:pt x="1226" y="1733"/>
                  </a:cubicBezTo>
                  <a:cubicBezTo>
                    <a:pt x="1248" y="1702"/>
                    <a:pt x="1265" y="1664"/>
                    <a:pt x="1267" y="1625"/>
                  </a:cubicBezTo>
                  <a:cubicBezTo>
                    <a:pt x="1269" y="1596"/>
                    <a:pt x="1263" y="1564"/>
                    <a:pt x="1245" y="1541"/>
                  </a:cubicBezTo>
                  <a:cubicBezTo>
                    <a:pt x="1226" y="1515"/>
                    <a:pt x="1202" y="1501"/>
                    <a:pt x="1174" y="1487"/>
                  </a:cubicBezTo>
                  <a:close/>
                  <a:moveTo>
                    <a:pt x="797" y="1718"/>
                  </a:moveTo>
                  <a:cubicBezTo>
                    <a:pt x="838" y="1673"/>
                    <a:pt x="878" y="1628"/>
                    <a:pt x="919" y="1583"/>
                  </a:cubicBezTo>
                  <a:cubicBezTo>
                    <a:pt x="935" y="1566"/>
                    <a:pt x="962" y="1543"/>
                    <a:pt x="977" y="1520"/>
                  </a:cubicBezTo>
                  <a:cubicBezTo>
                    <a:pt x="981" y="1515"/>
                    <a:pt x="984" y="1510"/>
                    <a:pt x="986" y="1504"/>
                  </a:cubicBezTo>
                  <a:cubicBezTo>
                    <a:pt x="1012" y="1431"/>
                    <a:pt x="881" y="1406"/>
                    <a:pt x="831" y="1386"/>
                  </a:cubicBezTo>
                  <a:cubicBezTo>
                    <a:pt x="782" y="1366"/>
                    <a:pt x="699" y="1338"/>
                    <a:pt x="649" y="1322"/>
                  </a:cubicBezTo>
                  <a:cubicBezTo>
                    <a:pt x="649" y="1322"/>
                    <a:pt x="623" y="1314"/>
                    <a:pt x="584" y="1299"/>
                  </a:cubicBezTo>
                  <a:cubicBezTo>
                    <a:pt x="473" y="1257"/>
                    <a:pt x="194" y="1132"/>
                    <a:pt x="183" y="1346"/>
                  </a:cubicBezTo>
                  <a:cubicBezTo>
                    <a:pt x="180" y="1402"/>
                    <a:pt x="206" y="1458"/>
                    <a:pt x="222" y="1510"/>
                  </a:cubicBezTo>
                  <a:cubicBezTo>
                    <a:pt x="253" y="1611"/>
                    <a:pt x="320" y="1720"/>
                    <a:pt x="409" y="1779"/>
                  </a:cubicBezTo>
                  <a:cubicBezTo>
                    <a:pt x="458" y="1811"/>
                    <a:pt x="512" y="1813"/>
                    <a:pt x="569" y="1809"/>
                  </a:cubicBezTo>
                  <a:cubicBezTo>
                    <a:pt x="666" y="1800"/>
                    <a:pt x="729" y="1795"/>
                    <a:pt x="797" y="1718"/>
                  </a:cubicBezTo>
                  <a:close/>
                </a:path>
              </a:pathLst>
            </a:custGeom>
            <a:solidFill>
              <a:schemeClr val="bg1"/>
            </a:solidFill>
            <a:ln>
              <a:noFill/>
            </a:ln>
            <a:effectLst>
              <a:outerShdw blurRad="63500" sx="102000" sy="102000" algn="ctr" rotWithShape="0">
                <a:prstClr val="black">
                  <a:alpha val="40000"/>
                </a:prstClr>
              </a:outerShdw>
            </a:effectLst>
          </p:spPr>
          <p:txBody>
            <a:bodyPr vert="horz" wrap="square" lIns="82305" tIns="41153" rIns="82305" bIns="41153" numCol="1" anchor="t" anchorCtr="0" compatLnSpc="1">
              <a:prstTxWarp prst="textNoShape">
                <a:avLst/>
              </a:prstTxWarp>
            </a:bodyPr>
            <a:lstStyle/>
            <a:p>
              <a:endParaRPr lang="en-US" sz="1599" dirty="0"/>
            </a:p>
          </p:txBody>
        </p:sp>
        <p:grpSp>
          <p:nvGrpSpPr>
            <p:cNvPr id="134" name="Group 133"/>
            <p:cNvGrpSpPr/>
            <p:nvPr/>
          </p:nvGrpSpPr>
          <p:grpSpPr>
            <a:xfrm>
              <a:off x="4469596" y="5727411"/>
              <a:ext cx="353569" cy="355525"/>
              <a:chOff x="1169858" y="919275"/>
              <a:chExt cx="526613" cy="529527"/>
            </a:xfrm>
            <a:solidFill>
              <a:schemeClr val="accent3">
                <a:alpha val="6000"/>
              </a:schemeClr>
            </a:solidFill>
            <a:effectLst/>
          </p:grpSpPr>
          <p:sp>
            <p:nvSpPr>
              <p:cNvPr id="136" name="Freeform 86"/>
              <p:cNvSpPr>
                <a:spLocks noEditPoints="1"/>
              </p:cNvSpPr>
              <p:nvPr userDrawn="1"/>
            </p:nvSpPr>
            <p:spPr bwMode="black">
              <a:xfrm>
                <a:off x="1169858" y="9192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sp>
            <p:nvSpPr>
              <p:cNvPr id="137" name="Oval 87"/>
              <p:cNvSpPr>
                <a:spLocks noChangeArrowheads="1"/>
              </p:cNvSpPr>
              <p:nvPr userDrawn="1"/>
            </p:nvSpPr>
            <p:spPr bwMode="black">
              <a:xfrm>
                <a:off x="1384319" y="1144362"/>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99" dirty="0"/>
              </a:p>
            </p:txBody>
          </p:sp>
        </p:grpSp>
        <p:sp>
          <p:nvSpPr>
            <p:cNvPr id="135" name="Rectangle 134"/>
            <p:cNvSpPr/>
            <p:nvPr/>
          </p:nvSpPr>
          <p:spPr bwMode="auto">
            <a:xfrm>
              <a:off x="3050518" y="5955095"/>
              <a:ext cx="1352315" cy="373633"/>
            </a:xfrm>
            <a:prstGeom prst="rect">
              <a:avLst/>
            </a:prstGeom>
            <a:gradFill flip="none" rotWithShape="1">
              <a:gsLst>
                <a:gs pos="0">
                  <a:schemeClr val="accent1">
                    <a:lumMod val="20000"/>
                    <a:lumOff val="80000"/>
                  </a:schemeClr>
                </a:gs>
                <a:gs pos="58000">
                  <a:schemeClr val="accent1">
                    <a:lumMod val="20000"/>
                    <a:lumOff val="80000"/>
                    <a:alpha val="58000"/>
                  </a:schemeClr>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grpSp>
      <p:pic>
        <p:nvPicPr>
          <p:cNvPr id="189" name="Picture 18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1097" y="122425"/>
            <a:ext cx="2219691" cy="816499"/>
          </a:xfrm>
          <a:prstGeom prst="rect">
            <a:avLst/>
          </a:prstGeom>
        </p:spPr>
      </p:pic>
    </p:spTree>
    <p:extLst>
      <p:ext uri="{BB962C8B-B14F-4D97-AF65-F5344CB8AC3E}">
        <p14:creationId xmlns:p14="http://schemas.microsoft.com/office/powerpoint/2010/main" val="391016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5" name="Text Placeholder 4"/>
          <p:cNvSpPr>
            <a:spLocks noGrp="1"/>
          </p:cNvSpPr>
          <p:nvPr>
            <p:ph type="body" sz="quarter" idx="12" hasCustomPrompt="1"/>
          </p:nvPr>
        </p:nvSpPr>
        <p:spPr>
          <a:xfrm>
            <a:off x="276540" y="3954458"/>
            <a:ext cx="6399213" cy="1830388"/>
          </a:xfrm>
          <a:noFill/>
        </p:spPr>
        <p:txBody>
          <a:bodyPr lIns="146304" tIns="109728" rIns="146304" bIns="109728">
            <a:noAutofit/>
          </a:bodyPr>
          <a:lstStyle>
            <a:lvl1pPr marL="0" indent="0">
              <a:spcBef>
                <a:spcPts val="0"/>
              </a:spcBef>
              <a:buNone/>
              <a:defRPr sz="3199"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702" y="2117165"/>
            <a:ext cx="8229535" cy="1837298"/>
          </a:xfrm>
          <a:noFill/>
        </p:spPr>
        <p:txBody>
          <a:bodyPr lIns="146304" tIns="91440" rIns="146304" bIns="91440" anchor="t" anchorCtr="0"/>
          <a:lstStyle>
            <a:lvl1pPr>
              <a:defRPr sz="5399" spc="-100" baseline="0">
                <a:gradFill>
                  <a:gsLst>
                    <a:gs pos="3333">
                      <a:schemeClr val="tx2"/>
                    </a:gs>
                    <a:gs pos="39000">
                      <a:schemeClr val="tx2"/>
                    </a:gs>
                  </a:gsLst>
                  <a:lin ang="5400000" scaled="0"/>
                </a:gradFill>
              </a:defRPr>
            </a:lvl1pPr>
          </a:lstStyle>
          <a:p>
            <a:r>
              <a:rPr lang="en-US" dirty="0"/>
              <a:t>Presentation title</a:t>
            </a:r>
          </a:p>
        </p:txBody>
      </p:sp>
      <p:pic>
        <p:nvPicPr>
          <p:cNvPr id="7" name="Picture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invGray">
          <a:xfrm>
            <a:off x="457519" y="6161443"/>
            <a:ext cx="1645920" cy="353658"/>
          </a:xfrm>
          <a:prstGeom prst="rect">
            <a:avLst/>
          </a:prstGeom>
        </p:spPr>
      </p:pic>
      <p:sp>
        <p:nvSpPr>
          <p:cNvPr id="6" name="Text Placeholder 2"/>
          <p:cNvSpPr txBox="1">
            <a:spLocks/>
          </p:cNvSpPr>
          <p:nvPr userDrawn="1"/>
        </p:nvSpPr>
        <p:spPr bwMode="auto">
          <a:xfrm>
            <a:off x="366142" y="205460"/>
            <a:ext cx="3017487" cy="548634"/>
          </a:xfrm>
          <a:prstGeom prst="rect">
            <a:avLst/>
          </a:prstGeom>
        </p:spPr>
        <p:txBody>
          <a:bodyPr vert="horz" wrap="square" lIns="146283" tIns="109712" rIns="146283" bIns="109712" rtlCol="0">
            <a:noAutofit/>
          </a:bodyPr>
          <a:lstStyle>
            <a:lvl1pPr marL="0" marR="0" indent="0" algn="l" defTabSz="932742" rtl="0" eaLnBrk="1" fontAlgn="auto" latinLnBrk="0" hangingPunct="1">
              <a:lnSpc>
                <a:spcPct val="90000"/>
              </a:lnSpc>
              <a:spcBef>
                <a:spcPts val="0"/>
              </a:spcBef>
              <a:spcAft>
                <a:spcPts val="0"/>
              </a:spcAft>
              <a:buClrTx/>
              <a:buSzPct val="90000"/>
              <a:buFont typeface="Arial" pitchFamily="34" charset="0"/>
              <a:buNone/>
              <a:tabLst/>
              <a:defRPr sz="3200" kern="1200" spc="0" baseline="0">
                <a:gradFill>
                  <a:gsLst>
                    <a:gs pos="4040">
                      <a:srgbClr val="525252"/>
                    </a:gs>
                    <a:gs pos="17000">
                      <a:srgbClr val="525252"/>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t>Microsoft Services</a:t>
            </a:r>
            <a:endParaRPr lang="en-US" sz="2400" dirty="0">
              <a:latin typeface="Segoe UI"/>
            </a:endParaRPr>
          </a:p>
        </p:txBody>
      </p:sp>
    </p:spTree>
    <p:extLst>
      <p:ext uri="{BB962C8B-B14F-4D97-AF65-F5344CB8AC3E}">
        <p14:creationId xmlns:p14="http://schemas.microsoft.com/office/powerpoint/2010/main" val="25782720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6" name="Text Placeholder 5"/>
          <p:cNvSpPr>
            <a:spLocks noGrp="1"/>
          </p:cNvSpPr>
          <p:nvPr>
            <p:ph type="body" sz="quarter" idx="10"/>
          </p:nvPr>
        </p:nvSpPr>
        <p:spPr>
          <a:xfrm>
            <a:off x="274639" y="1323328"/>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
        <p:nvSpPr>
          <p:cNvPr id="4" name="Title 3"/>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954301853"/>
      </p:ext>
    </p:extLst>
  </p:cSld>
  <p:clrMapOvr>
    <a:masterClrMapping/>
  </p:clrMapOvr>
  <p:transition>
    <p:fade/>
  </p:transition>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9" y="1323328"/>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946487475"/>
      </p:ext>
    </p:extLst>
  </p:cSld>
  <p:clrMapOvr>
    <a:masterClrMapping/>
  </p:clrMapOvr>
  <p:transition>
    <p:fade/>
  </p:transition>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274639" y="1328265"/>
            <a:ext cx="11887200" cy="2025170"/>
          </a:xfrm>
        </p:spPr>
        <p:txBody>
          <a:bodyPr>
            <a:spAutoFit/>
          </a:bodyPr>
          <a:lstStyle>
            <a:lvl1pPr>
              <a:defRPr sz="3599">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018194287"/>
      </p:ext>
    </p:extLst>
  </p:cSld>
  <p:clrMapOvr>
    <a:masterClrMapping/>
  </p:clrMapOvr>
  <p:transition>
    <p:fade/>
  </p:transition>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274639" y="1328261"/>
            <a:ext cx="11887200" cy="2025170"/>
          </a:xfrm>
        </p:spPr>
        <p:txBody>
          <a:bodyPr>
            <a:spAutoFit/>
          </a:bodyPr>
          <a:lstStyle>
            <a:lvl1pPr>
              <a:defRPr sz="359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3214421854"/>
      </p:ext>
    </p:extLst>
  </p:cSld>
  <p:clrMapOvr>
    <a:masterClrMapping/>
  </p:clrMapOvr>
  <p:transition>
    <p:fade/>
  </p:transition>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4"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642584223"/>
      </p:ext>
    </p:extLst>
  </p:cSld>
  <p:clrMapOvr>
    <a:masterClrMapping/>
  </p:clrMapOvr>
  <p:transition>
    <p:fade/>
  </p:transition>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198"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9" y="3954464"/>
            <a:ext cx="10058401" cy="1829593"/>
          </a:xfrm>
          <a:noFill/>
        </p:spPr>
        <p:txBody>
          <a:bodyPr lIns="182880" tIns="146304" rIns="182880" bIns="146304">
            <a:noAutofit/>
          </a:bodyPr>
          <a:lstStyle>
            <a:lvl1pPr marL="0" indent="0">
              <a:spcBef>
                <a:spcPts val="0"/>
              </a:spcBef>
              <a:buNone/>
              <a:defRPr sz="3599"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7007849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lang="en-US" sz="7198"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24161583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09500139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310821532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90911861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4051923431"/>
      </p:ext>
    </p:extLst>
  </p:cSld>
  <p:clrMapOvr>
    <a:masterClrMapping/>
  </p:clrMapOvr>
  <p:transition>
    <p:fade/>
  </p:transition>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239737979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31938770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3"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26912763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4" name="Object 3"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274638" y="1335578"/>
            <a:ext cx="11887199" cy="1995931"/>
          </a:xfrm>
        </p:spPr>
        <p:txBody>
          <a:bodyPr/>
          <a:lstStyle>
            <a:lvl1pPr marL="0" indent="0">
              <a:buNone/>
              <a:defRPr sz="3299">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48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49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40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79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914331248"/>
      </p:ext>
    </p:extLst>
  </p:cSld>
  <p:clrMapOvr>
    <a:masterClrMapping/>
  </p:clrMapOvr>
  <p:transition>
    <p:fade/>
  </p:transition>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4" name="Object 3"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ext Box 3"/>
          <p:cNvSpPr txBox="1">
            <a:spLocks noChangeArrowheads="1"/>
          </p:cNvSpPr>
          <p:nvPr userDrawn="1"/>
        </p:nvSpPr>
        <p:spPr bwMode="blackWhite">
          <a:xfrm>
            <a:off x="274639" y="6292889"/>
            <a:ext cx="11856403" cy="403187"/>
          </a:xfrm>
          <a:prstGeom prst="rect">
            <a:avLst/>
          </a:prstGeom>
          <a:noFill/>
          <a:ln w="12700">
            <a:noFill/>
            <a:miter lim="800000"/>
            <a:headEnd type="none" w="sm" len="sm"/>
            <a:tailEnd type="none" w="sm" len="sm"/>
          </a:ln>
          <a:effectLst/>
        </p:spPr>
        <p:txBody>
          <a:bodyPr vert="horz" wrap="square" lIns="182854" tIns="146283" rIns="182854" bIns="146283" numCol="1" anchor="t" anchorCtr="0" compatLnSpc="1">
            <a:prstTxWarp prst="textNoShape">
              <a:avLst/>
            </a:prstTxWarp>
            <a:spAutoFit/>
          </a:bodyPr>
          <a:lstStyle/>
          <a:p>
            <a:pPr defTabSz="932111" eaLnBrk="0" hangingPunct="0"/>
            <a:r>
              <a:rPr lang="en-US" sz="700" dirty="0">
                <a:gradFill>
                  <a:gsLst>
                    <a:gs pos="0">
                      <a:schemeClr val="tx1"/>
                    </a:gs>
                    <a:gs pos="100000">
                      <a:schemeClr val="tx1"/>
                    </a:gs>
                  </a:gsLst>
                  <a:lin ang="5400000" scaled="0"/>
                </a:gradFill>
                <a:cs typeface="Segoe UI" pitchFamily="34" charset="0"/>
              </a:rPr>
              <a:t>© 2014 Microsoft Corporation. All rights reserved. </a:t>
            </a:r>
          </a:p>
        </p:txBody>
      </p:sp>
      <p:pic>
        <p:nvPicPr>
          <p:cNvPr id="3" name="Picture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invGray">
          <a:xfrm>
            <a:off x="459230" y="3145041"/>
            <a:ext cx="3288506" cy="704444"/>
          </a:xfrm>
          <a:prstGeom prst="rect">
            <a:avLst/>
          </a:prstGeom>
        </p:spPr>
      </p:pic>
    </p:spTree>
    <p:extLst>
      <p:ext uri="{BB962C8B-B14F-4D97-AF65-F5344CB8AC3E}">
        <p14:creationId xmlns:p14="http://schemas.microsoft.com/office/powerpoint/2010/main" val="3425655101"/>
      </p:ext>
    </p:extLst>
  </p:cSld>
  <p:clrMapOvr>
    <a:masterClrMapping/>
  </p:clrMapOvr>
  <p:transition>
    <p:fade/>
  </p:transition>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Object 1"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6" name="Text Placeholder 5"/>
          <p:cNvSpPr>
            <a:spLocks noGrp="1"/>
          </p:cNvSpPr>
          <p:nvPr>
            <p:ph type="body" sz="quarter" idx="10" hasCustomPrompt="1"/>
          </p:nvPr>
        </p:nvSpPr>
        <p:spPr bwMode="white">
          <a:xfrm>
            <a:off x="274639" y="1212851"/>
            <a:ext cx="11887200" cy="2443746"/>
          </a:xfrm>
          <a:prstGeom prst="rect">
            <a:avLst/>
          </a:prstGeom>
        </p:spPr>
        <p:txBody>
          <a:bodyPr/>
          <a:lstStyle>
            <a:lvl1pPr marL="290457" indent="-290457">
              <a:buClr>
                <a:schemeClr val="tx1"/>
              </a:buClr>
              <a:buSzPct val="90000"/>
              <a:buFont typeface="Arial" pitchFamily="34" charset="0"/>
              <a:buChar char="•"/>
              <a:defRPr sz="359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390" indent="-280935">
              <a:buClr>
                <a:schemeClr val="tx1"/>
              </a:buClr>
              <a:buSzPct val="90000"/>
              <a:buFont typeface="Arial" pitchFamily="34" charset="0"/>
              <a:buChar char="•"/>
              <a:defRPr sz="3199">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847" indent="-290457">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404" indent="-228557">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960" indent="-228557">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2"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7477258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1352469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8884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873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324962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4237167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83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Customer Evidenc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cstate="email">
              <a:extLst>
                <a:ext uri="{28A0092B-C50C-407E-A947-70E740481C1C}">
                  <a14:useLocalDpi xmlns:a14="http://schemas.microsoft.com/office/drawing/2010/main"/>
                </a:ext>
              </a:extLst>
            </a:blip>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Click icon to add picture</a:t>
            </a:r>
            <a:endParaRPr lang="en-US" dirty="0"/>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cstate="email">
              <a:extLst>
                <a:ext uri="{28A0092B-C50C-407E-A947-70E740481C1C}">
                  <a14:useLocalDpi xmlns:a14="http://schemas.microsoft.com/office/drawing/2010/main"/>
                </a:ext>
              </a:extLst>
            </a:blip>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a:t>Edit Master text styles</a:t>
            </a:r>
          </a:p>
        </p:txBody>
      </p:sp>
    </p:spTree>
    <p:extLst>
      <p:ext uri="{BB962C8B-B14F-4D97-AF65-F5344CB8AC3E}">
        <p14:creationId xmlns:p14="http://schemas.microsoft.com/office/powerpoint/2010/main" val="3453187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1706888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2092956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5300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5392718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cstate="email">
              <a:extLst>
                <a:ext uri="{28A0092B-C50C-407E-A947-70E740481C1C}">
                  <a14:useLocalDpi xmlns:a14="http://schemas.microsoft.com/office/drawing/2010/main"/>
                </a:ext>
              </a:extLst>
            </a:blip>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2367181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427">
          <p15:clr>
            <a:srgbClr val="FBAE4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318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95053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endParaRPr lang="en-US" dirty="0"/>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4925696" cy="6995160"/>
          </a:xfrm>
          <a:prstGeom prst="rect">
            <a:avLst/>
          </a:prstGeom>
        </p:spPr>
      </p:pic>
    </p:spTree>
    <p:extLst>
      <p:ext uri="{BB962C8B-B14F-4D97-AF65-F5344CB8AC3E}">
        <p14:creationId xmlns:p14="http://schemas.microsoft.com/office/powerpoint/2010/main" val="425748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2292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3219245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300586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8.xml><?xml version="1.0" encoding="utf-8"?>
<p:sldLayout xmlns:a="http://schemas.openxmlformats.org/drawingml/2006/main" xmlns:r="http://schemas.openxmlformats.org/officeDocument/2006/relationships" xmlns:p="http://schemas.openxmlformats.org/presentationml/2006/main" userDrawn="1">
  <p:cSld name="Atlanta title">
    <p:bg>
      <p:bgPr>
        <a:solidFill>
          <a:srgbClr val="00BCF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6010757" y="845532"/>
            <a:ext cx="5781235" cy="5471131"/>
          </a:xfrm>
          <a:prstGeom prst="rect">
            <a:avLst/>
          </a:prstGeom>
        </p:spPr>
      </p:pic>
      <p:sp>
        <p:nvSpPr>
          <p:cNvPr id="9" name="Title 1"/>
          <p:cNvSpPr>
            <a:spLocks noGrp="1"/>
          </p:cNvSpPr>
          <p:nvPr>
            <p:ph type="title" hasCustomPrompt="1"/>
          </p:nvPr>
        </p:nvSpPr>
        <p:spPr>
          <a:xfrm>
            <a:off x="274702" y="1759923"/>
            <a:ext cx="5943535" cy="2011665"/>
          </a:xfrm>
          <a:noFill/>
        </p:spPr>
        <p:txBody>
          <a:bodyPr lIns="146304" tIns="91440" rIns="146304" bIns="91440" anchor="t" anchorCtr="0"/>
          <a:lstStyle>
            <a:lvl1pPr>
              <a:defRPr sz="5398" spc="-100" baseline="0">
                <a:gradFill>
                  <a:gsLst>
                    <a:gs pos="91000">
                      <a:schemeClr val="tx1"/>
                    </a:gs>
                    <a:gs pos="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4" y="3680142"/>
            <a:ext cx="4846268" cy="1009740"/>
          </a:xfrm>
          <a:noFill/>
        </p:spPr>
        <p:txBody>
          <a:bodyPr lIns="146304" tIns="109728" rIns="146304" bIns="109728">
            <a:noAutofit/>
          </a:bodyPr>
          <a:lstStyle>
            <a:lvl1pPr marL="0" indent="0">
              <a:spcBef>
                <a:spcPts val="0"/>
              </a:spcBef>
              <a:buNone/>
              <a:defRPr sz="3198"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5090" y="5723731"/>
            <a:ext cx="2651731" cy="1188526"/>
          </a:xfrm>
          <a:prstGeom prst="rect">
            <a:avLst/>
          </a:prstGeom>
        </p:spPr>
      </p:pic>
    </p:spTree>
    <p:extLst>
      <p:ext uri="{BB962C8B-B14F-4D97-AF65-F5344CB8AC3E}">
        <p14:creationId xmlns:p14="http://schemas.microsoft.com/office/powerpoint/2010/main" val="17495360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20567"/>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50675"/>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10797223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10007647"/>
      </p:ext>
    </p:extLst>
  </p:cSld>
  <p:clrMapOvr>
    <a:masterClrMapping/>
  </p:clrMapOvr>
  <p:transition>
    <p:fade/>
  </p:transition>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134613"/>
      </p:ext>
    </p:extLst>
  </p:cSld>
  <p:clrMapOvr>
    <a:masterClrMapping/>
  </p:clrMapOvr>
  <p:transition>
    <p:fade/>
  </p:transition>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dirty="0"/>
              <a:t>Click to edit Master text styles</a:t>
            </a:r>
          </a:p>
          <a:p>
            <a:pPr marL="712788" marR="0" lvl="1" indent="-457200" algn="l" defTabSz="932742" rtl="0" eaLnBrk="1" fontAlgn="auto" latinLnBrk="0" hangingPunct="1">
              <a:lnSpc>
                <a:spcPct val="90000"/>
              </a:lnSpc>
              <a:spcBef>
                <a:spcPct val="20000"/>
              </a:spcBef>
              <a:spcAft>
                <a:spcPts val="0"/>
              </a:spcAft>
              <a:buClrTx/>
              <a:buSzPct val="90000"/>
              <a:tabLst/>
            </a:pPr>
            <a:r>
              <a:rPr lang="en-US" dirty="0"/>
              <a:t>Second level</a:t>
            </a:r>
          </a:p>
          <a:p>
            <a:pPr marL="908050" marR="0" lvl="2" indent="-457200" algn="l" defTabSz="932742" rtl="0" eaLnBrk="1" fontAlgn="auto" latinLnBrk="0" hangingPunct="1">
              <a:lnSpc>
                <a:spcPct val="90000"/>
              </a:lnSpc>
              <a:spcBef>
                <a:spcPct val="20000"/>
              </a:spcBef>
              <a:spcAft>
                <a:spcPts val="0"/>
              </a:spcAft>
              <a:buClrTx/>
              <a:buSzPct val="90000"/>
              <a:tabLst/>
            </a:pPr>
            <a:r>
              <a:rPr lang="en-US" dirty="0"/>
              <a:t>Third level</a:t>
            </a:r>
          </a:p>
          <a:p>
            <a:pPr marL="1109662" marR="0" lvl="3" indent="-457200" algn="l" defTabSz="932742" rtl="0" eaLnBrk="1" fontAlgn="auto" latinLnBrk="0" hangingPunct="1">
              <a:lnSpc>
                <a:spcPct val="90000"/>
              </a:lnSpc>
              <a:spcBef>
                <a:spcPct val="20000"/>
              </a:spcBef>
              <a:spcAft>
                <a:spcPts val="0"/>
              </a:spcAft>
              <a:buClrTx/>
              <a:buSzPct val="90000"/>
              <a:tabLst/>
            </a:pPr>
            <a:r>
              <a:rPr lang="en-US" dirty="0"/>
              <a:t>Fourth level</a:t>
            </a:r>
          </a:p>
          <a:p>
            <a:pPr marL="1311275" marR="0" lvl="4" indent="-457200" algn="l" defTabSz="932742" rtl="0" eaLnBrk="1" fontAlgn="auto" latinLnBrk="0" hangingPunct="1">
              <a:lnSpc>
                <a:spcPct val="90000"/>
              </a:lnSpc>
              <a:spcBef>
                <a:spcPct val="20000"/>
              </a:spcBef>
              <a:spcAft>
                <a:spcPts val="0"/>
              </a:spcAft>
              <a:buClrTx/>
              <a:buSzPct val="90000"/>
              <a:tabLst/>
            </a:pPr>
            <a:r>
              <a:rPr lang="en-US" dirty="0"/>
              <a:t>Fifth level</a:t>
            </a:r>
          </a:p>
        </p:txBody>
      </p:sp>
    </p:spTree>
    <p:extLst>
      <p:ext uri="{BB962C8B-B14F-4D97-AF65-F5344CB8AC3E}">
        <p14:creationId xmlns:p14="http://schemas.microsoft.com/office/powerpoint/2010/main" val="1927639479"/>
      </p:ext>
    </p:extLst>
  </p:cSld>
  <p:clrMapOvr>
    <a:masterClrMapping/>
  </p:clrMapOvr>
  <p:transition>
    <p:fade/>
  </p:transition>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dirty="0"/>
              <a:t>Click to edit Master text styles</a:t>
            </a:r>
          </a:p>
          <a:p>
            <a:pPr marL="427038" marR="0" lvl="1" indent="-17145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Second level</a:t>
            </a:r>
          </a:p>
          <a:p>
            <a:pPr marL="639763" marR="0" lvl="2" indent="-1889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Third level</a:t>
            </a:r>
          </a:p>
          <a:p>
            <a:pPr marL="828675" marR="0" lvl="3" indent="-1762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Fourth level</a:t>
            </a:r>
          </a:p>
          <a:p>
            <a:pPr marL="1023938" marR="0" lvl="4" indent="-16986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Fifth level</a:t>
            </a:r>
          </a:p>
        </p:txBody>
      </p:sp>
    </p:spTree>
    <p:extLst>
      <p:ext uri="{BB962C8B-B14F-4D97-AF65-F5344CB8AC3E}">
        <p14:creationId xmlns:p14="http://schemas.microsoft.com/office/powerpoint/2010/main" val="1564351479"/>
      </p:ext>
    </p:extLst>
  </p:cSld>
  <p:clrMapOvr>
    <a:masterClrMapping/>
  </p:clrMapOvr>
  <p:transition>
    <p:fade/>
  </p:transition>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5342097"/>
      </p:ext>
    </p:extLst>
  </p:cSld>
  <p:clrMapOvr>
    <a:masterClrMapping/>
  </p:clrMapOvr>
  <p:transition>
    <p:fade/>
  </p:transition>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E6E6E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dirty="0"/>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dirty="0"/>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dirty="0"/>
              <a:t>Edit Master text styles</a:t>
            </a:r>
          </a:p>
        </p:txBody>
      </p:sp>
    </p:spTree>
    <p:extLst>
      <p:ext uri="{BB962C8B-B14F-4D97-AF65-F5344CB8AC3E}">
        <p14:creationId xmlns:p14="http://schemas.microsoft.com/office/powerpoint/2010/main" val="50762695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9638017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8880565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009867273"/>
      </p:ext>
    </p:extLst>
  </p:cSld>
  <p:clrMapOvr>
    <a:masterClrMapping/>
  </p:clrMapOvr>
  <p:transition>
    <p:fade/>
  </p:transition>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3844632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649079229"/>
      </p:ext>
    </p:extLst>
  </p:cSld>
  <p:clrMapOvr>
    <a:masterClrMapping/>
  </p:clrMapOvr>
  <p:transition>
    <p:fade/>
  </p:transition>
  <p:extLst>
    <p:ext uri="{DCECCB84-F9BA-43D5-87BE-67443E8EF086}">
      <p15:sldGuideLst xmlns:p15="http://schemas.microsoft.com/office/powerpoint/2012/main">
        <p15:guide id="1" pos="3427">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dirty="0"/>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1029671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3365527"/>
      </p:ext>
    </p:extLst>
  </p:cSld>
  <p:clrMapOvr>
    <a:masterClrMapping/>
  </p:clrMapOvr>
  <p:transition>
    <p:fade/>
  </p:transition>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697270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158304"/>
      </p:ext>
    </p:extLst>
  </p:cSld>
  <p:clrMapOvr>
    <a:masterClrMapping/>
  </p:clrMapOvr>
  <p:transition>
    <p:fade/>
  </p:transition>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E6E6E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Picture 3"/>
          <p:cNvPicPr>
            <a:picLocks noChangeAspect="1"/>
          </p:cNvPicPr>
          <p:nvPr userDrawn="1"/>
        </p:nvPicPr>
        <p:blipFill>
          <a:blip r:embed="rId2"/>
          <a:stretch>
            <a:fillRect/>
          </a:stretch>
        </p:blipFill>
        <p:spPr bwMode="invGray">
          <a:xfrm>
            <a:off x="464013" y="479425"/>
            <a:ext cx="1436313" cy="306604"/>
          </a:xfrm>
          <a:prstGeom prst="rect">
            <a:avLst/>
          </a:prstGeom>
        </p:spPr>
      </p:pic>
    </p:spTree>
    <p:extLst>
      <p:ext uri="{BB962C8B-B14F-4D97-AF65-F5344CB8AC3E}">
        <p14:creationId xmlns:p14="http://schemas.microsoft.com/office/powerpoint/2010/main" val="41631776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986437328"/>
      </p:ext>
    </p:extLst>
  </p:cSld>
  <p:clrMapOvr>
    <a:masterClrMapping/>
  </p:clrMapOvr>
  <p:transition>
    <p:fade/>
  </p:transition>
</p:sldLayout>
</file>

<file path=ppt/slideLayouts/slideLayout377.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accent3"/>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923604"/>
          </a:xfrm>
        </p:spPr>
        <p:txBody>
          <a:bodyPr>
            <a:spAutoFit/>
          </a:bodyPr>
          <a:lstStyle>
            <a:lvl1pPr>
              <a:defRPr sz="4000">
                <a:gradFill>
                  <a:gsLst>
                    <a:gs pos="0">
                      <a:schemeClr val="tx1"/>
                    </a:gs>
                    <a:gs pos="0">
                      <a:schemeClr val="bg1"/>
                    </a:gs>
                  </a:gsLst>
                  <a:lin ang="5400000" scaled="0"/>
                </a:gradFill>
              </a:defRPr>
            </a:lvl1pPr>
            <a:lvl2pPr>
              <a:defRPr>
                <a:gradFill>
                  <a:gsLst>
                    <a:gs pos="0">
                      <a:schemeClr val="tx1"/>
                    </a:gs>
                    <a:gs pos="0">
                      <a:schemeClr val="bg1"/>
                    </a:gs>
                  </a:gsLst>
                  <a:lin ang="5400000" scaled="0"/>
                </a:gradFill>
              </a:defRPr>
            </a:lvl2pPr>
            <a:lvl3pPr>
              <a:defRPr>
                <a:gradFill>
                  <a:gsLst>
                    <a:gs pos="0">
                      <a:schemeClr val="tx1"/>
                    </a:gs>
                    <a:gs pos="0">
                      <a:schemeClr val="bg1"/>
                    </a:gs>
                  </a:gsLst>
                  <a:lin ang="5400000" scaled="0"/>
                </a:gradFill>
              </a:defRPr>
            </a:lvl3pPr>
            <a:lvl4pPr>
              <a:defRPr>
                <a:gradFill>
                  <a:gsLst>
                    <a:gs pos="0">
                      <a:schemeClr val="tx1"/>
                    </a:gs>
                    <a:gs pos="0">
                      <a:schemeClr val="bg1"/>
                    </a:gs>
                  </a:gsLst>
                  <a:lin ang="5400000" scaled="0"/>
                </a:gradFill>
              </a:defRPr>
            </a:lvl4pPr>
            <a:lvl5pPr>
              <a:defRPr>
                <a:gradFill>
                  <a:gsLst>
                    <a:gs pos="0">
                      <a:schemeClr val="tx1"/>
                    </a:gs>
                    <a:gs pos="0">
                      <a:schemeClr val="bg1"/>
                    </a:gs>
                  </a:gsLst>
                  <a:lin ang="5400000" scaled="0"/>
                </a:gra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lvl1pPr>
              <a:defRPr>
                <a:gradFill>
                  <a:gsLst>
                    <a:gs pos="1250">
                      <a:schemeClr val="bg1"/>
                    </a:gs>
                    <a:gs pos="0">
                      <a:schemeClr val="tx1"/>
                    </a:gs>
                  </a:gsLst>
                  <a:lin ang="5400000" scaled="0"/>
                </a:gradFill>
              </a:defRPr>
            </a:lvl1pPr>
          </a:lstStyle>
          <a:p>
            <a:r>
              <a:rPr lang="en-US"/>
              <a:t>Click to edit Master title style</a:t>
            </a:r>
          </a:p>
        </p:txBody>
      </p:sp>
    </p:spTree>
    <p:extLst>
      <p:ext uri="{BB962C8B-B14F-4D97-AF65-F5344CB8AC3E}">
        <p14:creationId xmlns:p14="http://schemas.microsoft.com/office/powerpoint/2010/main" val="2229324586"/>
      </p:ext>
    </p:extLst>
  </p:cSld>
  <p:clrMapOvr>
    <a:masterClrMapping/>
  </p:clrMapOvr>
  <p:transition>
    <p:fade/>
  </p:transition>
</p:sldLayout>
</file>

<file path=ppt/slideLayouts/slideLayout378.xml><?xml version="1.0" encoding="utf-8"?>
<p:sldLayout xmlns:a="http://schemas.openxmlformats.org/drawingml/2006/main" xmlns:r="http://schemas.openxmlformats.org/officeDocument/2006/relationships" xmlns:p="http://schemas.openxmlformats.org/presentationml/2006/main" userDrawn="1">
  <p:cSld name="Blank Accent Color 3">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80086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9.xml><?xml version="1.0" encoding="utf-8"?>
<p:sldLayout xmlns:a="http://schemas.openxmlformats.org/drawingml/2006/main" xmlns:r="http://schemas.openxmlformats.org/officeDocument/2006/relationships" xmlns:p="http://schemas.openxmlformats.org/presentationml/2006/main"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423252159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2_Two Column Bullet text">
    <p:bg>
      <p:bgPr>
        <a:solidFill>
          <a:srgbClr val="001F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82095869"/>
      </p:ext>
    </p:extLst>
  </p:cSld>
  <p:clrMapOvr>
    <a:masterClrMapping/>
  </p:clrMapOvr>
  <p:transition>
    <p:fade/>
  </p:transition>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1914370"/>
          </a:xfrm>
        </p:spPr>
        <p:txBody>
          <a:bodyPr wrap="square">
            <a:spAutoFit/>
          </a:bodyPr>
          <a:lstStyle>
            <a:lvl1pPr marL="0" indent="0">
              <a:spcBef>
                <a:spcPts val="1224"/>
              </a:spcBef>
              <a:buClr>
                <a:schemeClr val="tx1"/>
              </a:buClr>
              <a:buFont typeface="Wingdings" pitchFamily="2" charset="2"/>
              <a:buNone/>
              <a:defRPr sz="31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7617016"/>
      </p:ext>
    </p:extLst>
  </p:cSld>
  <p:clrMapOvr>
    <a:masterClrMapping/>
  </p:clrMapOvr>
  <p:transition>
    <p:fade/>
  </p:transition>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8D7"/>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702" y="1759920"/>
            <a:ext cx="8046632" cy="1828786"/>
          </a:xfrm>
          <a:noFill/>
        </p:spPr>
        <p:txBody>
          <a:bodyPr lIns="146304" tIns="91440" rIns="146304" bIns="91440" anchor="t" anchorCtr="0"/>
          <a:lstStyle>
            <a:lvl1pPr>
              <a:defRPr sz="5397" spc="-100" baseline="0">
                <a:solidFill>
                  <a:schemeClr val="tx1"/>
                </a:solidFill>
              </a:defRPr>
            </a:lvl1pPr>
          </a:lstStyle>
          <a:p>
            <a:r>
              <a:rPr lang="en-US"/>
              <a:t>Lorem ipsum</a:t>
            </a:r>
          </a:p>
        </p:txBody>
      </p:sp>
    </p:spTree>
    <p:extLst>
      <p:ext uri="{BB962C8B-B14F-4D97-AF65-F5344CB8AC3E}">
        <p14:creationId xmlns:p14="http://schemas.microsoft.com/office/powerpoint/2010/main" val="3668627540"/>
      </p:ext>
    </p:extLst>
  </p:cSld>
  <p:clrMapOvr>
    <a:masterClrMapping/>
  </p:clrMapOvr>
  <p:transition>
    <p:fade/>
  </p:transition>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78D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331199"/>
      </p:ext>
    </p:extLst>
  </p:cSld>
  <p:clrMapOvr>
    <a:masterClrMapping/>
  </p:clrMapOvr>
  <p:transition>
    <p:fade/>
  </p:transition>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1" y="1212853"/>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469" indent="0">
              <a:buNone/>
              <a:defRPr/>
            </a:lvl3pPr>
            <a:lvl4pPr marL="456937" indent="0">
              <a:buNone/>
              <a:defRPr/>
            </a:lvl4pPr>
            <a:lvl5pPr marL="68540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603137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1_Title &amp;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1" y="1212853"/>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469" indent="0">
              <a:buNone/>
              <a:defRPr/>
            </a:lvl3pPr>
            <a:lvl4pPr marL="456937" indent="0">
              <a:buNone/>
              <a:defRPr/>
            </a:lvl4pPr>
            <a:lvl5pPr marL="68540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9738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1" y="1212853"/>
            <a:ext cx="11887200" cy="2025170"/>
          </a:xfrm>
        </p:spPr>
        <p:txBody>
          <a:bodyPr>
            <a:spAutoFit/>
          </a:bodyPr>
          <a:lstStyle>
            <a:lvl1pPr>
              <a:defRPr sz="3597">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43377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1" y="1212853"/>
            <a:ext cx="11887200" cy="2025170"/>
          </a:xfrm>
        </p:spPr>
        <p:txBody>
          <a:bodyPr>
            <a:spAutoFit/>
          </a:bodyPr>
          <a:lstStyle>
            <a:lvl1pPr>
              <a:defRPr sz="359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8394601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68368"/>
          </a:xfrm>
        </p:spPr>
        <p:txBody>
          <a:bodyPr wrap="square">
            <a:spAutoFit/>
          </a:bodyPr>
          <a:lstStyle>
            <a:lvl1pPr marL="0" indent="0">
              <a:spcBef>
                <a:spcPts val="1224"/>
              </a:spcBef>
              <a:buClr>
                <a:schemeClr val="tx1"/>
              </a:buClr>
              <a:buFont typeface="Wingdings" pitchFamily="2" charset="2"/>
              <a:buNone/>
              <a:defRPr sz="3597">
                <a:gradFill>
                  <a:gsLst>
                    <a:gs pos="1250">
                      <a:schemeClr val="tx2"/>
                    </a:gs>
                    <a:gs pos="99000">
                      <a:schemeClr val="tx2"/>
                    </a:gs>
                  </a:gsLst>
                  <a:lin ang="5400000" scaled="0"/>
                </a:gradFill>
              </a:defRPr>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7">
                <a:gradFill>
                  <a:gsLst>
                    <a:gs pos="1250">
                      <a:schemeClr val="tx2"/>
                    </a:gs>
                    <a:gs pos="99000">
                      <a:schemeClr val="tx2"/>
                    </a:gs>
                  </a:gsLst>
                  <a:lin ang="5400000" scaled="0"/>
                </a:gradFill>
              </a:defRPr>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058723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1_Two Column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68368"/>
          </a:xfrm>
        </p:spPr>
        <p:txBody>
          <a:bodyPr wrap="square">
            <a:spAutoFit/>
          </a:bodyPr>
          <a:lstStyle>
            <a:lvl1pPr marL="0" indent="0">
              <a:spcBef>
                <a:spcPts val="1224"/>
              </a:spcBef>
              <a:buClr>
                <a:schemeClr val="tx1"/>
              </a:buClr>
              <a:buFont typeface="Wingdings" pitchFamily="2" charset="2"/>
              <a:buNone/>
              <a:defRPr sz="35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5897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25279"/>
          </a:xfrm>
        </p:spPr>
        <p:txBody>
          <a:bodyPr wrap="square">
            <a:spAutoFit/>
          </a:bodyPr>
          <a:lstStyle>
            <a:lvl1pPr marL="287172" indent="-287172">
              <a:spcBef>
                <a:spcPts val="1224"/>
              </a:spcBef>
              <a:buClr>
                <a:schemeClr val="tx2"/>
              </a:buClr>
              <a:buFont typeface="Arial" pitchFamily="34" charset="0"/>
              <a:buChar char="•"/>
              <a:defRPr sz="3197">
                <a:gradFill>
                  <a:gsLst>
                    <a:gs pos="1250">
                      <a:schemeClr val="tx2"/>
                    </a:gs>
                    <a:gs pos="99000">
                      <a:schemeClr val="tx2"/>
                    </a:gs>
                  </a:gsLst>
                  <a:lin ang="5400000" scaled="0"/>
                </a:gradFill>
              </a:defRPr>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172" indent="-287172">
              <a:spcBef>
                <a:spcPts val="1224"/>
              </a:spcBef>
              <a:buClr>
                <a:schemeClr val="tx2"/>
              </a:buClr>
              <a:buFont typeface="Arial" pitchFamily="34" charset="0"/>
              <a:buChar char="•"/>
              <a:defRPr sz="3197">
                <a:gradFill>
                  <a:gsLst>
                    <a:gs pos="1250">
                      <a:schemeClr val="tx2"/>
                    </a:gs>
                    <a:gs pos="99000">
                      <a:schemeClr val="tx2"/>
                    </a:gs>
                  </a:gsLst>
                  <a:lin ang="5400000" scaled="0"/>
                </a:gradFill>
              </a:defRPr>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527690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1_Two Column Bullet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25279"/>
          </a:xfrm>
        </p:spPr>
        <p:txBody>
          <a:bodyPr wrap="square">
            <a:spAutoFit/>
          </a:bodyPr>
          <a:lstStyle>
            <a:lvl1pPr marL="287172" indent="-287172">
              <a:spcBef>
                <a:spcPts val="1224"/>
              </a:spcBef>
              <a:buClr>
                <a:schemeClr val="tx1"/>
              </a:buClr>
              <a:buFont typeface="Arial" pitchFamily="34" charset="0"/>
              <a:buChar char="•"/>
              <a:defRPr sz="3197"/>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172" indent="-287172">
              <a:spcBef>
                <a:spcPts val="1224"/>
              </a:spcBef>
              <a:buClr>
                <a:schemeClr val="tx1"/>
              </a:buClr>
              <a:buFont typeface="Arial" pitchFamily="34" charset="0"/>
              <a:buChar char="•"/>
              <a:defRPr sz="3197"/>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808056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007198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4"/>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9"/>
            <a:ext cx="11887199" cy="403187"/>
          </a:xfrm>
          <a:prstGeom prst="rect">
            <a:avLst/>
          </a:prstGeom>
          <a:noFill/>
          <a:ln w="12700">
            <a:noFill/>
            <a:miter lim="800000"/>
            <a:headEnd type="none" w="sm" len="sm"/>
            <a:tailEnd type="none" w="sm" len="sm"/>
          </a:ln>
          <a:effectLst/>
        </p:spPr>
        <p:txBody>
          <a:bodyPr vert="horz" wrap="square" lIns="182802" tIns="146241" rIns="182802" bIns="146241" numCol="1" anchor="t" anchorCtr="0" compatLnSpc="1">
            <a:prstTxWarp prst="textNoShape">
              <a:avLst/>
            </a:prstTxWarp>
            <a:spAutoFit/>
          </a:bodyPr>
          <a:lstStyle/>
          <a:p>
            <a:pPr marL="0" marR="0" lvl="0" indent="0" algn="l" defTabSz="931753"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 2015 Microsoft Corporation. All rights reserved.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9230" y="3145043"/>
            <a:ext cx="3288506" cy="704445"/>
          </a:xfrm>
          <a:prstGeom prst="rect">
            <a:avLst/>
          </a:prstGeom>
        </p:spPr>
      </p:pic>
    </p:spTree>
    <p:extLst>
      <p:ext uri="{BB962C8B-B14F-4D97-AF65-F5344CB8AC3E}">
        <p14:creationId xmlns:p14="http://schemas.microsoft.com/office/powerpoint/2010/main" val="2088627860"/>
      </p:ext>
    </p:extLst>
  </p:cSld>
  <p:clrMapOvr>
    <a:masterClrMapping/>
  </p:clrMapOvr>
  <p:transition>
    <p:fade/>
  </p:transition>
</p:sldLayout>
</file>

<file path=ppt/slideLayouts/slideLayout394.xml><?xml version="1.0" encoding="utf-8"?>
<p:sldLayout xmlns:a="http://schemas.openxmlformats.org/drawingml/2006/main" xmlns:r="http://schemas.openxmlformats.org/officeDocument/2006/relationships" xmlns:p="http://schemas.openxmlformats.org/presentationml/2006/main" userDrawn="1">
  <p:cSld name="2_Title">
    <p:bg>
      <p:bgRef idx="1001">
        <a:schemeClr val="bg1"/>
      </p:bgRef>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6" name="Slide Number Placeholder 5"/>
          <p:cNvSpPr>
            <a:spLocks noGrp="1"/>
          </p:cNvSpPr>
          <p:nvPr>
            <p:ph type="sldNum" sz="quarter" idx="12"/>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7" name="Text Placeholder 4"/>
          <p:cNvSpPr>
            <a:spLocks noGrp="1"/>
          </p:cNvSpPr>
          <p:nvPr>
            <p:ph type="body" sz="quarter" idx="13"/>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Tree>
    <p:extLst>
      <p:ext uri="{BB962C8B-B14F-4D97-AF65-F5344CB8AC3E}">
        <p14:creationId xmlns:p14="http://schemas.microsoft.com/office/powerpoint/2010/main" val="34390127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5.xml><?xml version="1.0" encoding="utf-8"?>
<p:sldLayout xmlns:a="http://schemas.openxmlformats.org/drawingml/2006/main" xmlns:r="http://schemas.openxmlformats.org/officeDocument/2006/relationships" xmlns:p="http://schemas.openxmlformats.org/presentationml/2006/main" userDrawn="1">
  <p:cSld name="Title Subtitle">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4" name="Slide Number Placeholder 3"/>
          <p:cNvSpPr>
            <a:spLocks noGrp="1"/>
          </p:cNvSpPr>
          <p:nvPr>
            <p:ph type="sldNum" sz="quarter" idx="11"/>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5" name="Text Placeholder 4"/>
          <p:cNvSpPr>
            <a:spLocks noGrp="1"/>
          </p:cNvSpPr>
          <p:nvPr>
            <p:ph type="body" sz="quarter" idx="12"/>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
        <p:nvSpPr>
          <p:cNvPr id="6" name="Text Placeholder 5"/>
          <p:cNvSpPr>
            <a:spLocks noGrp="1"/>
          </p:cNvSpPr>
          <p:nvPr>
            <p:ph type="body" sz="quarter" idx="13"/>
          </p:nvPr>
        </p:nvSpPr>
        <p:spPr>
          <a:xfrm>
            <a:off x="274642" y="1139827"/>
            <a:ext cx="11033125" cy="600163"/>
          </a:xfrm>
          <a:prstGeom prst="rect">
            <a:avLst/>
          </a:prstGeom>
        </p:spPr>
        <p:txBody>
          <a:bodyPr lIns="192024" anchor="t"/>
          <a:lstStyle>
            <a:lvl1pPr marL="0" indent="0">
              <a:buNone/>
              <a:defRPr lang="en-US" sz="3000" kern="1200" smtClean="0">
                <a:solidFill>
                  <a:schemeClr val="accent1"/>
                </a:solidFill>
                <a:latin typeface="+mj-lt"/>
                <a:ea typeface="+mn-ea"/>
                <a:cs typeface="+mn-cs"/>
              </a:defRPr>
            </a:lvl1pPr>
            <a:lvl2pPr marL="0" indent="0">
              <a:buNone/>
              <a:defRPr lang="en-US" sz="3170" kern="1200" smtClean="0">
                <a:solidFill>
                  <a:schemeClr val="bg1"/>
                </a:solidFill>
                <a:latin typeface="+mj-lt"/>
                <a:ea typeface="+mn-ea"/>
                <a:cs typeface="+mn-cs"/>
              </a:defRPr>
            </a:lvl2pPr>
            <a:lvl3pPr marL="0" indent="0">
              <a:buNone/>
              <a:defRPr lang="en-US" sz="3170" kern="1200" smtClean="0">
                <a:solidFill>
                  <a:schemeClr val="bg1"/>
                </a:solidFill>
                <a:latin typeface="+mj-lt"/>
                <a:ea typeface="+mn-ea"/>
                <a:cs typeface="+mn-cs"/>
              </a:defRPr>
            </a:lvl3pPr>
            <a:lvl4pPr marL="0" indent="0">
              <a:buNone/>
              <a:defRPr lang="en-US" sz="3170" kern="1200" smtClean="0">
                <a:solidFill>
                  <a:schemeClr val="bg1"/>
                </a:solidFill>
                <a:latin typeface="+mj-lt"/>
                <a:ea typeface="+mn-ea"/>
                <a:cs typeface="+mn-cs"/>
              </a:defRPr>
            </a:lvl4pPr>
            <a:lvl5pPr marL="0" indent="0">
              <a:buNone/>
              <a:defRPr lang="en-US" sz="3170" kern="1200">
                <a:solidFill>
                  <a:schemeClr val="bg1"/>
                </a:solidFill>
                <a:latin typeface="+mj-lt"/>
                <a:ea typeface="+mn-ea"/>
                <a:cs typeface="+mn-cs"/>
              </a:defRPr>
            </a:lvl5pPr>
          </a:lstStyle>
          <a:p>
            <a:pPr lvl="0"/>
            <a:r>
              <a:rPr lang="en-US"/>
              <a:t>Click to edit Master text styles</a:t>
            </a:r>
          </a:p>
        </p:txBody>
      </p:sp>
    </p:spTree>
    <p:extLst>
      <p:ext uri="{BB962C8B-B14F-4D97-AF65-F5344CB8AC3E}">
        <p14:creationId xmlns:p14="http://schemas.microsoft.com/office/powerpoint/2010/main" val="13583712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6.xml><?xml version="1.0" encoding="utf-8"?>
<p:sldLayout xmlns:a="http://schemas.openxmlformats.org/drawingml/2006/main" xmlns:r="http://schemas.openxmlformats.org/officeDocument/2006/relationships" xmlns:p="http://schemas.openxmlformats.org/presentationml/2006/main" userDrawn="1">
  <p:cSld name="5_Title">
    <p:bg>
      <p:bgRef idx="1001">
        <a:schemeClr val="bg1"/>
      </p:bgRef>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6" name="Slide Number Placeholder 5"/>
          <p:cNvSpPr>
            <a:spLocks noGrp="1"/>
          </p:cNvSpPr>
          <p:nvPr>
            <p:ph type="sldNum" sz="quarter" idx="12"/>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7" name="Text Placeholder 4"/>
          <p:cNvSpPr>
            <a:spLocks noGrp="1"/>
          </p:cNvSpPr>
          <p:nvPr>
            <p:ph type="body" sz="quarter" idx="13"/>
          </p:nvPr>
        </p:nvSpPr>
        <p:spPr>
          <a:xfrm>
            <a:off x="274638" y="296867"/>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Tree>
    <p:extLst>
      <p:ext uri="{BB962C8B-B14F-4D97-AF65-F5344CB8AC3E}">
        <p14:creationId xmlns:p14="http://schemas.microsoft.com/office/powerpoint/2010/main" val="29642886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
          <p15:clr>
            <a:srgbClr val="FBAE40"/>
          </p15:clr>
        </p15:guide>
        <p15:guide id="2" pos="173">
          <p15:clr>
            <a:srgbClr val="FBAE40"/>
          </p15:clr>
        </p15:guide>
      </p15:sldGuideLst>
    </p:ext>
  </p:extLst>
</p:sldLayout>
</file>

<file path=ppt/slideLayouts/slideLayout397.xml><?xml version="1.0" encoding="utf-8"?>
<p:sldLayout xmlns:a="http://schemas.openxmlformats.org/drawingml/2006/main" xmlns:r="http://schemas.openxmlformats.org/officeDocument/2006/relationships" xmlns:p="http://schemas.openxmlformats.org/presentationml/2006/main" userDrawn="1">
  <p:cSld name="63pt Title + Subtitle">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4" name="Slide Number Placeholder 3"/>
          <p:cNvSpPr>
            <a:spLocks noGrp="1"/>
          </p:cNvSpPr>
          <p:nvPr>
            <p:ph type="sldNum" sz="quarter" idx="11"/>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5" name="Text Placeholder 4"/>
          <p:cNvSpPr>
            <a:spLocks noGrp="1"/>
          </p:cNvSpPr>
          <p:nvPr>
            <p:ph type="body" sz="quarter" idx="12"/>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5"/>
              </a:spcBef>
              <a:spcAft>
                <a:spcPts val="2400"/>
              </a:spcAft>
              <a:buFontTx/>
              <a:buNone/>
              <a:defRPr lang="en-US" sz="5195" b="0" i="0" kern="1200" spc="0" baseline="0" dirty="0" smtClean="0">
                <a:solidFill>
                  <a:schemeClr val="tx2"/>
                </a:solidFill>
                <a:latin typeface="+mj-lt"/>
                <a:ea typeface="+mn-ea"/>
                <a:cs typeface="+mn-cs"/>
              </a:defRPr>
            </a:lvl1pPr>
          </a:lstStyle>
          <a:p>
            <a:pPr marL="0" marR="0" lvl="0" indent="0" algn="l" defTabSz="931847" rtl="0" eaLnBrk="1" fontAlgn="auto" latinLnBrk="0" hangingPunct="1">
              <a:lnSpc>
                <a:spcPct val="90000"/>
              </a:lnSpc>
              <a:spcBef>
                <a:spcPts val="1195"/>
              </a:spcBef>
              <a:spcAft>
                <a:spcPts val="2400"/>
              </a:spcAft>
              <a:buClrTx/>
              <a:buSzPct val="90000"/>
              <a:buFontTx/>
              <a:buNone/>
              <a:tabLst/>
            </a:pPr>
            <a:r>
              <a:rPr lang="en-US"/>
              <a:t>Click to edit Master text</a:t>
            </a:r>
          </a:p>
        </p:txBody>
      </p:sp>
      <p:sp>
        <p:nvSpPr>
          <p:cNvPr id="6" name="Text Placeholder 5"/>
          <p:cNvSpPr>
            <a:spLocks noGrp="1"/>
          </p:cNvSpPr>
          <p:nvPr>
            <p:ph type="body" sz="quarter" idx="13"/>
          </p:nvPr>
        </p:nvSpPr>
        <p:spPr>
          <a:xfrm>
            <a:off x="274643" y="1237553"/>
            <a:ext cx="11033125" cy="623697"/>
          </a:xfrm>
          <a:prstGeom prst="rect">
            <a:avLst/>
          </a:prstGeom>
        </p:spPr>
        <p:txBody>
          <a:bodyPr lIns="192024" anchor="ctr"/>
          <a:lstStyle>
            <a:lvl1pPr marL="0" indent="0">
              <a:buNone/>
              <a:defRPr lang="en-US" sz="3170" kern="1200" smtClean="0">
                <a:solidFill>
                  <a:schemeClr val="tx2"/>
                </a:solidFill>
                <a:latin typeface="+mj-lt"/>
                <a:ea typeface="+mn-ea"/>
                <a:cs typeface="+mn-cs"/>
              </a:defRPr>
            </a:lvl1pPr>
            <a:lvl2pPr marL="0" indent="0">
              <a:buNone/>
              <a:defRPr lang="en-US" sz="3170" kern="1200" smtClean="0">
                <a:solidFill>
                  <a:schemeClr val="bg1"/>
                </a:solidFill>
                <a:latin typeface="+mj-lt"/>
                <a:ea typeface="+mn-ea"/>
                <a:cs typeface="+mn-cs"/>
              </a:defRPr>
            </a:lvl2pPr>
            <a:lvl3pPr marL="0" indent="0">
              <a:buNone/>
              <a:defRPr lang="en-US" sz="3170" kern="1200" smtClean="0">
                <a:solidFill>
                  <a:schemeClr val="bg1"/>
                </a:solidFill>
                <a:latin typeface="+mj-lt"/>
                <a:ea typeface="+mn-ea"/>
                <a:cs typeface="+mn-cs"/>
              </a:defRPr>
            </a:lvl3pPr>
            <a:lvl4pPr marL="0" indent="0">
              <a:buNone/>
              <a:defRPr lang="en-US" sz="3170" kern="1200" smtClean="0">
                <a:solidFill>
                  <a:schemeClr val="bg1"/>
                </a:solidFill>
                <a:latin typeface="+mj-lt"/>
                <a:ea typeface="+mn-ea"/>
                <a:cs typeface="+mn-cs"/>
              </a:defRPr>
            </a:lvl4pPr>
            <a:lvl5pPr marL="0" indent="0">
              <a:buNone/>
              <a:defRPr lang="en-US" sz="3170" kern="1200">
                <a:solidFill>
                  <a:schemeClr val="bg1"/>
                </a:solidFill>
                <a:latin typeface="+mj-lt"/>
                <a:ea typeface="+mn-ea"/>
                <a:cs typeface="+mn-cs"/>
              </a:defRPr>
            </a:lvl5pPr>
          </a:lstStyle>
          <a:p>
            <a:pPr lvl="0"/>
            <a:r>
              <a:rPr lang="en-US"/>
              <a:t>Click to edit Master text styles</a:t>
            </a:r>
          </a:p>
        </p:txBody>
      </p:sp>
    </p:spTree>
    <p:extLst>
      <p:ext uri="{BB962C8B-B14F-4D97-AF65-F5344CB8AC3E}">
        <p14:creationId xmlns:p14="http://schemas.microsoft.com/office/powerpoint/2010/main" val="23319241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0499" y="72552"/>
            <a:ext cx="4861759" cy="1010472"/>
          </a:xfrm>
        </p:spPr>
        <p:txBody>
          <a:bodyPr/>
          <a:lstStyle>
            <a:lvl1pPr>
              <a:defRPr/>
            </a:lvl1pPr>
          </a:lstStyle>
          <a:p>
            <a:r>
              <a:rPr lang="en-US"/>
              <a:t>Customer Name</a:t>
            </a:r>
          </a:p>
        </p:txBody>
      </p:sp>
      <p:sp>
        <p:nvSpPr>
          <p:cNvPr id="3" name="Date Placeholder 2"/>
          <p:cNvSpPr>
            <a:spLocks noGrp="1"/>
          </p:cNvSpPr>
          <p:nvPr>
            <p:ph type="dt" sz="half" idx="10"/>
          </p:nvPr>
        </p:nvSpPr>
        <p:spPr>
          <a:xfrm>
            <a:off x="855008" y="6482889"/>
            <a:ext cx="2798207" cy="372394"/>
          </a:xfrm>
          <a:prstGeom prst="rect">
            <a:avLst/>
          </a:prstGeom>
        </p:spPr>
        <p:txBody>
          <a:bodyPr/>
          <a:lstStyle/>
          <a:p>
            <a:pPr defTabSz="932597">
              <a:defRPr/>
            </a:pPr>
            <a:endParaRPr lang="en-US" sz="1224">
              <a:solidFill>
                <a:prstClr val="black">
                  <a:tint val="75000"/>
                </a:prstClr>
              </a:solidFill>
              <a:latin typeface="Calibri" panose="020F0502020204030204"/>
            </a:endParaRPr>
          </a:p>
        </p:txBody>
      </p:sp>
      <p:sp>
        <p:nvSpPr>
          <p:cNvPr id="4" name="Footer Placeholder 3"/>
          <p:cNvSpPr>
            <a:spLocks noGrp="1"/>
          </p:cNvSpPr>
          <p:nvPr>
            <p:ph type="ftr" sz="quarter" idx="11"/>
          </p:nvPr>
        </p:nvSpPr>
        <p:spPr>
          <a:xfrm>
            <a:off x="4119583" y="6482889"/>
            <a:ext cx="4197310" cy="372394"/>
          </a:xfrm>
          <a:prstGeom prst="rect">
            <a:avLst/>
          </a:prstGeom>
        </p:spPr>
        <p:txBody>
          <a:bodyPr/>
          <a:lstStyle/>
          <a:p>
            <a:pPr algn="ctr" defTabSz="932597">
              <a:defRPr/>
            </a:pPr>
            <a:endParaRPr lang="en-US" sz="1224">
              <a:solidFill>
                <a:prstClr val="black">
                  <a:tint val="75000"/>
                </a:prstClr>
              </a:solidFill>
              <a:latin typeface="Calibri" panose="020F0502020204030204"/>
            </a:endParaRPr>
          </a:p>
        </p:txBody>
      </p:sp>
      <p:sp>
        <p:nvSpPr>
          <p:cNvPr id="5" name="Slide Number Placeholder 4"/>
          <p:cNvSpPr>
            <a:spLocks noGrp="1"/>
          </p:cNvSpPr>
          <p:nvPr>
            <p:ph type="sldNum" sz="quarter" idx="12"/>
          </p:nvPr>
        </p:nvSpPr>
        <p:spPr>
          <a:xfrm>
            <a:off x="8783260" y="6482889"/>
            <a:ext cx="2798207" cy="372394"/>
          </a:xfrm>
          <a:prstGeom prst="rect">
            <a:avLst/>
          </a:prstGeom>
        </p:spPr>
        <p:txBody>
          <a:bodyPr/>
          <a:lstStyle/>
          <a:p>
            <a:pPr algn="r" defTabSz="932597">
              <a:defRPr/>
            </a:pPr>
            <a:fld id="{E37B5247-8249-41C1-8C74-A99C807B4B57}" type="slidenum">
              <a:rPr lang="en-US" sz="1224" smtClean="0">
                <a:solidFill>
                  <a:prstClr val="black">
                    <a:tint val="75000"/>
                  </a:prstClr>
                </a:solidFill>
                <a:latin typeface="Calibri" panose="020F0502020204030204"/>
              </a:rPr>
              <a:pPr algn="r" defTabSz="932597">
                <a:defRPr/>
              </a:pPr>
              <a:t>‹#›</a:t>
            </a:fld>
            <a:endParaRPr lang="en-US" sz="1224">
              <a:solidFill>
                <a:prstClr val="black">
                  <a:tint val="75000"/>
                </a:prstClr>
              </a:solidFill>
              <a:latin typeface="Calibri" panose="020F0502020204030204"/>
            </a:endParaRPr>
          </a:p>
        </p:txBody>
      </p:sp>
      <p:sp>
        <p:nvSpPr>
          <p:cNvPr id="11" name="TextBox 10"/>
          <p:cNvSpPr txBox="1"/>
          <p:nvPr userDrawn="1"/>
        </p:nvSpPr>
        <p:spPr>
          <a:xfrm>
            <a:off x="170500" y="1183743"/>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Customer Summary</a:t>
            </a:r>
          </a:p>
        </p:txBody>
      </p:sp>
      <p:sp>
        <p:nvSpPr>
          <p:cNvPr id="12" name="TextBox 11"/>
          <p:cNvSpPr txBox="1"/>
          <p:nvPr userDrawn="1"/>
        </p:nvSpPr>
        <p:spPr>
          <a:xfrm>
            <a:off x="6341730" y="1167220"/>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Area of Focus</a:t>
            </a:r>
          </a:p>
        </p:txBody>
      </p:sp>
      <p:sp>
        <p:nvSpPr>
          <p:cNvPr id="13" name="TextBox 12"/>
          <p:cNvSpPr txBox="1"/>
          <p:nvPr userDrawn="1"/>
        </p:nvSpPr>
        <p:spPr>
          <a:xfrm>
            <a:off x="6341730" y="3522006"/>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Challenges</a:t>
            </a:r>
          </a:p>
        </p:txBody>
      </p:sp>
      <p:sp>
        <p:nvSpPr>
          <p:cNvPr id="14" name="TextBox 13"/>
          <p:cNvSpPr txBox="1"/>
          <p:nvPr userDrawn="1"/>
        </p:nvSpPr>
        <p:spPr>
          <a:xfrm>
            <a:off x="203095" y="3516923"/>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What else?</a:t>
            </a:r>
          </a:p>
        </p:txBody>
      </p:sp>
      <p:sp>
        <p:nvSpPr>
          <p:cNvPr id="17" name="Content Placeholder 16"/>
          <p:cNvSpPr>
            <a:spLocks noGrp="1"/>
          </p:cNvSpPr>
          <p:nvPr>
            <p:ph sz="quarter" idx="13" hasCustomPrompt="1"/>
          </p:nvPr>
        </p:nvSpPr>
        <p:spPr>
          <a:xfrm>
            <a:off x="203094" y="3893608"/>
            <a:ext cx="5486299" cy="1144544"/>
          </a:xfrm>
        </p:spPr>
        <p:txBody>
          <a:bodyPr/>
          <a:lstStyle>
            <a:lvl1pPr>
              <a:defRPr/>
            </a:lvl1pPr>
            <a:lvl2pPr>
              <a:defRPr/>
            </a:lvl2pPr>
          </a:lstStyle>
          <a:p>
            <a:r>
              <a:rPr lang="en-US"/>
              <a:t>Anything</a:t>
            </a:r>
            <a:r>
              <a:rPr lang="en-US" baseline="0"/>
              <a:t> I’m missing?</a:t>
            </a:r>
          </a:p>
          <a:p>
            <a:pPr lvl="1"/>
            <a:r>
              <a:rPr lang="en-US" baseline="0" err="1"/>
              <a:t>Wht</a:t>
            </a:r>
            <a:r>
              <a:rPr lang="en-US" baseline="0"/>
              <a:t> is?</a:t>
            </a:r>
            <a:endParaRPr lang="en-US"/>
          </a:p>
        </p:txBody>
      </p:sp>
      <p:sp>
        <p:nvSpPr>
          <p:cNvPr id="19" name="Content Placeholder 18"/>
          <p:cNvSpPr>
            <a:spLocks noGrp="1"/>
          </p:cNvSpPr>
          <p:nvPr>
            <p:ph sz="quarter" idx="14" hasCustomPrompt="1"/>
          </p:nvPr>
        </p:nvSpPr>
        <p:spPr>
          <a:xfrm>
            <a:off x="203094" y="1543904"/>
            <a:ext cx="5486299" cy="1871683"/>
          </a:xfrm>
        </p:spPr>
        <p:txBody>
          <a:bodyPr>
            <a:normAutofit/>
          </a:bodyPr>
          <a:lstStyle>
            <a:lvl1pPr marL="466298" indent="-466298">
              <a:buFont typeface="Arial" panose="020B0604020202020204" pitchFamily="34" charset="0"/>
              <a:buChar char="•"/>
              <a:defRPr sz="2448"/>
            </a:lvl1pPr>
            <a:lvl2pPr>
              <a:defRPr sz="2040" baseline="0"/>
            </a:lvl2pPr>
          </a:lstStyle>
          <a:p>
            <a:r>
              <a:rPr lang="en-US"/>
              <a:t>Provide customer</a:t>
            </a:r>
            <a:r>
              <a:rPr lang="en-US" baseline="0"/>
              <a:t> business summary, profile </a:t>
            </a:r>
            <a:r>
              <a:rPr lang="en-US" baseline="0" err="1"/>
              <a:t>etc</a:t>
            </a:r>
            <a:r>
              <a:rPr lang="en-US" baseline="0"/>
              <a:t> </a:t>
            </a:r>
          </a:p>
          <a:p>
            <a:pPr lvl="1"/>
            <a:r>
              <a:rPr lang="en-US"/>
              <a:t>Details, Details, Details</a:t>
            </a:r>
          </a:p>
        </p:txBody>
      </p:sp>
      <p:sp>
        <p:nvSpPr>
          <p:cNvPr id="21" name="Content Placeholder 20"/>
          <p:cNvSpPr>
            <a:spLocks noGrp="1"/>
          </p:cNvSpPr>
          <p:nvPr>
            <p:ph sz="quarter" idx="15" hasCustomPrompt="1"/>
          </p:nvPr>
        </p:nvSpPr>
        <p:spPr>
          <a:xfrm>
            <a:off x="6341306" y="1543904"/>
            <a:ext cx="5904609" cy="1871683"/>
          </a:xfrm>
        </p:spPr>
        <p:txBody>
          <a:bodyPr>
            <a:noAutofit/>
          </a:bodyPr>
          <a:lstStyle>
            <a:lvl1pPr marL="291436" indent="-291436">
              <a:buFont typeface="Arial" panose="020B0604020202020204" pitchFamily="34" charset="0"/>
              <a:buChar char="•"/>
              <a:defRPr sz="2448"/>
            </a:lvl1pPr>
            <a:lvl2pPr>
              <a:defRPr sz="1632"/>
            </a:lvl2pPr>
          </a:lstStyle>
          <a:p>
            <a:r>
              <a:rPr lang="en-US"/>
              <a:t>What they want to test?</a:t>
            </a:r>
          </a:p>
          <a:p>
            <a:pPr marL="699447" lvl="1" indent="-291436">
              <a:buFont typeface="Arial" panose="020B0604020202020204" pitchFamily="34" charset="0"/>
              <a:buChar char="•"/>
            </a:pPr>
            <a:r>
              <a:rPr lang="en-US"/>
              <a:t>Area</a:t>
            </a:r>
            <a:r>
              <a:rPr lang="en-US" baseline="0"/>
              <a:t> 1</a:t>
            </a:r>
          </a:p>
          <a:p>
            <a:pPr marL="699447" lvl="1" indent="-291436">
              <a:buFont typeface="Arial" panose="020B0604020202020204" pitchFamily="34" charset="0"/>
              <a:buChar char="•"/>
            </a:pPr>
            <a:r>
              <a:rPr lang="en-US" baseline="0"/>
              <a:t>Area 2</a:t>
            </a:r>
          </a:p>
          <a:p>
            <a:pPr marL="699447" lvl="1" indent="-291436">
              <a:buFont typeface="Arial" panose="020B0604020202020204" pitchFamily="34" charset="0"/>
              <a:buChar char="•"/>
            </a:pPr>
            <a:r>
              <a:rPr lang="en-US" baseline="0"/>
              <a:t>Area 3</a:t>
            </a:r>
            <a:endParaRPr lang="en-US"/>
          </a:p>
        </p:txBody>
      </p:sp>
      <p:sp>
        <p:nvSpPr>
          <p:cNvPr id="23" name="Content Placeholder 22"/>
          <p:cNvSpPr>
            <a:spLocks noGrp="1"/>
          </p:cNvSpPr>
          <p:nvPr>
            <p:ph sz="quarter" idx="16" hasCustomPrompt="1"/>
          </p:nvPr>
        </p:nvSpPr>
        <p:spPr>
          <a:xfrm>
            <a:off x="6341307" y="3893608"/>
            <a:ext cx="5904609" cy="3815434"/>
          </a:xfrm>
        </p:spPr>
        <p:txBody>
          <a:bodyPr/>
          <a:lstStyle>
            <a:lvl1pPr marL="291436" indent="-291436">
              <a:buFont typeface="Arial" panose="020B0604020202020204" pitchFamily="34" charset="0"/>
              <a:buChar char="•"/>
              <a:defRPr/>
            </a:lvl1pPr>
          </a:lstStyle>
          <a:p>
            <a:r>
              <a:rPr lang="en-US"/>
              <a:t>What are the issues</a:t>
            </a:r>
            <a:r>
              <a:rPr lang="en-US" baseline="0"/>
              <a:t>  hurdles they like to overcome?</a:t>
            </a:r>
          </a:p>
          <a:p>
            <a:pPr marL="699447" lvl="1" indent="-291436">
              <a:buFont typeface="Arial" panose="020B0604020202020204" pitchFamily="34" charset="0"/>
              <a:buChar char="•"/>
            </a:pPr>
            <a:r>
              <a:rPr lang="en-US" baseline="0"/>
              <a:t>Enter 1</a:t>
            </a:r>
          </a:p>
          <a:p>
            <a:pPr marL="699447" lvl="1" indent="-291436">
              <a:buFont typeface="Arial" panose="020B0604020202020204" pitchFamily="34" charset="0"/>
              <a:buChar char="•"/>
            </a:pPr>
            <a:r>
              <a:rPr lang="en-US"/>
              <a:t>Enter</a:t>
            </a:r>
            <a:r>
              <a:rPr lang="en-US" baseline="0"/>
              <a:t> 2</a:t>
            </a:r>
          </a:p>
          <a:p>
            <a:pPr marL="699447" lvl="1" indent="-291436">
              <a:buFont typeface="Arial" panose="020B0604020202020204" pitchFamily="34" charset="0"/>
              <a:buChar char="•"/>
            </a:pPr>
            <a:r>
              <a:rPr lang="en-US" baseline="0"/>
              <a:t>Enter 3</a:t>
            </a:r>
          </a:p>
          <a:p>
            <a:endParaRPr lang="en-US"/>
          </a:p>
        </p:txBody>
      </p:sp>
      <p:sp>
        <p:nvSpPr>
          <p:cNvPr id="25" name="Picture Placeholder 24"/>
          <p:cNvSpPr>
            <a:spLocks noGrp="1"/>
          </p:cNvSpPr>
          <p:nvPr>
            <p:ph type="pic" sz="quarter" idx="17"/>
          </p:nvPr>
        </p:nvSpPr>
        <p:spPr>
          <a:xfrm>
            <a:off x="9380013" y="72551"/>
            <a:ext cx="2865903" cy="738279"/>
          </a:xfrm>
        </p:spPr>
        <p:txBody>
          <a:bodyPr/>
          <a:lstStyle>
            <a:lvl1pPr marL="0" indent="0">
              <a:buNone/>
              <a:defRPr/>
            </a:lvl1pPr>
          </a:lstStyle>
          <a:p>
            <a:endParaRPr lang="en-US"/>
          </a:p>
        </p:txBody>
      </p:sp>
      <p:sp>
        <p:nvSpPr>
          <p:cNvPr id="27" name="Content Placeholder 26"/>
          <p:cNvSpPr>
            <a:spLocks noGrp="1"/>
          </p:cNvSpPr>
          <p:nvPr>
            <p:ph sz="quarter" idx="18" hasCustomPrompt="1"/>
          </p:nvPr>
        </p:nvSpPr>
        <p:spPr>
          <a:xfrm>
            <a:off x="5167657" y="72551"/>
            <a:ext cx="4076957" cy="1371081"/>
          </a:xfrm>
        </p:spPr>
        <p:txBody>
          <a:bodyPr/>
          <a:lstStyle>
            <a:lvl1pPr marL="0" indent="0">
              <a:buNone/>
              <a:defRPr sz="1836" baseline="0"/>
            </a:lvl1pPr>
          </a:lstStyle>
          <a:p>
            <a:pPr lvl="0"/>
            <a:r>
              <a:rPr lang="en-US"/>
              <a:t>Vertical</a:t>
            </a:r>
          </a:p>
          <a:p>
            <a:pPr lvl="0"/>
            <a:r>
              <a:rPr lang="en-US"/>
              <a:t>GEO</a:t>
            </a:r>
          </a:p>
          <a:p>
            <a:pPr lvl="0"/>
            <a:r>
              <a:rPr lang="en-US"/>
              <a:t>Seeded / DIY</a:t>
            </a:r>
          </a:p>
          <a:p>
            <a:pPr lvl="0"/>
            <a:endParaRPr lang="en-US"/>
          </a:p>
        </p:txBody>
      </p:sp>
    </p:spTree>
    <p:extLst>
      <p:ext uri="{BB962C8B-B14F-4D97-AF65-F5344CB8AC3E}">
        <p14:creationId xmlns:p14="http://schemas.microsoft.com/office/powerpoint/2010/main" val="402237567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9.xml><?xml version="1.0" encoding="utf-8"?>
<p:sldLayout xmlns:a="http://schemas.openxmlformats.org/drawingml/2006/main" xmlns:r="http://schemas.openxmlformats.org/officeDocument/2006/relationships" xmlns:p="http://schemas.openxmlformats.org/presentationml/2006/main" userDrawn="1">
  <p:cSld name="3_Section Title Accent Color 2">
    <p:bg>
      <p:bgPr>
        <a:solidFill>
          <a:schemeClr val="accent2"/>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74640" y="295278"/>
            <a:ext cx="11889564" cy="917575"/>
          </a:xfrm>
        </p:spPr>
        <p:txBody>
          <a:bodyPr/>
          <a:lstStyle/>
          <a:p>
            <a:r>
              <a:rPr lang="en-US"/>
              <a:t>Click to edit Master title style</a:t>
            </a:r>
          </a:p>
        </p:txBody>
      </p:sp>
      <p:sp>
        <p:nvSpPr>
          <p:cNvPr id="7" name="Text Placeholder 5"/>
          <p:cNvSpPr>
            <a:spLocks noGrp="1"/>
          </p:cNvSpPr>
          <p:nvPr>
            <p:ph type="body" sz="quarter" idx="10"/>
          </p:nvPr>
        </p:nvSpPr>
        <p:spPr>
          <a:xfrm>
            <a:off x="274641" y="1212850"/>
            <a:ext cx="11887200" cy="2055050"/>
          </a:xfrm>
        </p:spPr>
        <p:txBody>
          <a:bodyPr/>
          <a:lstStyle>
            <a:lvl1pPr marL="0" indent="0">
              <a:buNone/>
              <a:defRPr>
                <a:solidFill>
                  <a:schemeClr val="tx1"/>
                </a:solidFill>
              </a:defRPr>
            </a:lvl1pPr>
            <a:lvl2pPr marL="0" indent="0">
              <a:buFontTx/>
              <a:buNone/>
              <a:defRPr sz="2000"/>
            </a:lvl2pPr>
            <a:lvl3pPr marL="228489" indent="0">
              <a:buNone/>
              <a:defRPr/>
            </a:lvl3pPr>
            <a:lvl4pPr marL="456978" indent="0">
              <a:buNone/>
              <a:defRPr/>
            </a:lvl4pPr>
            <a:lvl5pPr marL="685468"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876005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0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59D6-8170-4F3D-B980-2E7073713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2F3604-6FE7-48D0-821A-7AA91B9B742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6D2A006-C53D-46C5-8D2C-B5F68AE523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F101C0-56C0-40C1-A14E-7AD8B265D973}"/>
              </a:ext>
            </a:extLst>
          </p:cNvPr>
          <p:cNvSpPr>
            <a:spLocks noGrp="1"/>
          </p:cNvSpPr>
          <p:nvPr>
            <p:ph type="sldNum" sz="quarter" idx="12"/>
          </p:nvPr>
        </p:nvSpPr>
        <p:spPr/>
        <p:txBody>
          <a:bodyPr/>
          <a:lstStyle/>
          <a:p>
            <a:fld id="{522E449F-ACE2-4651-A469-C563CF075F5E}" type="slidenum">
              <a:rPr lang="en-US" smtClean="0"/>
              <a:t>‹#›</a:t>
            </a:fld>
            <a:endParaRPr lang="en-US"/>
          </a:p>
        </p:txBody>
      </p:sp>
    </p:spTree>
    <p:extLst>
      <p:ext uri="{BB962C8B-B14F-4D97-AF65-F5344CB8AC3E}">
        <p14:creationId xmlns:p14="http://schemas.microsoft.com/office/powerpoint/2010/main" val="1804272490"/>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228302"/>
          </a:xfrm>
        </p:spPr>
        <p:txBody>
          <a:bodyPr>
            <a:spAutoFit/>
          </a:bodyPr>
          <a:lstStyle>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8392034"/>
      </p:ext>
    </p:extLst>
  </p:cSld>
  <p:clrMapOvr>
    <a:masterClrMapping/>
  </p:clrMapOvr>
  <p:transition>
    <p:fade/>
  </p:transition>
</p:sldLayout>
</file>

<file path=ppt/slideLayouts/slideLayout40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14549" y="181341"/>
            <a:ext cx="11607377" cy="932603"/>
          </a:xfrm>
          <a:noFill/>
        </p:spPr>
        <p:txBody>
          <a:bodyPr lIns="182880" rIns="182880" anchor="b" anchorCtr="0"/>
          <a:lstStyle/>
          <a:p>
            <a:r>
              <a:rPr lang="en-US" dirty="0"/>
              <a:t>Click to edit Master title style</a:t>
            </a:r>
          </a:p>
        </p:txBody>
      </p:sp>
      <p:sp>
        <p:nvSpPr>
          <p:cNvPr id="3" name="Content Placeholder 2"/>
          <p:cNvSpPr>
            <a:spLocks noGrp="1"/>
          </p:cNvSpPr>
          <p:nvPr>
            <p:ph sz="half" idx="1" hasCustomPrompt="1"/>
          </p:nvPr>
        </p:nvSpPr>
        <p:spPr>
          <a:xfrm>
            <a:off x="414549" y="1217565"/>
            <a:ext cx="5700051" cy="3081293"/>
          </a:xfrm>
          <a:prstGeom prst="rect">
            <a:avLst/>
          </a:prstGeom>
          <a:noFill/>
        </p:spPr>
        <p:txBody>
          <a:bodyPr/>
          <a:lstStyle>
            <a:lvl1pPr>
              <a:buClr>
                <a:schemeClr val="tx2"/>
              </a:buClr>
              <a:buSzPct val="100000"/>
              <a:defRPr sz="3808"/>
            </a:lvl1pPr>
            <a:lvl2pPr>
              <a:buClr>
                <a:schemeClr val="tx2">
                  <a:lumMod val="75000"/>
                  <a:lumOff val="25000"/>
                </a:schemeClr>
              </a:buClr>
              <a:buSzPct val="95000"/>
              <a:defRPr sz="3264"/>
            </a:lvl2pPr>
            <a:lvl3pPr marL="1709802" indent="-466310">
              <a:buClr>
                <a:schemeClr val="tx2">
                  <a:lumMod val="50000"/>
                  <a:lumOff val="50000"/>
                </a:schemeClr>
              </a:buClr>
              <a:buSzPct val="90000"/>
              <a:buFont typeface="Arial" panose="020B0604020202020204" pitchFamily="34" charset="0"/>
              <a:buChar char="•"/>
              <a:defRPr sz="2720"/>
            </a:lvl3pPr>
            <a:lvl4pPr>
              <a:buClr>
                <a:schemeClr val="tx2">
                  <a:lumMod val="50000"/>
                  <a:lumOff val="50000"/>
                </a:schemeClr>
              </a:buClr>
              <a:defRPr sz="2448"/>
            </a:lvl4pPr>
            <a:lvl5pPr>
              <a:buClr>
                <a:schemeClr val="tx2">
                  <a:lumMod val="25000"/>
                  <a:lumOff val="75000"/>
                </a:schemeClr>
              </a:buClr>
              <a:defRPr sz="2448"/>
            </a:lvl5pPr>
            <a:lvl6pPr>
              <a:defRPr sz="2448"/>
            </a:lvl6pPr>
            <a:lvl7pPr>
              <a:defRPr sz="2448"/>
            </a:lvl7pPr>
            <a:lvl8pPr>
              <a:defRPr sz="2448"/>
            </a:lvl8pPr>
            <a:lvl9pPr>
              <a:defRPr sz="244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21875" y="1217565"/>
            <a:ext cx="5700051" cy="3081293"/>
          </a:xfrm>
          <a:prstGeom prst="rect">
            <a:avLst/>
          </a:prstGeom>
          <a:noFill/>
        </p:spPr>
        <p:txBody>
          <a:bodyPr/>
          <a:lstStyle>
            <a:lvl1pPr>
              <a:defRPr sz="3808"/>
            </a:lvl1pPr>
            <a:lvl2pPr>
              <a:defRPr sz="3264"/>
            </a:lvl2pPr>
            <a:lvl3pPr>
              <a:defRPr sz="2720"/>
            </a:lvl3pPr>
            <a:lvl4pPr>
              <a:defRPr sz="2448"/>
            </a:lvl4pPr>
            <a:lvl5pPr>
              <a:defRPr sz="2448"/>
            </a:lvl5pPr>
            <a:lvl6pPr>
              <a:defRPr sz="2448"/>
            </a:lvl6pPr>
            <a:lvl7pPr>
              <a:defRPr sz="2448"/>
            </a:lvl7pPr>
            <a:lvl8pPr>
              <a:defRPr sz="2448"/>
            </a:lvl8pPr>
            <a:lvl9pPr>
              <a:defRPr sz="244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A119E-7584-428E-89E9-092799AD27D7}" type="slidenum">
              <a:rPr lang="en-US" smtClean="0"/>
              <a:t>‹#›</a:t>
            </a:fld>
            <a:endParaRPr lang="en-US"/>
          </a:p>
        </p:txBody>
      </p:sp>
    </p:spTree>
    <p:extLst>
      <p:ext uri="{BB962C8B-B14F-4D97-AF65-F5344CB8AC3E}">
        <p14:creationId xmlns:p14="http://schemas.microsoft.com/office/powerpoint/2010/main" val="3497724756"/>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0912" y="51811"/>
            <a:ext cx="11711014" cy="1165754"/>
          </a:xfrm>
        </p:spPr>
        <p:txBody>
          <a:bodyPr/>
          <a:lstStyle>
            <a:lvl1pPr>
              <a:defRPr/>
            </a:lvl1pPr>
          </a:lstStyle>
          <a:p>
            <a:r>
              <a:rPr lang="en-US" dirty="0"/>
              <a:t>Click to edit Master title style</a:t>
            </a:r>
          </a:p>
        </p:txBody>
      </p:sp>
      <p:sp>
        <p:nvSpPr>
          <p:cNvPr id="3" name="Text Placeholder 2"/>
          <p:cNvSpPr>
            <a:spLocks noGrp="1"/>
          </p:cNvSpPr>
          <p:nvPr>
            <p:ph type="body" idx="1" hasCustomPrompt="1"/>
          </p:nvPr>
        </p:nvSpPr>
        <p:spPr>
          <a:xfrm>
            <a:off x="310913" y="1217566"/>
            <a:ext cx="5645413" cy="725358"/>
          </a:xfrm>
          <a:prstGeom prst="rect">
            <a:avLst/>
          </a:prstGeom>
          <a:noFill/>
        </p:spPr>
        <p:txBody>
          <a:bodyPr anchor="ctr" anchorCtr="0">
            <a:normAutofit/>
          </a:bodyPr>
          <a:lstStyle>
            <a:lvl1pPr marL="0" indent="0">
              <a:buNone/>
              <a:defRPr sz="2448" b="1">
                <a:solidFill>
                  <a:schemeClr val="tx2"/>
                </a:solidFill>
              </a:defRPr>
            </a:lvl1pPr>
            <a:lvl2pPr marL="621746" indent="0">
              <a:buNone/>
              <a:defRPr sz="2720" b="1"/>
            </a:lvl2pPr>
            <a:lvl3pPr marL="1243493" indent="0">
              <a:buNone/>
              <a:defRPr sz="2448" b="1"/>
            </a:lvl3pPr>
            <a:lvl4pPr marL="1865239" indent="0">
              <a:buNone/>
              <a:defRPr sz="2176" b="1"/>
            </a:lvl4pPr>
            <a:lvl5pPr marL="2486985" indent="0">
              <a:buNone/>
              <a:defRPr sz="2176" b="1"/>
            </a:lvl5pPr>
            <a:lvl6pPr marL="3108731" indent="0">
              <a:buNone/>
              <a:defRPr sz="2176" b="1"/>
            </a:lvl6pPr>
            <a:lvl7pPr marL="3730478" indent="0">
              <a:buNone/>
              <a:defRPr sz="2176" b="1"/>
            </a:lvl7pPr>
            <a:lvl8pPr marL="4352224" indent="0">
              <a:buNone/>
              <a:defRPr sz="2176" b="1"/>
            </a:lvl8pPr>
            <a:lvl9pPr marL="4973970" indent="0">
              <a:buNone/>
              <a:defRPr sz="2176" b="1"/>
            </a:lvl9pPr>
          </a:lstStyle>
          <a:p>
            <a:pPr lvl="0"/>
            <a:r>
              <a:rPr lang="en-US" dirty="0"/>
              <a:t>Click to edit master text styles</a:t>
            </a:r>
          </a:p>
        </p:txBody>
      </p:sp>
      <p:sp>
        <p:nvSpPr>
          <p:cNvPr id="4" name="Content Placeholder 3"/>
          <p:cNvSpPr>
            <a:spLocks noGrp="1"/>
          </p:cNvSpPr>
          <p:nvPr>
            <p:ph sz="half" idx="2" hasCustomPrompt="1"/>
          </p:nvPr>
        </p:nvSpPr>
        <p:spPr>
          <a:xfrm>
            <a:off x="310912" y="1942923"/>
            <a:ext cx="5647573" cy="2172839"/>
          </a:xfrm>
          <a:prstGeom prst="rect">
            <a:avLst/>
          </a:prstGeom>
          <a:noFill/>
        </p:spPr>
        <p:txBody>
          <a:bodyPr/>
          <a:lstStyle>
            <a:lvl1pPr>
              <a:defRPr sz="2720"/>
            </a:lvl1pPr>
            <a:lvl2pPr>
              <a:defRPr sz="2720"/>
            </a:lvl2pPr>
            <a:lvl3pPr>
              <a:defRPr sz="2448"/>
            </a:lvl3pPr>
            <a:lvl4pPr>
              <a:defRPr sz="2176"/>
            </a:lvl4pPr>
            <a:lvl5pPr>
              <a:defRPr sz="2176"/>
            </a:lvl5pPr>
            <a:lvl6pPr>
              <a:defRPr sz="2176"/>
            </a:lvl6pPr>
            <a:lvl7pPr>
              <a:defRPr sz="2176"/>
            </a:lvl7pPr>
            <a:lvl8pPr>
              <a:defRPr sz="2176"/>
            </a:lvl8pPr>
            <a:lvl9pPr>
              <a:defRPr sz="217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524832" y="1217566"/>
            <a:ext cx="5497095" cy="725358"/>
          </a:xfrm>
          <a:prstGeom prst="rect">
            <a:avLst/>
          </a:prstGeom>
          <a:noFill/>
        </p:spPr>
        <p:txBody>
          <a:bodyPr anchor="ctr" anchorCtr="0">
            <a:normAutofit/>
          </a:bodyPr>
          <a:lstStyle>
            <a:lvl1pPr marL="0" indent="0">
              <a:buNone/>
              <a:defRPr sz="2448" b="1">
                <a:solidFill>
                  <a:schemeClr val="tx2"/>
                </a:solidFill>
              </a:defRPr>
            </a:lvl1pPr>
            <a:lvl2pPr marL="621746" indent="0">
              <a:buNone/>
              <a:defRPr sz="2720" b="1"/>
            </a:lvl2pPr>
            <a:lvl3pPr marL="1243493" indent="0">
              <a:buNone/>
              <a:defRPr sz="2448" b="1"/>
            </a:lvl3pPr>
            <a:lvl4pPr marL="1865239" indent="0">
              <a:buNone/>
              <a:defRPr sz="2176" b="1"/>
            </a:lvl4pPr>
            <a:lvl5pPr marL="2486985" indent="0">
              <a:buNone/>
              <a:defRPr sz="2176" b="1"/>
            </a:lvl5pPr>
            <a:lvl6pPr marL="3108731" indent="0">
              <a:buNone/>
              <a:defRPr sz="2176" b="1"/>
            </a:lvl6pPr>
            <a:lvl7pPr marL="3730478" indent="0">
              <a:buNone/>
              <a:defRPr sz="2176" b="1"/>
            </a:lvl7pPr>
            <a:lvl8pPr marL="4352224" indent="0">
              <a:buNone/>
              <a:defRPr sz="2176" b="1"/>
            </a:lvl8pPr>
            <a:lvl9pPr marL="4973970" indent="0">
              <a:buNone/>
              <a:defRPr sz="2176" b="1"/>
            </a:lvl9pPr>
          </a:lstStyle>
          <a:p>
            <a:pPr lvl="0"/>
            <a:r>
              <a:rPr lang="en-US" dirty="0"/>
              <a:t>Click to edit master text styles</a:t>
            </a:r>
          </a:p>
        </p:txBody>
      </p:sp>
      <p:sp>
        <p:nvSpPr>
          <p:cNvPr id="6" name="Content Placeholder 5"/>
          <p:cNvSpPr>
            <a:spLocks noGrp="1"/>
          </p:cNvSpPr>
          <p:nvPr>
            <p:ph sz="quarter" idx="4"/>
          </p:nvPr>
        </p:nvSpPr>
        <p:spPr>
          <a:xfrm>
            <a:off x="6524832" y="1942923"/>
            <a:ext cx="5497095" cy="2172839"/>
          </a:xfrm>
          <a:prstGeom prst="rect">
            <a:avLst/>
          </a:prstGeom>
          <a:noFill/>
        </p:spPr>
        <p:txBody>
          <a:bodyPr/>
          <a:lstStyle>
            <a:lvl1pPr>
              <a:defRPr sz="2720"/>
            </a:lvl1pPr>
            <a:lvl2pPr>
              <a:defRPr sz="2720"/>
            </a:lvl2pPr>
            <a:lvl3pPr>
              <a:defRPr sz="2448"/>
            </a:lvl3pPr>
            <a:lvl4pPr>
              <a:defRPr sz="2176"/>
            </a:lvl4pPr>
            <a:lvl5pPr>
              <a:defRPr sz="2176"/>
            </a:lvl5pPr>
            <a:lvl6pPr>
              <a:defRPr sz="2176"/>
            </a:lvl6pPr>
            <a:lvl7pPr>
              <a:defRPr sz="2176"/>
            </a:lvl7pPr>
            <a:lvl8pPr>
              <a:defRPr sz="2176"/>
            </a:lvl8pPr>
            <a:lvl9pPr>
              <a:defRPr sz="217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Century Gothic" panose="020B0502020202020204" pitchFamily="34" charset="0"/>
              </a:defRPr>
            </a:lvl1p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0A119E-7584-428E-89E9-092799AD27D7}" type="slidenum">
              <a:rPr lang="en-US" smtClean="0"/>
              <a:t>‹#›</a:t>
            </a:fld>
            <a:endParaRPr lang="en-US"/>
          </a:p>
        </p:txBody>
      </p:sp>
    </p:spTree>
    <p:extLst>
      <p:ext uri="{BB962C8B-B14F-4D97-AF65-F5344CB8AC3E}">
        <p14:creationId xmlns:p14="http://schemas.microsoft.com/office/powerpoint/2010/main" val="1809978062"/>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548" y="1010321"/>
            <a:ext cx="8290982" cy="5237800"/>
          </a:xfrm>
          <a:prstGeom prst="rect">
            <a:avLst/>
          </a:prstGeom>
          <a:noFill/>
        </p:spPr>
        <p:txBody>
          <a:bodyPr wrap="square">
            <a:normAutofit/>
          </a:bodyPr>
          <a:lstStyle>
            <a:lvl1pPr>
              <a:defRPr sz="3808"/>
            </a:lvl1pPr>
            <a:lvl2pPr>
              <a:defRPr sz="3808"/>
            </a:lvl2pPr>
            <a:lvl3pPr>
              <a:defRPr sz="3264"/>
            </a:lvl3pPr>
            <a:lvl4pPr>
              <a:defRPr sz="2720"/>
            </a:lvl4pPr>
            <a:lvl5pPr>
              <a:defRPr sz="2720"/>
            </a:lvl5pPr>
            <a:lvl6pPr>
              <a:defRPr sz="2720"/>
            </a:lvl6pPr>
            <a:lvl7pPr>
              <a:defRPr sz="2720"/>
            </a:lvl7pPr>
            <a:lvl8pPr>
              <a:defRPr sz="2720"/>
            </a:lvl8pPr>
            <a:lvl9pPr>
              <a:defRPr sz="272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414549" y="103624"/>
            <a:ext cx="11607378" cy="803074"/>
          </a:xfrm>
          <a:noFill/>
        </p:spPr>
        <p:txBody>
          <a:bodyPr lIns="182880" tIns="91440" rIns="91440" bIns="91440" anchor="b">
            <a:normAutofit/>
          </a:bodyPr>
          <a:lstStyle>
            <a:lvl1pPr algn="l">
              <a:defRPr sz="3264" b="0"/>
            </a:lvl1pPr>
          </a:lstStyle>
          <a:p>
            <a:r>
              <a:rPr lang="en-US" dirty="0"/>
              <a:t>Click to edit Master title style</a:t>
            </a:r>
          </a:p>
        </p:txBody>
      </p:sp>
      <p:sp>
        <p:nvSpPr>
          <p:cNvPr id="4" name="Text Placeholder 3"/>
          <p:cNvSpPr>
            <a:spLocks noGrp="1"/>
          </p:cNvSpPr>
          <p:nvPr>
            <p:ph type="body" sz="half" idx="2"/>
          </p:nvPr>
        </p:nvSpPr>
        <p:spPr>
          <a:xfrm>
            <a:off x="8912807" y="1010321"/>
            <a:ext cx="3109119" cy="1314784"/>
          </a:xfrm>
          <a:prstGeom prst="rect">
            <a:avLst/>
          </a:prstGeom>
          <a:noFill/>
        </p:spPr>
        <p:txBody>
          <a:bodyPr/>
          <a:lstStyle>
            <a:lvl1pPr marL="388591" indent="-388591">
              <a:buFont typeface="Arial" panose="020B0604020202020204" pitchFamily="34" charset="0"/>
              <a:buChar char="•"/>
              <a:defRPr sz="2720">
                <a:solidFill>
                  <a:schemeClr val="tx2"/>
                </a:solidFill>
              </a:defRPr>
            </a:lvl1pPr>
            <a:lvl2pPr marL="621746" indent="0">
              <a:buNone/>
              <a:defRPr sz="1632"/>
            </a:lvl2pPr>
            <a:lvl3pPr marL="1243493" indent="0">
              <a:buNone/>
              <a:defRPr sz="1360"/>
            </a:lvl3pPr>
            <a:lvl4pPr marL="1865239" indent="0">
              <a:buNone/>
              <a:defRPr sz="1224"/>
            </a:lvl4pPr>
            <a:lvl5pPr marL="2486985" indent="0">
              <a:buNone/>
              <a:defRPr sz="1224"/>
            </a:lvl5pPr>
            <a:lvl6pPr marL="3108731" indent="0">
              <a:buNone/>
              <a:defRPr sz="1224"/>
            </a:lvl6pPr>
            <a:lvl7pPr marL="3730478" indent="0">
              <a:buNone/>
              <a:defRPr sz="1224"/>
            </a:lvl7pPr>
            <a:lvl8pPr marL="4352224" indent="0">
              <a:buNone/>
              <a:defRPr sz="1224"/>
            </a:lvl8pPr>
            <a:lvl9pPr marL="4973970" indent="0">
              <a:buNone/>
              <a:defRPr sz="1224"/>
            </a:lvl9pPr>
          </a:lstStyle>
          <a:p>
            <a:pPr lvl="0"/>
            <a:r>
              <a:rPr lang="en-US" dirty="0"/>
              <a:t>Click to edit Master text styles</a:t>
            </a: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85758" y="5632628"/>
            <a:ext cx="2208966" cy="1243471"/>
          </a:xfrm>
          <a:prstGeom prst="rect">
            <a:avLst/>
          </a:prstGeom>
        </p:spPr>
      </p:pic>
    </p:spTree>
    <p:extLst>
      <p:ext uri="{BB962C8B-B14F-4D97-AF65-F5344CB8AC3E}">
        <p14:creationId xmlns:p14="http://schemas.microsoft.com/office/powerpoint/2010/main" val="4139648595"/>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5685" y="139892"/>
            <a:ext cx="11762833" cy="909288"/>
          </a:xfrm>
        </p:spPr>
        <p:txBody>
          <a:bodyPr vert="horz" lIns="91440" tIns="45720" rIns="91440" bIns="45720" rtlCol="0" anchor="t">
            <a:normAutofit/>
          </a:bodyPr>
          <a:lstStyle>
            <a:lvl1pPr>
              <a:defRPr lang="en-US" sz="5875" spc="-62" baseline="0" dirty="0">
                <a:solidFill>
                  <a:srgbClr val="1F4D7F"/>
                </a:solidFill>
              </a:defRPr>
            </a:lvl1pPr>
          </a:lstStyle>
          <a:p>
            <a:pPr marL="0" lvl="0" defTabSz="1119106">
              <a:lnSpc>
                <a:spcPct val="85000"/>
              </a:lnSpc>
            </a:pPr>
            <a:r>
              <a:rPr lang="en-US"/>
              <a:t>Click to edit Master title style</a:t>
            </a:r>
            <a:endParaRPr lang="en-US" dirty="0"/>
          </a:p>
        </p:txBody>
      </p:sp>
      <p:sp>
        <p:nvSpPr>
          <p:cNvPr id="3" name="Content Placeholder 2"/>
          <p:cNvSpPr>
            <a:spLocks noGrp="1"/>
          </p:cNvSpPr>
          <p:nvPr>
            <p:ph idx="1"/>
          </p:nvPr>
        </p:nvSpPr>
        <p:spPr>
          <a:xfrm>
            <a:off x="855008" y="1328961"/>
            <a:ext cx="10726460" cy="4970970"/>
          </a:xfrm>
        </p:spPr>
        <p:txBody>
          <a:bodyPr vert="horz" lIns="0" tIns="45720" rIns="0" bIns="45720" rtlCol="0">
            <a:normAutofit/>
          </a:bodyPr>
          <a:lstStyle>
            <a:lvl1pPr>
              <a:defRPr lang="en-US" sz="2448" smtClean="0">
                <a:solidFill>
                  <a:schemeClr val="tx1">
                    <a:lumMod val="75000"/>
                    <a:lumOff val="25000"/>
                  </a:schemeClr>
                </a:solidFill>
              </a:defRPr>
            </a:lvl1pPr>
            <a:lvl2pPr>
              <a:defRPr lang="en-US" smtClean="0">
                <a:solidFill>
                  <a:schemeClr val="tx1">
                    <a:lumMod val="75000"/>
                    <a:lumOff val="25000"/>
                  </a:schemeClr>
                </a:solidFill>
              </a:defRPr>
            </a:lvl2pPr>
            <a:lvl3pPr>
              <a:defRPr lang="en-US" sz="1713" smtClean="0">
                <a:solidFill>
                  <a:schemeClr val="tx1">
                    <a:lumMod val="75000"/>
                    <a:lumOff val="25000"/>
                  </a:schemeClr>
                </a:solidFill>
              </a:defRPr>
            </a:lvl3pPr>
            <a:lvl4pPr>
              <a:defRPr lang="en-US" sz="1713" smtClean="0">
                <a:solidFill>
                  <a:schemeClr val="tx1">
                    <a:lumMod val="75000"/>
                    <a:lumOff val="25000"/>
                  </a:schemeClr>
                </a:solidFill>
              </a:defRPr>
            </a:lvl4pPr>
            <a:lvl5pPr>
              <a:defRPr lang="en-US" sz="1713" dirty="0">
                <a:solidFill>
                  <a:schemeClr val="tx1">
                    <a:lumMod val="75000"/>
                    <a:lumOff val="25000"/>
                  </a:schemeClr>
                </a:solidFill>
              </a:defRPr>
            </a:lvl5pPr>
          </a:lstStyle>
          <a:p>
            <a:pPr marL="111911" lvl="0" indent="-111911" defTabSz="1119106">
              <a:spcBef>
                <a:spcPts val="1469"/>
              </a:spcBef>
              <a:spcAft>
                <a:spcPts val="245"/>
              </a:spcAft>
              <a:buClr>
                <a:schemeClr val="accent1"/>
              </a:buClr>
              <a:buSzPct val="100000"/>
              <a:buFont typeface="Calibri" panose="020F0502020204030204" pitchFamily="34" charset="0"/>
              <a:buChar char=" "/>
            </a:pPr>
            <a:r>
              <a:rPr lang="en-US"/>
              <a:t>Click to edit Master text styles</a:t>
            </a:r>
          </a:p>
          <a:p>
            <a:pPr marL="470024" lvl="1" indent="-223821" defTabSz="1119106">
              <a:spcBef>
                <a:spcPts val="245"/>
              </a:spcBef>
              <a:spcAft>
                <a:spcPts val="490"/>
              </a:spcAft>
              <a:buClr>
                <a:schemeClr val="accent1"/>
              </a:buClr>
              <a:buFont typeface="Calibri" pitchFamily="34" charset="0"/>
              <a:buChar char="◦"/>
            </a:pPr>
            <a:r>
              <a:rPr lang="en-US"/>
              <a:t>Second level</a:t>
            </a:r>
          </a:p>
          <a:p>
            <a:pPr marL="693846" lvl="2" indent="-223821" defTabSz="1119106">
              <a:spcBef>
                <a:spcPts val="245"/>
              </a:spcBef>
              <a:spcAft>
                <a:spcPts val="490"/>
              </a:spcAft>
              <a:buClr>
                <a:schemeClr val="accent1"/>
              </a:buClr>
              <a:buFont typeface="Calibri" pitchFamily="34" charset="0"/>
              <a:buChar char="◦"/>
            </a:pPr>
            <a:r>
              <a:rPr lang="en-US"/>
              <a:t>Third level</a:t>
            </a:r>
          </a:p>
          <a:p>
            <a:pPr marL="917667" lvl="3" indent="-223821" defTabSz="1119106">
              <a:spcBef>
                <a:spcPts val="245"/>
              </a:spcBef>
              <a:spcAft>
                <a:spcPts val="490"/>
              </a:spcAft>
              <a:buClr>
                <a:schemeClr val="accent1"/>
              </a:buClr>
              <a:buFont typeface="Calibri" pitchFamily="34" charset="0"/>
              <a:buChar char="◦"/>
            </a:pPr>
            <a:r>
              <a:rPr lang="en-US"/>
              <a:t>Fourth level</a:t>
            </a:r>
          </a:p>
          <a:p>
            <a:pPr marL="1141489" lvl="4" indent="-223821" defTabSz="1119106">
              <a:spcBef>
                <a:spcPts val="245"/>
              </a:spcBef>
              <a:spcAft>
                <a:spcPts val="490"/>
              </a:spcAft>
              <a:buClr>
                <a:schemeClr val="accent1"/>
              </a:buClr>
              <a:buFont typeface="Calibri" pitchFamily="34" charset="0"/>
              <a:buChar char="◦"/>
            </a:pPr>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1B7101-7FE5-4A57-A42F-73B746309F28}" type="slidenum">
              <a:rPr lang="en-GB" smtClean="0"/>
              <a:t>‹#›</a:t>
            </a:fld>
            <a:endParaRPr lang="en-GB"/>
          </a:p>
        </p:txBody>
      </p:sp>
    </p:spTree>
    <p:extLst>
      <p:ext uri="{BB962C8B-B14F-4D97-AF65-F5344CB8AC3E}">
        <p14:creationId xmlns:p14="http://schemas.microsoft.com/office/powerpoint/2010/main" val="3706325114"/>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6475" cy="6994525"/>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32097" y="2414215"/>
            <a:ext cx="10571642" cy="20924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5"/>
          </p:nvPr>
        </p:nvSpPr>
        <p:spPr/>
        <p:txBody>
          <a:bodyPr/>
          <a:lstStyle/>
          <a:p>
            <a:endParaRPr lang="en-US"/>
          </a:p>
        </p:txBody>
      </p:sp>
      <p:sp>
        <p:nvSpPr>
          <p:cNvPr id="10" name="Footer Placeholder 9"/>
          <p:cNvSpPr>
            <a:spLocks noGrp="1"/>
          </p:cNvSpPr>
          <p:nvPr>
            <p:ph type="ftr" sz="quarter" idx="16"/>
          </p:nvPr>
        </p:nvSpPr>
        <p:spPr/>
        <p:txBody>
          <a:bodyPr/>
          <a:lstStyle/>
          <a:p>
            <a:endParaRPr lang="en-US" dirty="0"/>
          </a:p>
        </p:txBody>
      </p:sp>
      <p:sp>
        <p:nvSpPr>
          <p:cNvPr id="11" name="Slide Number Placeholder 10"/>
          <p:cNvSpPr>
            <a:spLocks noGrp="1"/>
          </p:cNvSpPr>
          <p:nvPr>
            <p:ph type="sldNum" sz="quarter" idx="17"/>
          </p:nvPr>
        </p:nvSpPr>
        <p:spPr/>
        <p:txBody>
          <a:bodyPr/>
          <a:lstStyle/>
          <a:p>
            <a:fld id="{2D2320CE-2746-449F-9093-8B602245F99A}" type="slidenum">
              <a:rPr lang="en-US" smtClean="0"/>
              <a:t>‹#›</a:t>
            </a:fld>
            <a:endParaRPr lang="en-US" dirty="0"/>
          </a:p>
        </p:txBody>
      </p:sp>
    </p:spTree>
    <p:extLst>
      <p:ext uri="{BB962C8B-B14F-4D97-AF65-F5344CB8AC3E}">
        <p14:creationId xmlns:p14="http://schemas.microsoft.com/office/powerpoint/2010/main" val="142252197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38"/>
            <a:ext cx="12436475" cy="6994525"/>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32097" y="2414215"/>
            <a:ext cx="10571642" cy="20924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5"/>
          </p:nvPr>
        </p:nvSpPr>
        <p:spPr/>
        <p:txBody>
          <a:bodyPr/>
          <a:lstStyle/>
          <a:p>
            <a:endParaRPr lang="en-US"/>
          </a:p>
        </p:txBody>
      </p:sp>
      <p:sp>
        <p:nvSpPr>
          <p:cNvPr id="10" name="Footer Placeholder 9"/>
          <p:cNvSpPr>
            <a:spLocks noGrp="1"/>
          </p:cNvSpPr>
          <p:nvPr>
            <p:ph type="ftr" sz="quarter" idx="16"/>
          </p:nvPr>
        </p:nvSpPr>
        <p:spPr/>
        <p:txBody>
          <a:bodyPr/>
          <a:lstStyle/>
          <a:p>
            <a:endParaRPr lang="en-US" dirty="0"/>
          </a:p>
        </p:txBody>
      </p:sp>
      <p:sp>
        <p:nvSpPr>
          <p:cNvPr id="11" name="Slide Number Placeholder 10"/>
          <p:cNvSpPr>
            <a:spLocks noGrp="1"/>
          </p:cNvSpPr>
          <p:nvPr>
            <p:ph type="sldNum" sz="quarter" idx="17"/>
          </p:nvPr>
        </p:nvSpPr>
        <p:spPr/>
        <p:txBody>
          <a:bodyPr/>
          <a:lstStyle/>
          <a:p>
            <a:fld id="{2D2320CE-2746-449F-9093-8B602245F99A}" type="slidenum">
              <a:rPr lang="en-US" smtClean="0"/>
              <a:t>‹#›</a:t>
            </a:fld>
            <a:endParaRPr lang="en-US" dirty="0"/>
          </a:p>
        </p:txBody>
      </p:sp>
    </p:spTree>
    <p:extLst>
      <p:ext uri="{BB962C8B-B14F-4D97-AF65-F5344CB8AC3E}">
        <p14:creationId xmlns:p14="http://schemas.microsoft.com/office/powerpoint/2010/main" val="672078599"/>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userDrawn="1">
  <p:cSld name="2_Two Column Bullet text">
    <p:bg>
      <p:bgPr>
        <a:solidFill>
          <a:srgbClr val="001F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2567273"/>
      </p:ext>
    </p:extLst>
  </p:cSld>
  <p:clrMapOvr>
    <a:masterClrMapping/>
  </p:clrMapOvr>
  <p:transition>
    <p:fade/>
  </p:transition>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1914370"/>
          </a:xfrm>
        </p:spPr>
        <p:txBody>
          <a:bodyPr wrap="square">
            <a:spAutoFit/>
          </a:bodyPr>
          <a:lstStyle>
            <a:lvl1pPr marL="0" indent="0">
              <a:spcBef>
                <a:spcPts val="1224"/>
              </a:spcBef>
              <a:buClr>
                <a:schemeClr val="tx1"/>
              </a:buClr>
              <a:buFont typeface="Wingdings" pitchFamily="2" charset="2"/>
              <a:buNone/>
              <a:defRPr sz="31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5708905"/>
      </p:ext>
    </p:extLst>
  </p:cSld>
  <p:clrMapOvr>
    <a:masterClrMapping/>
  </p:clrMapOvr>
  <p:transition>
    <p:fade/>
  </p:transition>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8D7"/>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702" y="1759920"/>
            <a:ext cx="8046632" cy="1828786"/>
          </a:xfrm>
          <a:noFill/>
        </p:spPr>
        <p:txBody>
          <a:bodyPr lIns="146304" tIns="91440" rIns="146304" bIns="91440" anchor="t" anchorCtr="0"/>
          <a:lstStyle>
            <a:lvl1pPr>
              <a:defRPr sz="5397" spc="-100" baseline="0">
                <a:solidFill>
                  <a:schemeClr val="tx1"/>
                </a:solidFill>
              </a:defRPr>
            </a:lvl1pPr>
          </a:lstStyle>
          <a:p>
            <a:r>
              <a:rPr lang="en-US"/>
              <a:t>Lorem ipsum</a:t>
            </a:r>
          </a:p>
        </p:txBody>
      </p:sp>
    </p:spTree>
    <p:extLst>
      <p:ext uri="{BB962C8B-B14F-4D97-AF65-F5344CB8AC3E}">
        <p14:creationId xmlns:p14="http://schemas.microsoft.com/office/powerpoint/2010/main" val="1046821548"/>
      </p:ext>
    </p:extLst>
  </p:cSld>
  <p:clrMapOvr>
    <a:masterClrMapping/>
  </p:clrMapOvr>
  <p:transition>
    <p:fade/>
  </p:transition>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78D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2293974"/>
      </p:ext>
    </p:extLst>
  </p:cSld>
  <p:clrMapOvr>
    <a:masterClrMapping/>
  </p:clrMapOvr>
  <p:transition>
    <p:fade/>
  </p:transition>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1" y="1212853"/>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469" indent="0">
              <a:buNone/>
              <a:defRPr/>
            </a:lvl3pPr>
            <a:lvl4pPr marL="456937" indent="0">
              <a:buNone/>
              <a:defRPr/>
            </a:lvl4pPr>
            <a:lvl5pPr marL="68540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58242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userDrawn="1">
  <p:cSld name="1_Title &amp;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1" y="1212853"/>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469" indent="0">
              <a:buNone/>
              <a:defRPr/>
            </a:lvl3pPr>
            <a:lvl4pPr marL="456937" indent="0">
              <a:buNone/>
              <a:defRPr/>
            </a:lvl4pPr>
            <a:lvl5pPr marL="68540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545104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1" y="1212853"/>
            <a:ext cx="11887200" cy="2025170"/>
          </a:xfrm>
        </p:spPr>
        <p:txBody>
          <a:bodyPr>
            <a:spAutoFit/>
          </a:bodyPr>
          <a:lstStyle>
            <a:lvl1pPr>
              <a:defRPr sz="3597">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624183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1" y="1212853"/>
            <a:ext cx="11887200" cy="2025170"/>
          </a:xfrm>
        </p:spPr>
        <p:txBody>
          <a:bodyPr>
            <a:spAutoFit/>
          </a:bodyPr>
          <a:lstStyle>
            <a:lvl1pPr>
              <a:defRPr sz="359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017885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68368"/>
          </a:xfrm>
        </p:spPr>
        <p:txBody>
          <a:bodyPr wrap="square">
            <a:spAutoFit/>
          </a:bodyPr>
          <a:lstStyle>
            <a:lvl1pPr marL="0" indent="0">
              <a:spcBef>
                <a:spcPts val="1224"/>
              </a:spcBef>
              <a:buClr>
                <a:schemeClr val="tx1"/>
              </a:buClr>
              <a:buFont typeface="Wingdings" pitchFamily="2" charset="2"/>
              <a:buNone/>
              <a:defRPr sz="3597">
                <a:gradFill>
                  <a:gsLst>
                    <a:gs pos="1250">
                      <a:schemeClr val="tx2"/>
                    </a:gs>
                    <a:gs pos="99000">
                      <a:schemeClr val="tx2"/>
                    </a:gs>
                  </a:gsLst>
                  <a:lin ang="5400000" scaled="0"/>
                </a:gradFill>
              </a:defRPr>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7">
                <a:gradFill>
                  <a:gsLst>
                    <a:gs pos="1250">
                      <a:schemeClr val="tx2"/>
                    </a:gs>
                    <a:gs pos="99000">
                      <a:schemeClr val="tx2"/>
                    </a:gs>
                  </a:gsLst>
                  <a:lin ang="5400000" scaled="0"/>
                </a:gradFill>
              </a:defRPr>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61867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userDrawn="1">
  <p:cSld name="1_Two Column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68368"/>
          </a:xfrm>
        </p:spPr>
        <p:txBody>
          <a:bodyPr wrap="square">
            <a:spAutoFit/>
          </a:bodyPr>
          <a:lstStyle>
            <a:lvl1pPr marL="0" indent="0">
              <a:spcBef>
                <a:spcPts val="1224"/>
              </a:spcBef>
              <a:buClr>
                <a:schemeClr val="tx1"/>
              </a:buClr>
              <a:buFont typeface="Wingdings" pitchFamily="2" charset="2"/>
              <a:buNone/>
              <a:defRPr sz="35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47687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25279"/>
          </a:xfrm>
        </p:spPr>
        <p:txBody>
          <a:bodyPr wrap="square">
            <a:spAutoFit/>
          </a:bodyPr>
          <a:lstStyle>
            <a:lvl1pPr marL="287172" indent="-287172">
              <a:spcBef>
                <a:spcPts val="1224"/>
              </a:spcBef>
              <a:buClr>
                <a:schemeClr val="tx2"/>
              </a:buClr>
              <a:buFont typeface="Arial" pitchFamily="34" charset="0"/>
              <a:buChar char="•"/>
              <a:defRPr sz="3197">
                <a:gradFill>
                  <a:gsLst>
                    <a:gs pos="1250">
                      <a:schemeClr val="tx2"/>
                    </a:gs>
                    <a:gs pos="99000">
                      <a:schemeClr val="tx2"/>
                    </a:gs>
                  </a:gsLst>
                  <a:lin ang="5400000" scaled="0"/>
                </a:gradFill>
              </a:defRPr>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172" indent="-287172">
              <a:spcBef>
                <a:spcPts val="1224"/>
              </a:spcBef>
              <a:buClr>
                <a:schemeClr val="tx2"/>
              </a:buClr>
              <a:buFont typeface="Arial" pitchFamily="34" charset="0"/>
              <a:buChar char="•"/>
              <a:defRPr sz="3197">
                <a:gradFill>
                  <a:gsLst>
                    <a:gs pos="1250">
                      <a:schemeClr val="tx2"/>
                    </a:gs>
                    <a:gs pos="99000">
                      <a:schemeClr val="tx2"/>
                    </a:gs>
                  </a:gsLst>
                  <a:lin ang="5400000" scaled="0"/>
                </a:gradFill>
              </a:defRPr>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6780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userDrawn="1">
  <p:cSld name="1_Two Column Bullet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25279"/>
          </a:xfrm>
        </p:spPr>
        <p:txBody>
          <a:bodyPr wrap="square">
            <a:spAutoFit/>
          </a:bodyPr>
          <a:lstStyle>
            <a:lvl1pPr marL="287172" indent="-287172">
              <a:spcBef>
                <a:spcPts val="1224"/>
              </a:spcBef>
              <a:buClr>
                <a:schemeClr val="tx1"/>
              </a:buClr>
              <a:buFont typeface="Arial" pitchFamily="34" charset="0"/>
              <a:buChar char="•"/>
              <a:defRPr sz="3197"/>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172" indent="-287172">
              <a:spcBef>
                <a:spcPts val="1224"/>
              </a:spcBef>
              <a:buClr>
                <a:schemeClr val="tx1"/>
              </a:buClr>
              <a:buFont typeface="Arial" pitchFamily="34" charset="0"/>
              <a:buChar char="•"/>
              <a:defRPr sz="3197"/>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031866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677534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21.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4"/>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9"/>
            <a:ext cx="11887199" cy="403187"/>
          </a:xfrm>
          <a:prstGeom prst="rect">
            <a:avLst/>
          </a:prstGeom>
          <a:noFill/>
          <a:ln w="12700">
            <a:noFill/>
            <a:miter lim="800000"/>
            <a:headEnd type="none" w="sm" len="sm"/>
            <a:tailEnd type="none" w="sm" len="sm"/>
          </a:ln>
          <a:effectLst/>
        </p:spPr>
        <p:txBody>
          <a:bodyPr vert="horz" wrap="square" lIns="182802" tIns="146241" rIns="182802" bIns="146241" numCol="1" anchor="t" anchorCtr="0" compatLnSpc="1">
            <a:prstTxWarp prst="textNoShape">
              <a:avLst/>
            </a:prstTxWarp>
            <a:spAutoFit/>
          </a:bodyPr>
          <a:lstStyle/>
          <a:p>
            <a:pPr marL="0" marR="0" lvl="0" indent="0" algn="l" defTabSz="931753"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 2015 Microsoft Corporation. All rights reserved.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9230" y="3145043"/>
            <a:ext cx="3288506" cy="704445"/>
          </a:xfrm>
          <a:prstGeom prst="rect">
            <a:avLst/>
          </a:prstGeom>
        </p:spPr>
      </p:pic>
    </p:spTree>
    <p:extLst>
      <p:ext uri="{BB962C8B-B14F-4D97-AF65-F5344CB8AC3E}">
        <p14:creationId xmlns:p14="http://schemas.microsoft.com/office/powerpoint/2010/main" val="850011986"/>
      </p:ext>
    </p:extLst>
  </p:cSld>
  <p:clrMapOvr>
    <a:masterClrMapping/>
  </p:clrMapOvr>
  <p:transition>
    <p:fade/>
  </p:transition>
</p:sldLayout>
</file>

<file path=ppt/slideLayouts/slideLayout422.xml><?xml version="1.0" encoding="utf-8"?>
<p:sldLayout xmlns:a="http://schemas.openxmlformats.org/drawingml/2006/main" xmlns:r="http://schemas.openxmlformats.org/officeDocument/2006/relationships" xmlns:p="http://schemas.openxmlformats.org/presentationml/2006/main" userDrawn="1">
  <p:cSld name="2_Title">
    <p:bg>
      <p:bgRef idx="1001">
        <a:schemeClr val="bg1"/>
      </p:bgRef>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6" name="Slide Number Placeholder 5"/>
          <p:cNvSpPr>
            <a:spLocks noGrp="1"/>
          </p:cNvSpPr>
          <p:nvPr>
            <p:ph type="sldNum" sz="quarter" idx="12"/>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7" name="Text Placeholder 4"/>
          <p:cNvSpPr>
            <a:spLocks noGrp="1"/>
          </p:cNvSpPr>
          <p:nvPr>
            <p:ph type="body" sz="quarter" idx="13"/>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Tree>
    <p:extLst>
      <p:ext uri="{BB962C8B-B14F-4D97-AF65-F5344CB8AC3E}">
        <p14:creationId xmlns:p14="http://schemas.microsoft.com/office/powerpoint/2010/main" val="8891334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3.xml><?xml version="1.0" encoding="utf-8"?>
<p:sldLayout xmlns:a="http://schemas.openxmlformats.org/drawingml/2006/main" xmlns:r="http://schemas.openxmlformats.org/officeDocument/2006/relationships" xmlns:p="http://schemas.openxmlformats.org/presentationml/2006/main" userDrawn="1">
  <p:cSld name="Title Subtitle">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4" name="Slide Number Placeholder 3"/>
          <p:cNvSpPr>
            <a:spLocks noGrp="1"/>
          </p:cNvSpPr>
          <p:nvPr>
            <p:ph type="sldNum" sz="quarter" idx="11"/>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5" name="Text Placeholder 4"/>
          <p:cNvSpPr>
            <a:spLocks noGrp="1"/>
          </p:cNvSpPr>
          <p:nvPr>
            <p:ph type="body" sz="quarter" idx="12"/>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
        <p:nvSpPr>
          <p:cNvPr id="6" name="Text Placeholder 5"/>
          <p:cNvSpPr>
            <a:spLocks noGrp="1"/>
          </p:cNvSpPr>
          <p:nvPr>
            <p:ph type="body" sz="quarter" idx="13"/>
          </p:nvPr>
        </p:nvSpPr>
        <p:spPr>
          <a:xfrm>
            <a:off x="274642" y="1139827"/>
            <a:ext cx="11033125" cy="600163"/>
          </a:xfrm>
          <a:prstGeom prst="rect">
            <a:avLst/>
          </a:prstGeom>
        </p:spPr>
        <p:txBody>
          <a:bodyPr lIns="192024" anchor="t"/>
          <a:lstStyle>
            <a:lvl1pPr marL="0" indent="0">
              <a:buNone/>
              <a:defRPr lang="en-US" sz="3000" kern="1200" smtClean="0">
                <a:solidFill>
                  <a:schemeClr val="accent1"/>
                </a:solidFill>
                <a:latin typeface="+mj-lt"/>
                <a:ea typeface="+mn-ea"/>
                <a:cs typeface="+mn-cs"/>
              </a:defRPr>
            </a:lvl1pPr>
            <a:lvl2pPr marL="0" indent="0">
              <a:buNone/>
              <a:defRPr lang="en-US" sz="3170" kern="1200" smtClean="0">
                <a:solidFill>
                  <a:schemeClr val="bg1"/>
                </a:solidFill>
                <a:latin typeface="+mj-lt"/>
                <a:ea typeface="+mn-ea"/>
                <a:cs typeface="+mn-cs"/>
              </a:defRPr>
            </a:lvl2pPr>
            <a:lvl3pPr marL="0" indent="0">
              <a:buNone/>
              <a:defRPr lang="en-US" sz="3170" kern="1200" smtClean="0">
                <a:solidFill>
                  <a:schemeClr val="bg1"/>
                </a:solidFill>
                <a:latin typeface="+mj-lt"/>
                <a:ea typeface="+mn-ea"/>
                <a:cs typeface="+mn-cs"/>
              </a:defRPr>
            </a:lvl3pPr>
            <a:lvl4pPr marL="0" indent="0">
              <a:buNone/>
              <a:defRPr lang="en-US" sz="3170" kern="1200" smtClean="0">
                <a:solidFill>
                  <a:schemeClr val="bg1"/>
                </a:solidFill>
                <a:latin typeface="+mj-lt"/>
                <a:ea typeface="+mn-ea"/>
                <a:cs typeface="+mn-cs"/>
              </a:defRPr>
            </a:lvl4pPr>
            <a:lvl5pPr marL="0" indent="0">
              <a:buNone/>
              <a:defRPr lang="en-US" sz="3170" kern="1200">
                <a:solidFill>
                  <a:schemeClr val="bg1"/>
                </a:solidFill>
                <a:latin typeface="+mj-lt"/>
                <a:ea typeface="+mn-ea"/>
                <a:cs typeface="+mn-cs"/>
              </a:defRPr>
            </a:lvl5pPr>
          </a:lstStyle>
          <a:p>
            <a:pPr lvl="0"/>
            <a:r>
              <a:rPr lang="en-US"/>
              <a:t>Click to edit Master text styles</a:t>
            </a:r>
          </a:p>
        </p:txBody>
      </p:sp>
    </p:spTree>
    <p:extLst>
      <p:ext uri="{BB962C8B-B14F-4D97-AF65-F5344CB8AC3E}">
        <p14:creationId xmlns:p14="http://schemas.microsoft.com/office/powerpoint/2010/main" val="8449818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4.xml><?xml version="1.0" encoding="utf-8"?>
<p:sldLayout xmlns:a="http://schemas.openxmlformats.org/drawingml/2006/main" xmlns:r="http://schemas.openxmlformats.org/officeDocument/2006/relationships" xmlns:p="http://schemas.openxmlformats.org/presentationml/2006/main" userDrawn="1">
  <p:cSld name="5_Title">
    <p:bg>
      <p:bgRef idx="1001">
        <a:schemeClr val="bg1"/>
      </p:bgRef>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6" name="Slide Number Placeholder 5"/>
          <p:cNvSpPr>
            <a:spLocks noGrp="1"/>
          </p:cNvSpPr>
          <p:nvPr>
            <p:ph type="sldNum" sz="quarter" idx="12"/>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7" name="Text Placeholder 4"/>
          <p:cNvSpPr>
            <a:spLocks noGrp="1"/>
          </p:cNvSpPr>
          <p:nvPr>
            <p:ph type="body" sz="quarter" idx="13"/>
          </p:nvPr>
        </p:nvSpPr>
        <p:spPr>
          <a:xfrm>
            <a:off x="274638" y="296867"/>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Tree>
    <p:extLst>
      <p:ext uri="{BB962C8B-B14F-4D97-AF65-F5344CB8AC3E}">
        <p14:creationId xmlns:p14="http://schemas.microsoft.com/office/powerpoint/2010/main" val="609379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
          <p15:clr>
            <a:srgbClr val="FBAE40"/>
          </p15:clr>
        </p15:guide>
        <p15:guide id="2" pos="173">
          <p15:clr>
            <a:srgbClr val="FBAE40"/>
          </p15:clr>
        </p15:guide>
      </p15:sldGuideLst>
    </p:ext>
  </p:extLst>
</p:sldLayout>
</file>

<file path=ppt/slideLayouts/slideLayout425.xml><?xml version="1.0" encoding="utf-8"?>
<p:sldLayout xmlns:a="http://schemas.openxmlformats.org/drawingml/2006/main" xmlns:r="http://schemas.openxmlformats.org/officeDocument/2006/relationships" xmlns:p="http://schemas.openxmlformats.org/presentationml/2006/main" userDrawn="1">
  <p:cSld name="63pt Title + Subtitle">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57200" y="6565392"/>
            <a:ext cx="3937000" cy="137160"/>
          </a:xfrm>
          <a:prstGeom prst="rect">
            <a:avLst/>
          </a:prstGeom>
        </p:spPr>
        <p:txBody>
          <a:bodyPr/>
          <a:lstStyle>
            <a:lvl1pPr>
              <a:defRPr>
                <a:solidFill>
                  <a:schemeClr val="tx2"/>
                </a:solidFill>
              </a:defRPr>
            </a:lvl1pPr>
          </a:lstStyle>
          <a:p>
            <a:pPr defTabSz="931888"/>
            <a:endParaRPr lang="en-US">
              <a:solidFill>
                <a:srgbClr val="505050"/>
              </a:solidFill>
            </a:endParaRPr>
          </a:p>
        </p:txBody>
      </p:sp>
      <p:sp>
        <p:nvSpPr>
          <p:cNvPr id="4" name="Slide Number Placeholder 3"/>
          <p:cNvSpPr>
            <a:spLocks noGrp="1"/>
          </p:cNvSpPr>
          <p:nvPr>
            <p:ph type="sldNum" sz="quarter" idx="11"/>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5" name="Text Placeholder 4"/>
          <p:cNvSpPr>
            <a:spLocks noGrp="1"/>
          </p:cNvSpPr>
          <p:nvPr>
            <p:ph type="body" sz="quarter" idx="12"/>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5"/>
              </a:spcBef>
              <a:spcAft>
                <a:spcPts val="2400"/>
              </a:spcAft>
              <a:buFontTx/>
              <a:buNone/>
              <a:defRPr lang="en-US" sz="5195" b="0" i="0" kern="1200" spc="0" baseline="0" dirty="0" smtClean="0">
                <a:solidFill>
                  <a:schemeClr val="tx2"/>
                </a:solidFill>
                <a:latin typeface="+mj-lt"/>
                <a:ea typeface="+mn-ea"/>
                <a:cs typeface="+mn-cs"/>
              </a:defRPr>
            </a:lvl1pPr>
          </a:lstStyle>
          <a:p>
            <a:pPr marL="0" marR="0" lvl="0" indent="0" algn="l" defTabSz="931847" rtl="0" eaLnBrk="1" fontAlgn="auto" latinLnBrk="0" hangingPunct="1">
              <a:lnSpc>
                <a:spcPct val="90000"/>
              </a:lnSpc>
              <a:spcBef>
                <a:spcPts val="1195"/>
              </a:spcBef>
              <a:spcAft>
                <a:spcPts val="2400"/>
              </a:spcAft>
              <a:buClrTx/>
              <a:buSzPct val="90000"/>
              <a:buFontTx/>
              <a:buNone/>
              <a:tabLst/>
            </a:pPr>
            <a:r>
              <a:rPr lang="en-US"/>
              <a:t>Click to edit Master text</a:t>
            </a:r>
          </a:p>
        </p:txBody>
      </p:sp>
      <p:sp>
        <p:nvSpPr>
          <p:cNvPr id="6" name="Text Placeholder 5"/>
          <p:cNvSpPr>
            <a:spLocks noGrp="1"/>
          </p:cNvSpPr>
          <p:nvPr>
            <p:ph type="body" sz="quarter" idx="13"/>
          </p:nvPr>
        </p:nvSpPr>
        <p:spPr>
          <a:xfrm>
            <a:off x="274643" y="1237553"/>
            <a:ext cx="11033125" cy="623697"/>
          </a:xfrm>
          <a:prstGeom prst="rect">
            <a:avLst/>
          </a:prstGeom>
        </p:spPr>
        <p:txBody>
          <a:bodyPr lIns="192024" anchor="ctr"/>
          <a:lstStyle>
            <a:lvl1pPr marL="0" indent="0">
              <a:buNone/>
              <a:defRPr lang="en-US" sz="3170" kern="1200" smtClean="0">
                <a:solidFill>
                  <a:schemeClr val="tx2"/>
                </a:solidFill>
                <a:latin typeface="+mj-lt"/>
                <a:ea typeface="+mn-ea"/>
                <a:cs typeface="+mn-cs"/>
              </a:defRPr>
            </a:lvl1pPr>
            <a:lvl2pPr marL="0" indent="0">
              <a:buNone/>
              <a:defRPr lang="en-US" sz="3170" kern="1200" smtClean="0">
                <a:solidFill>
                  <a:schemeClr val="bg1"/>
                </a:solidFill>
                <a:latin typeface="+mj-lt"/>
                <a:ea typeface="+mn-ea"/>
                <a:cs typeface="+mn-cs"/>
              </a:defRPr>
            </a:lvl2pPr>
            <a:lvl3pPr marL="0" indent="0">
              <a:buNone/>
              <a:defRPr lang="en-US" sz="3170" kern="1200" smtClean="0">
                <a:solidFill>
                  <a:schemeClr val="bg1"/>
                </a:solidFill>
                <a:latin typeface="+mj-lt"/>
                <a:ea typeface="+mn-ea"/>
                <a:cs typeface="+mn-cs"/>
              </a:defRPr>
            </a:lvl3pPr>
            <a:lvl4pPr marL="0" indent="0">
              <a:buNone/>
              <a:defRPr lang="en-US" sz="3170" kern="1200" smtClean="0">
                <a:solidFill>
                  <a:schemeClr val="bg1"/>
                </a:solidFill>
                <a:latin typeface="+mj-lt"/>
                <a:ea typeface="+mn-ea"/>
                <a:cs typeface="+mn-cs"/>
              </a:defRPr>
            </a:lvl4pPr>
            <a:lvl5pPr marL="0" indent="0">
              <a:buNone/>
              <a:defRPr lang="en-US" sz="3170" kern="1200">
                <a:solidFill>
                  <a:schemeClr val="bg1"/>
                </a:solidFill>
                <a:latin typeface="+mj-lt"/>
                <a:ea typeface="+mn-ea"/>
                <a:cs typeface="+mn-cs"/>
              </a:defRPr>
            </a:lvl5pPr>
          </a:lstStyle>
          <a:p>
            <a:pPr lvl="0"/>
            <a:r>
              <a:rPr lang="en-US"/>
              <a:t>Click to edit Master text styles</a:t>
            </a:r>
          </a:p>
        </p:txBody>
      </p:sp>
    </p:spTree>
    <p:extLst>
      <p:ext uri="{BB962C8B-B14F-4D97-AF65-F5344CB8AC3E}">
        <p14:creationId xmlns:p14="http://schemas.microsoft.com/office/powerpoint/2010/main" val="15709410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0499" y="72552"/>
            <a:ext cx="4861759" cy="1010472"/>
          </a:xfrm>
        </p:spPr>
        <p:txBody>
          <a:bodyPr/>
          <a:lstStyle>
            <a:lvl1pPr>
              <a:defRPr/>
            </a:lvl1pPr>
          </a:lstStyle>
          <a:p>
            <a:r>
              <a:rPr lang="en-US"/>
              <a:t>Customer Name</a:t>
            </a:r>
          </a:p>
        </p:txBody>
      </p:sp>
      <p:sp>
        <p:nvSpPr>
          <p:cNvPr id="3" name="Date Placeholder 2"/>
          <p:cNvSpPr>
            <a:spLocks noGrp="1"/>
          </p:cNvSpPr>
          <p:nvPr>
            <p:ph type="dt" sz="half" idx="10"/>
          </p:nvPr>
        </p:nvSpPr>
        <p:spPr>
          <a:xfrm>
            <a:off x="855008" y="6482889"/>
            <a:ext cx="2798207" cy="372394"/>
          </a:xfrm>
          <a:prstGeom prst="rect">
            <a:avLst/>
          </a:prstGeom>
        </p:spPr>
        <p:txBody>
          <a:bodyPr/>
          <a:lstStyle/>
          <a:p>
            <a:pPr defTabSz="932597">
              <a:defRPr/>
            </a:pPr>
            <a:endParaRPr lang="en-US" sz="1224">
              <a:solidFill>
                <a:prstClr val="black">
                  <a:tint val="75000"/>
                </a:prstClr>
              </a:solidFill>
              <a:latin typeface="Calibri" panose="020F0502020204030204"/>
            </a:endParaRPr>
          </a:p>
        </p:txBody>
      </p:sp>
      <p:sp>
        <p:nvSpPr>
          <p:cNvPr id="4" name="Footer Placeholder 3"/>
          <p:cNvSpPr>
            <a:spLocks noGrp="1"/>
          </p:cNvSpPr>
          <p:nvPr>
            <p:ph type="ftr" sz="quarter" idx="11"/>
          </p:nvPr>
        </p:nvSpPr>
        <p:spPr>
          <a:xfrm>
            <a:off x="4119583" y="6482889"/>
            <a:ext cx="4197310" cy="372394"/>
          </a:xfrm>
          <a:prstGeom prst="rect">
            <a:avLst/>
          </a:prstGeom>
        </p:spPr>
        <p:txBody>
          <a:bodyPr/>
          <a:lstStyle/>
          <a:p>
            <a:pPr algn="ctr" defTabSz="932597">
              <a:defRPr/>
            </a:pPr>
            <a:endParaRPr lang="en-US" sz="1224">
              <a:solidFill>
                <a:prstClr val="black">
                  <a:tint val="75000"/>
                </a:prstClr>
              </a:solidFill>
              <a:latin typeface="Calibri" panose="020F0502020204030204"/>
            </a:endParaRPr>
          </a:p>
        </p:txBody>
      </p:sp>
      <p:sp>
        <p:nvSpPr>
          <p:cNvPr id="5" name="Slide Number Placeholder 4"/>
          <p:cNvSpPr>
            <a:spLocks noGrp="1"/>
          </p:cNvSpPr>
          <p:nvPr>
            <p:ph type="sldNum" sz="quarter" idx="12"/>
          </p:nvPr>
        </p:nvSpPr>
        <p:spPr>
          <a:xfrm>
            <a:off x="8783260" y="6482889"/>
            <a:ext cx="2798207" cy="372394"/>
          </a:xfrm>
          <a:prstGeom prst="rect">
            <a:avLst/>
          </a:prstGeom>
        </p:spPr>
        <p:txBody>
          <a:bodyPr/>
          <a:lstStyle/>
          <a:p>
            <a:pPr algn="r" defTabSz="932597">
              <a:defRPr/>
            </a:pPr>
            <a:fld id="{E37B5247-8249-41C1-8C74-A99C807B4B57}" type="slidenum">
              <a:rPr lang="en-US" sz="1224" smtClean="0">
                <a:solidFill>
                  <a:prstClr val="black">
                    <a:tint val="75000"/>
                  </a:prstClr>
                </a:solidFill>
                <a:latin typeface="Calibri" panose="020F0502020204030204"/>
              </a:rPr>
              <a:pPr algn="r" defTabSz="932597">
                <a:defRPr/>
              </a:pPr>
              <a:t>‹#›</a:t>
            </a:fld>
            <a:endParaRPr lang="en-US" sz="1224">
              <a:solidFill>
                <a:prstClr val="black">
                  <a:tint val="75000"/>
                </a:prstClr>
              </a:solidFill>
              <a:latin typeface="Calibri" panose="020F0502020204030204"/>
            </a:endParaRPr>
          </a:p>
        </p:txBody>
      </p:sp>
      <p:sp>
        <p:nvSpPr>
          <p:cNvPr id="11" name="TextBox 10"/>
          <p:cNvSpPr txBox="1"/>
          <p:nvPr userDrawn="1"/>
        </p:nvSpPr>
        <p:spPr>
          <a:xfrm>
            <a:off x="170500" y="1183743"/>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Customer Summary</a:t>
            </a:r>
          </a:p>
        </p:txBody>
      </p:sp>
      <p:sp>
        <p:nvSpPr>
          <p:cNvPr id="12" name="TextBox 11"/>
          <p:cNvSpPr txBox="1"/>
          <p:nvPr userDrawn="1"/>
        </p:nvSpPr>
        <p:spPr>
          <a:xfrm>
            <a:off x="6341730" y="1167220"/>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Area of Focus</a:t>
            </a:r>
          </a:p>
        </p:txBody>
      </p:sp>
      <p:sp>
        <p:nvSpPr>
          <p:cNvPr id="13" name="TextBox 12"/>
          <p:cNvSpPr txBox="1"/>
          <p:nvPr userDrawn="1"/>
        </p:nvSpPr>
        <p:spPr>
          <a:xfrm>
            <a:off x="6341730" y="3522006"/>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Challenges</a:t>
            </a:r>
          </a:p>
        </p:txBody>
      </p:sp>
      <p:sp>
        <p:nvSpPr>
          <p:cNvPr id="14" name="TextBox 13"/>
          <p:cNvSpPr txBox="1"/>
          <p:nvPr userDrawn="1"/>
        </p:nvSpPr>
        <p:spPr>
          <a:xfrm>
            <a:off x="203095" y="3516923"/>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What else?</a:t>
            </a:r>
          </a:p>
        </p:txBody>
      </p:sp>
      <p:sp>
        <p:nvSpPr>
          <p:cNvPr id="17" name="Content Placeholder 16"/>
          <p:cNvSpPr>
            <a:spLocks noGrp="1"/>
          </p:cNvSpPr>
          <p:nvPr>
            <p:ph sz="quarter" idx="13" hasCustomPrompt="1"/>
          </p:nvPr>
        </p:nvSpPr>
        <p:spPr>
          <a:xfrm>
            <a:off x="203094" y="3893608"/>
            <a:ext cx="5486299" cy="1144544"/>
          </a:xfrm>
        </p:spPr>
        <p:txBody>
          <a:bodyPr/>
          <a:lstStyle>
            <a:lvl1pPr>
              <a:defRPr/>
            </a:lvl1pPr>
            <a:lvl2pPr>
              <a:defRPr/>
            </a:lvl2pPr>
          </a:lstStyle>
          <a:p>
            <a:r>
              <a:rPr lang="en-US"/>
              <a:t>Anything</a:t>
            </a:r>
            <a:r>
              <a:rPr lang="en-US" baseline="0"/>
              <a:t> I’m missing?</a:t>
            </a:r>
          </a:p>
          <a:p>
            <a:pPr lvl="1"/>
            <a:r>
              <a:rPr lang="en-US" baseline="0" err="1"/>
              <a:t>Wht</a:t>
            </a:r>
            <a:r>
              <a:rPr lang="en-US" baseline="0"/>
              <a:t> is?</a:t>
            </a:r>
            <a:endParaRPr lang="en-US"/>
          </a:p>
        </p:txBody>
      </p:sp>
      <p:sp>
        <p:nvSpPr>
          <p:cNvPr id="19" name="Content Placeholder 18"/>
          <p:cNvSpPr>
            <a:spLocks noGrp="1"/>
          </p:cNvSpPr>
          <p:nvPr>
            <p:ph sz="quarter" idx="14" hasCustomPrompt="1"/>
          </p:nvPr>
        </p:nvSpPr>
        <p:spPr>
          <a:xfrm>
            <a:off x="203094" y="1543904"/>
            <a:ext cx="5486299" cy="1871683"/>
          </a:xfrm>
        </p:spPr>
        <p:txBody>
          <a:bodyPr>
            <a:normAutofit/>
          </a:bodyPr>
          <a:lstStyle>
            <a:lvl1pPr marL="466298" indent="-466298">
              <a:buFont typeface="Arial" panose="020B0604020202020204" pitchFamily="34" charset="0"/>
              <a:buChar char="•"/>
              <a:defRPr sz="2448"/>
            </a:lvl1pPr>
            <a:lvl2pPr>
              <a:defRPr sz="2040" baseline="0"/>
            </a:lvl2pPr>
          </a:lstStyle>
          <a:p>
            <a:r>
              <a:rPr lang="en-US"/>
              <a:t>Provide customer</a:t>
            </a:r>
            <a:r>
              <a:rPr lang="en-US" baseline="0"/>
              <a:t> business summary, profile </a:t>
            </a:r>
            <a:r>
              <a:rPr lang="en-US" baseline="0" err="1"/>
              <a:t>etc</a:t>
            </a:r>
            <a:r>
              <a:rPr lang="en-US" baseline="0"/>
              <a:t> </a:t>
            </a:r>
          </a:p>
          <a:p>
            <a:pPr lvl="1"/>
            <a:r>
              <a:rPr lang="en-US"/>
              <a:t>Details, Details, Details</a:t>
            </a:r>
          </a:p>
        </p:txBody>
      </p:sp>
      <p:sp>
        <p:nvSpPr>
          <p:cNvPr id="21" name="Content Placeholder 20"/>
          <p:cNvSpPr>
            <a:spLocks noGrp="1"/>
          </p:cNvSpPr>
          <p:nvPr>
            <p:ph sz="quarter" idx="15" hasCustomPrompt="1"/>
          </p:nvPr>
        </p:nvSpPr>
        <p:spPr>
          <a:xfrm>
            <a:off x="6341306" y="1543904"/>
            <a:ext cx="5904609" cy="1871683"/>
          </a:xfrm>
        </p:spPr>
        <p:txBody>
          <a:bodyPr>
            <a:noAutofit/>
          </a:bodyPr>
          <a:lstStyle>
            <a:lvl1pPr marL="291436" indent="-291436">
              <a:buFont typeface="Arial" panose="020B0604020202020204" pitchFamily="34" charset="0"/>
              <a:buChar char="•"/>
              <a:defRPr sz="2448"/>
            </a:lvl1pPr>
            <a:lvl2pPr>
              <a:defRPr sz="1632"/>
            </a:lvl2pPr>
          </a:lstStyle>
          <a:p>
            <a:r>
              <a:rPr lang="en-US"/>
              <a:t>What they want to test?</a:t>
            </a:r>
          </a:p>
          <a:p>
            <a:pPr marL="699447" lvl="1" indent="-291436">
              <a:buFont typeface="Arial" panose="020B0604020202020204" pitchFamily="34" charset="0"/>
              <a:buChar char="•"/>
            </a:pPr>
            <a:r>
              <a:rPr lang="en-US"/>
              <a:t>Area</a:t>
            </a:r>
            <a:r>
              <a:rPr lang="en-US" baseline="0"/>
              <a:t> 1</a:t>
            </a:r>
          </a:p>
          <a:p>
            <a:pPr marL="699447" lvl="1" indent="-291436">
              <a:buFont typeface="Arial" panose="020B0604020202020204" pitchFamily="34" charset="0"/>
              <a:buChar char="•"/>
            </a:pPr>
            <a:r>
              <a:rPr lang="en-US" baseline="0"/>
              <a:t>Area 2</a:t>
            </a:r>
          </a:p>
          <a:p>
            <a:pPr marL="699447" lvl="1" indent="-291436">
              <a:buFont typeface="Arial" panose="020B0604020202020204" pitchFamily="34" charset="0"/>
              <a:buChar char="•"/>
            </a:pPr>
            <a:r>
              <a:rPr lang="en-US" baseline="0"/>
              <a:t>Area 3</a:t>
            </a:r>
            <a:endParaRPr lang="en-US"/>
          </a:p>
        </p:txBody>
      </p:sp>
      <p:sp>
        <p:nvSpPr>
          <p:cNvPr id="23" name="Content Placeholder 22"/>
          <p:cNvSpPr>
            <a:spLocks noGrp="1"/>
          </p:cNvSpPr>
          <p:nvPr>
            <p:ph sz="quarter" idx="16" hasCustomPrompt="1"/>
          </p:nvPr>
        </p:nvSpPr>
        <p:spPr>
          <a:xfrm>
            <a:off x="6341307" y="3893608"/>
            <a:ext cx="5904609" cy="3815434"/>
          </a:xfrm>
        </p:spPr>
        <p:txBody>
          <a:bodyPr/>
          <a:lstStyle>
            <a:lvl1pPr marL="291436" indent="-291436">
              <a:buFont typeface="Arial" panose="020B0604020202020204" pitchFamily="34" charset="0"/>
              <a:buChar char="•"/>
              <a:defRPr/>
            </a:lvl1pPr>
          </a:lstStyle>
          <a:p>
            <a:r>
              <a:rPr lang="en-US"/>
              <a:t>What are the issues</a:t>
            </a:r>
            <a:r>
              <a:rPr lang="en-US" baseline="0"/>
              <a:t>  hurdles they like to overcome?</a:t>
            </a:r>
          </a:p>
          <a:p>
            <a:pPr marL="699447" lvl="1" indent="-291436">
              <a:buFont typeface="Arial" panose="020B0604020202020204" pitchFamily="34" charset="0"/>
              <a:buChar char="•"/>
            </a:pPr>
            <a:r>
              <a:rPr lang="en-US" baseline="0"/>
              <a:t>Enter 1</a:t>
            </a:r>
          </a:p>
          <a:p>
            <a:pPr marL="699447" lvl="1" indent="-291436">
              <a:buFont typeface="Arial" panose="020B0604020202020204" pitchFamily="34" charset="0"/>
              <a:buChar char="•"/>
            </a:pPr>
            <a:r>
              <a:rPr lang="en-US"/>
              <a:t>Enter</a:t>
            </a:r>
            <a:r>
              <a:rPr lang="en-US" baseline="0"/>
              <a:t> 2</a:t>
            </a:r>
          </a:p>
          <a:p>
            <a:pPr marL="699447" lvl="1" indent="-291436">
              <a:buFont typeface="Arial" panose="020B0604020202020204" pitchFamily="34" charset="0"/>
              <a:buChar char="•"/>
            </a:pPr>
            <a:r>
              <a:rPr lang="en-US" baseline="0"/>
              <a:t>Enter 3</a:t>
            </a:r>
          </a:p>
          <a:p>
            <a:endParaRPr lang="en-US"/>
          </a:p>
        </p:txBody>
      </p:sp>
      <p:sp>
        <p:nvSpPr>
          <p:cNvPr id="25" name="Picture Placeholder 24"/>
          <p:cNvSpPr>
            <a:spLocks noGrp="1"/>
          </p:cNvSpPr>
          <p:nvPr>
            <p:ph type="pic" sz="quarter" idx="17"/>
          </p:nvPr>
        </p:nvSpPr>
        <p:spPr>
          <a:xfrm>
            <a:off x="9380013" y="72551"/>
            <a:ext cx="2865903" cy="738279"/>
          </a:xfrm>
        </p:spPr>
        <p:txBody>
          <a:bodyPr/>
          <a:lstStyle>
            <a:lvl1pPr marL="0" indent="0">
              <a:buNone/>
              <a:defRPr/>
            </a:lvl1pPr>
          </a:lstStyle>
          <a:p>
            <a:endParaRPr lang="en-US"/>
          </a:p>
        </p:txBody>
      </p:sp>
      <p:sp>
        <p:nvSpPr>
          <p:cNvPr id="27" name="Content Placeholder 26"/>
          <p:cNvSpPr>
            <a:spLocks noGrp="1"/>
          </p:cNvSpPr>
          <p:nvPr>
            <p:ph sz="quarter" idx="18" hasCustomPrompt="1"/>
          </p:nvPr>
        </p:nvSpPr>
        <p:spPr>
          <a:xfrm>
            <a:off x="5167657" y="72551"/>
            <a:ext cx="4076957" cy="1371081"/>
          </a:xfrm>
        </p:spPr>
        <p:txBody>
          <a:bodyPr/>
          <a:lstStyle>
            <a:lvl1pPr marL="0" indent="0">
              <a:buNone/>
              <a:defRPr sz="1836" baseline="0"/>
            </a:lvl1pPr>
          </a:lstStyle>
          <a:p>
            <a:pPr lvl="0"/>
            <a:r>
              <a:rPr lang="en-US"/>
              <a:t>Vertical</a:t>
            </a:r>
          </a:p>
          <a:p>
            <a:pPr lvl="0"/>
            <a:r>
              <a:rPr lang="en-US"/>
              <a:t>GEO</a:t>
            </a:r>
          </a:p>
          <a:p>
            <a:pPr lvl="0"/>
            <a:r>
              <a:rPr lang="en-US"/>
              <a:t>Seeded / DIY</a:t>
            </a:r>
          </a:p>
          <a:p>
            <a:pPr lvl="0"/>
            <a:endParaRPr lang="en-US"/>
          </a:p>
        </p:txBody>
      </p:sp>
    </p:spTree>
    <p:extLst>
      <p:ext uri="{BB962C8B-B14F-4D97-AF65-F5344CB8AC3E}">
        <p14:creationId xmlns:p14="http://schemas.microsoft.com/office/powerpoint/2010/main" val="294133947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7.xml><?xml version="1.0" encoding="utf-8"?>
<p:sldLayout xmlns:a="http://schemas.openxmlformats.org/drawingml/2006/main" xmlns:r="http://schemas.openxmlformats.org/officeDocument/2006/relationships" xmlns:p="http://schemas.openxmlformats.org/presentationml/2006/main" userDrawn="1">
  <p:cSld name="3_Section Title Accent Color 2">
    <p:bg>
      <p:bgPr>
        <a:solidFill>
          <a:schemeClr val="accent2"/>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74640" y="295278"/>
            <a:ext cx="11889564" cy="917575"/>
          </a:xfrm>
        </p:spPr>
        <p:txBody>
          <a:bodyPr/>
          <a:lstStyle/>
          <a:p>
            <a:r>
              <a:rPr lang="en-US"/>
              <a:t>Click to edit Master title style</a:t>
            </a:r>
          </a:p>
        </p:txBody>
      </p:sp>
      <p:sp>
        <p:nvSpPr>
          <p:cNvPr id="7" name="Text Placeholder 5"/>
          <p:cNvSpPr>
            <a:spLocks noGrp="1"/>
          </p:cNvSpPr>
          <p:nvPr>
            <p:ph type="body" sz="quarter" idx="10"/>
          </p:nvPr>
        </p:nvSpPr>
        <p:spPr>
          <a:xfrm>
            <a:off x="274641" y="1212850"/>
            <a:ext cx="11887200" cy="2055050"/>
          </a:xfrm>
        </p:spPr>
        <p:txBody>
          <a:bodyPr/>
          <a:lstStyle>
            <a:lvl1pPr marL="0" indent="0">
              <a:buNone/>
              <a:defRPr>
                <a:solidFill>
                  <a:schemeClr val="tx1"/>
                </a:solidFill>
              </a:defRPr>
            </a:lvl1pPr>
            <a:lvl2pPr marL="0" indent="0">
              <a:buFontTx/>
              <a:buNone/>
              <a:defRPr sz="2000"/>
            </a:lvl2pPr>
            <a:lvl3pPr marL="228489" indent="0">
              <a:buNone/>
              <a:defRPr/>
            </a:lvl3pPr>
            <a:lvl4pPr marL="456978" indent="0">
              <a:buNone/>
              <a:defRPr/>
            </a:lvl4pPr>
            <a:lvl5pPr marL="685468"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035707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59D6-8170-4F3D-B980-2E7073713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2F3604-6FE7-48D0-821A-7AA91B9B742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6D2A006-C53D-46C5-8D2C-B5F68AE523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F101C0-56C0-40C1-A14E-7AD8B265D973}"/>
              </a:ext>
            </a:extLst>
          </p:cNvPr>
          <p:cNvSpPr>
            <a:spLocks noGrp="1"/>
          </p:cNvSpPr>
          <p:nvPr>
            <p:ph type="sldNum" sz="quarter" idx="12"/>
          </p:nvPr>
        </p:nvSpPr>
        <p:spPr/>
        <p:txBody>
          <a:bodyPr/>
          <a:lstStyle/>
          <a:p>
            <a:fld id="{522E449F-ACE2-4651-A469-C563CF075F5E}" type="slidenum">
              <a:rPr lang="en-US" smtClean="0"/>
              <a:t>‹#›</a:t>
            </a:fld>
            <a:endParaRPr lang="en-US"/>
          </a:p>
        </p:txBody>
      </p:sp>
    </p:spTree>
    <p:extLst>
      <p:ext uri="{BB962C8B-B14F-4D97-AF65-F5344CB8AC3E}">
        <p14:creationId xmlns:p14="http://schemas.microsoft.com/office/powerpoint/2010/main" val="2791095577"/>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228302"/>
          </a:xfrm>
        </p:spPr>
        <p:txBody>
          <a:bodyPr>
            <a:spAutoFit/>
          </a:bodyPr>
          <a:lstStyle>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3510142"/>
      </p:ext>
    </p:extLst>
  </p:cSld>
  <p:clrMapOvr>
    <a:masterClrMapping/>
  </p:clrMapOvr>
  <p:transition>
    <p:fade/>
  </p:transition>
</p:sldLayout>
</file>

<file path=ppt/slideLayouts/slideLayout4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14549" y="181341"/>
            <a:ext cx="11607377" cy="932603"/>
          </a:xfrm>
          <a:noFill/>
        </p:spPr>
        <p:txBody>
          <a:bodyPr lIns="182880" rIns="182880" anchor="b" anchorCtr="0"/>
          <a:lstStyle/>
          <a:p>
            <a:r>
              <a:rPr lang="en-US" dirty="0"/>
              <a:t>Click to edit Master title style</a:t>
            </a:r>
          </a:p>
        </p:txBody>
      </p:sp>
      <p:sp>
        <p:nvSpPr>
          <p:cNvPr id="3" name="Content Placeholder 2"/>
          <p:cNvSpPr>
            <a:spLocks noGrp="1"/>
          </p:cNvSpPr>
          <p:nvPr>
            <p:ph sz="half" idx="1" hasCustomPrompt="1"/>
          </p:nvPr>
        </p:nvSpPr>
        <p:spPr>
          <a:xfrm>
            <a:off x="414549" y="1217565"/>
            <a:ext cx="5700051" cy="3081293"/>
          </a:xfrm>
          <a:prstGeom prst="rect">
            <a:avLst/>
          </a:prstGeom>
          <a:noFill/>
        </p:spPr>
        <p:txBody>
          <a:bodyPr/>
          <a:lstStyle>
            <a:lvl1pPr>
              <a:buClr>
                <a:schemeClr val="tx2"/>
              </a:buClr>
              <a:buSzPct val="100000"/>
              <a:defRPr sz="3808"/>
            </a:lvl1pPr>
            <a:lvl2pPr>
              <a:buClr>
                <a:schemeClr val="tx2">
                  <a:lumMod val="75000"/>
                  <a:lumOff val="25000"/>
                </a:schemeClr>
              </a:buClr>
              <a:buSzPct val="95000"/>
              <a:defRPr sz="3264"/>
            </a:lvl2pPr>
            <a:lvl3pPr marL="1709802" indent="-466310">
              <a:buClr>
                <a:schemeClr val="tx2">
                  <a:lumMod val="50000"/>
                  <a:lumOff val="50000"/>
                </a:schemeClr>
              </a:buClr>
              <a:buSzPct val="90000"/>
              <a:buFont typeface="Arial" panose="020B0604020202020204" pitchFamily="34" charset="0"/>
              <a:buChar char="•"/>
              <a:defRPr sz="2720"/>
            </a:lvl3pPr>
            <a:lvl4pPr>
              <a:buClr>
                <a:schemeClr val="tx2">
                  <a:lumMod val="50000"/>
                  <a:lumOff val="50000"/>
                </a:schemeClr>
              </a:buClr>
              <a:defRPr sz="2448"/>
            </a:lvl4pPr>
            <a:lvl5pPr>
              <a:buClr>
                <a:schemeClr val="tx2">
                  <a:lumMod val="25000"/>
                  <a:lumOff val="75000"/>
                </a:schemeClr>
              </a:buClr>
              <a:defRPr sz="2448"/>
            </a:lvl5pPr>
            <a:lvl6pPr>
              <a:defRPr sz="2448"/>
            </a:lvl6pPr>
            <a:lvl7pPr>
              <a:defRPr sz="2448"/>
            </a:lvl7pPr>
            <a:lvl8pPr>
              <a:defRPr sz="2448"/>
            </a:lvl8pPr>
            <a:lvl9pPr>
              <a:defRPr sz="244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21875" y="1217565"/>
            <a:ext cx="5700051" cy="3081293"/>
          </a:xfrm>
          <a:prstGeom prst="rect">
            <a:avLst/>
          </a:prstGeom>
          <a:noFill/>
        </p:spPr>
        <p:txBody>
          <a:bodyPr/>
          <a:lstStyle>
            <a:lvl1pPr>
              <a:defRPr sz="3808"/>
            </a:lvl1pPr>
            <a:lvl2pPr>
              <a:defRPr sz="3264"/>
            </a:lvl2pPr>
            <a:lvl3pPr>
              <a:defRPr sz="2720"/>
            </a:lvl3pPr>
            <a:lvl4pPr>
              <a:defRPr sz="2448"/>
            </a:lvl4pPr>
            <a:lvl5pPr>
              <a:defRPr sz="2448"/>
            </a:lvl5pPr>
            <a:lvl6pPr>
              <a:defRPr sz="2448"/>
            </a:lvl6pPr>
            <a:lvl7pPr>
              <a:defRPr sz="2448"/>
            </a:lvl7pPr>
            <a:lvl8pPr>
              <a:defRPr sz="2448"/>
            </a:lvl8pPr>
            <a:lvl9pPr>
              <a:defRPr sz="244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A119E-7584-428E-89E9-092799AD27D7}" type="slidenum">
              <a:rPr lang="en-US" smtClean="0"/>
              <a:t>‹#›</a:t>
            </a:fld>
            <a:endParaRPr lang="en-US"/>
          </a:p>
        </p:txBody>
      </p:sp>
    </p:spTree>
    <p:extLst>
      <p:ext uri="{BB962C8B-B14F-4D97-AF65-F5344CB8AC3E}">
        <p14:creationId xmlns:p14="http://schemas.microsoft.com/office/powerpoint/2010/main" val="827727456"/>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0912" y="51811"/>
            <a:ext cx="11711014" cy="1165754"/>
          </a:xfrm>
        </p:spPr>
        <p:txBody>
          <a:bodyPr/>
          <a:lstStyle>
            <a:lvl1pPr>
              <a:defRPr/>
            </a:lvl1pPr>
          </a:lstStyle>
          <a:p>
            <a:r>
              <a:rPr lang="en-US" dirty="0"/>
              <a:t>Click to edit Master title style</a:t>
            </a:r>
          </a:p>
        </p:txBody>
      </p:sp>
      <p:sp>
        <p:nvSpPr>
          <p:cNvPr id="3" name="Text Placeholder 2"/>
          <p:cNvSpPr>
            <a:spLocks noGrp="1"/>
          </p:cNvSpPr>
          <p:nvPr>
            <p:ph type="body" idx="1" hasCustomPrompt="1"/>
          </p:nvPr>
        </p:nvSpPr>
        <p:spPr>
          <a:xfrm>
            <a:off x="310913" y="1217566"/>
            <a:ext cx="5645413" cy="725358"/>
          </a:xfrm>
          <a:prstGeom prst="rect">
            <a:avLst/>
          </a:prstGeom>
          <a:noFill/>
        </p:spPr>
        <p:txBody>
          <a:bodyPr anchor="ctr" anchorCtr="0">
            <a:normAutofit/>
          </a:bodyPr>
          <a:lstStyle>
            <a:lvl1pPr marL="0" indent="0">
              <a:buNone/>
              <a:defRPr sz="2448" b="1">
                <a:solidFill>
                  <a:schemeClr val="tx2"/>
                </a:solidFill>
              </a:defRPr>
            </a:lvl1pPr>
            <a:lvl2pPr marL="621746" indent="0">
              <a:buNone/>
              <a:defRPr sz="2720" b="1"/>
            </a:lvl2pPr>
            <a:lvl3pPr marL="1243493" indent="0">
              <a:buNone/>
              <a:defRPr sz="2448" b="1"/>
            </a:lvl3pPr>
            <a:lvl4pPr marL="1865239" indent="0">
              <a:buNone/>
              <a:defRPr sz="2176" b="1"/>
            </a:lvl4pPr>
            <a:lvl5pPr marL="2486985" indent="0">
              <a:buNone/>
              <a:defRPr sz="2176" b="1"/>
            </a:lvl5pPr>
            <a:lvl6pPr marL="3108731" indent="0">
              <a:buNone/>
              <a:defRPr sz="2176" b="1"/>
            </a:lvl6pPr>
            <a:lvl7pPr marL="3730478" indent="0">
              <a:buNone/>
              <a:defRPr sz="2176" b="1"/>
            </a:lvl7pPr>
            <a:lvl8pPr marL="4352224" indent="0">
              <a:buNone/>
              <a:defRPr sz="2176" b="1"/>
            </a:lvl8pPr>
            <a:lvl9pPr marL="4973970" indent="0">
              <a:buNone/>
              <a:defRPr sz="2176" b="1"/>
            </a:lvl9pPr>
          </a:lstStyle>
          <a:p>
            <a:pPr lvl="0"/>
            <a:r>
              <a:rPr lang="en-US" dirty="0"/>
              <a:t>Click to edit master text styles</a:t>
            </a:r>
          </a:p>
        </p:txBody>
      </p:sp>
      <p:sp>
        <p:nvSpPr>
          <p:cNvPr id="4" name="Content Placeholder 3"/>
          <p:cNvSpPr>
            <a:spLocks noGrp="1"/>
          </p:cNvSpPr>
          <p:nvPr>
            <p:ph sz="half" idx="2" hasCustomPrompt="1"/>
          </p:nvPr>
        </p:nvSpPr>
        <p:spPr>
          <a:xfrm>
            <a:off x="310912" y="1942923"/>
            <a:ext cx="5647573" cy="2172839"/>
          </a:xfrm>
          <a:prstGeom prst="rect">
            <a:avLst/>
          </a:prstGeom>
          <a:noFill/>
        </p:spPr>
        <p:txBody>
          <a:bodyPr/>
          <a:lstStyle>
            <a:lvl1pPr>
              <a:defRPr sz="2720"/>
            </a:lvl1pPr>
            <a:lvl2pPr>
              <a:defRPr sz="2720"/>
            </a:lvl2pPr>
            <a:lvl3pPr>
              <a:defRPr sz="2448"/>
            </a:lvl3pPr>
            <a:lvl4pPr>
              <a:defRPr sz="2176"/>
            </a:lvl4pPr>
            <a:lvl5pPr>
              <a:defRPr sz="2176"/>
            </a:lvl5pPr>
            <a:lvl6pPr>
              <a:defRPr sz="2176"/>
            </a:lvl6pPr>
            <a:lvl7pPr>
              <a:defRPr sz="2176"/>
            </a:lvl7pPr>
            <a:lvl8pPr>
              <a:defRPr sz="2176"/>
            </a:lvl8pPr>
            <a:lvl9pPr>
              <a:defRPr sz="217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524832" y="1217566"/>
            <a:ext cx="5497095" cy="725358"/>
          </a:xfrm>
          <a:prstGeom prst="rect">
            <a:avLst/>
          </a:prstGeom>
          <a:noFill/>
        </p:spPr>
        <p:txBody>
          <a:bodyPr anchor="ctr" anchorCtr="0">
            <a:normAutofit/>
          </a:bodyPr>
          <a:lstStyle>
            <a:lvl1pPr marL="0" indent="0">
              <a:buNone/>
              <a:defRPr sz="2448" b="1">
                <a:solidFill>
                  <a:schemeClr val="tx2"/>
                </a:solidFill>
              </a:defRPr>
            </a:lvl1pPr>
            <a:lvl2pPr marL="621746" indent="0">
              <a:buNone/>
              <a:defRPr sz="2720" b="1"/>
            </a:lvl2pPr>
            <a:lvl3pPr marL="1243493" indent="0">
              <a:buNone/>
              <a:defRPr sz="2448" b="1"/>
            </a:lvl3pPr>
            <a:lvl4pPr marL="1865239" indent="0">
              <a:buNone/>
              <a:defRPr sz="2176" b="1"/>
            </a:lvl4pPr>
            <a:lvl5pPr marL="2486985" indent="0">
              <a:buNone/>
              <a:defRPr sz="2176" b="1"/>
            </a:lvl5pPr>
            <a:lvl6pPr marL="3108731" indent="0">
              <a:buNone/>
              <a:defRPr sz="2176" b="1"/>
            </a:lvl6pPr>
            <a:lvl7pPr marL="3730478" indent="0">
              <a:buNone/>
              <a:defRPr sz="2176" b="1"/>
            </a:lvl7pPr>
            <a:lvl8pPr marL="4352224" indent="0">
              <a:buNone/>
              <a:defRPr sz="2176" b="1"/>
            </a:lvl8pPr>
            <a:lvl9pPr marL="4973970" indent="0">
              <a:buNone/>
              <a:defRPr sz="2176" b="1"/>
            </a:lvl9pPr>
          </a:lstStyle>
          <a:p>
            <a:pPr lvl="0"/>
            <a:r>
              <a:rPr lang="en-US" dirty="0"/>
              <a:t>Click to edit master text styles</a:t>
            </a:r>
          </a:p>
        </p:txBody>
      </p:sp>
      <p:sp>
        <p:nvSpPr>
          <p:cNvPr id="6" name="Content Placeholder 5"/>
          <p:cNvSpPr>
            <a:spLocks noGrp="1"/>
          </p:cNvSpPr>
          <p:nvPr>
            <p:ph sz="quarter" idx="4"/>
          </p:nvPr>
        </p:nvSpPr>
        <p:spPr>
          <a:xfrm>
            <a:off x="6524832" y="1942923"/>
            <a:ext cx="5497095" cy="2172839"/>
          </a:xfrm>
          <a:prstGeom prst="rect">
            <a:avLst/>
          </a:prstGeom>
          <a:noFill/>
        </p:spPr>
        <p:txBody>
          <a:bodyPr/>
          <a:lstStyle>
            <a:lvl1pPr>
              <a:defRPr sz="2720"/>
            </a:lvl1pPr>
            <a:lvl2pPr>
              <a:defRPr sz="2720"/>
            </a:lvl2pPr>
            <a:lvl3pPr>
              <a:defRPr sz="2448"/>
            </a:lvl3pPr>
            <a:lvl4pPr>
              <a:defRPr sz="2176"/>
            </a:lvl4pPr>
            <a:lvl5pPr>
              <a:defRPr sz="2176"/>
            </a:lvl5pPr>
            <a:lvl6pPr>
              <a:defRPr sz="2176"/>
            </a:lvl6pPr>
            <a:lvl7pPr>
              <a:defRPr sz="2176"/>
            </a:lvl7pPr>
            <a:lvl8pPr>
              <a:defRPr sz="2176"/>
            </a:lvl8pPr>
            <a:lvl9pPr>
              <a:defRPr sz="217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Century Gothic" panose="020B0502020202020204" pitchFamily="34" charset="0"/>
              </a:defRPr>
            </a:lvl1p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0A119E-7584-428E-89E9-092799AD27D7}" type="slidenum">
              <a:rPr lang="en-US" smtClean="0"/>
              <a:t>‹#›</a:t>
            </a:fld>
            <a:endParaRPr lang="en-US"/>
          </a:p>
        </p:txBody>
      </p:sp>
    </p:spTree>
    <p:extLst>
      <p:ext uri="{BB962C8B-B14F-4D97-AF65-F5344CB8AC3E}">
        <p14:creationId xmlns:p14="http://schemas.microsoft.com/office/powerpoint/2010/main" val="329952164"/>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548" y="1010321"/>
            <a:ext cx="8290982" cy="5237800"/>
          </a:xfrm>
          <a:prstGeom prst="rect">
            <a:avLst/>
          </a:prstGeom>
          <a:noFill/>
        </p:spPr>
        <p:txBody>
          <a:bodyPr wrap="square">
            <a:normAutofit/>
          </a:bodyPr>
          <a:lstStyle>
            <a:lvl1pPr>
              <a:defRPr sz="3808"/>
            </a:lvl1pPr>
            <a:lvl2pPr>
              <a:defRPr sz="3808"/>
            </a:lvl2pPr>
            <a:lvl3pPr>
              <a:defRPr sz="3264"/>
            </a:lvl3pPr>
            <a:lvl4pPr>
              <a:defRPr sz="2720"/>
            </a:lvl4pPr>
            <a:lvl5pPr>
              <a:defRPr sz="2720"/>
            </a:lvl5pPr>
            <a:lvl6pPr>
              <a:defRPr sz="2720"/>
            </a:lvl6pPr>
            <a:lvl7pPr>
              <a:defRPr sz="2720"/>
            </a:lvl7pPr>
            <a:lvl8pPr>
              <a:defRPr sz="2720"/>
            </a:lvl8pPr>
            <a:lvl9pPr>
              <a:defRPr sz="272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414549" y="103624"/>
            <a:ext cx="11607378" cy="803074"/>
          </a:xfrm>
          <a:noFill/>
        </p:spPr>
        <p:txBody>
          <a:bodyPr lIns="182880" tIns="91440" rIns="91440" bIns="91440" anchor="b">
            <a:normAutofit/>
          </a:bodyPr>
          <a:lstStyle>
            <a:lvl1pPr algn="l">
              <a:defRPr sz="3264" b="0"/>
            </a:lvl1pPr>
          </a:lstStyle>
          <a:p>
            <a:r>
              <a:rPr lang="en-US" dirty="0"/>
              <a:t>Click to edit Master title style</a:t>
            </a:r>
          </a:p>
        </p:txBody>
      </p:sp>
      <p:sp>
        <p:nvSpPr>
          <p:cNvPr id="4" name="Text Placeholder 3"/>
          <p:cNvSpPr>
            <a:spLocks noGrp="1"/>
          </p:cNvSpPr>
          <p:nvPr>
            <p:ph type="body" sz="half" idx="2"/>
          </p:nvPr>
        </p:nvSpPr>
        <p:spPr>
          <a:xfrm>
            <a:off x="8912807" y="1010321"/>
            <a:ext cx="3109119" cy="1314784"/>
          </a:xfrm>
          <a:prstGeom prst="rect">
            <a:avLst/>
          </a:prstGeom>
          <a:noFill/>
        </p:spPr>
        <p:txBody>
          <a:bodyPr/>
          <a:lstStyle>
            <a:lvl1pPr marL="388591" indent="-388591">
              <a:buFont typeface="Arial" panose="020B0604020202020204" pitchFamily="34" charset="0"/>
              <a:buChar char="•"/>
              <a:defRPr sz="2720">
                <a:solidFill>
                  <a:schemeClr val="tx2"/>
                </a:solidFill>
              </a:defRPr>
            </a:lvl1pPr>
            <a:lvl2pPr marL="621746" indent="0">
              <a:buNone/>
              <a:defRPr sz="1632"/>
            </a:lvl2pPr>
            <a:lvl3pPr marL="1243493" indent="0">
              <a:buNone/>
              <a:defRPr sz="1360"/>
            </a:lvl3pPr>
            <a:lvl4pPr marL="1865239" indent="0">
              <a:buNone/>
              <a:defRPr sz="1224"/>
            </a:lvl4pPr>
            <a:lvl5pPr marL="2486985" indent="0">
              <a:buNone/>
              <a:defRPr sz="1224"/>
            </a:lvl5pPr>
            <a:lvl6pPr marL="3108731" indent="0">
              <a:buNone/>
              <a:defRPr sz="1224"/>
            </a:lvl6pPr>
            <a:lvl7pPr marL="3730478" indent="0">
              <a:buNone/>
              <a:defRPr sz="1224"/>
            </a:lvl7pPr>
            <a:lvl8pPr marL="4352224" indent="0">
              <a:buNone/>
              <a:defRPr sz="1224"/>
            </a:lvl8pPr>
            <a:lvl9pPr marL="4973970" indent="0">
              <a:buNone/>
              <a:defRPr sz="1224"/>
            </a:lvl9pPr>
          </a:lstStyle>
          <a:p>
            <a:pPr lvl="0"/>
            <a:r>
              <a:rPr lang="en-US" dirty="0"/>
              <a:t>Click to edit Master text styles</a:t>
            </a: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85758" y="5632628"/>
            <a:ext cx="2208966" cy="1243471"/>
          </a:xfrm>
          <a:prstGeom prst="rect">
            <a:avLst/>
          </a:prstGeom>
        </p:spPr>
      </p:pic>
    </p:spTree>
    <p:extLst>
      <p:ext uri="{BB962C8B-B14F-4D97-AF65-F5344CB8AC3E}">
        <p14:creationId xmlns:p14="http://schemas.microsoft.com/office/powerpoint/2010/main" val="2050527826"/>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6475" cy="6994525"/>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32097" y="2414215"/>
            <a:ext cx="10571642" cy="20924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5"/>
          </p:nvPr>
        </p:nvSpPr>
        <p:spPr/>
        <p:txBody>
          <a:bodyPr/>
          <a:lstStyle/>
          <a:p>
            <a:endParaRPr lang="en-US"/>
          </a:p>
        </p:txBody>
      </p:sp>
      <p:sp>
        <p:nvSpPr>
          <p:cNvPr id="10" name="Footer Placeholder 9"/>
          <p:cNvSpPr>
            <a:spLocks noGrp="1"/>
          </p:cNvSpPr>
          <p:nvPr>
            <p:ph type="ftr" sz="quarter" idx="16"/>
          </p:nvPr>
        </p:nvSpPr>
        <p:spPr/>
        <p:txBody>
          <a:bodyPr/>
          <a:lstStyle/>
          <a:p>
            <a:endParaRPr lang="en-US" dirty="0"/>
          </a:p>
        </p:txBody>
      </p:sp>
      <p:sp>
        <p:nvSpPr>
          <p:cNvPr id="11" name="Slide Number Placeholder 10"/>
          <p:cNvSpPr>
            <a:spLocks noGrp="1"/>
          </p:cNvSpPr>
          <p:nvPr>
            <p:ph type="sldNum" sz="quarter" idx="17"/>
          </p:nvPr>
        </p:nvSpPr>
        <p:spPr/>
        <p:txBody>
          <a:bodyPr/>
          <a:lstStyle/>
          <a:p>
            <a:fld id="{2D2320CE-2746-449F-9093-8B602245F99A}" type="slidenum">
              <a:rPr lang="en-US" smtClean="0"/>
              <a:t>‹#›</a:t>
            </a:fld>
            <a:endParaRPr lang="en-US" dirty="0"/>
          </a:p>
        </p:txBody>
      </p:sp>
    </p:spTree>
    <p:extLst>
      <p:ext uri="{BB962C8B-B14F-4D97-AF65-F5344CB8AC3E}">
        <p14:creationId xmlns:p14="http://schemas.microsoft.com/office/powerpoint/2010/main" val="2506815530"/>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436475" cy="6994525"/>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32097" y="2414215"/>
            <a:ext cx="10571642" cy="20924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5"/>
          </p:nvPr>
        </p:nvSpPr>
        <p:spPr/>
        <p:txBody>
          <a:bodyPr/>
          <a:lstStyle/>
          <a:p>
            <a:endParaRPr lang="en-US"/>
          </a:p>
        </p:txBody>
      </p:sp>
      <p:sp>
        <p:nvSpPr>
          <p:cNvPr id="10" name="Footer Placeholder 9"/>
          <p:cNvSpPr>
            <a:spLocks noGrp="1"/>
          </p:cNvSpPr>
          <p:nvPr>
            <p:ph type="ftr" sz="quarter" idx="16"/>
          </p:nvPr>
        </p:nvSpPr>
        <p:spPr/>
        <p:txBody>
          <a:bodyPr/>
          <a:lstStyle/>
          <a:p>
            <a:endParaRPr lang="en-US" dirty="0"/>
          </a:p>
        </p:txBody>
      </p:sp>
      <p:sp>
        <p:nvSpPr>
          <p:cNvPr id="11" name="Slide Number Placeholder 10"/>
          <p:cNvSpPr>
            <a:spLocks noGrp="1"/>
          </p:cNvSpPr>
          <p:nvPr>
            <p:ph type="sldNum" sz="quarter" idx="17"/>
          </p:nvPr>
        </p:nvSpPr>
        <p:spPr/>
        <p:txBody>
          <a:bodyPr/>
          <a:lstStyle/>
          <a:p>
            <a:fld id="{2D2320CE-2746-449F-9093-8B602245F99A}" type="slidenum">
              <a:rPr lang="en-US" smtClean="0"/>
              <a:t>‹#›</a:t>
            </a:fld>
            <a:endParaRPr lang="en-US" dirty="0"/>
          </a:p>
        </p:txBody>
      </p:sp>
    </p:spTree>
    <p:extLst>
      <p:ext uri="{BB962C8B-B14F-4D97-AF65-F5344CB8AC3E}">
        <p14:creationId xmlns:p14="http://schemas.microsoft.com/office/powerpoint/2010/main" val="632992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3" Type="http://schemas.openxmlformats.org/officeDocument/2006/relationships/slideLayout" Target="../slideLayouts/slideLayout34.xml"/><Relationship Id="rId21" Type="http://schemas.openxmlformats.org/officeDocument/2006/relationships/image" Target="../media/image1.emf"/><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theme" Target="../theme/theme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3" Type="http://schemas.openxmlformats.org/officeDocument/2006/relationships/slideLayout" Target="../slideLayouts/slideLayout53.xml"/><Relationship Id="rId21" Type="http://schemas.openxmlformats.org/officeDocument/2006/relationships/image" Target="../media/image1.emf"/><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theme" Target="../theme/theme4.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82.xml"/><Relationship Id="rId18" Type="http://schemas.openxmlformats.org/officeDocument/2006/relationships/slideLayout" Target="../slideLayouts/slideLayout87.xml"/><Relationship Id="rId26" Type="http://schemas.openxmlformats.org/officeDocument/2006/relationships/slideLayout" Target="../slideLayouts/slideLayout95.xml"/><Relationship Id="rId39" Type="http://schemas.openxmlformats.org/officeDocument/2006/relationships/slideLayout" Target="../slideLayouts/slideLayout108.xml"/><Relationship Id="rId21" Type="http://schemas.openxmlformats.org/officeDocument/2006/relationships/slideLayout" Target="../slideLayouts/slideLayout90.xml"/><Relationship Id="rId34" Type="http://schemas.openxmlformats.org/officeDocument/2006/relationships/slideLayout" Target="../slideLayouts/slideLayout103.xml"/><Relationship Id="rId42" Type="http://schemas.openxmlformats.org/officeDocument/2006/relationships/slideLayout" Target="../slideLayouts/slideLayout111.xml"/><Relationship Id="rId7" Type="http://schemas.openxmlformats.org/officeDocument/2006/relationships/slideLayout" Target="../slideLayouts/slideLayout7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9" Type="http://schemas.openxmlformats.org/officeDocument/2006/relationships/slideLayout" Target="../slideLayouts/slideLayout98.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24" Type="http://schemas.openxmlformats.org/officeDocument/2006/relationships/slideLayout" Target="../slideLayouts/slideLayout93.xml"/><Relationship Id="rId32" Type="http://schemas.openxmlformats.org/officeDocument/2006/relationships/slideLayout" Target="../slideLayouts/slideLayout101.xml"/><Relationship Id="rId37" Type="http://schemas.openxmlformats.org/officeDocument/2006/relationships/slideLayout" Target="../slideLayouts/slideLayout106.xml"/><Relationship Id="rId40" Type="http://schemas.openxmlformats.org/officeDocument/2006/relationships/slideLayout" Target="../slideLayouts/slideLayout109.xml"/><Relationship Id="rId45" Type="http://schemas.openxmlformats.org/officeDocument/2006/relationships/image" Target="../media/image6.bin"/><Relationship Id="rId5" Type="http://schemas.openxmlformats.org/officeDocument/2006/relationships/slideLayout" Target="../slideLayouts/slideLayout74.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28" Type="http://schemas.openxmlformats.org/officeDocument/2006/relationships/slideLayout" Target="../slideLayouts/slideLayout97.xml"/><Relationship Id="rId36" Type="http://schemas.openxmlformats.org/officeDocument/2006/relationships/slideLayout" Target="../slideLayouts/slideLayout105.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31" Type="http://schemas.openxmlformats.org/officeDocument/2006/relationships/slideLayout" Target="../slideLayouts/slideLayout100.xml"/><Relationship Id="rId44" Type="http://schemas.openxmlformats.org/officeDocument/2006/relationships/theme" Target="../theme/theme5.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 Id="rId27" Type="http://schemas.openxmlformats.org/officeDocument/2006/relationships/slideLayout" Target="../slideLayouts/slideLayout96.xml"/><Relationship Id="rId30" Type="http://schemas.openxmlformats.org/officeDocument/2006/relationships/slideLayout" Target="../slideLayouts/slideLayout99.xml"/><Relationship Id="rId35" Type="http://schemas.openxmlformats.org/officeDocument/2006/relationships/slideLayout" Target="../slideLayouts/slideLayout104.xml"/><Relationship Id="rId43" Type="http://schemas.openxmlformats.org/officeDocument/2006/relationships/slideLayout" Target="../slideLayouts/slideLayout112.xml"/><Relationship Id="rId8" Type="http://schemas.openxmlformats.org/officeDocument/2006/relationships/slideLayout" Target="../slideLayouts/slideLayout77.xml"/><Relationship Id="rId3" Type="http://schemas.openxmlformats.org/officeDocument/2006/relationships/slideLayout" Target="../slideLayouts/slideLayout72.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5" Type="http://schemas.openxmlformats.org/officeDocument/2006/relationships/slideLayout" Target="../slideLayouts/slideLayout94.xml"/><Relationship Id="rId33" Type="http://schemas.openxmlformats.org/officeDocument/2006/relationships/slideLayout" Target="../slideLayouts/slideLayout102.xml"/><Relationship Id="rId38" Type="http://schemas.openxmlformats.org/officeDocument/2006/relationships/slideLayout" Target="../slideLayouts/slideLayout107.xml"/><Relationship Id="rId20" Type="http://schemas.openxmlformats.org/officeDocument/2006/relationships/slideLayout" Target="../slideLayouts/slideLayout89.xml"/><Relationship Id="rId41" Type="http://schemas.openxmlformats.org/officeDocument/2006/relationships/slideLayout" Target="../slideLayouts/slideLayout110.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9" Type="http://schemas.openxmlformats.org/officeDocument/2006/relationships/slideLayout" Target="../slideLayouts/slideLayout151.xml"/><Relationship Id="rId21" Type="http://schemas.openxmlformats.org/officeDocument/2006/relationships/slideLayout" Target="../slideLayouts/slideLayout133.xml"/><Relationship Id="rId34" Type="http://schemas.openxmlformats.org/officeDocument/2006/relationships/slideLayout" Target="../slideLayouts/slideLayout146.xml"/><Relationship Id="rId42" Type="http://schemas.openxmlformats.org/officeDocument/2006/relationships/slideLayout" Target="../slideLayouts/slideLayout154.xml"/><Relationship Id="rId7" Type="http://schemas.openxmlformats.org/officeDocument/2006/relationships/slideLayout" Target="../slideLayouts/slideLayout11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9" Type="http://schemas.openxmlformats.org/officeDocument/2006/relationships/slideLayout" Target="../slideLayouts/slideLayout141.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32" Type="http://schemas.openxmlformats.org/officeDocument/2006/relationships/slideLayout" Target="../slideLayouts/slideLayout144.xml"/><Relationship Id="rId37" Type="http://schemas.openxmlformats.org/officeDocument/2006/relationships/slideLayout" Target="../slideLayouts/slideLayout149.xml"/><Relationship Id="rId40" Type="http://schemas.openxmlformats.org/officeDocument/2006/relationships/slideLayout" Target="../slideLayouts/slideLayout152.xml"/><Relationship Id="rId45" Type="http://schemas.openxmlformats.org/officeDocument/2006/relationships/image" Target="../media/image6.bin"/><Relationship Id="rId5" Type="http://schemas.openxmlformats.org/officeDocument/2006/relationships/slideLayout" Target="../slideLayouts/slideLayout117.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slideLayout" Target="../slideLayouts/slideLayout140.xml"/><Relationship Id="rId36" Type="http://schemas.openxmlformats.org/officeDocument/2006/relationships/slideLayout" Target="../slideLayouts/slideLayout148.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31" Type="http://schemas.openxmlformats.org/officeDocument/2006/relationships/slideLayout" Target="../slideLayouts/slideLayout143.xml"/><Relationship Id="rId44" Type="http://schemas.openxmlformats.org/officeDocument/2006/relationships/theme" Target="../theme/theme6.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slideLayout" Target="../slideLayouts/slideLayout142.xml"/><Relationship Id="rId35" Type="http://schemas.openxmlformats.org/officeDocument/2006/relationships/slideLayout" Target="../slideLayouts/slideLayout147.xml"/><Relationship Id="rId43" Type="http://schemas.openxmlformats.org/officeDocument/2006/relationships/slideLayout" Target="../slideLayouts/slideLayout155.xml"/><Relationship Id="rId8" Type="http://schemas.openxmlformats.org/officeDocument/2006/relationships/slideLayout" Target="../slideLayouts/slideLayout120.xml"/><Relationship Id="rId3" Type="http://schemas.openxmlformats.org/officeDocument/2006/relationships/slideLayout" Target="../slideLayouts/slideLayout115.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33" Type="http://schemas.openxmlformats.org/officeDocument/2006/relationships/slideLayout" Target="../slideLayouts/slideLayout145.xml"/><Relationship Id="rId38" Type="http://schemas.openxmlformats.org/officeDocument/2006/relationships/slideLayout" Target="../slideLayouts/slideLayout150.xml"/><Relationship Id="rId20" Type="http://schemas.openxmlformats.org/officeDocument/2006/relationships/slideLayout" Target="../slideLayouts/slideLayout132.xml"/><Relationship Id="rId41" Type="http://schemas.openxmlformats.org/officeDocument/2006/relationships/slideLayout" Target="../slideLayouts/slideLayout153.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slideLayout" Target="../slideLayouts/slideLayout158.xml"/><Relationship Id="rId7" Type="http://schemas.openxmlformats.org/officeDocument/2006/relationships/oleObject" Target="../embeddings/oleObject1.bin"/><Relationship Id="rId2" Type="http://schemas.openxmlformats.org/officeDocument/2006/relationships/slideLayout" Target="../slideLayouts/slideLayout157.xml"/><Relationship Id="rId1" Type="http://schemas.openxmlformats.org/officeDocument/2006/relationships/slideLayout" Target="../slideLayouts/slideLayout156.xml"/><Relationship Id="rId6" Type="http://schemas.openxmlformats.org/officeDocument/2006/relationships/tags" Target="../tags/tag1.xml"/><Relationship Id="rId5" Type="http://schemas.openxmlformats.org/officeDocument/2006/relationships/theme" Target="../theme/theme7.xml"/><Relationship Id="rId4" Type="http://schemas.openxmlformats.org/officeDocument/2006/relationships/slideLayout" Target="../slideLayouts/slideLayout159.xml"/><Relationship Id="rId9" Type="http://schemas.openxmlformats.org/officeDocument/2006/relationships/image" Target="../media/image6.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67.xml"/><Relationship Id="rId13" Type="http://schemas.openxmlformats.org/officeDocument/2006/relationships/slideLayout" Target="../slideLayouts/slideLayout172.xml"/><Relationship Id="rId18" Type="http://schemas.openxmlformats.org/officeDocument/2006/relationships/slideLayout" Target="../slideLayouts/slideLayout177.xml"/><Relationship Id="rId3" Type="http://schemas.openxmlformats.org/officeDocument/2006/relationships/slideLayout" Target="../slideLayouts/slideLayout162.xml"/><Relationship Id="rId21" Type="http://schemas.openxmlformats.org/officeDocument/2006/relationships/slideLayout" Target="../slideLayouts/slideLayout180.xml"/><Relationship Id="rId7" Type="http://schemas.openxmlformats.org/officeDocument/2006/relationships/slideLayout" Target="../slideLayouts/slideLayout166.xml"/><Relationship Id="rId12" Type="http://schemas.openxmlformats.org/officeDocument/2006/relationships/slideLayout" Target="../slideLayouts/slideLayout171.xml"/><Relationship Id="rId17" Type="http://schemas.openxmlformats.org/officeDocument/2006/relationships/slideLayout" Target="../slideLayouts/slideLayout176.xml"/><Relationship Id="rId2" Type="http://schemas.openxmlformats.org/officeDocument/2006/relationships/slideLayout" Target="../slideLayouts/slideLayout161.xml"/><Relationship Id="rId16" Type="http://schemas.openxmlformats.org/officeDocument/2006/relationships/slideLayout" Target="../slideLayouts/slideLayout175.xml"/><Relationship Id="rId20" Type="http://schemas.openxmlformats.org/officeDocument/2006/relationships/slideLayout" Target="../slideLayouts/slideLayout179.xml"/><Relationship Id="rId1" Type="http://schemas.openxmlformats.org/officeDocument/2006/relationships/slideLayout" Target="../slideLayouts/slideLayout160.xml"/><Relationship Id="rId6" Type="http://schemas.openxmlformats.org/officeDocument/2006/relationships/slideLayout" Target="../slideLayouts/slideLayout165.xml"/><Relationship Id="rId11" Type="http://schemas.openxmlformats.org/officeDocument/2006/relationships/slideLayout" Target="../slideLayouts/slideLayout170.xml"/><Relationship Id="rId5" Type="http://schemas.openxmlformats.org/officeDocument/2006/relationships/slideLayout" Target="../slideLayouts/slideLayout164.xml"/><Relationship Id="rId15" Type="http://schemas.openxmlformats.org/officeDocument/2006/relationships/slideLayout" Target="../slideLayouts/slideLayout174.xml"/><Relationship Id="rId10" Type="http://schemas.openxmlformats.org/officeDocument/2006/relationships/slideLayout" Target="../slideLayouts/slideLayout169.xml"/><Relationship Id="rId19" Type="http://schemas.openxmlformats.org/officeDocument/2006/relationships/slideLayout" Target="../slideLayouts/slideLayout178.xml"/><Relationship Id="rId4" Type="http://schemas.openxmlformats.org/officeDocument/2006/relationships/slideLayout" Target="../slideLayouts/slideLayout163.xml"/><Relationship Id="rId9" Type="http://schemas.openxmlformats.org/officeDocument/2006/relationships/slideLayout" Target="../slideLayouts/slideLayout168.xml"/><Relationship Id="rId14" Type="http://schemas.openxmlformats.org/officeDocument/2006/relationships/slideLayout" Target="../slideLayouts/slideLayout173.xml"/><Relationship Id="rId22"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slideLayout" Target="../slideLayouts/slideLayout193.xml"/><Relationship Id="rId18" Type="http://schemas.openxmlformats.org/officeDocument/2006/relationships/slideLayout" Target="../slideLayouts/slideLayout198.xml"/><Relationship Id="rId26" Type="http://schemas.openxmlformats.org/officeDocument/2006/relationships/theme" Target="../theme/theme9.xml"/><Relationship Id="rId3" Type="http://schemas.openxmlformats.org/officeDocument/2006/relationships/slideLayout" Target="../slideLayouts/slideLayout183.xml"/><Relationship Id="rId21" Type="http://schemas.openxmlformats.org/officeDocument/2006/relationships/slideLayout" Target="../slideLayouts/slideLayout201.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17" Type="http://schemas.openxmlformats.org/officeDocument/2006/relationships/slideLayout" Target="../slideLayouts/slideLayout197.xml"/><Relationship Id="rId25" Type="http://schemas.openxmlformats.org/officeDocument/2006/relationships/slideLayout" Target="../slideLayouts/slideLayout205.xml"/><Relationship Id="rId2" Type="http://schemas.openxmlformats.org/officeDocument/2006/relationships/slideLayout" Target="../slideLayouts/slideLayout182.xml"/><Relationship Id="rId16" Type="http://schemas.openxmlformats.org/officeDocument/2006/relationships/slideLayout" Target="../slideLayouts/slideLayout196.xml"/><Relationship Id="rId20" Type="http://schemas.openxmlformats.org/officeDocument/2006/relationships/slideLayout" Target="../slideLayouts/slideLayout200.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24" Type="http://schemas.openxmlformats.org/officeDocument/2006/relationships/slideLayout" Target="../slideLayouts/slideLayout204.xml"/><Relationship Id="rId5" Type="http://schemas.openxmlformats.org/officeDocument/2006/relationships/slideLayout" Target="../slideLayouts/slideLayout185.xml"/><Relationship Id="rId15" Type="http://schemas.openxmlformats.org/officeDocument/2006/relationships/slideLayout" Target="../slideLayouts/slideLayout195.xml"/><Relationship Id="rId23" Type="http://schemas.openxmlformats.org/officeDocument/2006/relationships/slideLayout" Target="../slideLayouts/slideLayout203.xml"/><Relationship Id="rId10" Type="http://schemas.openxmlformats.org/officeDocument/2006/relationships/slideLayout" Target="../slideLayouts/slideLayout190.xml"/><Relationship Id="rId19" Type="http://schemas.openxmlformats.org/officeDocument/2006/relationships/slideLayout" Target="../slideLayouts/slideLayout199.xml"/><Relationship Id="rId4" Type="http://schemas.openxmlformats.org/officeDocument/2006/relationships/slideLayout" Target="../slideLayouts/slideLayout184.xml"/><Relationship Id="rId9" Type="http://schemas.openxmlformats.org/officeDocument/2006/relationships/slideLayout" Target="../slideLayouts/slideLayout189.xml"/><Relationship Id="rId14" Type="http://schemas.openxmlformats.org/officeDocument/2006/relationships/slideLayout" Target="../slideLayouts/slideLayout194.xml"/><Relationship Id="rId22" Type="http://schemas.openxmlformats.org/officeDocument/2006/relationships/slideLayout" Target="../slideLayouts/slideLayout202.xml"/><Relationship Id="rId27" Type="http://schemas.openxmlformats.org/officeDocument/2006/relationships/image" Target="../media/image26.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13.xml"/><Relationship Id="rId13" Type="http://schemas.openxmlformats.org/officeDocument/2006/relationships/slideLayout" Target="../slideLayouts/slideLayout218.xml"/><Relationship Id="rId18" Type="http://schemas.openxmlformats.org/officeDocument/2006/relationships/slideLayout" Target="../slideLayouts/slideLayout223.xml"/><Relationship Id="rId3" Type="http://schemas.openxmlformats.org/officeDocument/2006/relationships/slideLayout" Target="../slideLayouts/slideLayout208.xml"/><Relationship Id="rId21" Type="http://schemas.openxmlformats.org/officeDocument/2006/relationships/slideLayout" Target="../slideLayouts/slideLayout226.xml"/><Relationship Id="rId7" Type="http://schemas.openxmlformats.org/officeDocument/2006/relationships/slideLayout" Target="../slideLayouts/slideLayout212.xml"/><Relationship Id="rId12" Type="http://schemas.openxmlformats.org/officeDocument/2006/relationships/slideLayout" Target="../slideLayouts/slideLayout217.xml"/><Relationship Id="rId17" Type="http://schemas.openxmlformats.org/officeDocument/2006/relationships/slideLayout" Target="../slideLayouts/slideLayout222.xml"/><Relationship Id="rId2" Type="http://schemas.openxmlformats.org/officeDocument/2006/relationships/slideLayout" Target="../slideLayouts/slideLayout207.xml"/><Relationship Id="rId16" Type="http://schemas.openxmlformats.org/officeDocument/2006/relationships/slideLayout" Target="../slideLayouts/slideLayout221.xml"/><Relationship Id="rId20" Type="http://schemas.openxmlformats.org/officeDocument/2006/relationships/slideLayout" Target="../slideLayouts/slideLayout225.xml"/><Relationship Id="rId1" Type="http://schemas.openxmlformats.org/officeDocument/2006/relationships/slideLayout" Target="../slideLayouts/slideLayout206.xml"/><Relationship Id="rId6" Type="http://schemas.openxmlformats.org/officeDocument/2006/relationships/slideLayout" Target="../slideLayouts/slideLayout211.xml"/><Relationship Id="rId11" Type="http://schemas.openxmlformats.org/officeDocument/2006/relationships/slideLayout" Target="../slideLayouts/slideLayout216.xml"/><Relationship Id="rId5" Type="http://schemas.openxmlformats.org/officeDocument/2006/relationships/slideLayout" Target="../slideLayouts/slideLayout210.xml"/><Relationship Id="rId15" Type="http://schemas.openxmlformats.org/officeDocument/2006/relationships/slideLayout" Target="../slideLayouts/slideLayout220.xml"/><Relationship Id="rId23" Type="http://schemas.openxmlformats.org/officeDocument/2006/relationships/theme" Target="../theme/theme10.xml"/><Relationship Id="rId10" Type="http://schemas.openxmlformats.org/officeDocument/2006/relationships/slideLayout" Target="../slideLayouts/slideLayout215.xml"/><Relationship Id="rId19" Type="http://schemas.openxmlformats.org/officeDocument/2006/relationships/slideLayout" Target="../slideLayouts/slideLayout224.xml"/><Relationship Id="rId4" Type="http://schemas.openxmlformats.org/officeDocument/2006/relationships/slideLayout" Target="../slideLayouts/slideLayout209.xml"/><Relationship Id="rId9" Type="http://schemas.openxmlformats.org/officeDocument/2006/relationships/slideLayout" Target="../slideLayouts/slideLayout214.xml"/><Relationship Id="rId14" Type="http://schemas.openxmlformats.org/officeDocument/2006/relationships/slideLayout" Target="../slideLayouts/slideLayout219.xml"/><Relationship Id="rId22" Type="http://schemas.openxmlformats.org/officeDocument/2006/relationships/slideLayout" Target="../slideLayouts/slideLayout227.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230.xml"/><Relationship Id="rId2" Type="http://schemas.openxmlformats.org/officeDocument/2006/relationships/slideLayout" Target="../slideLayouts/slideLayout229.xml"/><Relationship Id="rId1" Type="http://schemas.openxmlformats.org/officeDocument/2006/relationships/slideLayout" Target="../slideLayouts/slideLayout228.xml"/><Relationship Id="rId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8.xml"/><Relationship Id="rId13" Type="http://schemas.openxmlformats.org/officeDocument/2006/relationships/slideLayout" Target="../slideLayouts/slideLayout243.xml"/><Relationship Id="rId18" Type="http://schemas.openxmlformats.org/officeDocument/2006/relationships/slideLayout" Target="../slideLayouts/slideLayout248.xml"/><Relationship Id="rId26" Type="http://schemas.openxmlformats.org/officeDocument/2006/relationships/slideLayout" Target="../slideLayouts/slideLayout256.xml"/><Relationship Id="rId3" Type="http://schemas.openxmlformats.org/officeDocument/2006/relationships/slideLayout" Target="../slideLayouts/slideLayout233.xml"/><Relationship Id="rId21" Type="http://schemas.openxmlformats.org/officeDocument/2006/relationships/slideLayout" Target="../slideLayouts/slideLayout251.xml"/><Relationship Id="rId7" Type="http://schemas.openxmlformats.org/officeDocument/2006/relationships/slideLayout" Target="../slideLayouts/slideLayout237.xml"/><Relationship Id="rId12" Type="http://schemas.openxmlformats.org/officeDocument/2006/relationships/slideLayout" Target="../slideLayouts/slideLayout242.xml"/><Relationship Id="rId17" Type="http://schemas.openxmlformats.org/officeDocument/2006/relationships/slideLayout" Target="../slideLayouts/slideLayout247.xml"/><Relationship Id="rId25" Type="http://schemas.openxmlformats.org/officeDocument/2006/relationships/slideLayout" Target="../slideLayouts/slideLayout255.xml"/><Relationship Id="rId2" Type="http://schemas.openxmlformats.org/officeDocument/2006/relationships/slideLayout" Target="../slideLayouts/slideLayout232.xml"/><Relationship Id="rId16" Type="http://schemas.openxmlformats.org/officeDocument/2006/relationships/slideLayout" Target="../slideLayouts/slideLayout246.xml"/><Relationship Id="rId20" Type="http://schemas.openxmlformats.org/officeDocument/2006/relationships/slideLayout" Target="../slideLayouts/slideLayout250.xml"/><Relationship Id="rId1" Type="http://schemas.openxmlformats.org/officeDocument/2006/relationships/slideLayout" Target="../slideLayouts/slideLayout231.xml"/><Relationship Id="rId6" Type="http://schemas.openxmlformats.org/officeDocument/2006/relationships/slideLayout" Target="../slideLayouts/slideLayout236.xml"/><Relationship Id="rId11" Type="http://schemas.openxmlformats.org/officeDocument/2006/relationships/slideLayout" Target="../slideLayouts/slideLayout241.xml"/><Relationship Id="rId24" Type="http://schemas.openxmlformats.org/officeDocument/2006/relationships/slideLayout" Target="../slideLayouts/slideLayout254.xml"/><Relationship Id="rId5" Type="http://schemas.openxmlformats.org/officeDocument/2006/relationships/slideLayout" Target="../slideLayouts/slideLayout235.xml"/><Relationship Id="rId15" Type="http://schemas.openxmlformats.org/officeDocument/2006/relationships/slideLayout" Target="../slideLayouts/slideLayout245.xml"/><Relationship Id="rId23" Type="http://schemas.openxmlformats.org/officeDocument/2006/relationships/slideLayout" Target="../slideLayouts/slideLayout253.xml"/><Relationship Id="rId28" Type="http://schemas.openxmlformats.org/officeDocument/2006/relationships/image" Target="../media/image6.bin"/><Relationship Id="rId10" Type="http://schemas.openxmlformats.org/officeDocument/2006/relationships/slideLayout" Target="../slideLayouts/slideLayout240.xml"/><Relationship Id="rId19" Type="http://schemas.openxmlformats.org/officeDocument/2006/relationships/slideLayout" Target="../slideLayouts/slideLayout249.xml"/><Relationship Id="rId4" Type="http://schemas.openxmlformats.org/officeDocument/2006/relationships/slideLayout" Target="../slideLayouts/slideLayout234.xml"/><Relationship Id="rId9" Type="http://schemas.openxmlformats.org/officeDocument/2006/relationships/slideLayout" Target="../slideLayouts/slideLayout239.xml"/><Relationship Id="rId14" Type="http://schemas.openxmlformats.org/officeDocument/2006/relationships/slideLayout" Target="../slideLayouts/slideLayout244.xml"/><Relationship Id="rId22" Type="http://schemas.openxmlformats.org/officeDocument/2006/relationships/slideLayout" Target="../slideLayouts/slideLayout252.xml"/><Relationship Id="rId27"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264.xml"/><Relationship Id="rId13" Type="http://schemas.openxmlformats.org/officeDocument/2006/relationships/slideLayout" Target="../slideLayouts/slideLayout269.xml"/><Relationship Id="rId18" Type="http://schemas.openxmlformats.org/officeDocument/2006/relationships/slideLayout" Target="../slideLayouts/slideLayout274.xml"/><Relationship Id="rId26" Type="http://schemas.openxmlformats.org/officeDocument/2006/relationships/image" Target="../media/image6.bin"/><Relationship Id="rId3" Type="http://schemas.openxmlformats.org/officeDocument/2006/relationships/slideLayout" Target="../slideLayouts/slideLayout259.xml"/><Relationship Id="rId21" Type="http://schemas.openxmlformats.org/officeDocument/2006/relationships/slideLayout" Target="../slideLayouts/slideLayout277.xml"/><Relationship Id="rId7" Type="http://schemas.openxmlformats.org/officeDocument/2006/relationships/slideLayout" Target="../slideLayouts/slideLayout263.xml"/><Relationship Id="rId12" Type="http://schemas.openxmlformats.org/officeDocument/2006/relationships/slideLayout" Target="../slideLayouts/slideLayout268.xml"/><Relationship Id="rId17" Type="http://schemas.openxmlformats.org/officeDocument/2006/relationships/slideLayout" Target="../slideLayouts/slideLayout273.xml"/><Relationship Id="rId25" Type="http://schemas.openxmlformats.org/officeDocument/2006/relationships/image" Target="../media/image19.bin"/><Relationship Id="rId2" Type="http://schemas.openxmlformats.org/officeDocument/2006/relationships/slideLayout" Target="../slideLayouts/slideLayout258.xml"/><Relationship Id="rId16" Type="http://schemas.openxmlformats.org/officeDocument/2006/relationships/slideLayout" Target="../slideLayouts/slideLayout272.xml"/><Relationship Id="rId20" Type="http://schemas.openxmlformats.org/officeDocument/2006/relationships/slideLayout" Target="../slideLayouts/slideLayout276.xml"/><Relationship Id="rId1" Type="http://schemas.openxmlformats.org/officeDocument/2006/relationships/slideLayout" Target="../slideLayouts/slideLayout257.xml"/><Relationship Id="rId6" Type="http://schemas.openxmlformats.org/officeDocument/2006/relationships/slideLayout" Target="../slideLayouts/slideLayout262.xml"/><Relationship Id="rId11" Type="http://schemas.openxmlformats.org/officeDocument/2006/relationships/slideLayout" Target="../slideLayouts/slideLayout267.xml"/><Relationship Id="rId24" Type="http://schemas.openxmlformats.org/officeDocument/2006/relationships/oleObject" Target="../embeddings/oleObject4.bin"/><Relationship Id="rId5" Type="http://schemas.openxmlformats.org/officeDocument/2006/relationships/slideLayout" Target="../slideLayouts/slideLayout261.xml"/><Relationship Id="rId15" Type="http://schemas.openxmlformats.org/officeDocument/2006/relationships/slideLayout" Target="../slideLayouts/slideLayout271.xml"/><Relationship Id="rId23" Type="http://schemas.openxmlformats.org/officeDocument/2006/relationships/tags" Target="../tags/tag4.xml"/><Relationship Id="rId10" Type="http://schemas.openxmlformats.org/officeDocument/2006/relationships/slideLayout" Target="../slideLayouts/slideLayout266.xml"/><Relationship Id="rId19" Type="http://schemas.openxmlformats.org/officeDocument/2006/relationships/slideLayout" Target="../slideLayouts/slideLayout275.xml"/><Relationship Id="rId4" Type="http://schemas.openxmlformats.org/officeDocument/2006/relationships/slideLayout" Target="../slideLayouts/slideLayout260.xml"/><Relationship Id="rId9" Type="http://schemas.openxmlformats.org/officeDocument/2006/relationships/slideLayout" Target="../slideLayouts/slideLayout265.xml"/><Relationship Id="rId14" Type="http://schemas.openxmlformats.org/officeDocument/2006/relationships/slideLayout" Target="../slideLayouts/slideLayout270.xml"/><Relationship Id="rId22"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85.xml"/><Relationship Id="rId13" Type="http://schemas.openxmlformats.org/officeDocument/2006/relationships/slideLayout" Target="../slideLayouts/slideLayout290.xml"/><Relationship Id="rId18" Type="http://schemas.openxmlformats.org/officeDocument/2006/relationships/slideLayout" Target="../slideLayouts/slideLayout295.xml"/><Relationship Id="rId26" Type="http://schemas.openxmlformats.org/officeDocument/2006/relationships/theme" Target="../theme/theme14.xml"/><Relationship Id="rId3" Type="http://schemas.openxmlformats.org/officeDocument/2006/relationships/slideLayout" Target="../slideLayouts/slideLayout280.xml"/><Relationship Id="rId21" Type="http://schemas.openxmlformats.org/officeDocument/2006/relationships/slideLayout" Target="../slideLayouts/slideLayout298.xml"/><Relationship Id="rId7" Type="http://schemas.openxmlformats.org/officeDocument/2006/relationships/slideLayout" Target="../slideLayouts/slideLayout284.xml"/><Relationship Id="rId12" Type="http://schemas.openxmlformats.org/officeDocument/2006/relationships/slideLayout" Target="../slideLayouts/slideLayout289.xml"/><Relationship Id="rId17" Type="http://schemas.openxmlformats.org/officeDocument/2006/relationships/slideLayout" Target="../slideLayouts/slideLayout294.xml"/><Relationship Id="rId25" Type="http://schemas.openxmlformats.org/officeDocument/2006/relationships/slideLayout" Target="../slideLayouts/slideLayout302.xml"/><Relationship Id="rId2" Type="http://schemas.openxmlformats.org/officeDocument/2006/relationships/slideLayout" Target="../slideLayouts/slideLayout279.xml"/><Relationship Id="rId16" Type="http://schemas.openxmlformats.org/officeDocument/2006/relationships/slideLayout" Target="../slideLayouts/slideLayout293.xml"/><Relationship Id="rId20" Type="http://schemas.openxmlformats.org/officeDocument/2006/relationships/slideLayout" Target="../slideLayouts/slideLayout297.xml"/><Relationship Id="rId1" Type="http://schemas.openxmlformats.org/officeDocument/2006/relationships/slideLayout" Target="../slideLayouts/slideLayout278.xml"/><Relationship Id="rId6" Type="http://schemas.openxmlformats.org/officeDocument/2006/relationships/slideLayout" Target="../slideLayouts/slideLayout283.xml"/><Relationship Id="rId11" Type="http://schemas.openxmlformats.org/officeDocument/2006/relationships/slideLayout" Target="../slideLayouts/slideLayout288.xml"/><Relationship Id="rId24" Type="http://schemas.openxmlformats.org/officeDocument/2006/relationships/slideLayout" Target="../slideLayouts/slideLayout301.xml"/><Relationship Id="rId5" Type="http://schemas.openxmlformats.org/officeDocument/2006/relationships/slideLayout" Target="../slideLayouts/slideLayout282.xml"/><Relationship Id="rId15" Type="http://schemas.openxmlformats.org/officeDocument/2006/relationships/slideLayout" Target="../slideLayouts/slideLayout292.xml"/><Relationship Id="rId23" Type="http://schemas.openxmlformats.org/officeDocument/2006/relationships/slideLayout" Target="../slideLayouts/slideLayout300.xml"/><Relationship Id="rId10" Type="http://schemas.openxmlformats.org/officeDocument/2006/relationships/slideLayout" Target="../slideLayouts/slideLayout287.xml"/><Relationship Id="rId19" Type="http://schemas.openxmlformats.org/officeDocument/2006/relationships/slideLayout" Target="../slideLayouts/slideLayout296.xml"/><Relationship Id="rId4" Type="http://schemas.openxmlformats.org/officeDocument/2006/relationships/slideLayout" Target="../slideLayouts/slideLayout281.xml"/><Relationship Id="rId9" Type="http://schemas.openxmlformats.org/officeDocument/2006/relationships/slideLayout" Target="../slideLayouts/slideLayout286.xml"/><Relationship Id="rId14" Type="http://schemas.openxmlformats.org/officeDocument/2006/relationships/slideLayout" Target="../slideLayouts/slideLayout291.xml"/><Relationship Id="rId22" Type="http://schemas.openxmlformats.org/officeDocument/2006/relationships/slideLayout" Target="../slideLayouts/slideLayout299.xml"/><Relationship Id="rId27" Type="http://schemas.openxmlformats.org/officeDocument/2006/relationships/image" Target="../media/image6.bin"/></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310.xml"/><Relationship Id="rId13" Type="http://schemas.openxmlformats.org/officeDocument/2006/relationships/slideLayout" Target="../slideLayouts/slideLayout315.xml"/><Relationship Id="rId18" Type="http://schemas.openxmlformats.org/officeDocument/2006/relationships/tags" Target="../tags/tag25.xml"/><Relationship Id="rId3" Type="http://schemas.openxmlformats.org/officeDocument/2006/relationships/slideLayout" Target="../slideLayouts/slideLayout305.xml"/><Relationship Id="rId21" Type="http://schemas.openxmlformats.org/officeDocument/2006/relationships/image" Target="../media/image6.bin"/><Relationship Id="rId7" Type="http://schemas.openxmlformats.org/officeDocument/2006/relationships/slideLayout" Target="../slideLayouts/slideLayout309.xml"/><Relationship Id="rId12" Type="http://schemas.openxmlformats.org/officeDocument/2006/relationships/slideLayout" Target="../slideLayouts/slideLayout314.xml"/><Relationship Id="rId17" Type="http://schemas.openxmlformats.org/officeDocument/2006/relationships/theme" Target="../theme/theme15.xml"/><Relationship Id="rId2" Type="http://schemas.openxmlformats.org/officeDocument/2006/relationships/slideLayout" Target="../slideLayouts/slideLayout304.xml"/><Relationship Id="rId16" Type="http://schemas.openxmlformats.org/officeDocument/2006/relationships/slideLayout" Target="../slideLayouts/slideLayout318.xml"/><Relationship Id="rId20" Type="http://schemas.openxmlformats.org/officeDocument/2006/relationships/image" Target="../media/image19.bin"/><Relationship Id="rId1" Type="http://schemas.openxmlformats.org/officeDocument/2006/relationships/slideLayout" Target="../slideLayouts/slideLayout303.xml"/><Relationship Id="rId6" Type="http://schemas.openxmlformats.org/officeDocument/2006/relationships/slideLayout" Target="../slideLayouts/slideLayout308.xml"/><Relationship Id="rId11" Type="http://schemas.openxmlformats.org/officeDocument/2006/relationships/slideLayout" Target="../slideLayouts/slideLayout313.xml"/><Relationship Id="rId5" Type="http://schemas.openxmlformats.org/officeDocument/2006/relationships/slideLayout" Target="../slideLayouts/slideLayout307.xml"/><Relationship Id="rId15" Type="http://schemas.openxmlformats.org/officeDocument/2006/relationships/slideLayout" Target="../slideLayouts/slideLayout317.xml"/><Relationship Id="rId10" Type="http://schemas.openxmlformats.org/officeDocument/2006/relationships/slideLayout" Target="../slideLayouts/slideLayout312.xml"/><Relationship Id="rId19" Type="http://schemas.openxmlformats.org/officeDocument/2006/relationships/oleObject" Target="../embeddings/oleObject25.bin"/><Relationship Id="rId4" Type="http://schemas.openxmlformats.org/officeDocument/2006/relationships/slideLayout" Target="../slideLayouts/slideLayout306.xml"/><Relationship Id="rId9" Type="http://schemas.openxmlformats.org/officeDocument/2006/relationships/slideLayout" Target="../slideLayouts/slideLayout311.xml"/><Relationship Id="rId14" Type="http://schemas.openxmlformats.org/officeDocument/2006/relationships/slideLayout" Target="../slideLayouts/slideLayout316.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326.xml"/><Relationship Id="rId13" Type="http://schemas.openxmlformats.org/officeDocument/2006/relationships/slideLayout" Target="../slideLayouts/slideLayout331.xml"/><Relationship Id="rId18" Type="http://schemas.openxmlformats.org/officeDocument/2006/relationships/slideLayout" Target="../slideLayouts/slideLayout336.xml"/><Relationship Id="rId26" Type="http://schemas.openxmlformats.org/officeDocument/2006/relationships/image" Target="../media/image6.bin"/><Relationship Id="rId3" Type="http://schemas.openxmlformats.org/officeDocument/2006/relationships/slideLayout" Target="../slideLayouts/slideLayout321.xml"/><Relationship Id="rId21" Type="http://schemas.openxmlformats.org/officeDocument/2006/relationships/slideLayout" Target="../slideLayouts/slideLayout339.xml"/><Relationship Id="rId7" Type="http://schemas.openxmlformats.org/officeDocument/2006/relationships/slideLayout" Target="../slideLayouts/slideLayout325.xml"/><Relationship Id="rId12" Type="http://schemas.openxmlformats.org/officeDocument/2006/relationships/slideLayout" Target="../slideLayouts/slideLayout330.xml"/><Relationship Id="rId17" Type="http://schemas.openxmlformats.org/officeDocument/2006/relationships/slideLayout" Target="../slideLayouts/slideLayout335.xml"/><Relationship Id="rId25" Type="http://schemas.openxmlformats.org/officeDocument/2006/relationships/image" Target="../media/image19.bin"/><Relationship Id="rId2" Type="http://schemas.openxmlformats.org/officeDocument/2006/relationships/slideLayout" Target="../slideLayouts/slideLayout320.xml"/><Relationship Id="rId16" Type="http://schemas.openxmlformats.org/officeDocument/2006/relationships/slideLayout" Target="../slideLayouts/slideLayout334.xml"/><Relationship Id="rId20" Type="http://schemas.openxmlformats.org/officeDocument/2006/relationships/slideLayout" Target="../slideLayouts/slideLayout338.xml"/><Relationship Id="rId1" Type="http://schemas.openxmlformats.org/officeDocument/2006/relationships/slideLayout" Target="../slideLayouts/slideLayout319.xml"/><Relationship Id="rId6" Type="http://schemas.openxmlformats.org/officeDocument/2006/relationships/slideLayout" Target="../slideLayouts/slideLayout324.xml"/><Relationship Id="rId11" Type="http://schemas.openxmlformats.org/officeDocument/2006/relationships/slideLayout" Target="../slideLayouts/slideLayout329.xml"/><Relationship Id="rId24" Type="http://schemas.openxmlformats.org/officeDocument/2006/relationships/oleObject" Target="../embeddings/oleObject4.bin"/><Relationship Id="rId5" Type="http://schemas.openxmlformats.org/officeDocument/2006/relationships/slideLayout" Target="../slideLayouts/slideLayout323.xml"/><Relationship Id="rId15" Type="http://schemas.openxmlformats.org/officeDocument/2006/relationships/slideLayout" Target="../slideLayouts/slideLayout333.xml"/><Relationship Id="rId23" Type="http://schemas.openxmlformats.org/officeDocument/2006/relationships/tags" Target="../tags/tag32.xml"/><Relationship Id="rId10" Type="http://schemas.openxmlformats.org/officeDocument/2006/relationships/slideLayout" Target="../slideLayouts/slideLayout328.xml"/><Relationship Id="rId19" Type="http://schemas.openxmlformats.org/officeDocument/2006/relationships/slideLayout" Target="../slideLayouts/slideLayout337.xml"/><Relationship Id="rId4" Type="http://schemas.openxmlformats.org/officeDocument/2006/relationships/slideLayout" Target="../slideLayouts/slideLayout322.xml"/><Relationship Id="rId9" Type="http://schemas.openxmlformats.org/officeDocument/2006/relationships/slideLayout" Target="../slideLayouts/slideLayout327.xml"/><Relationship Id="rId14" Type="http://schemas.openxmlformats.org/officeDocument/2006/relationships/slideLayout" Target="../slideLayouts/slideLayout332.xml"/><Relationship Id="rId22"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347.xml"/><Relationship Id="rId13" Type="http://schemas.openxmlformats.org/officeDocument/2006/relationships/slideLayout" Target="../slideLayouts/slideLayout352.xml"/><Relationship Id="rId18" Type="http://schemas.openxmlformats.org/officeDocument/2006/relationships/slideLayout" Target="../slideLayouts/slideLayout357.xml"/><Relationship Id="rId3" Type="http://schemas.openxmlformats.org/officeDocument/2006/relationships/slideLayout" Target="../slideLayouts/slideLayout342.xml"/><Relationship Id="rId21" Type="http://schemas.openxmlformats.org/officeDocument/2006/relationships/image" Target="../media/image1.emf"/><Relationship Id="rId7" Type="http://schemas.openxmlformats.org/officeDocument/2006/relationships/slideLayout" Target="../slideLayouts/slideLayout346.xml"/><Relationship Id="rId12" Type="http://schemas.openxmlformats.org/officeDocument/2006/relationships/slideLayout" Target="../slideLayouts/slideLayout351.xml"/><Relationship Id="rId17" Type="http://schemas.openxmlformats.org/officeDocument/2006/relationships/slideLayout" Target="../slideLayouts/slideLayout356.xml"/><Relationship Id="rId2" Type="http://schemas.openxmlformats.org/officeDocument/2006/relationships/slideLayout" Target="../slideLayouts/slideLayout341.xml"/><Relationship Id="rId16" Type="http://schemas.openxmlformats.org/officeDocument/2006/relationships/slideLayout" Target="../slideLayouts/slideLayout355.xml"/><Relationship Id="rId20" Type="http://schemas.openxmlformats.org/officeDocument/2006/relationships/theme" Target="../theme/theme17.xml"/><Relationship Id="rId1" Type="http://schemas.openxmlformats.org/officeDocument/2006/relationships/slideLayout" Target="../slideLayouts/slideLayout340.xml"/><Relationship Id="rId6" Type="http://schemas.openxmlformats.org/officeDocument/2006/relationships/slideLayout" Target="../slideLayouts/slideLayout345.xml"/><Relationship Id="rId11" Type="http://schemas.openxmlformats.org/officeDocument/2006/relationships/slideLayout" Target="../slideLayouts/slideLayout350.xml"/><Relationship Id="rId5" Type="http://schemas.openxmlformats.org/officeDocument/2006/relationships/slideLayout" Target="../slideLayouts/slideLayout344.xml"/><Relationship Id="rId15" Type="http://schemas.openxmlformats.org/officeDocument/2006/relationships/slideLayout" Target="../slideLayouts/slideLayout354.xml"/><Relationship Id="rId10" Type="http://schemas.openxmlformats.org/officeDocument/2006/relationships/slideLayout" Target="../slideLayouts/slideLayout349.xml"/><Relationship Id="rId19" Type="http://schemas.openxmlformats.org/officeDocument/2006/relationships/slideLayout" Target="../slideLayouts/slideLayout358.xml"/><Relationship Id="rId4" Type="http://schemas.openxmlformats.org/officeDocument/2006/relationships/slideLayout" Target="../slideLayouts/slideLayout343.xml"/><Relationship Id="rId9" Type="http://schemas.openxmlformats.org/officeDocument/2006/relationships/slideLayout" Target="../slideLayouts/slideLayout348.xml"/><Relationship Id="rId14" Type="http://schemas.openxmlformats.org/officeDocument/2006/relationships/slideLayout" Target="../slideLayouts/slideLayout353.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366.xml"/><Relationship Id="rId13" Type="http://schemas.openxmlformats.org/officeDocument/2006/relationships/slideLayout" Target="../slideLayouts/slideLayout371.xml"/><Relationship Id="rId18" Type="http://schemas.openxmlformats.org/officeDocument/2006/relationships/slideLayout" Target="../slideLayouts/slideLayout376.xml"/><Relationship Id="rId3" Type="http://schemas.openxmlformats.org/officeDocument/2006/relationships/slideLayout" Target="../slideLayouts/slideLayout361.xml"/><Relationship Id="rId21" Type="http://schemas.openxmlformats.org/officeDocument/2006/relationships/slideLayout" Target="../slideLayouts/slideLayout379.xml"/><Relationship Id="rId7" Type="http://schemas.openxmlformats.org/officeDocument/2006/relationships/slideLayout" Target="../slideLayouts/slideLayout365.xml"/><Relationship Id="rId12" Type="http://schemas.openxmlformats.org/officeDocument/2006/relationships/slideLayout" Target="../slideLayouts/slideLayout370.xml"/><Relationship Id="rId17" Type="http://schemas.openxmlformats.org/officeDocument/2006/relationships/slideLayout" Target="../slideLayouts/slideLayout375.xml"/><Relationship Id="rId2" Type="http://schemas.openxmlformats.org/officeDocument/2006/relationships/slideLayout" Target="../slideLayouts/slideLayout360.xml"/><Relationship Id="rId16" Type="http://schemas.openxmlformats.org/officeDocument/2006/relationships/slideLayout" Target="../slideLayouts/slideLayout374.xml"/><Relationship Id="rId20" Type="http://schemas.openxmlformats.org/officeDocument/2006/relationships/slideLayout" Target="../slideLayouts/slideLayout378.xml"/><Relationship Id="rId1" Type="http://schemas.openxmlformats.org/officeDocument/2006/relationships/slideLayout" Target="../slideLayouts/slideLayout359.xml"/><Relationship Id="rId6" Type="http://schemas.openxmlformats.org/officeDocument/2006/relationships/slideLayout" Target="../slideLayouts/slideLayout364.xml"/><Relationship Id="rId11" Type="http://schemas.openxmlformats.org/officeDocument/2006/relationships/slideLayout" Target="../slideLayouts/slideLayout369.xml"/><Relationship Id="rId5" Type="http://schemas.openxmlformats.org/officeDocument/2006/relationships/slideLayout" Target="../slideLayouts/slideLayout363.xml"/><Relationship Id="rId15" Type="http://schemas.openxmlformats.org/officeDocument/2006/relationships/slideLayout" Target="../slideLayouts/slideLayout373.xml"/><Relationship Id="rId23" Type="http://schemas.openxmlformats.org/officeDocument/2006/relationships/image" Target="../media/image1.emf"/><Relationship Id="rId10" Type="http://schemas.openxmlformats.org/officeDocument/2006/relationships/slideLayout" Target="../slideLayouts/slideLayout368.xml"/><Relationship Id="rId19" Type="http://schemas.openxmlformats.org/officeDocument/2006/relationships/slideLayout" Target="../slideLayouts/slideLayout377.xml"/><Relationship Id="rId4" Type="http://schemas.openxmlformats.org/officeDocument/2006/relationships/slideLayout" Target="../slideLayouts/slideLayout362.xml"/><Relationship Id="rId9" Type="http://schemas.openxmlformats.org/officeDocument/2006/relationships/slideLayout" Target="../slideLayouts/slideLayout367.xml"/><Relationship Id="rId14" Type="http://schemas.openxmlformats.org/officeDocument/2006/relationships/slideLayout" Target="../slideLayouts/slideLayout372.xml"/><Relationship Id="rId22" Type="http://schemas.openxmlformats.org/officeDocument/2006/relationships/theme" Target="../theme/theme18.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387.xml"/><Relationship Id="rId13" Type="http://schemas.openxmlformats.org/officeDocument/2006/relationships/slideLayout" Target="../slideLayouts/slideLayout392.xml"/><Relationship Id="rId18" Type="http://schemas.openxmlformats.org/officeDocument/2006/relationships/slideLayout" Target="../slideLayouts/slideLayout397.xml"/><Relationship Id="rId26" Type="http://schemas.openxmlformats.org/officeDocument/2006/relationships/slideLayout" Target="../slideLayouts/slideLayout405.xml"/><Relationship Id="rId3" Type="http://schemas.openxmlformats.org/officeDocument/2006/relationships/slideLayout" Target="../slideLayouts/slideLayout382.xml"/><Relationship Id="rId21" Type="http://schemas.openxmlformats.org/officeDocument/2006/relationships/slideLayout" Target="../slideLayouts/slideLayout400.xml"/><Relationship Id="rId7" Type="http://schemas.openxmlformats.org/officeDocument/2006/relationships/slideLayout" Target="../slideLayouts/slideLayout386.xml"/><Relationship Id="rId12" Type="http://schemas.openxmlformats.org/officeDocument/2006/relationships/slideLayout" Target="../slideLayouts/slideLayout391.xml"/><Relationship Id="rId17" Type="http://schemas.openxmlformats.org/officeDocument/2006/relationships/slideLayout" Target="../slideLayouts/slideLayout396.xml"/><Relationship Id="rId25" Type="http://schemas.openxmlformats.org/officeDocument/2006/relationships/slideLayout" Target="../slideLayouts/slideLayout404.xml"/><Relationship Id="rId2" Type="http://schemas.openxmlformats.org/officeDocument/2006/relationships/slideLayout" Target="../slideLayouts/slideLayout381.xml"/><Relationship Id="rId16" Type="http://schemas.openxmlformats.org/officeDocument/2006/relationships/slideLayout" Target="../slideLayouts/slideLayout395.xml"/><Relationship Id="rId20" Type="http://schemas.openxmlformats.org/officeDocument/2006/relationships/slideLayout" Target="../slideLayouts/slideLayout399.xml"/><Relationship Id="rId29" Type="http://schemas.openxmlformats.org/officeDocument/2006/relationships/theme" Target="../theme/theme19.xml"/><Relationship Id="rId1" Type="http://schemas.openxmlformats.org/officeDocument/2006/relationships/slideLayout" Target="../slideLayouts/slideLayout380.xml"/><Relationship Id="rId6" Type="http://schemas.openxmlformats.org/officeDocument/2006/relationships/slideLayout" Target="../slideLayouts/slideLayout385.xml"/><Relationship Id="rId11" Type="http://schemas.openxmlformats.org/officeDocument/2006/relationships/slideLayout" Target="../slideLayouts/slideLayout390.xml"/><Relationship Id="rId24" Type="http://schemas.openxmlformats.org/officeDocument/2006/relationships/slideLayout" Target="../slideLayouts/slideLayout403.xml"/><Relationship Id="rId5" Type="http://schemas.openxmlformats.org/officeDocument/2006/relationships/slideLayout" Target="../slideLayouts/slideLayout384.xml"/><Relationship Id="rId15" Type="http://schemas.openxmlformats.org/officeDocument/2006/relationships/slideLayout" Target="../slideLayouts/slideLayout394.xml"/><Relationship Id="rId23" Type="http://schemas.openxmlformats.org/officeDocument/2006/relationships/slideLayout" Target="../slideLayouts/slideLayout402.xml"/><Relationship Id="rId28" Type="http://schemas.openxmlformats.org/officeDocument/2006/relationships/slideLayout" Target="../slideLayouts/slideLayout407.xml"/><Relationship Id="rId10" Type="http://schemas.openxmlformats.org/officeDocument/2006/relationships/slideLayout" Target="../slideLayouts/slideLayout389.xml"/><Relationship Id="rId19" Type="http://schemas.openxmlformats.org/officeDocument/2006/relationships/slideLayout" Target="../slideLayouts/slideLayout398.xml"/><Relationship Id="rId4" Type="http://schemas.openxmlformats.org/officeDocument/2006/relationships/slideLayout" Target="../slideLayouts/slideLayout383.xml"/><Relationship Id="rId9" Type="http://schemas.openxmlformats.org/officeDocument/2006/relationships/slideLayout" Target="../slideLayouts/slideLayout388.xml"/><Relationship Id="rId14" Type="http://schemas.openxmlformats.org/officeDocument/2006/relationships/slideLayout" Target="../slideLayouts/slideLayout393.xml"/><Relationship Id="rId22" Type="http://schemas.openxmlformats.org/officeDocument/2006/relationships/slideLayout" Target="../slideLayouts/slideLayout401.xml"/><Relationship Id="rId27" Type="http://schemas.openxmlformats.org/officeDocument/2006/relationships/slideLayout" Target="../slideLayouts/slideLayout406.xml"/><Relationship Id="rId30" Type="http://schemas.openxmlformats.org/officeDocument/2006/relationships/image" Target="../media/image6.bin"/></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415.xml"/><Relationship Id="rId13" Type="http://schemas.openxmlformats.org/officeDocument/2006/relationships/slideLayout" Target="../slideLayouts/slideLayout420.xml"/><Relationship Id="rId18" Type="http://schemas.openxmlformats.org/officeDocument/2006/relationships/slideLayout" Target="../slideLayouts/slideLayout425.xml"/><Relationship Id="rId26" Type="http://schemas.openxmlformats.org/officeDocument/2006/relationships/slideLayout" Target="../slideLayouts/slideLayout433.xml"/><Relationship Id="rId3" Type="http://schemas.openxmlformats.org/officeDocument/2006/relationships/slideLayout" Target="../slideLayouts/slideLayout410.xml"/><Relationship Id="rId21" Type="http://schemas.openxmlformats.org/officeDocument/2006/relationships/slideLayout" Target="../slideLayouts/slideLayout428.xml"/><Relationship Id="rId7" Type="http://schemas.openxmlformats.org/officeDocument/2006/relationships/slideLayout" Target="../slideLayouts/slideLayout414.xml"/><Relationship Id="rId12" Type="http://schemas.openxmlformats.org/officeDocument/2006/relationships/slideLayout" Target="../slideLayouts/slideLayout419.xml"/><Relationship Id="rId17" Type="http://schemas.openxmlformats.org/officeDocument/2006/relationships/slideLayout" Target="../slideLayouts/slideLayout424.xml"/><Relationship Id="rId25" Type="http://schemas.openxmlformats.org/officeDocument/2006/relationships/slideLayout" Target="../slideLayouts/slideLayout432.xml"/><Relationship Id="rId2" Type="http://schemas.openxmlformats.org/officeDocument/2006/relationships/slideLayout" Target="../slideLayouts/slideLayout409.xml"/><Relationship Id="rId16" Type="http://schemas.openxmlformats.org/officeDocument/2006/relationships/slideLayout" Target="../slideLayouts/slideLayout423.xml"/><Relationship Id="rId20" Type="http://schemas.openxmlformats.org/officeDocument/2006/relationships/slideLayout" Target="../slideLayouts/slideLayout427.xml"/><Relationship Id="rId29" Type="http://schemas.openxmlformats.org/officeDocument/2006/relationships/image" Target="../media/image6.bin"/><Relationship Id="rId1" Type="http://schemas.openxmlformats.org/officeDocument/2006/relationships/slideLayout" Target="../slideLayouts/slideLayout408.xml"/><Relationship Id="rId6" Type="http://schemas.openxmlformats.org/officeDocument/2006/relationships/slideLayout" Target="../slideLayouts/slideLayout413.xml"/><Relationship Id="rId11" Type="http://schemas.openxmlformats.org/officeDocument/2006/relationships/slideLayout" Target="../slideLayouts/slideLayout418.xml"/><Relationship Id="rId24" Type="http://schemas.openxmlformats.org/officeDocument/2006/relationships/slideLayout" Target="../slideLayouts/slideLayout431.xml"/><Relationship Id="rId5" Type="http://schemas.openxmlformats.org/officeDocument/2006/relationships/slideLayout" Target="../slideLayouts/slideLayout412.xml"/><Relationship Id="rId15" Type="http://schemas.openxmlformats.org/officeDocument/2006/relationships/slideLayout" Target="../slideLayouts/slideLayout422.xml"/><Relationship Id="rId23" Type="http://schemas.openxmlformats.org/officeDocument/2006/relationships/slideLayout" Target="../slideLayouts/slideLayout430.xml"/><Relationship Id="rId28" Type="http://schemas.openxmlformats.org/officeDocument/2006/relationships/theme" Target="../theme/theme20.xml"/><Relationship Id="rId10" Type="http://schemas.openxmlformats.org/officeDocument/2006/relationships/slideLayout" Target="../slideLayouts/slideLayout417.xml"/><Relationship Id="rId19" Type="http://schemas.openxmlformats.org/officeDocument/2006/relationships/slideLayout" Target="../slideLayouts/slideLayout426.xml"/><Relationship Id="rId4" Type="http://schemas.openxmlformats.org/officeDocument/2006/relationships/slideLayout" Target="../slideLayouts/slideLayout411.xml"/><Relationship Id="rId9" Type="http://schemas.openxmlformats.org/officeDocument/2006/relationships/slideLayout" Target="../slideLayouts/slideLayout416.xml"/><Relationship Id="rId14" Type="http://schemas.openxmlformats.org/officeDocument/2006/relationships/slideLayout" Target="../slideLayouts/slideLayout421.xml"/><Relationship Id="rId22" Type="http://schemas.openxmlformats.org/officeDocument/2006/relationships/slideLayout" Target="../slideLayouts/slideLayout429.xml"/><Relationship Id="rId27" Type="http://schemas.openxmlformats.org/officeDocument/2006/relationships/slideLayout" Target="../slideLayouts/slideLayout4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1"/>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236" r:id="rId1"/>
    <p:sldLayoutId id="2147484473" r:id="rId2"/>
    <p:sldLayoutId id="2147484467" r:id="rId3"/>
    <p:sldLayoutId id="2147484266" r:id="rId4"/>
    <p:sldLayoutId id="2147484240" r:id="rId5"/>
    <p:sldLayoutId id="2147484241" r:id="rId6"/>
    <p:sldLayoutId id="2147484474" r:id="rId7"/>
    <p:sldLayoutId id="2147484245" r:id="rId8"/>
    <p:sldLayoutId id="2147484247" r:id="rId9"/>
    <p:sldLayoutId id="2147484249" r:id="rId10"/>
    <p:sldLayoutId id="2147484250" r:id="rId11"/>
    <p:sldLayoutId id="2147484264" r:id="rId12"/>
    <p:sldLayoutId id="2147484251" r:id="rId13"/>
    <p:sldLayoutId id="2147484463" r:id="rId14"/>
    <p:sldLayoutId id="2147484256" r:id="rId15"/>
    <p:sldLayoutId id="2147484257" r:id="rId16"/>
    <p:sldLayoutId id="2147484260" r:id="rId17"/>
    <p:sldLayoutId id="2147484299" r:id="rId18"/>
    <p:sldLayoutId id="2147484263" r:id="rId19"/>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66896E-74D7-4577-8852-36A8117FDD5E}"/>
              </a:ext>
            </a:extLst>
          </p:cNvPr>
          <p:cNvSpPr>
            <a:spLocks noGrp="1"/>
          </p:cNvSpPr>
          <p:nvPr>
            <p:ph type="title"/>
          </p:nvPr>
        </p:nvSpPr>
        <p:spPr>
          <a:xfrm>
            <a:off x="855663" y="373063"/>
            <a:ext cx="10725150" cy="13509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D8028B-3E33-44AC-867B-C554161C020E}"/>
              </a:ext>
            </a:extLst>
          </p:cNvPr>
          <p:cNvSpPr>
            <a:spLocks noGrp="1"/>
          </p:cNvSpPr>
          <p:nvPr>
            <p:ph type="body" idx="1"/>
          </p:nvPr>
        </p:nvSpPr>
        <p:spPr>
          <a:xfrm>
            <a:off x="855663" y="1862138"/>
            <a:ext cx="10725150" cy="44370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4783C-B6B0-4104-B31E-9FFAAB94569E}"/>
              </a:ext>
            </a:extLst>
          </p:cNvPr>
          <p:cNvSpPr>
            <a:spLocks noGrp="1"/>
          </p:cNvSpPr>
          <p:nvPr>
            <p:ph type="dt" sz="half" idx="2"/>
          </p:nvPr>
        </p:nvSpPr>
        <p:spPr>
          <a:xfrm>
            <a:off x="855663" y="6483350"/>
            <a:ext cx="2797175" cy="371475"/>
          </a:xfrm>
          <a:prstGeom prst="rect">
            <a:avLst/>
          </a:prstGeom>
        </p:spPr>
        <p:txBody>
          <a:bodyPr vert="horz" lIns="91440" tIns="45720" rIns="91440" bIns="45720" rtlCol="0" anchor="ctr"/>
          <a:lstStyle>
            <a:lvl1pPr algn="l">
              <a:defRPr sz="1200">
                <a:solidFill>
                  <a:schemeClr val="tx1">
                    <a:tint val="75000"/>
                  </a:schemeClr>
                </a:solidFill>
              </a:defRPr>
            </a:lvl1pPr>
          </a:lstStyle>
          <a:p>
            <a:fld id="{13EB6290-080E-4E99-82D7-B932908ACD36}" type="datetimeFigureOut">
              <a:rPr lang="en-US" smtClean="0"/>
              <a:t>9/11/2022</a:t>
            </a:fld>
            <a:endParaRPr lang="en-US"/>
          </a:p>
        </p:txBody>
      </p:sp>
      <p:sp>
        <p:nvSpPr>
          <p:cNvPr id="5" name="Footer Placeholder 4">
            <a:extLst>
              <a:ext uri="{FF2B5EF4-FFF2-40B4-BE49-F238E27FC236}">
                <a16:creationId xmlns:a16="http://schemas.microsoft.com/office/drawing/2014/main" id="{2D761A8C-E64C-4CC8-A8BC-33D53F074433}"/>
              </a:ext>
            </a:extLst>
          </p:cNvPr>
          <p:cNvSpPr>
            <a:spLocks noGrp="1"/>
          </p:cNvSpPr>
          <p:nvPr>
            <p:ph type="ftr" sz="quarter" idx="3"/>
          </p:nvPr>
        </p:nvSpPr>
        <p:spPr>
          <a:xfrm>
            <a:off x="4119563" y="6483350"/>
            <a:ext cx="4197350" cy="3714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5667A3-470C-4E34-8236-808094BBDC14}"/>
              </a:ext>
            </a:extLst>
          </p:cNvPr>
          <p:cNvSpPr>
            <a:spLocks noGrp="1"/>
          </p:cNvSpPr>
          <p:nvPr>
            <p:ph type="sldNum" sz="quarter" idx="4"/>
          </p:nvPr>
        </p:nvSpPr>
        <p:spPr>
          <a:xfrm>
            <a:off x="8783638" y="6483350"/>
            <a:ext cx="2797175" cy="371475"/>
          </a:xfrm>
          <a:prstGeom prst="rect">
            <a:avLst/>
          </a:prstGeom>
        </p:spPr>
        <p:txBody>
          <a:bodyPr vert="horz" lIns="91440" tIns="45720" rIns="91440" bIns="45720" rtlCol="0" anchor="ctr"/>
          <a:lstStyle>
            <a:lvl1pPr algn="r">
              <a:defRPr sz="1200">
                <a:solidFill>
                  <a:schemeClr val="tx1">
                    <a:tint val="75000"/>
                  </a:schemeClr>
                </a:solidFill>
              </a:defRPr>
            </a:lvl1pPr>
          </a:lstStyle>
          <a:p>
            <a:fld id="{D242B1EB-FD1A-4807-A61B-750809B7AB4B}" type="slidenum">
              <a:rPr lang="en-US" smtClean="0"/>
              <a:t>‹#›</a:t>
            </a:fld>
            <a:endParaRPr lang="en-US"/>
          </a:p>
        </p:txBody>
      </p:sp>
    </p:spTree>
    <p:extLst>
      <p:ext uri="{BB962C8B-B14F-4D97-AF65-F5344CB8AC3E}">
        <p14:creationId xmlns:p14="http://schemas.microsoft.com/office/powerpoint/2010/main" val="2370864921"/>
      </p:ext>
    </p:extLst>
  </p:cSld>
  <p:clrMap bg1="lt1" tx1="dk1" bg2="lt2" tx2="dk2" accent1="accent1" accent2="accent2" accent3="accent3" accent4="accent4" accent5="accent5" accent6="accent6" hlink="hlink" folHlink="folHlink"/>
  <p:sldLayoutIdLst>
    <p:sldLayoutId id="2147484883" r:id="rId1"/>
    <p:sldLayoutId id="2147484884" r:id="rId2"/>
    <p:sldLayoutId id="2147484885" r:id="rId3"/>
    <p:sldLayoutId id="2147484886" r:id="rId4"/>
    <p:sldLayoutId id="2147484887" r:id="rId5"/>
    <p:sldLayoutId id="2147484888" r:id="rId6"/>
    <p:sldLayoutId id="2147484889" r:id="rId7"/>
    <p:sldLayoutId id="2147484890" r:id="rId8"/>
    <p:sldLayoutId id="2147484891" r:id="rId9"/>
    <p:sldLayoutId id="2147484892" r:id="rId10"/>
    <p:sldLayoutId id="2147484893" r:id="rId11"/>
    <p:sldLayoutId id="214748489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1"/>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4059602932"/>
      </p:ext>
    </p:extLst>
  </p:cSld>
  <p:clrMap bg1="lt1" tx1="dk1" bg2="lt2" tx2="dk2" accent1="accent1" accent2="accent2" accent3="accent3" accent4="accent4" accent5="accent5" accent6="accent6" hlink="hlink" folHlink="folHlink"/>
  <p:sldLayoutIdLst>
    <p:sldLayoutId id="2147484476" r:id="rId1"/>
    <p:sldLayoutId id="2147484515" r:id="rId2"/>
    <p:sldLayoutId id="2147484478" r:id="rId3"/>
    <p:sldLayoutId id="2147484479" r:id="rId4"/>
    <p:sldLayoutId id="2147484480" r:id="rId5"/>
    <p:sldLayoutId id="2147484481" r:id="rId6"/>
    <p:sldLayoutId id="2147484482" r:id="rId7"/>
    <p:sldLayoutId id="2147484483" r:id="rId8"/>
    <p:sldLayoutId id="2147484484" r:id="rId9"/>
    <p:sldLayoutId id="2147484485" r:id="rId10"/>
    <p:sldLayoutId id="2147484486" r:id="rId11"/>
    <p:sldLayoutId id="2147484487" r:id="rId12"/>
    <p:sldLayoutId id="2147484488" r:id="rId13"/>
    <p:sldLayoutId id="2147484489" r:id="rId14"/>
    <p:sldLayoutId id="2147484490" r:id="rId15"/>
    <p:sldLayoutId id="2147484491" r:id="rId16"/>
    <p:sldLayoutId id="2147484492" r:id="rId17"/>
    <p:sldLayoutId id="2147484493" r:id="rId18"/>
    <p:sldLayoutId id="2147484494" r:id="rId19"/>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1"/>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496" r:id="rId1"/>
    <p:sldLayoutId id="2147484516" r:id="rId2"/>
    <p:sldLayoutId id="2147484498" r:id="rId3"/>
    <p:sldLayoutId id="2147484499" r:id="rId4"/>
    <p:sldLayoutId id="2147484500" r:id="rId5"/>
    <p:sldLayoutId id="2147484501" r:id="rId6"/>
    <p:sldLayoutId id="2147484502" r:id="rId7"/>
    <p:sldLayoutId id="2147484503" r:id="rId8"/>
    <p:sldLayoutId id="2147484504" r:id="rId9"/>
    <p:sldLayoutId id="2147484505" r:id="rId10"/>
    <p:sldLayoutId id="2147484506" r:id="rId11"/>
    <p:sldLayoutId id="2147484507" r:id="rId12"/>
    <p:sldLayoutId id="2147484508" r:id="rId13"/>
    <p:sldLayoutId id="2147484509" r:id="rId14"/>
    <p:sldLayoutId id="2147484510" r:id="rId15"/>
    <p:sldLayoutId id="2147484511" r:id="rId16"/>
    <p:sldLayoutId id="2147484512" r:id="rId17"/>
    <p:sldLayoutId id="2147484513" r:id="rId18"/>
    <p:sldLayoutId id="2147484514" r:id="rId19"/>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0078D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1"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p:nvPicPr>
        <p:blipFill>
          <a:blip r:embed="rId45"/>
          <a:stretch>
            <a:fillRect/>
          </a:stretch>
        </p:blipFill>
        <p:spPr>
          <a:xfrm rot="5400000">
            <a:off x="9393899" y="3050514"/>
            <a:ext cx="6995160" cy="894134"/>
          </a:xfrm>
          <a:prstGeom prst="rect">
            <a:avLst/>
          </a:prstGeom>
        </p:spPr>
      </p:pic>
    </p:spTree>
    <p:extLst>
      <p:ext uri="{BB962C8B-B14F-4D97-AF65-F5344CB8AC3E}">
        <p14:creationId xmlns:p14="http://schemas.microsoft.com/office/powerpoint/2010/main" val="2696528370"/>
      </p:ext>
    </p:extLst>
  </p:cSld>
  <p:clrMap bg1="dk1" tx1="lt1" bg2="dk2" tx2="lt2" accent1="accent1" accent2="accent2" accent3="accent3" accent4="accent4" accent5="accent5" accent6="accent6" hlink="hlink" folHlink="folHlink"/>
  <p:sldLayoutIdLst>
    <p:sldLayoutId id="2147484519" r:id="rId1"/>
    <p:sldLayoutId id="2147484520" r:id="rId2"/>
    <p:sldLayoutId id="2147484521" r:id="rId3"/>
    <p:sldLayoutId id="2147484522" r:id="rId4"/>
    <p:sldLayoutId id="2147484523" r:id="rId5"/>
    <p:sldLayoutId id="2147484524" r:id="rId6"/>
    <p:sldLayoutId id="2147484525" r:id="rId7"/>
    <p:sldLayoutId id="2147484526" r:id="rId8"/>
    <p:sldLayoutId id="2147484527" r:id="rId9"/>
    <p:sldLayoutId id="2147484528" r:id="rId10"/>
    <p:sldLayoutId id="2147484529" r:id="rId11"/>
    <p:sldLayoutId id="2147484530" r:id="rId12"/>
    <p:sldLayoutId id="2147484531" r:id="rId13"/>
    <p:sldLayoutId id="2147484532" r:id="rId14"/>
    <p:sldLayoutId id="2147484533" r:id="rId15"/>
    <p:sldLayoutId id="2147484534" r:id="rId16"/>
    <p:sldLayoutId id="2147484535" r:id="rId17"/>
    <p:sldLayoutId id="2147484536" r:id="rId18"/>
    <p:sldLayoutId id="2147484537" r:id="rId19"/>
    <p:sldLayoutId id="2147484538" r:id="rId20"/>
    <p:sldLayoutId id="2147484539" r:id="rId21"/>
    <p:sldLayoutId id="2147484540" r:id="rId22"/>
    <p:sldLayoutId id="2147484541" r:id="rId23"/>
    <p:sldLayoutId id="2147484542" r:id="rId24"/>
    <p:sldLayoutId id="2147484543" r:id="rId25"/>
    <p:sldLayoutId id="2147484544" r:id="rId26"/>
    <p:sldLayoutId id="2147484545" r:id="rId27"/>
    <p:sldLayoutId id="2147484546" r:id="rId28"/>
    <p:sldLayoutId id="2147484547" r:id="rId29"/>
    <p:sldLayoutId id="2147484548" r:id="rId30"/>
    <p:sldLayoutId id="2147484549" r:id="rId31"/>
    <p:sldLayoutId id="2147484550" r:id="rId32"/>
    <p:sldLayoutId id="2147484551" r:id="rId33"/>
    <p:sldLayoutId id="2147484552" r:id="rId34"/>
    <p:sldLayoutId id="2147484553" r:id="rId35"/>
    <p:sldLayoutId id="2147484554" r:id="rId36"/>
    <p:sldLayoutId id="2147484555" r:id="rId37"/>
    <p:sldLayoutId id="2147484556" r:id="rId38"/>
    <p:sldLayoutId id="2147484557" r:id="rId39"/>
    <p:sldLayoutId id="2147484558" r:id="rId40"/>
    <p:sldLayoutId id="2147484559" r:id="rId41"/>
    <p:sldLayoutId id="2147484560" r:id="rId42"/>
    <p:sldLayoutId id="2147484561" r:id="rId43"/>
  </p:sldLayoutIdLst>
  <p:transition>
    <p:fade/>
  </p:transition>
  <p:hf sldNum="0" hdr="0" ftr="0" dt="0"/>
  <p:txStyles>
    <p:titleStyle>
      <a:lvl1pPr algn="l" defTabSz="932563" rtl="0" eaLnBrk="1" latinLnBrk="0" hangingPunct="1">
        <a:lnSpc>
          <a:spcPct val="90000"/>
        </a:lnSpc>
        <a:spcBef>
          <a:spcPct val="0"/>
        </a:spcBef>
        <a:buNone/>
        <a:defRPr lang="en-US" sz="4799"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834" marR="0" indent="-342834" algn="l" defTabSz="932563" rtl="0" eaLnBrk="1" fontAlgn="auto" latinLnBrk="0" hangingPunct="1">
        <a:lnSpc>
          <a:spcPct val="90000"/>
        </a:lnSpc>
        <a:spcBef>
          <a:spcPct val="20000"/>
        </a:spcBef>
        <a:spcAft>
          <a:spcPts val="0"/>
        </a:spcAft>
        <a:buClrTx/>
        <a:buSzPct val="90000"/>
        <a:buFont typeface="Arial" pitchFamily="34" charset="0"/>
        <a:buChar char="•"/>
        <a:tabLst/>
        <a:defRPr sz="3999" kern="1200" spc="0" baseline="0">
          <a:gradFill>
            <a:gsLst>
              <a:gs pos="1250">
                <a:schemeClr val="tx1"/>
              </a:gs>
              <a:gs pos="100000">
                <a:schemeClr val="tx1"/>
              </a:gs>
            </a:gsLst>
            <a:lin ang="5400000" scaled="0"/>
          </a:gradFill>
          <a:latin typeface="+mj-lt"/>
          <a:ea typeface="+mn-ea"/>
          <a:cs typeface="+mn-cs"/>
        </a:defRPr>
      </a:lvl1pPr>
      <a:lvl2pPr marL="584088" marR="0" indent="-241253" algn="l" defTabSz="932563"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946"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503"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058"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4548"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0078D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p:nvPicPr>
        <p:blipFill>
          <a:blip r:embed="rId45"/>
          <a:stretch>
            <a:fillRect/>
          </a:stretch>
        </p:blipFill>
        <p:spPr>
          <a:xfrm rot="5400000">
            <a:off x="9393899" y="3050513"/>
            <a:ext cx="6995160" cy="894134"/>
          </a:xfrm>
          <a:prstGeom prst="rect">
            <a:avLst/>
          </a:prstGeom>
        </p:spPr>
      </p:pic>
    </p:spTree>
    <p:extLst>
      <p:ext uri="{BB962C8B-B14F-4D97-AF65-F5344CB8AC3E}">
        <p14:creationId xmlns:p14="http://schemas.microsoft.com/office/powerpoint/2010/main" val="1645908411"/>
      </p:ext>
    </p:extLst>
  </p:cSld>
  <p:clrMap bg1="dk1" tx1="lt1" bg2="dk2" tx2="lt2" accent1="accent1" accent2="accent2" accent3="accent3" accent4="accent4" accent5="accent5" accent6="accent6" hlink="hlink" folHlink="folHlink"/>
  <p:sldLayoutIdLst>
    <p:sldLayoutId id="2147484563" r:id="rId1"/>
    <p:sldLayoutId id="2147484564" r:id="rId2"/>
    <p:sldLayoutId id="2147484565" r:id="rId3"/>
    <p:sldLayoutId id="2147484566" r:id="rId4"/>
    <p:sldLayoutId id="2147484567" r:id="rId5"/>
    <p:sldLayoutId id="2147484568" r:id="rId6"/>
    <p:sldLayoutId id="2147484569" r:id="rId7"/>
    <p:sldLayoutId id="2147484570" r:id="rId8"/>
    <p:sldLayoutId id="2147484571" r:id="rId9"/>
    <p:sldLayoutId id="2147484572" r:id="rId10"/>
    <p:sldLayoutId id="2147484573" r:id="rId11"/>
    <p:sldLayoutId id="2147484574" r:id="rId12"/>
    <p:sldLayoutId id="2147484575" r:id="rId13"/>
    <p:sldLayoutId id="2147484576" r:id="rId14"/>
    <p:sldLayoutId id="2147484577" r:id="rId15"/>
    <p:sldLayoutId id="2147484578" r:id="rId16"/>
    <p:sldLayoutId id="2147484579" r:id="rId17"/>
    <p:sldLayoutId id="2147484580" r:id="rId18"/>
    <p:sldLayoutId id="2147484581" r:id="rId19"/>
    <p:sldLayoutId id="2147484582" r:id="rId20"/>
    <p:sldLayoutId id="2147484583" r:id="rId21"/>
    <p:sldLayoutId id="2147484584" r:id="rId22"/>
    <p:sldLayoutId id="2147484585" r:id="rId23"/>
    <p:sldLayoutId id="2147484586" r:id="rId24"/>
    <p:sldLayoutId id="2147484587" r:id="rId25"/>
    <p:sldLayoutId id="2147484588" r:id="rId26"/>
    <p:sldLayoutId id="2147484589" r:id="rId27"/>
    <p:sldLayoutId id="2147484590" r:id="rId28"/>
    <p:sldLayoutId id="2147484591" r:id="rId29"/>
    <p:sldLayoutId id="2147484592" r:id="rId30"/>
    <p:sldLayoutId id="2147484593" r:id="rId31"/>
    <p:sldLayoutId id="2147484594" r:id="rId32"/>
    <p:sldLayoutId id="2147484595" r:id="rId33"/>
    <p:sldLayoutId id="2147484596" r:id="rId34"/>
    <p:sldLayoutId id="2147484597" r:id="rId35"/>
    <p:sldLayoutId id="2147484598" r:id="rId36"/>
    <p:sldLayoutId id="2147484599" r:id="rId37"/>
    <p:sldLayoutId id="2147484600" r:id="rId38"/>
    <p:sldLayoutId id="2147484601" r:id="rId39"/>
    <p:sldLayoutId id="2147484602" r:id="rId40"/>
    <p:sldLayoutId id="2147484603" r:id="rId41"/>
    <p:sldLayoutId id="2147484604" r:id="rId42"/>
    <p:sldLayoutId id="2147484605" r:id="rId43"/>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6"/>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 imgW="377" imgH="377" progId="TCLayout.ActiveDocument.1">
                  <p:embed/>
                </p:oleObj>
              </mc:Choice>
              <mc:Fallback>
                <p:oleObj name="think-cell Slide" r:id="rId7" imgW="377" imgH="377" progId="TCLayout.ActiveDocument.1">
                  <p:embed/>
                  <p:pic>
                    <p:nvPicPr>
                      <p:cNvPr id="3" name="Object 2" hidden="1"/>
                      <p:cNvPicPr/>
                      <p:nvPr/>
                    </p:nvPicPr>
                    <p:blipFill>
                      <a:blip r:embed="rId8"/>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323328"/>
            <a:ext cx="11887198" cy="2092881"/>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9"/>
          <a:stretch>
            <a:fillRect/>
          </a:stretch>
        </p:blipFill>
        <p:spPr>
          <a:xfrm rot="5400000">
            <a:off x="9393899" y="3050513"/>
            <a:ext cx="6995160" cy="894134"/>
          </a:xfrm>
          <a:prstGeom prst="rect">
            <a:avLst/>
          </a:prstGeom>
        </p:spPr>
      </p:pic>
      <p:sp>
        <p:nvSpPr>
          <p:cNvPr id="5"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a:solidFill>
                  <a:srgbClr val="505050"/>
                </a:solidFill>
              </a:rPr>
              <a:pPr/>
              <a:t>‹#›</a:t>
            </a:fld>
            <a:endParaRPr lang="en-IN">
              <a:solidFill>
                <a:srgbClr val="505050"/>
              </a:solidFill>
            </a:endParaRPr>
          </a:p>
        </p:txBody>
      </p:sp>
    </p:spTree>
    <p:extLst>
      <p:ext uri="{BB962C8B-B14F-4D97-AF65-F5344CB8AC3E}">
        <p14:creationId xmlns:p14="http://schemas.microsoft.com/office/powerpoint/2010/main" val="1114216395"/>
      </p:ext>
    </p:extLst>
  </p:cSld>
  <p:clrMap bg1="lt1" tx1="dk1" bg2="lt2" tx2="dk2" accent1="accent1" accent2="accent2" accent3="accent3" accent4="accent4" accent5="accent5" accent6="accent6" hlink="hlink" folHlink="folHlink"/>
  <p:sldLayoutIdLst>
    <p:sldLayoutId id="2147484607" r:id="rId1"/>
    <p:sldLayoutId id="2147484608" r:id="rId2"/>
    <p:sldLayoutId id="2147484609" r:id="rId3"/>
    <p:sldLayoutId id="2147484610" r:id="rId4"/>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p15:clr>
            <a:srgbClr val="C35EA4"/>
          </p15:clr>
        </p15:guide>
        <p15:guide id="2" pos="7546">
          <p15:clr>
            <a:srgbClr val="C35EA4"/>
          </p15:clr>
        </p15:guide>
        <p15:guide id="3" orient="horz" pos="179">
          <p15:clr>
            <a:srgbClr val="C35EA4"/>
          </p15:clr>
        </p15:guide>
        <p15:guide id="4" orient="horz" pos="4104">
          <p15:clr>
            <a:srgbClr val="C35EA4"/>
          </p15:clr>
        </p15:guide>
        <p15:guide id="5" orient="horz" pos="772">
          <p15:clr>
            <a:srgbClr val="C35EA4"/>
          </p15:clr>
        </p15:guide>
        <p15:guide id="6" orient="horz" pos="828">
          <p15:clr>
            <a:srgbClr val="C35E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1" y="1212851"/>
            <a:ext cx="11887198" cy="2092881"/>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p:cNvGrpSpPr/>
          <p:nvPr userDrawn="1"/>
        </p:nvGrpSpPr>
        <p:grpSpPr>
          <a:xfrm>
            <a:off x="12614193" y="-8396"/>
            <a:ext cx="960410" cy="5775362"/>
            <a:chOff x="12614198" y="-8396"/>
            <a:chExt cx="960410" cy="5775362"/>
          </a:xfrm>
        </p:grpSpPr>
        <p:grpSp>
          <p:nvGrpSpPr>
            <p:cNvPr id="37" name="Group 36"/>
            <p:cNvGrpSpPr/>
            <p:nvPr userDrawn="1"/>
          </p:nvGrpSpPr>
          <p:grpSpPr>
            <a:xfrm>
              <a:off x="12614198" y="-8396"/>
              <a:ext cx="960410" cy="5755249"/>
              <a:chOff x="12614198" y="-8396"/>
              <a:chExt cx="960410" cy="5755249"/>
            </a:xfrm>
          </p:grpSpPr>
          <p:grpSp>
            <p:nvGrpSpPr>
              <p:cNvPr id="33" name="Group 32"/>
              <p:cNvGrpSpPr/>
              <p:nvPr userDrawn="1"/>
            </p:nvGrpSpPr>
            <p:grpSpPr>
              <a:xfrm rot="5400000">
                <a:off x="11576883" y="1040117"/>
                <a:ext cx="2708636" cy="634005"/>
                <a:chOff x="1581150" y="4543426"/>
                <a:chExt cx="2708636" cy="634005"/>
              </a:xfrm>
            </p:grpSpPr>
            <p:sp>
              <p:nvSpPr>
                <p:cNvPr id="3" name="Rectangle 2"/>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293" fontAlgn="base">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Purple</a:t>
                  </a:r>
                </a:p>
                <a:p>
                  <a:pPr algn="l" defTabSz="932293" fontAlgn="base">
                    <a:lnSpc>
                      <a:spcPct val="100000"/>
                    </a:lnSpc>
                    <a:spcBef>
                      <a:spcPct val="0"/>
                    </a:spcBef>
                    <a:spcAft>
                      <a:spcPct val="0"/>
                    </a:spcAft>
                  </a:pPr>
                  <a:r>
                    <a:rPr lang="en-US" sz="500">
                      <a:gradFill>
                        <a:gsLst>
                          <a:gs pos="0">
                            <a:srgbClr val="FFFFFF"/>
                          </a:gs>
                          <a:gs pos="100000">
                            <a:srgbClr val="FFFFFF"/>
                          </a:gs>
                        </a:gsLst>
                        <a:lin ang="5400000" scaled="0"/>
                      </a:gradFill>
                      <a:ea typeface="Segoe UI" pitchFamily="34" charset="0"/>
                      <a:cs typeface="Segoe UI" pitchFamily="34" charset="0"/>
                    </a:rPr>
                    <a:t>R:</a:t>
                  </a:r>
                  <a:r>
                    <a:rPr lang="en-US" sz="500" baseline="0">
                      <a:gradFill>
                        <a:gsLst>
                          <a:gs pos="0">
                            <a:srgbClr val="FFFFFF"/>
                          </a:gs>
                          <a:gs pos="100000">
                            <a:srgbClr val="FFFFFF"/>
                          </a:gs>
                        </a:gsLst>
                        <a:lin ang="5400000" scaled="0"/>
                      </a:gradFill>
                      <a:ea typeface="Segoe UI" pitchFamily="34" charset="0"/>
                      <a:cs typeface="Segoe UI" pitchFamily="34" charset="0"/>
                    </a:rPr>
                    <a:t>0 G:45 B:145</a:t>
                  </a:r>
                  <a:endParaRPr lang="en-US" sz="50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1581150" y="4887665"/>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293" fontAlgn="base">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Dark Purple</a:t>
                  </a:r>
                </a:p>
                <a:p>
                  <a:pPr algn="l" defTabSz="932293" fontAlgn="base">
                    <a:lnSpc>
                      <a:spcPct val="100000"/>
                    </a:lnSpc>
                    <a:spcBef>
                      <a:spcPct val="0"/>
                    </a:spcBef>
                    <a:spcAft>
                      <a:spcPct val="0"/>
                    </a:spcAft>
                  </a:pPr>
                  <a:r>
                    <a:rPr lang="en-US" sz="500">
                      <a:gradFill>
                        <a:gsLst>
                          <a:gs pos="0">
                            <a:srgbClr val="FFFFFF"/>
                          </a:gs>
                          <a:gs pos="100000">
                            <a:srgbClr val="FFFFFF"/>
                          </a:gs>
                        </a:gsLst>
                        <a:lin ang="5400000" scaled="0"/>
                      </a:gradFill>
                      <a:ea typeface="Segoe UI" pitchFamily="34" charset="0"/>
                      <a:cs typeface="Segoe UI" pitchFamily="34" charset="0"/>
                    </a:rPr>
                    <a:t>R:</a:t>
                  </a:r>
                  <a:r>
                    <a:rPr lang="en-US" sz="500" baseline="0">
                      <a:gradFill>
                        <a:gsLst>
                          <a:gs pos="0">
                            <a:srgbClr val="FFFFFF"/>
                          </a:gs>
                          <a:gs pos="100000">
                            <a:srgbClr val="FFFFFF"/>
                          </a:gs>
                        </a:gsLst>
                        <a:lin ang="5400000" scaled="0"/>
                      </a:gradFill>
                      <a:ea typeface="Segoe UI" pitchFamily="34" charset="0"/>
                      <a:cs typeface="Segoe UI" pitchFamily="34" charset="0"/>
                    </a:rPr>
                    <a:t>50 G:20 B:90</a:t>
                  </a:r>
                  <a:endParaRPr lang="en-US" sz="50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p:cNvSpPr/>
                <p:nvPr userDrawn="1"/>
              </p:nvSpPr>
              <p:spPr bwMode="auto">
                <a:xfrm>
                  <a:off x="3419856"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1775">
                            <a:schemeClr val="bg1"/>
                          </a:gs>
                          <a:gs pos="14000">
                            <a:schemeClr val="bg1"/>
                          </a:gs>
                        </a:gsLst>
                        <a:lin ang="5400000" scaled="0"/>
                      </a:gradFill>
                      <a:latin typeface="+mn-lt"/>
                      <a:ea typeface="Segoe UI" pitchFamily="34" charset="0"/>
                      <a:cs typeface="Segoe UI" pitchFamily="34" charset="0"/>
                    </a:rPr>
                    <a:t>Dark Blue</a:t>
                  </a:r>
                </a:p>
                <a:p>
                  <a:pPr algn="l" defTabSz="932293" fontAlgn="base">
                    <a:lnSpc>
                      <a:spcPct val="100000"/>
                    </a:lnSpc>
                    <a:spcBef>
                      <a:spcPct val="0"/>
                    </a:spcBef>
                    <a:spcAft>
                      <a:spcPct val="0"/>
                    </a:spcAft>
                  </a:pPr>
                  <a:r>
                    <a:rPr lang="en-US" sz="500">
                      <a:gradFill>
                        <a:gsLst>
                          <a:gs pos="1775">
                            <a:schemeClr val="bg1"/>
                          </a:gs>
                          <a:gs pos="14000">
                            <a:schemeClr val="bg1"/>
                          </a:gs>
                        </a:gsLst>
                        <a:lin ang="5400000" scaled="0"/>
                      </a:gradFill>
                      <a:ea typeface="Segoe UI" pitchFamily="34" charset="0"/>
                      <a:cs typeface="Segoe UI" pitchFamily="34" charset="0"/>
                    </a:rPr>
                    <a:t>R:</a:t>
                  </a:r>
                  <a:r>
                    <a:rPr lang="en-US" sz="500" baseline="0">
                      <a:gradFill>
                        <a:gsLst>
                          <a:gs pos="1775">
                            <a:schemeClr val="bg1"/>
                          </a:gs>
                          <a:gs pos="14000">
                            <a:schemeClr val="bg1"/>
                          </a:gs>
                        </a:gsLst>
                        <a:lin ang="5400000" scaled="0"/>
                      </a:gradFill>
                      <a:ea typeface="Segoe UI" pitchFamily="34" charset="0"/>
                      <a:cs typeface="Segoe UI" pitchFamily="34" charset="0"/>
                    </a:rPr>
                    <a:t>0 G:32 B:80</a:t>
                  </a:r>
                  <a:endParaRPr lang="en-US" sz="500">
                    <a:gradFill>
                      <a:gsLst>
                        <a:gs pos="1775">
                          <a:schemeClr val="bg1"/>
                        </a:gs>
                        <a:gs pos="14000">
                          <a:schemeClr val="bg1"/>
                        </a:gs>
                      </a:gsLst>
                      <a:lin ang="5400000" scaled="0"/>
                    </a:gradFill>
                    <a:ea typeface="Segoe UI" pitchFamily="34" charset="0"/>
                    <a:cs typeface="Segoe UI" pitchFamily="34" charset="0"/>
                  </a:endParaRPr>
                </a:p>
              </p:txBody>
            </p:sp>
            <p:sp>
              <p:nvSpPr>
                <p:cNvPr id="16" name="Rectangle 15"/>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Magenta</a:t>
                  </a:r>
                </a:p>
                <a:p>
                  <a:pPr algn="l" defTabSz="932293" fontAlgn="base">
                    <a:lnSpc>
                      <a:spcPct val="100000"/>
                    </a:lnSpc>
                    <a:spcBef>
                      <a:spcPct val="0"/>
                    </a:spcBef>
                    <a:spcAft>
                      <a:spcPct val="0"/>
                    </a:spcAft>
                  </a:pPr>
                  <a:r>
                    <a:rPr lang="en-US" sz="500">
                      <a:gradFill>
                        <a:gsLst>
                          <a:gs pos="2092">
                            <a:srgbClr val="F8F8F8"/>
                          </a:gs>
                          <a:gs pos="10042">
                            <a:srgbClr val="F8F8F8"/>
                          </a:gs>
                        </a:gsLst>
                        <a:lin ang="5400000" scaled="0"/>
                      </a:gradFill>
                      <a:ea typeface="Segoe UI" pitchFamily="34" charset="0"/>
                      <a:cs typeface="Segoe UI" pitchFamily="34" charset="0"/>
                    </a:rPr>
                    <a:t>R:</a:t>
                  </a:r>
                  <a:r>
                    <a:rPr lang="en-US" sz="500" baseline="0">
                      <a:gradFill>
                        <a:gsLst>
                          <a:gs pos="2092">
                            <a:srgbClr val="F8F8F8"/>
                          </a:gs>
                          <a:gs pos="10042">
                            <a:srgbClr val="F8F8F8"/>
                          </a:gs>
                        </a:gsLst>
                        <a:lin ang="5400000" scaled="0"/>
                      </a:gradFill>
                      <a:ea typeface="Segoe UI" pitchFamily="34" charset="0"/>
                      <a:cs typeface="Segoe UI" pitchFamily="34" charset="0"/>
                    </a:rPr>
                    <a:t>180 G:0 B:158</a:t>
                  </a:r>
                  <a:endParaRPr lang="en-US" sz="500">
                    <a:gradFill>
                      <a:gsLst>
                        <a:gs pos="2092">
                          <a:srgbClr val="F8F8F8"/>
                        </a:gs>
                        <a:gs pos="10042">
                          <a:srgbClr val="F8F8F8"/>
                        </a:gs>
                      </a:gsLst>
                      <a:lin ang="5400000" scaled="0"/>
                    </a:gradFill>
                    <a:ea typeface="Segoe UI" pitchFamily="34" charset="0"/>
                    <a:cs typeface="Segoe UI" pitchFamily="34" charset="0"/>
                  </a:endParaRPr>
                </a:p>
              </p:txBody>
            </p:sp>
            <p:sp>
              <p:nvSpPr>
                <p:cNvPr id="17" name="Rectangle 16"/>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Dark Gray</a:t>
                  </a:r>
                </a:p>
                <a:p>
                  <a:pPr algn="l" defTabSz="932293" fontAlgn="base">
                    <a:lnSpc>
                      <a:spcPct val="100000"/>
                    </a:lnSpc>
                    <a:spcBef>
                      <a:spcPct val="0"/>
                    </a:spcBef>
                    <a:spcAft>
                      <a:spcPct val="0"/>
                    </a:spcAft>
                  </a:pPr>
                  <a:r>
                    <a:rPr lang="en-US" sz="500">
                      <a:gradFill>
                        <a:gsLst>
                          <a:gs pos="2092">
                            <a:srgbClr val="F8F8F8"/>
                          </a:gs>
                          <a:gs pos="10042">
                            <a:srgbClr val="F8F8F8"/>
                          </a:gs>
                        </a:gsLst>
                        <a:lin ang="5400000" scaled="0"/>
                      </a:gradFill>
                      <a:ea typeface="Segoe UI" pitchFamily="34" charset="0"/>
                      <a:cs typeface="Segoe UI" pitchFamily="34" charset="0"/>
                    </a:rPr>
                    <a:t>R:</a:t>
                  </a:r>
                  <a:r>
                    <a:rPr lang="en-US" sz="500" baseline="0">
                      <a:gradFill>
                        <a:gsLst>
                          <a:gs pos="2092">
                            <a:srgbClr val="F8F8F8"/>
                          </a:gs>
                          <a:gs pos="10042">
                            <a:srgbClr val="F8F8F8"/>
                          </a:gs>
                        </a:gsLst>
                        <a:lin ang="5400000" scaled="0"/>
                      </a:gradFill>
                      <a:ea typeface="Segoe UI" pitchFamily="34" charset="0"/>
                      <a:cs typeface="Segoe UI" pitchFamily="34" charset="0"/>
                    </a:rPr>
                    <a:t>80 G:80 B:80</a:t>
                  </a:r>
                  <a:endParaRPr lang="en-US" sz="500">
                    <a:gradFill>
                      <a:gsLst>
                        <a:gs pos="2092">
                          <a:srgbClr val="F8F8F8"/>
                        </a:gs>
                        <a:gs pos="10042">
                          <a:srgbClr val="F8F8F8"/>
                        </a:gs>
                      </a:gsLst>
                      <a:lin ang="5400000" scaled="0"/>
                    </a:gradFill>
                    <a:ea typeface="Segoe UI" pitchFamily="34" charset="0"/>
                    <a:cs typeface="Segoe UI" pitchFamily="34" charset="0"/>
                  </a:endParaRPr>
                </a:p>
              </p:txBody>
            </p:sp>
            <p:sp>
              <p:nvSpPr>
                <p:cNvPr id="18" name="Rectangle 17"/>
                <p:cNvSpPr/>
                <p:nvPr userDrawn="1"/>
              </p:nvSpPr>
              <p:spPr bwMode="auto">
                <a:xfrm>
                  <a:off x="2498745" y="4543428"/>
                  <a:ext cx="869930" cy="289766"/>
                </a:xfrm>
                <a:prstGeom prst="rect">
                  <a:avLst/>
                </a:prstGeom>
                <a:solidFill>
                  <a:srgbClr val="3076B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Blue</a:t>
                  </a:r>
                </a:p>
                <a:p>
                  <a:pPr algn="l" defTabSz="932293" fontAlgn="base">
                    <a:lnSpc>
                      <a:spcPct val="100000"/>
                    </a:lnSpc>
                    <a:spcBef>
                      <a:spcPct val="0"/>
                    </a:spcBef>
                    <a:spcAft>
                      <a:spcPct val="0"/>
                    </a:spcAft>
                  </a:pPr>
                  <a:r>
                    <a:rPr lang="en-US" sz="500">
                      <a:gradFill>
                        <a:gsLst>
                          <a:gs pos="2092">
                            <a:srgbClr val="F8F8F8"/>
                          </a:gs>
                          <a:gs pos="10042">
                            <a:srgbClr val="F8F8F8"/>
                          </a:gs>
                        </a:gsLst>
                        <a:lin ang="5400000" scaled="0"/>
                      </a:gradFill>
                      <a:ea typeface="Segoe UI" pitchFamily="34" charset="0"/>
                      <a:cs typeface="Segoe UI" pitchFamily="34" charset="0"/>
                    </a:rPr>
                    <a:t>R:</a:t>
                  </a:r>
                  <a:r>
                    <a:rPr lang="en-US" sz="500" baseline="0">
                      <a:gradFill>
                        <a:gsLst>
                          <a:gs pos="2092">
                            <a:srgbClr val="F8F8F8"/>
                          </a:gs>
                          <a:gs pos="10042">
                            <a:srgbClr val="F8F8F8"/>
                          </a:gs>
                        </a:gsLst>
                        <a:lin ang="5400000" scaled="0"/>
                      </a:gradFill>
                      <a:ea typeface="Segoe UI" pitchFamily="34" charset="0"/>
                      <a:cs typeface="Segoe UI" pitchFamily="34" charset="0"/>
                    </a:rPr>
                    <a:t>0 G:120 B:215</a:t>
                  </a:r>
                  <a:endParaRPr lang="en-US" sz="500">
                    <a:gradFill>
                      <a:gsLst>
                        <a:gs pos="2092">
                          <a:srgbClr val="F8F8F8"/>
                        </a:gs>
                        <a:gs pos="10042">
                          <a:srgbClr val="F8F8F8"/>
                        </a:gs>
                      </a:gsLst>
                      <a:lin ang="5400000" scaled="0"/>
                    </a:gradFill>
                    <a:ea typeface="Segoe UI" pitchFamily="34" charset="0"/>
                    <a:cs typeface="Segoe UI" pitchFamily="34" charset="0"/>
                  </a:endParaRPr>
                </a:p>
              </p:txBody>
            </p:sp>
          </p:grpSp>
          <p:sp>
            <p:nvSpPr>
              <p:cNvPr id="34" name="TextBox 33"/>
              <p:cNvSpPr txBox="1"/>
              <p:nvPr userDrawn="1"/>
            </p:nvSpPr>
            <p:spPr>
              <a:xfrm rot="5400000">
                <a:off x="12979639" y="256928"/>
                <a:ext cx="860293" cy="329645"/>
              </a:xfrm>
              <a:prstGeom prst="rect">
                <a:avLst/>
              </a:prstGeom>
              <a:noFill/>
            </p:spPr>
            <p:txBody>
              <a:bodyPr wrap="none" lIns="0" tIns="91440" rIns="182880" bIns="91440" rtlCol="0">
                <a:spAutoFit/>
              </a:bodyPr>
              <a:lstStyle/>
              <a:p>
                <a:pPr>
                  <a:lnSpc>
                    <a:spcPct val="90000"/>
                  </a:lnSpc>
                  <a:spcAft>
                    <a:spcPts val="600"/>
                  </a:spcAft>
                </a:pPr>
                <a:r>
                  <a:rPr lang="en-US" sz="1000">
                    <a:gradFill>
                      <a:gsLst>
                        <a:gs pos="2917">
                          <a:schemeClr val="tx1"/>
                        </a:gs>
                        <a:gs pos="30000">
                          <a:schemeClr val="tx1"/>
                        </a:gs>
                      </a:gsLst>
                      <a:lin ang="5400000" scaled="0"/>
                    </a:gradFill>
                  </a:rPr>
                  <a:t>Main colors</a:t>
                </a:r>
              </a:p>
            </p:txBody>
          </p:sp>
          <p:sp>
            <p:nvSpPr>
              <p:cNvPr id="35" name="TextBox 34"/>
              <p:cNvSpPr txBox="1"/>
              <p:nvPr userDrawn="1"/>
            </p:nvSpPr>
            <p:spPr>
              <a:xfrm rot="5400000">
                <a:off x="11715628" y="4227340"/>
                <a:ext cx="2709380" cy="329645"/>
              </a:xfrm>
              <a:prstGeom prst="rect">
                <a:avLst/>
              </a:prstGeom>
              <a:noFill/>
            </p:spPr>
            <p:txBody>
              <a:bodyPr wrap="none" lIns="0" tIns="91440" rIns="182880" bIns="91440" rtlCol="0">
                <a:spAutoFit/>
              </a:bodyPr>
              <a:lstStyle/>
              <a:p>
                <a:pPr>
                  <a:lnSpc>
                    <a:spcPct val="90000"/>
                  </a:lnSpc>
                  <a:spcAft>
                    <a:spcPts val="600"/>
                  </a:spcAft>
                </a:pPr>
                <a:r>
                  <a:rPr lang="en-US" sz="1000">
                    <a:gradFill>
                      <a:gsLst>
                        <a:gs pos="2917">
                          <a:schemeClr val="tx1"/>
                        </a:gs>
                        <a:gs pos="30000">
                          <a:schemeClr val="tx1"/>
                        </a:gs>
                      </a:gsLst>
                      <a:lin ang="5400000" scaled="0"/>
                    </a:gradFill>
                  </a:rPr>
                  <a:t>Secondary colors (use only when</a:t>
                </a:r>
                <a:r>
                  <a:rPr lang="en-US" sz="1000" baseline="0">
                    <a:gradFill>
                      <a:gsLst>
                        <a:gs pos="2917">
                          <a:schemeClr val="tx1"/>
                        </a:gs>
                        <a:gs pos="30000">
                          <a:schemeClr val="tx1"/>
                        </a:gs>
                      </a:gsLst>
                      <a:lin ang="5400000" scaled="0"/>
                    </a:gradFill>
                  </a:rPr>
                  <a:t> necessary)</a:t>
                </a:r>
                <a:endParaRPr lang="en-US" sz="1000">
                  <a:gradFill>
                    <a:gsLst>
                      <a:gs pos="2917">
                        <a:schemeClr val="tx1"/>
                      </a:gs>
                      <a:gs pos="30000">
                        <a:schemeClr val="tx1"/>
                      </a:gs>
                    </a:gsLst>
                    <a:lin ang="5400000" scaled="0"/>
                  </a:gradFill>
                </a:endParaRPr>
              </a:p>
            </p:txBody>
          </p:sp>
        </p:grpSp>
        <p:sp>
          <p:nvSpPr>
            <p:cNvPr id="19" name="Rectangle 18"/>
            <p:cNvSpPr/>
            <p:nvPr userDrawn="1"/>
          </p:nvSpPr>
          <p:spPr bwMode="auto">
            <a:xfrm rot="5400000">
              <a:off x="12328887" y="4272718"/>
              <a:ext cx="869930" cy="289766"/>
            </a:xfrm>
            <a:prstGeom prst="rect">
              <a:avLst/>
            </a:prstGeom>
            <a:solidFill>
              <a:srgbClr val="00188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18584">
                        <a:srgbClr val="FFFFFF"/>
                      </a:gs>
                      <a:gs pos="52000">
                        <a:srgbClr val="FFFFFF"/>
                      </a:gs>
                    </a:gsLst>
                    <a:lin ang="5400000" scaled="0"/>
                  </a:gradFill>
                  <a:latin typeface="+mn-lt"/>
                  <a:ea typeface="Segoe UI" pitchFamily="34" charset="0"/>
                  <a:cs typeface="Segoe UI" pitchFamily="34" charset="0"/>
                </a:rPr>
                <a:t>Mid Blue</a:t>
              </a:r>
            </a:p>
            <a:p>
              <a:pPr algn="l" defTabSz="932293" fontAlgn="base">
                <a:lnSpc>
                  <a:spcPct val="100000"/>
                </a:lnSpc>
                <a:spcBef>
                  <a:spcPct val="0"/>
                </a:spcBef>
                <a:spcAft>
                  <a:spcPct val="0"/>
                </a:spcAft>
              </a:pPr>
              <a:r>
                <a:rPr lang="en-US" sz="500">
                  <a:gradFill>
                    <a:gsLst>
                      <a:gs pos="18584">
                        <a:srgbClr val="FFFFFF"/>
                      </a:gs>
                      <a:gs pos="52000">
                        <a:srgbClr val="FFFFFF"/>
                      </a:gs>
                    </a:gsLst>
                    <a:lin ang="5400000" scaled="0"/>
                  </a:gradFill>
                  <a:ea typeface="Segoe UI" pitchFamily="34" charset="0"/>
                  <a:cs typeface="Segoe UI" pitchFamily="34" charset="0"/>
                </a:rPr>
                <a:t>R:0</a:t>
              </a:r>
              <a:r>
                <a:rPr lang="en-US" sz="500" baseline="0">
                  <a:gradFill>
                    <a:gsLst>
                      <a:gs pos="18584">
                        <a:srgbClr val="FFFFFF"/>
                      </a:gs>
                      <a:gs pos="52000">
                        <a:srgbClr val="FFFFFF"/>
                      </a:gs>
                    </a:gsLst>
                    <a:lin ang="5400000" scaled="0"/>
                  </a:gradFill>
                  <a:ea typeface="Segoe UI" pitchFamily="34" charset="0"/>
                  <a:cs typeface="Segoe UI" pitchFamily="34" charset="0"/>
                </a:rPr>
                <a:t> G:24 B:143</a:t>
              </a:r>
              <a:endParaRPr lang="en-US" sz="500">
                <a:gradFill>
                  <a:gsLst>
                    <a:gs pos="18584">
                      <a:srgbClr val="FFFFFF"/>
                    </a:gs>
                    <a:gs pos="52000">
                      <a:srgbClr val="FFFFFF"/>
                    </a:gs>
                  </a:gsLst>
                  <a:lin ang="5400000" scaled="0"/>
                </a:gradFill>
                <a:ea typeface="Segoe UI" pitchFamily="34" charset="0"/>
                <a:cs typeface="Segoe UI" pitchFamily="34" charset="0"/>
              </a:endParaRPr>
            </a:p>
          </p:txBody>
        </p:sp>
        <p:sp>
          <p:nvSpPr>
            <p:cNvPr id="20" name="Rectangle 19"/>
            <p:cNvSpPr/>
            <p:nvPr userDrawn="1"/>
          </p:nvSpPr>
          <p:spPr bwMode="auto">
            <a:xfrm rot="5400000">
              <a:off x="12328887" y="5187118"/>
              <a:ext cx="869930" cy="289766"/>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Green</a:t>
              </a:r>
            </a:p>
            <a:p>
              <a:pPr algn="l" defTabSz="932293" fontAlgn="base">
                <a:lnSpc>
                  <a:spcPct val="100000"/>
                </a:lnSpc>
                <a:spcBef>
                  <a:spcPct val="0"/>
                </a:spcBef>
                <a:spcAft>
                  <a:spcPct val="0"/>
                </a:spcAft>
              </a:pPr>
              <a:r>
                <a:rPr lang="en-US" sz="500">
                  <a:gradFill>
                    <a:gsLst>
                      <a:gs pos="2092">
                        <a:srgbClr val="F8F8F8"/>
                      </a:gs>
                      <a:gs pos="10042">
                        <a:srgbClr val="F8F8F8"/>
                      </a:gs>
                    </a:gsLst>
                    <a:lin ang="5400000" scaled="0"/>
                  </a:gradFill>
                  <a:ea typeface="Segoe UI" pitchFamily="34" charset="0"/>
                  <a:cs typeface="Segoe UI" pitchFamily="34" charset="0"/>
                </a:rPr>
                <a:t>R:</a:t>
              </a:r>
              <a:r>
                <a:rPr lang="en-US" sz="500" baseline="0">
                  <a:gradFill>
                    <a:gsLst>
                      <a:gs pos="2092">
                        <a:srgbClr val="F8F8F8"/>
                      </a:gs>
                      <a:gs pos="10042">
                        <a:srgbClr val="F8F8F8"/>
                      </a:gs>
                    </a:gsLst>
                    <a:lin ang="5400000" scaled="0"/>
                  </a:gradFill>
                  <a:ea typeface="Segoe UI" pitchFamily="34" charset="0"/>
                  <a:cs typeface="Segoe UI" pitchFamily="34" charset="0"/>
                </a:rPr>
                <a:t>16 G:124 B:16</a:t>
              </a:r>
            </a:p>
          </p:txBody>
        </p:sp>
        <p:sp>
          <p:nvSpPr>
            <p:cNvPr id="21" name="Rectangle 20"/>
            <p:cNvSpPr/>
            <p:nvPr userDrawn="1"/>
          </p:nvSpPr>
          <p:spPr bwMode="auto">
            <a:xfrm rot="5400000">
              <a:off x="12328886" y="3353996"/>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66272">
                        <a:srgbClr val="000000"/>
                      </a:gs>
                      <a:gs pos="44000">
                        <a:srgbClr val="000000"/>
                      </a:gs>
                    </a:gsLst>
                    <a:lin ang="5400000" scaled="1"/>
                  </a:gradFill>
                  <a:latin typeface="+mn-lt"/>
                  <a:ea typeface="Segoe UI" pitchFamily="34" charset="0"/>
                  <a:cs typeface="Segoe UI" pitchFamily="34" charset="0"/>
                </a:rPr>
                <a:t>Light Blue</a:t>
              </a:r>
            </a:p>
            <a:p>
              <a:pPr algn="l" defTabSz="932293" fontAlgn="base">
                <a:lnSpc>
                  <a:spcPct val="100000"/>
                </a:lnSpc>
                <a:spcBef>
                  <a:spcPct val="0"/>
                </a:spcBef>
                <a:spcAft>
                  <a:spcPct val="0"/>
                </a:spcAft>
              </a:pPr>
              <a:r>
                <a:rPr lang="en-US" sz="500">
                  <a:gradFill>
                    <a:gsLst>
                      <a:gs pos="66272">
                        <a:srgbClr val="000000"/>
                      </a:gs>
                      <a:gs pos="44000">
                        <a:srgbClr val="000000"/>
                      </a:gs>
                    </a:gsLst>
                    <a:lin ang="5400000" scaled="1"/>
                  </a:gradFill>
                  <a:ea typeface="Segoe UI" pitchFamily="34" charset="0"/>
                  <a:cs typeface="Segoe UI" pitchFamily="34" charset="0"/>
                </a:rPr>
                <a:t>R:0</a:t>
              </a:r>
              <a:r>
                <a:rPr lang="en-US" sz="500" baseline="0">
                  <a:gradFill>
                    <a:gsLst>
                      <a:gs pos="66272">
                        <a:srgbClr val="000000"/>
                      </a:gs>
                      <a:gs pos="44000">
                        <a:srgbClr val="000000"/>
                      </a:gs>
                    </a:gsLst>
                    <a:lin ang="5400000" scaled="1"/>
                  </a:gradFill>
                  <a:ea typeface="Segoe UI" pitchFamily="34" charset="0"/>
                  <a:cs typeface="Segoe UI" pitchFamily="34" charset="0"/>
                </a:rPr>
                <a:t> G:188 B:242</a:t>
              </a:r>
              <a:endParaRPr lang="en-US" sz="500">
                <a:gradFill>
                  <a:gsLst>
                    <a:gs pos="66272">
                      <a:srgbClr val="000000"/>
                    </a:gs>
                    <a:gs pos="44000">
                      <a:srgbClr val="000000"/>
                    </a:gs>
                  </a:gsLst>
                  <a:lin ang="5400000" scaled="1"/>
                </a:gradFill>
                <a:ea typeface="Segoe UI" pitchFamily="34" charset="0"/>
                <a:cs typeface="Segoe UI" pitchFamily="34" charset="0"/>
              </a:endParaRPr>
            </a:p>
          </p:txBody>
        </p:sp>
      </p:grpSp>
    </p:spTree>
    <p:extLst>
      <p:ext uri="{BB962C8B-B14F-4D97-AF65-F5344CB8AC3E}">
        <p14:creationId xmlns:p14="http://schemas.microsoft.com/office/powerpoint/2010/main" val="3911081523"/>
      </p:ext>
    </p:extLst>
  </p:cSld>
  <p:clrMap bg1="lt1" tx1="dk1" bg2="lt2" tx2="dk2" accent1="accent1" accent2="accent2" accent3="accent3" accent4="accent4" accent5="accent5" accent6="accent6" hlink="hlink" folHlink="folHlink"/>
  <p:sldLayoutIdLst>
    <p:sldLayoutId id="2147484612" r:id="rId1"/>
    <p:sldLayoutId id="2147484613" r:id="rId2"/>
    <p:sldLayoutId id="2147484614" r:id="rId3"/>
    <p:sldLayoutId id="2147484615" r:id="rId4"/>
    <p:sldLayoutId id="2147484616" r:id="rId5"/>
    <p:sldLayoutId id="2147484617" r:id="rId6"/>
    <p:sldLayoutId id="2147484618" r:id="rId7"/>
    <p:sldLayoutId id="2147484619" r:id="rId8"/>
    <p:sldLayoutId id="2147484620" r:id="rId9"/>
    <p:sldLayoutId id="2147484621" r:id="rId10"/>
    <p:sldLayoutId id="2147484622" r:id="rId11"/>
    <p:sldLayoutId id="2147484623" r:id="rId12"/>
    <p:sldLayoutId id="2147484624" r:id="rId13"/>
    <p:sldLayoutId id="2147484625" r:id="rId14"/>
    <p:sldLayoutId id="2147484626" r:id="rId15"/>
    <p:sldLayoutId id="2147484627" r:id="rId16"/>
    <p:sldLayoutId id="2147484628" r:id="rId17"/>
    <p:sldLayoutId id="2147484629" r:id="rId18"/>
    <p:sldLayoutId id="2147484630" r:id="rId19"/>
    <p:sldLayoutId id="2147484631" r:id="rId20"/>
    <p:sldLayoutId id="2147484632" r:id="rId21"/>
  </p:sldLayoutIdLst>
  <p:transition>
    <p:fade/>
  </p:transition>
  <p:hf sldNum="0" hdr="0" ftr="0" dt="0"/>
  <p:txStyles>
    <p:titleStyle>
      <a:lvl1pPr algn="l" defTabSz="932563" rtl="0" eaLnBrk="1" latinLnBrk="0" hangingPunct="1">
        <a:lnSpc>
          <a:spcPct val="90000"/>
        </a:lnSpc>
        <a:spcBef>
          <a:spcPct val="0"/>
        </a:spcBef>
        <a:buNone/>
        <a:defRPr lang="en-US" sz="4799"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834" marR="0" indent="-342834" algn="l" defTabSz="932563" rtl="0" eaLnBrk="1" fontAlgn="auto" latinLnBrk="0" hangingPunct="1">
        <a:lnSpc>
          <a:spcPct val="90000"/>
        </a:lnSpc>
        <a:spcBef>
          <a:spcPct val="20000"/>
        </a:spcBef>
        <a:spcAft>
          <a:spcPts val="0"/>
        </a:spcAft>
        <a:buClrTx/>
        <a:buSzPct val="90000"/>
        <a:buFont typeface="Arial" pitchFamily="34" charset="0"/>
        <a:buChar char="•"/>
        <a:tabLst/>
        <a:defRPr sz="3999" kern="1200" spc="0" baseline="0">
          <a:gradFill>
            <a:gsLst>
              <a:gs pos="1250">
                <a:schemeClr val="tx1"/>
              </a:gs>
              <a:gs pos="100000">
                <a:schemeClr val="tx1"/>
              </a:gs>
            </a:gsLst>
            <a:lin ang="5400000" scaled="0"/>
          </a:gradFill>
          <a:latin typeface="+mj-lt"/>
          <a:ea typeface="+mn-ea"/>
          <a:cs typeface="+mn-cs"/>
        </a:defRPr>
      </a:lvl1pPr>
      <a:lvl2pPr marL="584088" marR="0" indent="-241253" algn="l" defTabSz="932563"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946"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503"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058"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4548"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6"/>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2"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rot="5400000">
            <a:off x="9393899" y="3050515"/>
            <a:ext cx="6995160" cy="894134"/>
          </a:xfrm>
          <a:prstGeom prst="rect">
            <a:avLst/>
          </a:prstGeom>
        </p:spPr>
      </p:pic>
    </p:spTree>
    <p:extLst>
      <p:ext uri="{BB962C8B-B14F-4D97-AF65-F5344CB8AC3E}">
        <p14:creationId xmlns:p14="http://schemas.microsoft.com/office/powerpoint/2010/main" val="431240468"/>
      </p:ext>
    </p:extLst>
  </p:cSld>
  <p:clrMap bg1="dk1" tx1="lt1" bg2="dk2" tx2="lt2" accent1="accent1" accent2="accent2" accent3="accent3" accent4="accent4" accent5="accent5" accent6="accent6" hlink="hlink" folHlink="folHlink"/>
  <p:sldLayoutIdLst>
    <p:sldLayoutId id="2147484634" r:id="rId1"/>
    <p:sldLayoutId id="2147484635" r:id="rId2"/>
    <p:sldLayoutId id="2147484636" r:id="rId3"/>
    <p:sldLayoutId id="2147484637" r:id="rId4"/>
    <p:sldLayoutId id="2147484638" r:id="rId5"/>
    <p:sldLayoutId id="2147484639" r:id="rId6"/>
    <p:sldLayoutId id="2147484640" r:id="rId7"/>
    <p:sldLayoutId id="2147484641" r:id="rId8"/>
    <p:sldLayoutId id="2147484642" r:id="rId9"/>
    <p:sldLayoutId id="2147484643" r:id="rId10"/>
    <p:sldLayoutId id="2147484644" r:id="rId11"/>
    <p:sldLayoutId id="2147484645" r:id="rId12"/>
    <p:sldLayoutId id="2147484646" r:id="rId13"/>
    <p:sldLayoutId id="2147484647" r:id="rId14"/>
    <p:sldLayoutId id="2147484648" r:id="rId15"/>
    <p:sldLayoutId id="2147484649" r:id="rId16"/>
    <p:sldLayoutId id="2147484650" r:id="rId17"/>
    <p:sldLayoutId id="2147484651" r:id="rId18"/>
    <p:sldLayoutId id="2147484652" r:id="rId19"/>
    <p:sldLayoutId id="2147484653" r:id="rId20"/>
    <p:sldLayoutId id="2147484654" r:id="rId21"/>
    <p:sldLayoutId id="2147484655" r:id="rId22"/>
    <p:sldLayoutId id="2147484656" r:id="rId23"/>
    <p:sldLayoutId id="2147484657" r:id="rId24"/>
    <p:sldLayoutId id="2147484658" r:id="rId25"/>
  </p:sldLayoutIdLst>
  <p:transition>
    <p:fade/>
  </p:transition>
  <p:hf sldNum="0" hdr="0" ftr="0" dt="0"/>
  <p:txStyles>
    <p:titleStyle>
      <a:lvl1pPr algn="l" defTabSz="932384" rtl="0" eaLnBrk="1" latinLnBrk="0" hangingPunct="1">
        <a:lnSpc>
          <a:spcPct val="90000"/>
        </a:lnSpc>
        <a:spcBef>
          <a:spcPct val="0"/>
        </a:spcBef>
        <a:buNone/>
        <a:defRPr lang="en-US" sz="4798"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768" marR="0" indent="-342768" algn="l" defTabSz="932384" rtl="0" eaLnBrk="1" fontAlgn="auto" latinLnBrk="0" hangingPunct="1">
        <a:lnSpc>
          <a:spcPct val="90000"/>
        </a:lnSpc>
        <a:spcBef>
          <a:spcPct val="20000"/>
        </a:spcBef>
        <a:spcAft>
          <a:spcPts val="0"/>
        </a:spcAft>
        <a:buClrTx/>
        <a:buSzPct val="90000"/>
        <a:buFont typeface="Arial" pitchFamily="34" charset="0"/>
        <a:buChar char="•"/>
        <a:tabLst/>
        <a:defRPr sz="3998" kern="1200" spc="0" baseline="0">
          <a:gradFill>
            <a:gsLst>
              <a:gs pos="1250">
                <a:schemeClr val="tx1"/>
              </a:gs>
              <a:gs pos="100000">
                <a:schemeClr val="tx1"/>
              </a:gs>
            </a:gsLst>
            <a:lin ang="5400000" scaled="0"/>
          </a:gradFill>
          <a:latin typeface="+mj-lt"/>
          <a:ea typeface="+mn-ea"/>
          <a:cs typeface="+mn-cs"/>
        </a:defRPr>
      </a:lvl1pPr>
      <a:lvl2pPr marL="583975" marR="0" indent="-241206" algn="l" defTabSz="932384"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792" marR="0" indent="-228513" algn="l" defTabSz="932384"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305" marR="0" indent="-228513" algn="l" defTabSz="932384"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6817" marR="0" indent="-228513" algn="l" defTabSz="932384"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4055" indent="-233096"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248" indent="-233096"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6441" indent="-233096"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2633" indent="-233096"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384" rtl="0" eaLnBrk="1" latinLnBrk="0" hangingPunct="1">
        <a:defRPr sz="1800" kern="1200">
          <a:solidFill>
            <a:schemeClr val="tx1"/>
          </a:solidFill>
          <a:latin typeface="+mn-lt"/>
          <a:ea typeface="+mn-ea"/>
          <a:cs typeface="+mn-cs"/>
        </a:defRPr>
      </a:lvl1pPr>
      <a:lvl2pPr marL="466191" algn="l" defTabSz="932384" rtl="0" eaLnBrk="1" latinLnBrk="0" hangingPunct="1">
        <a:defRPr sz="1800" kern="1200">
          <a:solidFill>
            <a:schemeClr val="tx1"/>
          </a:solidFill>
          <a:latin typeface="+mn-lt"/>
          <a:ea typeface="+mn-ea"/>
          <a:cs typeface="+mn-cs"/>
        </a:defRPr>
      </a:lvl2pPr>
      <a:lvl3pPr marL="932384" algn="l" defTabSz="932384" rtl="0" eaLnBrk="1" latinLnBrk="0" hangingPunct="1">
        <a:defRPr sz="1800" kern="1200">
          <a:solidFill>
            <a:schemeClr val="tx1"/>
          </a:solidFill>
          <a:latin typeface="+mn-lt"/>
          <a:ea typeface="+mn-ea"/>
          <a:cs typeface="+mn-cs"/>
        </a:defRPr>
      </a:lvl3pPr>
      <a:lvl4pPr marL="1398576" algn="l" defTabSz="932384" rtl="0" eaLnBrk="1" latinLnBrk="0" hangingPunct="1">
        <a:defRPr sz="1800" kern="1200">
          <a:solidFill>
            <a:schemeClr val="tx1"/>
          </a:solidFill>
          <a:latin typeface="+mn-lt"/>
          <a:ea typeface="+mn-ea"/>
          <a:cs typeface="+mn-cs"/>
        </a:defRPr>
      </a:lvl4pPr>
      <a:lvl5pPr marL="1864768" algn="l" defTabSz="932384" rtl="0" eaLnBrk="1" latinLnBrk="0" hangingPunct="1">
        <a:defRPr sz="1800" kern="1200">
          <a:solidFill>
            <a:schemeClr val="tx1"/>
          </a:solidFill>
          <a:latin typeface="+mn-lt"/>
          <a:ea typeface="+mn-ea"/>
          <a:cs typeface="+mn-cs"/>
        </a:defRPr>
      </a:lvl5pPr>
      <a:lvl6pPr marL="2330960" algn="l" defTabSz="932384" rtl="0" eaLnBrk="1" latinLnBrk="0" hangingPunct="1">
        <a:defRPr sz="1800" kern="1200">
          <a:solidFill>
            <a:schemeClr val="tx1"/>
          </a:solidFill>
          <a:latin typeface="+mn-lt"/>
          <a:ea typeface="+mn-ea"/>
          <a:cs typeface="+mn-cs"/>
        </a:defRPr>
      </a:lvl6pPr>
      <a:lvl7pPr marL="2797152" algn="l" defTabSz="932384" rtl="0" eaLnBrk="1" latinLnBrk="0" hangingPunct="1">
        <a:defRPr sz="1800" kern="1200">
          <a:solidFill>
            <a:schemeClr val="tx1"/>
          </a:solidFill>
          <a:latin typeface="+mn-lt"/>
          <a:ea typeface="+mn-ea"/>
          <a:cs typeface="+mn-cs"/>
        </a:defRPr>
      </a:lvl7pPr>
      <a:lvl8pPr marL="3263343" algn="l" defTabSz="932384" rtl="0" eaLnBrk="1" latinLnBrk="0" hangingPunct="1">
        <a:defRPr sz="1800" kern="1200">
          <a:solidFill>
            <a:schemeClr val="tx1"/>
          </a:solidFill>
          <a:latin typeface="+mn-lt"/>
          <a:ea typeface="+mn-ea"/>
          <a:cs typeface="+mn-cs"/>
        </a:defRPr>
      </a:lvl8pPr>
      <a:lvl9pPr marL="3729537" algn="l" defTabSz="9323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2401933"/>
      </p:ext>
    </p:extLst>
  </p:cSld>
  <p:clrMap bg1="dk1" tx1="lt1" bg2="dk2" tx2="lt2" accent1="accent1" accent2="accent2" accent3="accent3" accent4="accent4" accent5="accent5" accent6="accent6" hlink="hlink" folHlink="folHlink"/>
  <p:sldLayoutIdLst>
    <p:sldLayoutId id="2147484660"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 id="2147484671" r:id="rId12"/>
    <p:sldLayoutId id="2147484672" r:id="rId13"/>
    <p:sldLayoutId id="2147484673" r:id="rId14"/>
    <p:sldLayoutId id="2147484674" r:id="rId15"/>
    <p:sldLayoutId id="2147484675" r:id="rId16"/>
    <p:sldLayoutId id="2147484676" r:id="rId17"/>
    <p:sldLayoutId id="2147484677" r:id="rId18"/>
    <p:sldLayoutId id="2147484678" r:id="rId19"/>
    <p:sldLayoutId id="2147484679" r:id="rId20"/>
    <p:sldLayoutId id="2147484680" r:id="rId21"/>
    <p:sldLayoutId id="2147484846" r:id="rId22"/>
  </p:sldLayoutIdLst>
  <p:transition>
    <p:fade/>
  </p:transition>
  <p:hf sldNum="0" hdr="0" ftr="0" dt="0"/>
  <p:txStyles>
    <p:titleStyle>
      <a:lvl1pPr algn="l" defTabSz="931191" rtl="0" eaLnBrk="1" latinLnBrk="0" hangingPunct="1">
        <a:lnSpc>
          <a:spcPct val="90000"/>
        </a:lnSpc>
        <a:spcBef>
          <a:spcPct val="0"/>
        </a:spcBef>
        <a:buNone/>
        <a:defRPr lang="en-US" sz="5609" b="0" kern="1200" cap="none" spc="-102" baseline="0" dirty="0">
          <a:ln w="3175">
            <a:noFill/>
          </a:ln>
          <a:gradFill>
            <a:gsLst>
              <a:gs pos="1250">
                <a:schemeClr val="tx1"/>
              </a:gs>
              <a:gs pos="100000">
                <a:schemeClr val="tx1"/>
              </a:gs>
            </a:gsLst>
            <a:lin ang="5400000" scaled="0"/>
          </a:gradFill>
          <a:effectLst/>
          <a:latin typeface="+mj-lt"/>
          <a:ea typeface="+mn-ea"/>
          <a:cs typeface="Arial" charset="0"/>
        </a:defRPr>
      </a:lvl1pPr>
    </p:titleStyle>
    <p:bodyStyle>
      <a:lvl1pPr marL="345978" marR="0" indent="-345978" algn="l" defTabSz="931191" rtl="0" eaLnBrk="1" fontAlgn="auto" latinLnBrk="0" hangingPunct="1">
        <a:lnSpc>
          <a:spcPct val="90000"/>
        </a:lnSpc>
        <a:spcBef>
          <a:spcPct val="20000"/>
        </a:spcBef>
        <a:spcAft>
          <a:spcPts val="0"/>
        </a:spcAft>
        <a:buClrTx/>
        <a:buSzPct val="90000"/>
        <a:buFont typeface="Arial" pitchFamily="34" charset="0"/>
        <a:buChar char="•"/>
        <a:tabLst/>
        <a:defRPr sz="3672" kern="1200" spc="-72" baseline="0">
          <a:gradFill>
            <a:gsLst>
              <a:gs pos="1250">
                <a:schemeClr val="tx1"/>
              </a:gs>
              <a:gs pos="100000">
                <a:schemeClr val="tx1"/>
              </a:gs>
            </a:gsLst>
            <a:lin ang="5400000" scaled="0"/>
          </a:gradFill>
          <a:latin typeface="+mj-lt"/>
          <a:ea typeface="+mn-ea"/>
          <a:cs typeface="+mn-cs"/>
        </a:defRPr>
      </a:lvl1pPr>
      <a:lvl2pPr marL="583635" marR="0" indent="-237658" algn="l" defTabSz="931191" rtl="0" eaLnBrk="1" fontAlgn="auto" latinLnBrk="0" hangingPunct="1">
        <a:lnSpc>
          <a:spcPct val="90000"/>
        </a:lnSpc>
        <a:spcBef>
          <a:spcPct val="20000"/>
        </a:spcBef>
        <a:spcAft>
          <a:spcPts val="0"/>
        </a:spcAft>
        <a:buClrTx/>
        <a:buSzPct val="90000"/>
        <a:buFont typeface="Wingdings" pitchFamily="2" charset="2"/>
        <a:buChar char=""/>
        <a:tabLst/>
        <a:defRPr sz="2448" kern="1200" spc="0" baseline="0">
          <a:gradFill>
            <a:gsLst>
              <a:gs pos="1250">
                <a:schemeClr val="tx1"/>
              </a:gs>
              <a:gs pos="100000">
                <a:schemeClr val="tx1"/>
              </a:gs>
            </a:gsLst>
            <a:lin ang="5400000" scaled="0"/>
          </a:gradFill>
          <a:latin typeface="+mn-lt"/>
          <a:ea typeface="+mn-ea"/>
          <a:cs typeface="+mn-cs"/>
        </a:defRPr>
      </a:lvl2pPr>
      <a:lvl3pPr marL="813209" marR="0" indent="-229573" algn="l" defTabSz="931191" rtl="0" eaLnBrk="1" fontAlgn="auto" latinLnBrk="0" hangingPunct="1">
        <a:lnSpc>
          <a:spcPct val="90000"/>
        </a:lnSpc>
        <a:spcBef>
          <a:spcPct val="20000"/>
        </a:spcBef>
        <a:spcAft>
          <a:spcPts val="0"/>
        </a:spcAft>
        <a:buClrTx/>
        <a:buSzPct val="90000"/>
        <a:buFont typeface="Wingdings" pitchFamily="2" charset="2"/>
        <a:buChar char=""/>
        <a:tabLst>
          <a:tab pos="813209" algn="l"/>
        </a:tabLst>
        <a:defRPr sz="2448" kern="1200" spc="0" baseline="0">
          <a:gradFill>
            <a:gsLst>
              <a:gs pos="1250">
                <a:schemeClr val="tx1"/>
              </a:gs>
              <a:gs pos="100000">
                <a:schemeClr val="tx1"/>
              </a:gs>
            </a:gsLst>
            <a:lin ang="5400000" scaled="0"/>
          </a:gradFill>
          <a:latin typeface="+mn-lt"/>
          <a:ea typeface="+mn-ea"/>
          <a:cs typeface="+mn-cs"/>
        </a:defRPr>
      </a:lvl3pPr>
      <a:lvl4pPr marL="1049250" marR="0" indent="-236040" algn="l" defTabSz="931191" rtl="0" eaLnBrk="1" fontAlgn="auto" latinLnBrk="0" hangingPunct="1">
        <a:lnSpc>
          <a:spcPct val="90000"/>
        </a:lnSpc>
        <a:spcBef>
          <a:spcPct val="20000"/>
        </a:spcBef>
        <a:spcAft>
          <a:spcPts val="0"/>
        </a:spcAft>
        <a:buClrTx/>
        <a:buSzPct val="90000"/>
        <a:buFont typeface="Wingdings" pitchFamily="2" charset="2"/>
        <a:buChar char=""/>
        <a:tabLst/>
        <a:defRPr sz="2040" kern="1200" spc="0" baseline="0">
          <a:gradFill>
            <a:gsLst>
              <a:gs pos="1250">
                <a:schemeClr val="tx1"/>
              </a:gs>
              <a:gs pos="100000">
                <a:schemeClr val="tx1"/>
              </a:gs>
            </a:gsLst>
            <a:lin ang="5400000" scaled="0"/>
          </a:gradFill>
          <a:latin typeface="+mn-lt"/>
          <a:ea typeface="+mn-ea"/>
          <a:cs typeface="+mn-cs"/>
        </a:defRPr>
      </a:lvl4pPr>
      <a:lvl5pPr marL="1278823" marR="0" indent="-229573" algn="l" defTabSz="931191" rtl="0" eaLnBrk="1" fontAlgn="auto" latinLnBrk="0" hangingPunct="1">
        <a:lnSpc>
          <a:spcPct val="90000"/>
        </a:lnSpc>
        <a:spcBef>
          <a:spcPct val="20000"/>
        </a:spcBef>
        <a:spcAft>
          <a:spcPts val="0"/>
        </a:spcAft>
        <a:buClrTx/>
        <a:buSzPct val="90000"/>
        <a:buFont typeface="Wingdings" pitchFamily="2" charset="2"/>
        <a:buChar char=""/>
        <a:tabLst>
          <a:tab pos="1278823" algn="l"/>
        </a:tabLst>
        <a:defRPr sz="2040" kern="1200" spc="0" baseline="0">
          <a:gradFill>
            <a:gsLst>
              <a:gs pos="1250">
                <a:schemeClr val="tx1"/>
              </a:gs>
              <a:gs pos="100000">
                <a:schemeClr val="tx1"/>
              </a:gs>
            </a:gsLst>
            <a:lin ang="5400000" scaled="0"/>
          </a:gradFill>
          <a:latin typeface="+mn-lt"/>
          <a:ea typeface="+mn-ea"/>
          <a:cs typeface="+mn-cs"/>
        </a:defRPr>
      </a:lvl5pPr>
      <a:lvl6pPr marL="2560776" indent="-232798" algn="l" defTabSz="931191" rtl="0" eaLnBrk="1" latinLnBrk="0" hangingPunct="1">
        <a:spcBef>
          <a:spcPct val="20000"/>
        </a:spcBef>
        <a:buFont typeface="Arial" pitchFamily="34" charset="0"/>
        <a:buChar char="•"/>
        <a:defRPr sz="2040" kern="1200">
          <a:solidFill>
            <a:schemeClr val="tx1"/>
          </a:solidFill>
          <a:latin typeface="+mn-lt"/>
          <a:ea typeface="+mn-ea"/>
          <a:cs typeface="+mn-cs"/>
        </a:defRPr>
      </a:lvl6pPr>
      <a:lvl7pPr marL="3026372" indent="-232798" algn="l" defTabSz="931191" rtl="0" eaLnBrk="1" latinLnBrk="0" hangingPunct="1">
        <a:spcBef>
          <a:spcPct val="20000"/>
        </a:spcBef>
        <a:buFont typeface="Arial" pitchFamily="34" charset="0"/>
        <a:buChar char="•"/>
        <a:defRPr sz="2040" kern="1200">
          <a:solidFill>
            <a:schemeClr val="tx1"/>
          </a:solidFill>
          <a:latin typeface="+mn-lt"/>
          <a:ea typeface="+mn-ea"/>
          <a:cs typeface="+mn-cs"/>
        </a:defRPr>
      </a:lvl7pPr>
      <a:lvl8pPr marL="3491967" indent="-232798" algn="l" defTabSz="931191" rtl="0" eaLnBrk="1" latinLnBrk="0" hangingPunct="1">
        <a:spcBef>
          <a:spcPct val="20000"/>
        </a:spcBef>
        <a:buFont typeface="Arial" pitchFamily="34" charset="0"/>
        <a:buChar char="•"/>
        <a:defRPr sz="2040" kern="1200">
          <a:solidFill>
            <a:schemeClr val="tx1"/>
          </a:solidFill>
          <a:latin typeface="+mn-lt"/>
          <a:ea typeface="+mn-ea"/>
          <a:cs typeface="+mn-cs"/>
        </a:defRPr>
      </a:lvl8pPr>
      <a:lvl9pPr marL="3957563" indent="-232798" algn="l" defTabSz="931191" rtl="0" eaLnBrk="1" latinLnBrk="0" hangingPunct="1">
        <a:spcBef>
          <a:spcPct val="20000"/>
        </a:spcBef>
        <a:buFont typeface="Arial" pitchFamily="34" charset="0"/>
        <a:buChar char="•"/>
        <a:defRPr sz="2040" kern="1200">
          <a:solidFill>
            <a:schemeClr val="tx1"/>
          </a:solidFill>
          <a:latin typeface="+mn-lt"/>
          <a:ea typeface="+mn-ea"/>
          <a:cs typeface="+mn-cs"/>
        </a:defRPr>
      </a:lvl9pPr>
    </p:bodyStyle>
    <p:otherStyle>
      <a:defPPr>
        <a:defRPr lang="en-US"/>
      </a:defPPr>
      <a:lvl1pPr marL="0" algn="l" defTabSz="931191" rtl="0" eaLnBrk="1" latinLnBrk="0" hangingPunct="1">
        <a:defRPr sz="1938" kern="1200">
          <a:solidFill>
            <a:schemeClr val="tx1"/>
          </a:solidFill>
          <a:latin typeface="+mn-lt"/>
          <a:ea typeface="+mn-ea"/>
          <a:cs typeface="+mn-cs"/>
        </a:defRPr>
      </a:lvl1pPr>
      <a:lvl2pPr marL="465596" algn="l" defTabSz="931191" rtl="0" eaLnBrk="1" latinLnBrk="0" hangingPunct="1">
        <a:defRPr sz="1938" kern="1200">
          <a:solidFill>
            <a:schemeClr val="tx1"/>
          </a:solidFill>
          <a:latin typeface="+mn-lt"/>
          <a:ea typeface="+mn-ea"/>
          <a:cs typeface="+mn-cs"/>
        </a:defRPr>
      </a:lvl2pPr>
      <a:lvl3pPr marL="931191" algn="l" defTabSz="931191" rtl="0" eaLnBrk="1" latinLnBrk="0" hangingPunct="1">
        <a:defRPr sz="1938" kern="1200">
          <a:solidFill>
            <a:schemeClr val="tx1"/>
          </a:solidFill>
          <a:latin typeface="+mn-lt"/>
          <a:ea typeface="+mn-ea"/>
          <a:cs typeface="+mn-cs"/>
        </a:defRPr>
      </a:lvl3pPr>
      <a:lvl4pPr marL="1396787" algn="l" defTabSz="931191" rtl="0" eaLnBrk="1" latinLnBrk="0" hangingPunct="1">
        <a:defRPr sz="1938" kern="1200">
          <a:solidFill>
            <a:schemeClr val="tx1"/>
          </a:solidFill>
          <a:latin typeface="+mn-lt"/>
          <a:ea typeface="+mn-ea"/>
          <a:cs typeface="+mn-cs"/>
        </a:defRPr>
      </a:lvl4pPr>
      <a:lvl5pPr marL="1862382" algn="l" defTabSz="931191" rtl="0" eaLnBrk="1" latinLnBrk="0" hangingPunct="1">
        <a:defRPr sz="1938" kern="1200">
          <a:solidFill>
            <a:schemeClr val="tx1"/>
          </a:solidFill>
          <a:latin typeface="+mn-lt"/>
          <a:ea typeface="+mn-ea"/>
          <a:cs typeface="+mn-cs"/>
        </a:defRPr>
      </a:lvl5pPr>
      <a:lvl6pPr marL="2327978" algn="l" defTabSz="931191" rtl="0" eaLnBrk="1" latinLnBrk="0" hangingPunct="1">
        <a:defRPr sz="1938" kern="1200">
          <a:solidFill>
            <a:schemeClr val="tx1"/>
          </a:solidFill>
          <a:latin typeface="+mn-lt"/>
          <a:ea typeface="+mn-ea"/>
          <a:cs typeface="+mn-cs"/>
        </a:defRPr>
      </a:lvl6pPr>
      <a:lvl7pPr marL="2793573" algn="l" defTabSz="931191" rtl="0" eaLnBrk="1" latinLnBrk="0" hangingPunct="1">
        <a:defRPr sz="1938" kern="1200">
          <a:solidFill>
            <a:schemeClr val="tx1"/>
          </a:solidFill>
          <a:latin typeface="+mn-lt"/>
          <a:ea typeface="+mn-ea"/>
          <a:cs typeface="+mn-cs"/>
        </a:defRPr>
      </a:lvl7pPr>
      <a:lvl8pPr marL="3259170" algn="l" defTabSz="931191" rtl="0" eaLnBrk="1" latinLnBrk="0" hangingPunct="1">
        <a:defRPr sz="1938" kern="1200">
          <a:solidFill>
            <a:schemeClr val="tx1"/>
          </a:solidFill>
          <a:latin typeface="+mn-lt"/>
          <a:ea typeface="+mn-ea"/>
          <a:cs typeface="+mn-cs"/>
        </a:defRPr>
      </a:lvl8pPr>
      <a:lvl9pPr marL="3724766" algn="l" defTabSz="931191" rtl="0" eaLnBrk="1" latinLnBrk="0" hangingPunct="1">
        <a:defRPr sz="1938"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7"/>
            <a:ext cx="11889564" cy="917575"/>
          </a:xfrm>
          <a:prstGeom prst="rect">
            <a:avLst/>
          </a:prstGeom>
        </p:spPr>
        <p:txBody>
          <a:bodyPr vert="horz" wrap="square" lIns="146286" tIns="91429" rIns="146286" bIns="91429" rtlCol="0" anchor="t">
            <a:noAutofit/>
          </a:bodyPr>
          <a:lstStyle/>
          <a:p>
            <a:r>
              <a:rPr lang="en-US"/>
              <a:t>Click to edit Master title style</a:t>
            </a:r>
          </a:p>
        </p:txBody>
      </p:sp>
      <p:sp>
        <p:nvSpPr>
          <p:cNvPr id="4" name="Text Placeholder 3"/>
          <p:cNvSpPr>
            <a:spLocks noGrp="1"/>
          </p:cNvSpPr>
          <p:nvPr>
            <p:ph type="body" idx="1"/>
          </p:nvPr>
        </p:nvSpPr>
        <p:spPr>
          <a:xfrm>
            <a:off x="274640" y="1212852"/>
            <a:ext cx="11887197" cy="2092881"/>
          </a:xfrm>
          <a:prstGeom prst="rect">
            <a:avLst/>
          </a:prstGeom>
        </p:spPr>
        <p:txBody>
          <a:bodyPr vert="horz" wrap="square" lIns="146286" tIns="91429" rIns="146286" bIns="91429"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p:cNvSpPr txBox="1"/>
          <p:nvPr userDrawn="1"/>
        </p:nvSpPr>
        <p:spPr>
          <a:xfrm>
            <a:off x="-76814" y="6626971"/>
            <a:ext cx="3292008" cy="470856"/>
          </a:xfrm>
          <a:prstGeom prst="rect">
            <a:avLst/>
          </a:prstGeom>
          <a:noFill/>
        </p:spPr>
        <p:txBody>
          <a:bodyPr wrap="square" lIns="186494" tIns="149196" rIns="186494" bIns="149196" rtlCol="0">
            <a:spAutoFit/>
          </a:bodyPr>
          <a:lstStyle/>
          <a:p>
            <a:pPr>
              <a:lnSpc>
                <a:spcPct val="90000"/>
              </a:lnSpc>
            </a:pPr>
            <a:r>
              <a:rPr lang="en-US" sz="1122">
                <a:gradFill>
                  <a:gsLst>
                    <a:gs pos="2917">
                      <a:srgbClr val="505050"/>
                    </a:gs>
                    <a:gs pos="30000">
                      <a:srgbClr val="505050"/>
                    </a:gs>
                  </a:gsLst>
                  <a:lin ang="5400000" scaled="0"/>
                </a:gradFill>
              </a:rPr>
              <a:t>Microsoft Confidential</a:t>
            </a:r>
          </a:p>
        </p:txBody>
      </p:sp>
      <p:grpSp>
        <p:nvGrpSpPr>
          <p:cNvPr id="5" name="Group 4"/>
          <p:cNvGrpSpPr/>
          <p:nvPr userDrawn="1"/>
        </p:nvGrpSpPr>
        <p:grpSpPr>
          <a:xfrm>
            <a:off x="0" y="7133249"/>
            <a:ext cx="3739676" cy="903014"/>
            <a:chOff x="370148" y="1877267"/>
            <a:chExt cx="11358880" cy="2743200"/>
          </a:xfrm>
        </p:grpSpPr>
        <p:sp>
          <p:nvSpPr>
            <p:cNvPr id="6" name="Rectangle 5"/>
            <p:cNvSpPr/>
            <p:nvPr/>
          </p:nvSpPr>
          <p:spPr bwMode="auto">
            <a:xfrm>
              <a:off x="370148" y="1877267"/>
              <a:ext cx="2743200" cy="2743200"/>
            </a:xfrm>
            <a:prstGeom prst="rect">
              <a:avLst/>
            </a:prstGeom>
            <a:solidFill>
              <a:srgbClr val="0072C6"/>
            </a:solidFill>
            <a:ln w="10795" cap="flat" cmpd="sng" algn="ctr">
              <a:noFill/>
              <a:prstDash val="solid"/>
              <a:headEnd type="none" w="med" len="med"/>
              <a:tailEnd type="none" w="med" len="med"/>
            </a:ln>
            <a:effectLst/>
          </p:spPr>
          <p:txBody>
            <a:bodyPr vert="horz" wrap="square" lIns="179285" tIns="179285" rIns="0" bIns="45720" numCol="1" rtlCol="0" anchor="t" anchorCtr="0" compatLnSpc="1">
              <a:prstTxWarp prst="textNoShape">
                <a:avLst/>
              </a:prstTxWarp>
            </a:bodyPr>
            <a:lstStyle/>
            <a:p>
              <a:pPr defTabSz="932543">
                <a:lnSpc>
                  <a:spcPct val="90000"/>
                </a:lnSpc>
                <a:spcAft>
                  <a:spcPts val="602"/>
                </a:spcAft>
                <a:defRPr/>
              </a:pPr>
              <a:r>
                <a:rPr lang="en-US" sz="1071" kern="0" spc="-30">
                  <a:gradFill>
                    <a:gsLst>
                      <a:gs pos="2917">
                        <a:srgbClr val="FFFFFF"/>
                      </a:gs>
                      <a:gs pos="30000">
                        <a:srgbClr val="FFFFFF"/>
                      </a:gs>
                    </a:gsLst>
                    <a:lin ang="5400000" scaled="0"/>
                  </a:gradFill>
                  <a:latin typeface="Segoe UI Light"/>
                </a:rPr>
                <a:t>Transform </a:t>
              </a:r>
              <a:br>
                <a:rPr lang="en-US" sz="1071" kern="0" spc="-30">
                  <a:gradFill>
                    <a:gsLst>
                      <a:gs pos="2917">
                        <a:srgbClr val="FFFFFF"/>
                      </a:gs>
                      <a:gs pos="30000">
                        <a:srgbClr val="FFFFFF"/>
                      </a:gs>
                    </a:gsLst>
                    <a:lin ang="5400000" scaled="0"/>
                  </a:gradFill>
                  <a:latin typeface="Segoe UI Light"/>
                </a:rPr>
              </a:br>
              <a:r>
                <a:rPr lang="en-US" sz="1071" kern="0" spc="-30">
                  <a:gradFill>
                    <a:gsLst>
                      <a:gs pos="2917">
                        <a:srgbClr val="FFFFFF"/>
                      </a:gs>
                      <a:gs pos="30000">
                        <a:srgbClr val="FFFFFF"/>
                      </a:gs>
                    </a:gsLst>
                    <a:lin ang="5400000" scaled="0"/>
                  </a:gradFill>
                  <a:latin typeface="Segoe UI Light"/>
                </a:rPr>
                <a:t>the datacenter</a:t>
              </a:r>
            </a:p>
          </p:txBody>
        </p:sp>
        <p:sp>
          <p:nvSpPr>
            <p:cNvPr id="7" name="Rectangle 6"/>
            <p:cNvSpPr/>
            <p:nvPr/>
          </p:nvSpPr>
          <p:spPr bwMode="auto">
            <a:xfrm>
              <a:off x="6113934" y="1877267"/>
              <a:ext cx="2743200" cy="2743200"/>
            </a:xfrm>
            <a:prstGeom prst="rect">
              <a:avLst/>
            </a:prstGeom>
            <a:solidFill>
              <a:srgbClr val="DC3C00"/>
            </a:solidFill>
            <a:ln w="10795" cap="flat" cmpd="sng" algn="ctr">
              <a:noFill/>
              <a:prstDash val="solid"/>
              <a:headEnd type="none" w="med" len="med"/>
              <a:tailEnd type="none" w="med" len="med"/>
            </a:ln>
            <a:effectLst/>
          </p:spPr>
          <p:txBody>
            <a:bodyPr vert="horz" wrap="square" lIns="179285" tIns="179285" rIns="0" bIns="45720" numCol="1" rtlCol="0" anchor="t" anchorCtr="0" compatLnSpc="1">
              <a:prstTxWarp prst="textNoShape">
                <a:avLst/>
              </a:prstTxWarp>
            </a:bodyPr>
            <a:lstStyle/>
            <a:p>
              <a:pPr defTabSz="932543">
                <a:lnSpc>
                  <a:spcPct val="90000"/>
                </a:lnSpc>
                <a:spcAft>
                  <a:spcPts val="602"/>
                </a:spcAft>
                <a:defRPr/>
              </a:pPr>
              <a:r>
                <a:rPr lang="en-US" sz="1071" kern="0" spc="-30">
                  <a:gradFill>
                    <a:gsLst>
                      <a:gs pos="2917">
                        <a:srgbClr val="FFFFFF"/>
                      </a:gs>
                      <a:gs pos="30000">
                        <a:srgbClr val="FFFFFF"/>
                      </a:gs>
                    </a:gsLst>
                    <a:lin ang="5400000" scaled="0"/>
                  </a:gradFill>
                  <a:latin typeface="Segoe UI Light"/>
                </a:rPr>
                <a:t>Unlock insights on any data</a:t>
              </a:r>
            </a:p>
          </p:txBody>
        </p:sp>
        <p:sp>
          <p:nvSpPr>
            <p:cNvPr id="8" name="Rectangle 7"/>
            <p:cNvSpPr/>
            <p:nvPr/>
          </p:nvSpPr>
          <p:spPr bwMode="auto">
            <a:xfrm>
              <a:off x="3242041" y="1877267"/>
              <a:ext cx="2743200" cy="2743200"/>
            </a:xfrm>
            <a:prstGeom prst="rect">
              <a:avLst/>
            </a:prstGeom>
            <a:solidFill>
              <a:srgbClr val="008272"/>
            </a:solidFill>
            <a:ln w="10795" cap="flat" cmpd="sng" algn="ctr">
              <a:noFill/>
              <a:prstDash val="solid"/>
              <a:headEnd type="none" w="med" len="med"/>
              <a:tailEnd type="none" w="med" len="med"/>
            </a:ln>
            <a:effectLst/>
          </p:spPr>
          <p:txBody>
            <a:bodyPr vert="horz" wrap="square" lIns="179285" tIns="179285" rIns="0" bIns="45720" numCol="1" rtlCol="0" anchor="t" anchorCtr="0" compatLnSpc="1">
              <a:prstTxWarp prst="textNoShape">
                <a:avLst/>
              </a:prstTxWarp>
            </a:bodyPr>
            <a:lstStyle/>
            <a:p>
              <a:pPr defTabSz="932543">
                <a:lnSpc>
                  <a:spcPct val="90000"/>
                </a:lnSpc>
                <a:spcAft>
                  <a:spcPts val="602"/>
                </a:spcAft>
                <a:defRPr/>
              </a:pPr>
              <a:r>
                <a:rPr lang="en-US" sz="1071" kern="0" spc="-30">
                  <a:gradFill>
                    <a:gsLst>
                      <a:gs pos="2917">
                        <a:srgbClr val="FFFFFF"/>
                      </a:gs>
                      <a:gs pos="30000">
                        <a:srgbClr val="FFFFFF"/>
                      </a:gs>
                    </a:gsLst>
                    <a:lin ang="5400000" scaled="0"/>
                  </a:gradFill>
                  <a:latin typeface="Segoe UI Light"/>
                </a:rPr>
                <a:t>Empower people-centric IT</a:t>
              </a:r>
            </a:p>
          </p:txBody>
        </p:sp>
        <p:sp>
          <p:nvSpPr>
            <p:cNvPr id="9" name="Rectangle 8"/>
            <p:cNvSpPr/>
            <p:nvPr/>
          </p:nvSpPr>
          <p:spPr bwMode="auto">
            <a:xfrm>
              <a:off x="8985828" y="1877267"/>
              <a:ext cx="2743200" cy="2743200"/>
            </a:xfrm>
            <a:prstGeom prst="rect">
              <a:avLst/>
            </a:prstGeom>
            <a:solidFill>
              <a:srgbClr val="68217A"/>
            </a:solidFill>
            <a:ln w="10795" cap="flat" cmpd="sng" algn="ctr">
              <a:noFill/>
              <a:prstDash val="solid"/>
              <a:headEnd type="none" w="med" len="med"/>
              <a:tailEnd type="none" w="med" len="med"/>
            </a:ln>
            <a:effectLst/>
          </p:spPr>
          <p:txBody>
            <a:bodyPr vert="horz" wrap="square" lIns="179285" tIns="179285" rIns="0" bIns="45720" numCol="1" rtlCol="0" anchor="t" anchorCtr="0" compatLnSpc="1">
              <a:prstTxWarp prst="textNoShape">
                <a:avLst/>
              </a:prstTxWarp>
            </a:bodyPr>
            <a:lstStyle/>
            <a:p>
              <a:pPr defTabSz="932543">
                <a:lnSpc>
                  <a:spcPct val="90000"/>
                </a:lnSpc>
                <a:spcAft>
                  <a:spcPts val="602"/>
                </a:spcAft>
                <a:defRPr/>
              </a:pPr>
              <a:r>
                <a:rPr lang="en-US" sz="1071" kern="0" spc="-30">
                  <a:gradFill>
                    <a:gsLst>
                      <a:gs pos="2917">
                        <a:srgbClr val="FFFFFF"/>
                      </a:gs>
                      <a:gs pos="30000">
                        <a:srgbClr val="FFFFFF"/>
                      </a:gs>
                    </a:gsLst>
                    <a:lin ang="5400000" scaled="0"/>
                  </a:gradFill>
                  <a:latin typeface="Segoe UI Light"/>
                </a:rPr>
                <a:t>Enable modern business apps</a:t>
              </a:r>
            </a:p>
          </p:txBody>
        </p:sp>
      </p:grpSp>
    </p:spTree>
    <p:extLst>
      <p:ext uri="{BB962C8B-B14F-4D97-AF65-F5344CB8AC3E}">
        <p14:creationId xmlns:p14="http://schemas.microsoft.com/office/powerpoint/2010/main" val="1815267110"/>
      </p:ext>
    </p:extLst>
  </p:cSld>
  <p:clrMap bg1="lt1" tx1="dk1" bg2="lt2" tx2="dk2" accent1="accent1" accent2="accent2" accent3="accent3" accent4="accent4" accent5="accent5" accent6="accent6" hlink="hlink" folHlink="folHlink"/>
  <p:sldLayoutIdLst>
    <p:sldLayoutId id="2147484682" r:id="rId1"/>
    <p:sldLayoutId id="2147484683" r:id="rId2"/>
    <p:sldLayoutId id="2147484684" r:id="rId3"/>
  </p:sldLayoutIdLst>
  <p:transition>
    <p:fade/>
  </p:transition>
  <p:hf sldNum="0" hdr="0" ftr="0" dt="0"/>
  <p:txStyles>
    <p:titleStyle>
      <a:lvl1pPr algn="l" defTabSz="932265" rtl="0" eaLnBrk="1" latinLnBrk="0" hangingPunct="1">
        <a:lnSpc>
          <a:spcPct val="90000"/>
        </a:lnSpc>
        <a:spcBef>
          <a:spcPct val="0"/>
        </a:spcBef>
        <a:buNone/>
        <a:defRPr lang="en-US" sz="5398" b="0" kern="1200" cap="none" spc="-102" baseline="0" dirty="0" smtClean="0">
          <a:ln w="3175">
            <a:noFill/>
          </a:ln>
          <a:solidFill>
            <a:schemeClr val="tx1"/>
          </a:solidFill>
          <a:effectLst/>
          <a:latin typeface="+mj-lt"/>
          <a:ea typeface="+mn-ea"/>
          <a:cs typeface="Segoe UI" pitchFamily="34" charset="0"/>
        </a:defRPr>
      </a:lvl1pPr>
    </p:titleStyle>
    <p:bodyStyle>
      <a:lvl1pPr marL="342724" marR="0" indent="-342724" algn="l" defTabSz="932265" rtl="0" eaLnBrk="1" fontAlgn="auto" latinLnBrk="0" hangingPunct="1">
        <a:lnSpc>
          <a:spcPct val="90000"/>
        </a:lnSpc>
        <a:spcBef>
          <a:spcPct val="20000"/>
        </a:spcBef>
        <a:spcAft>
          <a:spcPts val="0"/>
        </a:spcAft>
        <a:buClrTx/>
        <a:buSzPct val="90000"/>
        <a:buFont typeface="Arial" pitchFamily="34" charset="0"/>
        <a:buChar char="•"/>
        <a:tabLst/>
        <a:defRPr sz="3898" kern="1200" spc="0" baseline="0">
          <a:gradFill>
            <a:gsLst>
              <a:gs pos="1250">
                <a:schemeClr val="tx1"/>
              </a:gs>
              <a:gs pos="100000">
                <a:schemeClr val="tx1"/>
              </a:gs>
            </a:gsLst>
            <a:lin ang="5400000" scaled="0"/>
          </a:gradFill>
          <a:latin typeface="+mj-lt"/>
          <a:ea typeface="+mn-ea"/>
          <a:cs typeface="+mn-cs"/>
        </a:defRPr>
      </a:lvl1pPr>
      <a:lvl2pPr marL="583901" marR="0" indent="-241177" algn="l" defTabSz="932265"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690" marR="0" indent="-228483" algn="l" defTabSz="932265"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172" marR="0" indent="-228483" algn="l" defTabSz="93226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6656" marR="0" indent="-228483" algn="l" defTabSz="93226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3726" indent="-233067" algn="l" defTabSz="93226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29860" indent="-233067" algn="l" defTabSz="93226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5993" indent="-233067" algn="l" defTabSz="93226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2126" indent="-233067" algn="l" defTabSz="93226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265" rtl="0" eaLnBrk="1" latinLnBrk="0" hangingPunct="1">
        <a:defRPr sz="1800" kern="1200">
          <a:solidFill>
            <a:schemeClr val="tx1"/>
          </a:solidFill>
          <a:latin typeface="+mn-lt"/>
          <a:ea typeface="+mn-ea"/>
          <a:cs typeface="+mn-cs"/>
        </a:defRPr>
      </a:lvl1pPr>
      <a:lvl2pPr marL="466132" algn="l" defTabSz="932265" rtl="0" eaLnBrk="1" latinLnBrk="0" hangingPunct="1">
        <a:defRPr sz="1800" kern="1200">
          <a:solidFill>
            <a:schemeClr val="tx1"/>
          </a:solidFill>
          <a:latin typeface="+mn-lt"/>
          <a:ea typeface="+mn-ea"/>
          <a:cs typeface="+mn-cs"/>
        </a:defRPr>
      </a:lvl2pPr>
      <a:lvl3pPr marL="932265" algn="l" defTabSz="932265" rtl="0" eaLnBrk="1" latinLnBrk="0" hangingPunct="1">
        <a:defRPr sz="1800" kern="1200">
          <a:solidFill>
            <a:schemeClr val="tx1"/>
          </a:solidFill>
          <a:latin typeface="+mn-lt"/>
          <a:ea typeface="+mn-ea"/>
          <a:cs typeface="+mn-cs"/>
        </a:defRPr>
      </a:lvl3pPr>
      <a:lvl4pPr marL="1398396" algn="l" defTabSz="932265" rtl="0" eaLnBrk="1" latinLnBrk="0" hangingPunct="1">
        <a:defRPr sz="1800" kern="1200">
          <a:solidFill>
            <a:schemeClr val="tx1"/>
          </a:solidFill>
          <a:latin typeface="+mn-lt"/>
          <a:ea typeface="+mn-ea"/>
          <a:cs typeface="+mn-cs"/>
        </a:defRPr>
      </a:lvl4pPr>
      <a:lvl5pPr marL="1864529" algn="l" defTabSz="932265" rtl="0" eaLnBrk="1" latinLnBrk="0" hangingPunct="1">
        <a:defRPr sz="1800" kern="1200">
          <a:solidFill>
            <a:schemeClr val="tx1"/>
          </a:solidFill>
          <a:latin typeface="+mn-lt"/>
          <a:ea typeface="+mn-ea"/>
          <a:cs typeface="+mn-cs"/>
        </a:defRPr>
      </a:lvl5pPr>
      <a:lvl6pPr marL="2330662" algn="l" defTabSz="932265" rtl="0" eaLnBrk="1" latinLnBrk="0" hangingPunct="1">
        <a:defRPr sz="1800" kern="1200">
          <a:solidFill>
            <a:schemeClr val="tx1"/>
          </a:solidFill>
          <a:latin typeface="+mn-lt"/>
          <a:ea typeface="+mn-ea"/>
          <a:cs typeface="+mn-cs"/>
        </a:defRPr>
      </a:lvl6pPr>
      <a:lvl7pPr marL="2796794" algn="l" defTabSz="932265" rtl="0" eaLnBrk="1" latinLnBrk="0" hangingPunct="1">
        <a:defRPr sz="1800" kern="1200">
          <a:solidFill>
            <a:schemeClr val="tx1"/>
          </a:solidFill>
          <a:latin typeface="+mn-lt"/>
          <a:ea typeface="+mn-ea"/>
          <a:cs typeface="+mn-cs"/>
        </a:defRPr>
      </a:lvl7pPr>
      <a:lvl8pPr marL="3262927" algn="l" defTabSz="932265" rtl="0" eaLnBrk="1" latinLnBrk="0" hangingPunct="1">
        <a:defRPr sz="1800" kern="1200">
          <a:solidFill>
            <a:schemeClr val="tx1"/>
          </a:solidFill>
          <a:latin typeface="+mn-lt"/>
          <a:ea typeface="+mn-ea"/>
          <a:cs typeface="+mn-cs"/>
        </a:defRPr>
      </a:lvl8pPr>
      <a:lvl9pPr marL="3729057" algn="l" defTabSz="932265"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7"/>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3"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p:nvPicPr>
        <p:blipFill>
          <a:blip r:embed="rId28"/>
          <a:stretch>
            <a:fillRect/>
          </a:stretch>
        </p:blipFill>
        <p:spPr>
          <a:xfrm rot="5400000">
            <a:off x="9393899" y="3050516"/>
            <a:ext cx="6995160" cy="894134"/>
          </a:xfrm>
          <a:prstGeom prst="rect">
            <a:avLst/>
          </a:prstGeom>
        </p:spPr>
      </p:pic>
    </p:spTree>
    <p:extLst>
      <p:ext uri="{BB962C8B-B14F-4D97-AF65-F5344CB8AC3E}">
        <p14:creationId xmlns:p14="http://schemas.microsoft.com/office/powerpoint/2010/main" val="3608132984"/>
      </p:ext>
    </p:extLst>
  </p:cSld>
  <p:clrMap bg1="dk1" tx1="lt1" bg2="dk2" tx2="lt2" accent1="accent1" accent2="accent2" accent3="accent3" accent4="accent4" accent5="accent5" accent6="accent6" hlink="hlink" folHlink="folHlink"/>
  <p:sldLayoutIdLst>
    <p:sldLayoutId id="2147484687" r:id="rId1"/>
    <p:sldLayoutId id="2147484688" r:id="rId2"/>
    <p:sldLayoutId id="2147484689" r:id="rId3"/>
    <p:sldLayoutId id="2147484690" r:id="rId4"/>
    <p:sldLayoutId id="2147484691" r:id="rId5"/>
    <p:sldLayoutId id="2147484692" r:id="rId6"/>
    <p:sldLayoutId id="2147484693" r:id="rId7"/>
    <p:sldLayoutId id="2147484694" r:id="rId8"/>
    <p:sldLayoutId id="2147484695" r:id="rId9"/>
    <p:sldLayoutId id="2147484696" r:id="rId10"/>
    <p:sldLayoutId id="2147484697" r:id="rId11"/>
    <p:sldLayoutId id="2147484698" r:id="rId12"/>
    <p:sldLayoutId id="2147484699" r:id="rId13"/>
    <p:sldLayoutId id="2147484700" r:id="rId14"/>
    <p:sldLayoutId id="2147484701" r:id="rId15"/>
    <p:sldLayoutId id="2147484702" r:id="rId16"/>
    <p:sldLayoutId id="2147484703" r:id="rId17"/>
    <p:sldLayoutId id="2147484704" r:id="rId18"/>
    <p:sldLayoutId id="2147484705" r:id="rId19"/>
    <p:sldLayoutId id="2147484706" r:id="rId20"/>
    <p:sldLayoutId id="2147484841" r:id="rId21"/>
    <p:sldLayoutId id="2147484847" r:id="rId22"/>
    <p:sldLayoutId id="2147484848" r:id="rId23"/>
    <p:sldLayoutId id="2147484849" r:id="rId24"/>
    <p:sldLayoutId id="2147484850" r:id="rId25"/>
    <p:sldLayoutId id="2147484854" r:id="rId26"/>
  </p:sldLayoutIdLst>
  <p:transition>
    <p:fade/>
  </p:transition>
  <p:hf sldNum="0" hdr="0" ftr="0" dt="0"/>
  <p:txStyles>
    <p:titleStyle>
      <a:lvl1pPr algn="l" defTabSz="932205" rtl="0" eaLnBrk="1" latinLnBrk="0" hangingPunct="1">
        <a:lnSpc>
          <a:spcPct val="90000"/>
        </a:lnSpc>
        <a:spcBef>
          <a:spcPct val="0"/>
        </a:spcBef>
        <a:buNone/>
        <a:defRPr lang="en-US" sz="4797"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702" marR="0" indent="-342702" algn="l" defTabSz="932205" rtl="0" eaLnBrk="1" fontAlgn="auto" latinLnBrk="0" hangingPunct="1">
        <a:lnSpc>
          <a:spcPct val="90000"/>
        </a:lnSpc>
        <a:spcBef>
          <a:spcPct val="20000"/>
        </a:spcBef>
        <a:spcAft>
          <a:spcPts val="0"/>
        </a:spcAft>
        <a:buClrTx/>
        <a:buSzPct val="90000"/>
        <a:buFont typeface="Arial" pitchFamily="34" charset="0"/>
        <a:buChar char="•"/>
        <a:tabLst/>
        <a:defRPr sz="3997" kern="1200" spc="0" baseline="0">
          <a:gradFill>
            <a:gsLst>
              <a:gs pos="1250">
                <a:schemeClr val="tx1"/>
              </a:gs>
              <a:gs pos="100000">
                <a:schemeClr val="tx1"/>
              </a:gs>
            </a:gsLst>
            <a:lin ang="5400000" scaled="0"/>
          </a:gradFill>
          <a:latin typeface="+mj-lt"/>
          <a:ea typeface="+mn-ea"/>
          <a:cs typeface="+mn-cs"/>
        </a:defRPr>
      </a:lvl1pPr>
      <a:lvl2pPr marL="583863" marR="0" indent="-241159" algn="l" defTabSz="932205"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638"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107"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6576"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3563"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29666"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5769"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1872"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205" rtl="0" eaLnBrk="1" latinLnBrk="0" hangingPunct="1">
        <a:defRPr sz="1800" kern="1200">
          <a:solidFill>
            <a:schemeClr val="tx1"/>
          </a:solidFill>
          <a:latin typeface="+mn-lt"/>
          <a:ea typeface="+mn-ea"/>
          <a:cs typeface="+mn-cs"/>
        </a:defRPr>
      </a:lvl1pPr>
      <a:lvl2pPr marL="466101" algn="l" defTabSz="932205" rtl="0" eaLnBrk="1" latinLnBrk="0" hangingPunct="1">
        <a:defRPr sz="1800" kern="1200">
          <a:solidFill>
            <a:schemeClr val="tx1"/>
          </a:solidFill>
          <a:latin typeface="+mn-lt"/>
          <a:ea typeface="+mn-ea"/>
          <a:cs typeface="+mn-cs"/>
        </a:defRPr>
      </a:lvl2pPr>
      <a:lvl3pPr marL="932205" algn="l" defTabSz="932205" rtl="0" eaLnBrk="1" latinLnBrk="0" hangingPunct="1">
        <a:defRPr sz="1800" kern="1200">
          <a:solidFill>
            <a:schemeClr val="tx1"/>
          </a:solidFill>
          <a:latin typeface="+mn-lt"/>
          <a:ea typeface="+mn-ea"/>
          <a:cs typeface="+mn-cs"/>
        </a:defRPr>
      </a:lvl3pPr>
      <a:lvl4pPr marL="1398307" algn="l" defTabSz="932205" rtl="0" eaLnBrk="1" latinLnBrk="0" hangingPunct="1">
        <a:defRPr sz="1800" kern="1200">
          <a:solidFill>
            <a:schemeClr val="tx1"/>
          </a:solidFill>
          <a:latin typeface="+mn-lt"/>
          <a:ea typeface="+mn-ea"/>
          <a:cs typeface="+mn-cs"/>
        </a:defRPr>
      </a:lvl4pPr>
      <a:lvl5pPr marL="1864410" algn="l" defTabSz="932205" rtl="0" eaLnBrk="1" latinLnBrk="0" hangingPunct="1">
        <a:defRPr sz="1800" kern="1200">
          <a:solidFill>
            <a:schemeClr val="tx1"/>
          </a:solidFill>
          <a:latin typeface="+mn-lt"/>
          <a:ea typeface="+mn-ea"/>
          <a:cs typeface="+mn-cs"/>
        </a:defRPr>
      </a:lvl5pPr>
      <a:lvl6pPr marL="2330512" algn="l" defTabSz="932205" rtl="0" eaLnBrk="1" latinLnBrk="0" hangingPunct="1">
        <a:defRPr sz="1800" kern="1200">
          <a:solidFill>
            <a:schemeClr val="tx1"/>
          </a:solidFill>
          <a:latin typeface="+mn-lt"/>
          <a:ea typeface="+mn-ea"/>
          <a:cs typeface="+mn-cs"/>
        </a:defRPr>
      </a:lvl6pPr>
      <a:lvl7pPr marL="2796615" algn="l" defTabSz="932205" rtl="0" eaLnBrk="1" latinLnBrk="0" hangingPunct="1">
        <a:defRPr sz="1800" kern="1200">
          <a:solidFill>
            <a:schemeClr val="tx1"/>
          </a:solidFill>
          <a:latin typeface="+mn-lt"/>
          <a:ea typeface="+mn-ea"/>
          <a:cs typeface="+mn-cs"/>
        </a:defRPr>
      </a:lvl7pPr>
      <a:lvl8pPr marL="3262716" algn="l" defTabSz="932205" rtl="0" eaLnBrk="1" latinLnBrk="0" hangingPunct="1">
        <a:defRPr sz="1800" kern="1200">
          <a:solidFill>
            <a:schemeClr val="tx1"/>
          </a:solidFill>
          <a:latin typeface="+mn-lt"/>
          <a:ea typeface="+mn-ea"/>
          <a:cs typeface="+mn-cs"/>
        </a:defRPr>
      </a:lvl8pPr>
      <a:lvl9pPr marL="3728821" algn="l" defTabSz="93220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4" imgW="377" imgH="377" progId="TCLayout.ActiveDocument.1">
                  <p:embed/>
                </p:oleObj>
              </mc:Choice>
              <mc:Fallback>
                <p:oleObj name="think-cell Slide" r:id="rId24" imgW="377" imgH="377" progId="TCLayout.ActiveDocument.1">
                  <p:embed/>
                  <p:pic>
                    <p:nvPicPr>
                      <p:cNvPr id="3" name="Object 2" hidden="1"/>
                      <p:cNvPicPr/>
                      <p:nvPr/>
                    </p:nvPicPr>
                    <p:blipFill>
                      <a:blip r:embed="rId25"/>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323328"/>
            <a:ext cx="11887198" cy="2092881"/>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26"/>
          <a:stretch>
            <a:fillRect/>
          </a:stretch>
        </p:blipFill>
        <p:spPr>
          <a:xfrm rot="5400000">
            <a:off x="9393899" y="3050513"/>
            <a:ext cx="6995160" cy="894134"/>
          </a:xfrm>
          <a:prstGeom prst="rect">
            <a:avLst/>
          </a:prstGeom>
        </p:spPr>
      </p:pic>
      <p:sp>
        <p:nvSpPr>
          <p:cNvPr id="5" name="Slide Number Placeholder 4"/>
          <p:cNvSpPr>
            <a:spLocks noGrp="1"/>
          </p:cNvSpPr>
          <p:nvPr>
            <p:ph type="sldNum" sz="quarter" idx="4"/>
          </p:nvPr>
        </p:nvSpPr>
        <p:spPr>
          <a:xfrm>
            <a:off x="9576972" y="6667130"/>
            <a:ext cx="2797175" cy="195463"/>
          </a:xfrm>
          <a:prstGeom prst="rect">
            <a:avLst/>
          </a:prstGeom>
        </p:spPr>
        <p:txBody>
          <a:bodyPr vert="horz" lIns="91440" tIns="45720" rIns="91440" bIns="45720" rtlCol="0" anchor="ctr"/>
          <a:lstStyle>
            <a:lvl1pPr algn="r">
              <a:defRPr sz="1200">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085136164"/>
      </p:ext>
    </p:extLst>
  </p:cSld>
  <p:clrMap bg1="lt1" tx1="dk1" bg2="lt2" tx2="dk2" accent1="accent1" accent2="accent2" accent3="accent3" accent4="accent4" accent5="accent5" accent6="accent6" hlink="hlink" folHlink="folHlink"/>
  <p:sldLayoutIdLst>
    <p:sldLayoutId id="2147484708" r:id="rId1"/>
    <p:sldLayoutId id="2147484709" r:id="rId2"/>
    <p:sldLayoutId id="2147484710" r:id="rId3"/>
    <p:sldLayoutId id="2147484711" r:id="rId4"/>
    <p:sldLayoutId id="2147484712" r:id="rId5"/>
    <p:sldLayoutId id="2147484713" r:id="rId6"/>
    <p:sldLayoutId id="2147484714" r:id="rId7"/>
    <p:sldLayoutId id="2147484715" r:id="rId8"/>
    <p:sldLayoutId id="2147484716" r:id="rId9"/>
    <p:sldLayoutId id="2147484717" r:id="rId10"/>
    <p:sldLayoutId id="2147484718" r:id="rId11"/>
    <p:sldLayoutId id="2147484719" r:id="rId12"/>
    <p:sldLayoutId id="2147484720" r:id="rId13"/>
    <p:sldLayoutId id="2147484721" r:id="rId14"/>
    <p:sldLayoutId id="2147484722" r:id="rId15"/>
    <p:sldLayoutId id="2147484723" r:id="rId16"/>
    <p:sldLayoutId id="2147484724" r:id="rId17"/>
    <p:sldLayoutId id="2147484725" r:id="rId18"/>
    <p:sldLayoutId id="2147484726" r:id="rId19"/>
    <p:sldLayoutId id="2147484727" r:id="rId20"/>
    <p:sldLayoutId id="2147484728" r:id="rId21"/>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88">
          <p15:clr>
            <a:srgbClr val="C35EA4"/>
          </p15:clr>
        </p15:guide>
        <p15:guide id="17" pos="7546">
          <p15:clr>
            <a:srgbClr val="C35EA4"/>
          </p15:clr>
        </p15:guide>
        <p15:guide id="25" orient="horz" pos="179">
          <p15:clr>
            <a:srgbClr val="C35EA4"/>
          </p15:clr>
        </p15:guide>
        <p15:guide id="26" orient="horz" pos="4104">
          <p15:clr>
            <a:srgbClr val="C35EA4"/>
          </p15:clr>
        </p15:guide>
        <p15:guide id="27" orient="horz" pos="772">
          <p15:clr>
            <a:srgbClr val="C35EA4"/>
          </p15:clr>
        </p15:guide>
        <p15:guide id="28" orient="horz" pos="828">
          <p15:clr>
            <a:srgbClr val="C35EA4"/>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7"/>
          <a:stretch>
            <a:fillRect/>
          </a:stretch>
        </p:blipFill>
        <p:spPr>
          <a:xfrm rot="5400000">
            <a:off x="9393899" y="3050513"/>
            <a:ext cx="6995160" cy="894134"/>
          </a:xfrm>
          <a:prstGeom prst="rect">
            <a:avLst/>
          </a:prstGeom>
        </p:spPr>
      </p:pic>
    </p:spTree>
    <p:extLst>
      <p:ext uri="{BB962C8B-B14F-4D97-AF65-F5344CB8AC3E}">
        <p14:creationId xmlns:p14="http://schemas.microsoft.com/office/powerpoint/2010/main" val="2844348918"/>
      </p:ext>
    </p:extLst>
  </p:cSld>
  <p:clrMap bg1="lt1" tx1="dk1" bg2="lt2" tx2="dk2" accent1="accent1" accent2="accent2" accent3="accent3" accent4="accent4" accent5="accent5" accent6="accent6" hlink="hlink" folHlink="folHlink"/>
  <p:sldLayoutIdLst>
    <p:sldLayoutId id="2147484730" r:id="rId1"/>
    <p:sldLayoutId id="2147484731" r:id="rId2"/>
    <p:sldLayoutId id="2147484732" r:id="rId3"/>
    <p:sldLayoutId id="2147484733" r:id="rId4"/>
    <p:sldLayoutId id="2147484734" r:id="rId5"/>
    <p:sldLayoutId id="2147484735" r:id="rId6"/>
    <p:sldLayoutId id="2147484736" r:id="rId7"/>
    <p:sldLayoutId id="2147484737" r:id="rId8"/>
    <p:sldLayoutId id="2147484738" r:id="rId9"/>
    <p:sldLayoutId id="2147484739" r:id="rId10"/>
    <p:sldLayoutId id="2147484740" r:id="rId11"/>
    <p:sldLayoutId id="2147484741" r:id="rId12"/>
    <p:sldLayoutId id="2147484742" r:id="rId13"/>
    <p:sldLayoutId id="2147484743" r:id="rId14"/>
    <p:sldLayoutId id="2147484744" r:id="rId15"/>
    <p:sldLayoutId id="2147484745" r:id="rId16"/>
    <p:sldLayoutId id="2147484746" r:id="rId17"/>
    <p:sldLayoutId id="2147484747" r:id="rId18"/>
    <p:sldLayoutId id="2147484748" r:id="rId19"/>
    <p:sldLayoutId id="2147484749" r:id="rId20"/>
    <p:sldLayoutId id="2147484750" r:id="rId21"/>
    <p:sldLayoutId id="2147484751" r:id="rId22"/>
    <p:sldLayoutId id="2147484752" r:id="rId23"/>
    <p:sldLayoutId id="2147484753" r:id="rId24"/>
    <p:sldLayoutId id="2147484754" r:id="rId25"/>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8"/>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19" imgW="377" imgH="377" progId="TCLayout.ActiveDocument.1">
                  <p:embed/>
                </p:oleObj>
              </mc:Choice>
              <mc:Fallback>
                <p:oleObj name="think-cell Slide" r:id="rId19" imgW="377" imgH="377" progId="TCLayout.ActiveDocument.1">
                  <p:embed/>
                  <p:pic>
                    <p:nvPicPr>
                      <p:cNvPr id="3" name="Object 2" hidden="1"/>
                      <p:cNvPicPr/>
                      <p:nvPr/>
                    </p:nvPicPr>
                    <p:blipFill>
                      <a:blip r:embed="rId20"/>
                      <a:stretch>
                        <a:fillRect/>
                      </a:stretch>
                    </p:blipFill>
                    <p:spPr>
                      <a:xfrm>
                        <a:off x="1588" y="1589"/>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1" y="1323329"/>
            <a:ext cx="11887198" cy="2092881"/>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21"/>
          <a:stretch>
            <a:fillRect/>
          </a:stretch>
        </p:blipFill>
        <p:spPr>
          <a:xfrm rot="5400000">
            <a:off x="9393899" y="3050514"/>
            <a:ext cx="6995160" cy="894134"/>
          </a:xfrm>
          <a:prstGeom prst="rect">
            <a:avLst/>
          </a:prstGeom>
        </p:spPr>
      </p:pic>
      <p:sp>
        <p:nvSpPr>
          <p:cNvPr id="5"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1946435616"/>
      </p:ext>
    </p:extLst>
  </p:cSld>
  <p:clrMap bg1="lt1" tx1="dk1" bg2="lt2" tx2="dk2" accent1="accent1" accent2="accent2" accent3="accent3" accent4="accent4" accent5="accent5" accent6="accent6" hlink="hlink" folHlink="folHlink"/>
  <p:sldLayoutIdLst>
    <p:sldLayoutId id="2147484756" r:id="rId1"/>
    <p:sldLayoutId id="2147484757" r:id="rId2"/>
    <p:sldLayoutId id="2147484758" r:id="rId3"/>
    <p:sldLayoutId id="2147484759" r:id="rId4"/>
    <p:sldLayoutId id="2147484760" r:id="rId5"/>
    <p:sldLayoutId id="2147484761" r:id="rId6"/>
    <p:sldLayoutId id="2147484762" r:id="rId7"/>
    <p:sldLayoutId id="2147484763" r:id="rId8"/>
    <p:sldLayoutId id="2147484764" r:id="rId9"/>
    <p:sldLayoutId id="2147484765" r:id="rId10"/>
    <p:sldLayoutId id="2147484766" r:id="rId11"/>
    <p:sldLayoutId id="2147484767" r:id="rId12"/>
    <p:sldLayoutId id="2147484768" r:id="rId13"/>
    <p:sldLayoutId id="2147484769" r:id="rId14"/>
    <p:sldLayoutId id="2147484770" r:id="rId15"/>
    <p:sldLayoutId id="2147484771" r:id="rId16"/>
  </p:sldLayoutIdLst>
  <p:transition>
    <p:fade/>
  </p:transition>
  <p:hf sldNum="0" hdr="0" ftr="0" dt="0"/>
  <p:txStyles>
    <p:titleStyle>
      <a:lvl1pPr algn="l" defTabSz="932563" rtl="0" eaLnBrk="1" latinLnBrk="0" hangingPunct="1">
        <a:lnSpc>
          <a:spcPct val="90000"/>
        </a:lnSpc>
        <a:spcBef>
          <a:spcPct val="0"/>
        </a:spcBef>
        <a:buNone/>
        <a:defRPr lang="en-US" sz="4799"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834" marR="0" indent="-342834" algn="l" defTabSz="932563" rtl="0" eaLnBrk="1" fontAlgn="auto" latinLnBrk="0" hangingPunct="1">
        <a:lnSpc>
          <a:spcPct val="90000"/>
        </a:lnSpc>
        <a:spcBef>
          <a:spcPct val="20000"/>
        </a:spcBef>
        <a:spcAft>
          <a:spcPts val="0"/>
        </a:spcAft>
        <a:buClrTx/>
        <a:buSzPct val="90000"/>
        <a:buFont typeface="Arial" pitchFamily="34" charset="0"/>
        <a:buChar char="•"/>
        <a:tabLst/>
        <a:defRPr sz="3999" kern="1200" spc="0" baseline="0">
          <a:gradFill>
            <a:gsLst>
              <a:gs pos="1250">
                <a:schemeClr val="tx1"/>
              </a:gs>
              <a:gs pos="100000">
                <a:schemeClr val="tx1"/>
              </a:gs>
            </a:gsLst>
            <a:lin ang="5400000" scaled="0"/>
          </a:gradFill>
          <a:latin typeface="+mj-lt"/>
          <a:ea typeface="+mn-ea"/>
          <a:cs typeface="+mn-cs"/>
        </a:defRPr>
      </a:lvl1pPr>
      <a:lvl2pPr marL="584088" marR="0" indent="-241253" algn="l" defTabSz="932563"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946"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503"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058"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4548"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88">
          <p15:clr>
            <a:srgbClr val="C35EA4"/>
          </p15:clr>
        </p15:guide>
        <p15:guide id="17" pos="7546">
          <p15:clr>
            <a:srgbClr val="C35EA4"/>
          </p15:clr>
        </p15:guide>
        <p15:guide id="25" orient="horz" pos="179">
          <p15:clr>
            <a:srgbClr val="C35EA4"/>
          </p15:clr>
        </p15:guide>
        <p15:guide id="26" orient="horz" pos="4104">
          <p15:clr>
            <a:srgbClr val="C35EA4"/>
          </p15:clr>
        </p15:guide>
        <p15:guide id="27" orient="horz" pos="772">
          <p15:clr>
            <a:srgbClr val="C35EA4"/>
          </p15:clr>
        </p15:guide>
        <p15:guide id="28" orient="horz" pos="828">
          <p15:clr>
            <a:srgbClr val="C35EA4"/>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3"/>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24" imgW="377" imgH="377" progId="TCLayout.ActiveDocument.1">
                  <p:embed/>
                </p:oleObj>
              </mc:Choice>
              <mc:Fallback>
                <p:oleObj name="think-cell Slide" r:id="rId24" imgW="377" imgH="377" progId="TCLayout.ActiveDocument.1">
                  <p:embed/>
                  <p:pic>
                    <p:nvPicPr>
                      <p:cNvPr id="3" name="Object 2" hidden="1"/>
                      <p:cNvPicPr/>
                      <p:nvPr/>
                    </p:nvPicPr>
                    <p:blipFill>
                      <a:blip r:embed="rId25"/>
                      <a:stretch>
                        <a:fillRect/>
                      </a:stretch>
                    </p:blipFill>
                    <p:spPr>
                      <a:xfrm>
                        <a:off x="1588" y="1589"/>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1" y="1323329"/>
            <a:ext cx="11887198" cy="2092881"/>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26"/>
          <a:stretch>
            <a:fillRect/>
          </a:stretch>
        </p:blipFill>
        <p:spPr>
          <a:xfrm rot="5400000">
            <a:off x="9393899" y="3050514"/>
            <a:ext cx="6995160" cy="894134"/>
          </a:xfrm>
          <a:prstGeom prst="rect">
            <a:avLst/>
          </a:prstGeom>
        </p:spPr>
      </p:pic>
      <p:sp>
        <p:nvSpPr>
          <p:cNvPr id="5" name="Slide Number Placeholder 4"/>
          <p:cNvSpPr>
            <a:spLocks noGrp="1"/>
          </p:cNvSpPr>
          <p:nvPr>
            <p:ph type="sldNum" sz="quarter" idx="4"/>
          </p:nvPr>
        </p:nvSpPr>
        <p:spPr>
          <a:xfrm>
            <a:off x="9576973" y="6667131"/>
            <a:ext cx="2797175" cy="195463"/>
          </a:xfrm>
          <a:prstGeom prst="rect">
            <a:avLst/>
          </a:prstGeom>
        </p:spPr>
        <p:txBody>
          <a:bodyPr vert="horz" lIns="91440" tIns="45720" rIns="91440" bIns="45720" rtlCol="0" anchor="ctr"/>
          <a:lstStyle>
            <a:lvl1pPr algn="r">
              <a:defRPr sz="1199">
                <a:solidFill>
                  <a:schemeClr val="tx1"/>
                </a:solidFill>
              </a:defRPr>
            </a:lvl1pPr>
          </a:lstStyle>
          <a:p>
            <a:fld id="{181750B2-C378-4896-80E6-341FDC8E0FED}" type="slidenum">
              <a:rPr lang="en-IN" smtClean="0"/>
              <a:pPr/>
              <a:t>‹#›</a:t>
            </a:fld>
            <a:endParaRPr lang="en-IN" dirty="0"/>
          </a:p>
        </p:txBody>
      </p:sp>
    </p:spTree>
    <p:extLst>
      <p:ext uri="{BB962C8B-B14F-4D97-AF65-F5344CB8AC3E}">
        <p14:creationId xmlns:p14="http://schemas.microsoft.com/office/powerpoint/2010/main" val="3362352067"/>
      </p:ext>
    </p:extLst>
  </p:cSld>
  <p:clrMap bg1="lt1" tx1="dk1" bg2="lt2" tx2="dk2" accent1="accent1" accent2="accent2" accent3="accent3" accent4="accent4" accent5="accent5" accent6="accent6" hlink="hlink" folHlink="folHlink"/>
  <p:sldLayoutIdLst>
    <p:sldLayoutId id="2147484773" r:id="rId1"/>
    <p:sldLayoutId id="2147484774" r:id="rId2"/>
    <p:sldLayoutId id="2147484775" r:id="rId3"/>
    <p:sldLayoutId id="2147484776" r:id="rId4"/>
    <p:sldLayoutId id="2147484777" r:id="rId5"/>
    <p:sldLayoutId id="2147484778" r:id="rId6"/>
    <p:sldLayoutId id="2147484779" r:id="rId7"/>
    <p:sldLayoutId id="2147484780" r:id="rId8"/>
    <p:sldLayoutId id="2147484781" r:id="rId9"/>
    <p:sldLayoutId id="2147484782" r:id="rId10"/>
    <p:sldLayoutId id="2147484783" r:id="rId11"/>
    <p:sldLayoutId id="2147484784" r:id="rId12"/>
    <p:sldLayoutId id="2147484785" r:id="rId13"/>
    <p:sldLayoutId id="2147484786" r:id="rId14"/>
    <p:sldLayoutId id="2147484787" r:id="rId15"/>
    <p:sldLayoutId id="2147484788" r:id="rId16"/>
    <p:sldLayoutId id="2147484789" r:id="rId17"/>
    <p:sldLayoutId id="2147484790" r:id="rId18"/>
    <p:sldLayoutId id="2147484791" r:id="rId19"/>
    <p:sldLayoutId id="2147484792" r:id="rId20"/>
    <p:sldLayoutId id="2147484793" r:id="rId21"/>
  </p:sldLayoutIdLst>
  <p:transition>
    <p:fade/>
  </p:transition>
  <p:hf sldNum="0" hdr="0" ftr="0" dt="0"/>
  <p:txStyles>
    <p:titleStyle>
      <a:lvl1pPr algn="l" defTabSz="932563" rtl="0" eaLnBrk="1" latinLnBrk="0" hangingPunct="1">
        <a:lnSpc>
          <a:spcPct val="90000"/>
        </a:lnSpc>
        <a:spcBef>
          <a:spcPct val="0"/>
        </a:spcBef>
        <a:buNone/>
        <a:defRPr lang="en-US" sz="4799"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834" marR="0" indent="-342834" algn="l" defTabSz="932563" rtl="0" eaLnBrk="1" fontAlgn="auto" latinLnBrk="0" hangingPunct="1">
        <a:lnSpc>
          <a:spcPct val="90000"/>
        </a:lnSpc>
        <a:spcBef>
          <a:spcPct val="20000"/>
        </a:spcBef>
        <a:spcAft>
          <a:spcPts val="0"/>
        </a:spcAft>
        <a:buClrTx/>
        <a:buSzPct val="90000"/>
        <a:buFont typeface="Arial" pitchFamily="34" charset="0"/>
        <a:buChar char="•"/>
        <a:tabLst/>
        <a:defRPr sz="3999" kern="1200" spc="0" baseline="0">
          <a:gradFill>
            <a:gsLst>
              <a:gs pos="1250">
                <a:schemeClr val="tx1"/>
              </a:gs>
              <a:gs pos="100000">
                <a:schemeClr val="tx1"/>
              </a:gs>
            </a:gsLst>
            <a:lin ang="5400000" scaled="0"/>
          </a:gradFill>
          <a:latin typeface="+mj-lt"/>
          <a:ea typeface="+mn-ea"/>
          <a:cs typeface="+mn-cs"/>
        </a:defRPr>
      </a:lvl1pPr>
      <a:lvl2pPr marL="584088" marR="0" indent="-241253" algn="l" defTabSz="932563"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946"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503"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058"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4548"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88">
          <p15:clr>
            <a:srgbClr val="C35EA4"/>
          </p15:clr>
        </p15:guide>
        <p15:guide id="17" pos="7546">
          <p15:clr>
            <a:srgbClr val="C35EA4"/>
          </p15:clr>
        </p15:guide>
        <p15:guide id="25" orient="horz" pos="179">
          <p15:clr>
            <a:srgbClr val="C35EA4"/>
          </p15:clr>
        </p15:guide>
        <p15:guide id="26" orient="horz" pos="4104">
          <p15:clr>
            <a:srgbClr val="C35EA4"/>
          </p15:clr>
        </p15:guide>
        <p15:guide id="27" orient="horz" pos="772">
          <p15:clr>
            <a:srgbClr val="C35EA4"/>
          </p15:clr>
        </p15:guide>
        <p15:guide id="28" orient="horz" pos="828">
          <p15:clr>
            <a:srgbClr val="C35EA4"/>
          </p15:clr>
        </p15:guide>
      </p15:sldGuideLst>
    </p:ext>
  </p:extLst>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684535476"/>
      </p:ext>
    </p:extLst>
  </p:cSld>
  <p:clrMap bg1="lt1" tx1="dk1" bg2="lt2" tx2="dk2" accent1="accent1" accent2="accent2" accent3="accent3" accent4="accent4" accent5="accent5" accent6="accent6" hlink="hlink" folHlink="folHlink"/>
  <p:sldLayoutIdLst>
    <p:sldLayoutId id="2147484795" r:id="rId1"/>
    <p:sldLayoutId id="2147484796" r:id="rId2"/>
    <p:sldLayoutId id="2147484797" r:id="rId3"/>
    <p:sldLayoutId id="2147484798" r:id="rId4"/>
    <p:sldLayoutId id="2147484799" r:id="rId5"/>
    <p:sldLayoutId id="2147484800" r:id="rId6"/>
    <p:sldLayoutId id="2147484801" r:id="rId7"/>
    <p:sldLayoutId id="2147484802" r:id="rId8"/>
    <p:sldLayoutId id="2147484803" r:id="rId9"/>
    <p:sldLayoutId id="2147484804" r:id="rId10"/>
    <p:sldLayoutId id="2147484805" r:id="rId11"/>
    <p:sldLayoutId id="2147484806" r:id="rId12"/>
    <p:sldLayoutId id="2147484807" r:id="rId13"/>
    <p:sldLayoutId id="2147484808" r:id="rId14"/>
    <p:sldLayoutId id="2147484809" r:id="rId15"/>
    <p:sldLayoutId id="2147484810" r:id="rId16"/>
    <p:sldLayoutId id="2147484811" r:id="rId17"/>
    <p:sldLayoutId id="2147484812" r:id="rId18"/>
    <p:sldLayoutId id="2147484813" r:id="rId19"/>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3"/>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570162172"/>
      </p:ext>
    </p:extLst>
  </p:cSld>
  <p:clrMap bg1="dk1" tx1="lt1" bg2="dk2" tx2="lt2" accent1="accent1" accent2="accent2" accent3="accent3" accent4="accent4" accent5="accent5" accent6="accent6" hlink="hlink" folHlink="folHlink"/>
  <p:sldLayoutIdLst>
    <p:sldLayoutId id="2147484816" r:id="rId1"/>
    <p:sldLayoutId id="2147484817" r:id="rId2"/>
    <p:sldLayoutId id="2147484818" r:id="rId3"/>
    <p:sldLayoutId id="2147484819" r:id="rId4"/>
    <p:sldLayoutId id="2147484820" r:id="rId5"/>
    <p:sldLayoutId id="2147484821" r:id="rId6"/>
    <p:sldLayoutId id="2147484822" r:id="rId7"/>
    <p:sldLayoutId id="2147484823" r:id="rId8"/>
    <p:sldLayoutId id="2147484824" r:id="rId9"/>
    <p:sldLayoutId id="2147484825" r:id="rId10"/>
    <p:sldLayoutId id="2147484826" r:id="rId11"/>
    <p:sldLayoutId id="2147484827" r:id="rId12"/>
    <p:sldLayoutId id="2147484828" r:id="rId13"/>
    <p:sldLayoutId id="2147484829" r:id="rId14"/>
    <p:sldLayoutId id="2147484830" r:id="rId15"/>
    <p:sldLayoutId id="2147484831" r:id="rId16"/>
    <p:sldLayoutId id="2147484832" r:id="rId17"/>
    <p:sldLayoutId id="2147484833" r:id="rId18"/>
    <p:sldLayoutId id="2147484834" r:id="rId19"/>
    <p:sldLayoutId id="2147484836" r:id="rId20"/>
    <p:sldLayoutId id="2147484838" r:id="rId21"/>
  </p:sldLayoutIdLst>
  <p:transition>
    <p:fade/>
  </p:transition>
  <p:hf sldNum="0" hdr="0" ft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7"/>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3"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p:nvPicPr>
        <p:blipFill>
          <a:blip r:embed="rId30"/>
          <a:stretch>
            <a:fillRect/>
          </a:stretch>
        </p:blipFill>
        <p:spPr>
          <a:xfrm rot="5400000">
            <a:off x="9393899" y="3050516"/>
            <a:ext cx="6995160" cy="894134"/>
          </a:xfrm>
          <a:prstGeom prst="rect">
            <a:avLst/>
          </a:prstGeom>
        </p:spPr>
      </p:pic>
    </p:spTree>
    <p:extLst>
      <p:ext uri="{BB962C8B-B14F-4D97-AF65-F5344CB8AC3E}">
        <p14:creationId xmlns:p14="http://schemas.microsoft.com/office/powerpoint/2010/main" val="2262572079"/>
      </p:ext>
    </p:extLst>
  </p:cSld>
  <p:clrMap bg1="dk1" tx1="lt1" bg2="dk2" tx2="lt2" accent1="accent1" accent2="accent2" accent3="accent3" accent4="accent4" accent5="accent5" accent6="accent6" hlink="hlink" folHlink="folHlink"/>
  <p:sldLayoutIdLst>
    <p:sldLayoutId id="2147484897" r:id="rId1"/>
    <p:sldLayoutId id="2147484898" r:id="rId2"/>
    <p:sldLayoutId id="2147484899" r:id="rId3"/>
    <p:sldLayoutId id="2147484900" r:id="rId4"/>
    <p:sldLayoutId id="2147484901" r:id="rId5"/>
    <p:sldLayoutId id="2147484902" r:id="rId6"/>
    <p:sldLayoutId id="2147484903" r:id="rId7"/>
    <p:sldLayoutId id="2147484904" r:id="rId8"/>
    <p:sldLayoutId id="2147484905" r:id="rId9"/>
    <p:sldLayoutId id="2147484906" r:id="rId10"/>
    <p:sldLayoutId id="2147484907" r:id="rId11"/>
    <p:sldLayoutId id="2147484908" r:id="rId12"/>
    <p:sldLayoutId id="2147484909" r:id="rId13"/>
    <p:sldLayoutId id="2147484910" r:id="rId14"/>
    <p:sldLayoutId id="2147484911" r:id="rId15"/>
    <p:sldLayoutId id="2147484912" r:id="rId16"/>
    <p:sldLayoutId id="2147484913" r:id="rId17"/>
    <p:sldLayoutId id="2147484914" r:id="rId18"/>
    <p:sldLayoutId id="2147484915" r:id="rId19"/>
    <p:sldLayoutId id="2147484916" r:id="rId20"/>
    <p:sldLayoutId id="2147484917" r:id="rId21"/>
    <p:sldLayoutId id="2147484918" r:id="rId22"/>
    <p:sldLayoutId id="2147484919" r:id="rId23"/>
    <p:sldLayoutId id="2147484920" r:id="rId24"/>
    <p:sldLayoutId id="2147484921" r:id="rId25"/>
    <p:sldLayoutId id="2147484922" r:id="rId26"/>
    <p:sldLayoutId id="2147484923" r:id="rId27"/>
    <p:sldLayoutId id="2147484939" r:id="rId28"/>
  </p:sldLayoutIdLst>
  <p:transition>
    <p:fade/>
  </p:transition>
  <p:hf sldNum="0" hdr="0" ftr="0" dt="0"/>
  <p:txStyles>
    <p:titleStyle>
      <a:lvl1pPr algn="l" defTabSz="932205" rtl="0" eaLnBrk="1" latinLnBrk="0" hangingPunct="1">
        <a:lnSpc>
          <a:spcPct val="90000"/>
        </a:lnSpc>
        <a:spcBef>
          <a:spcPct val="0"/>
        </a:spcBef>
        <a:buNone/>
        <a:defRPr lang="en-US" sz="4797"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702" marR="0" indent="-342702" algn="l" defTabSz="932205" rtl="0" eaLnBrk="1" fontAlgn="auto" latinLnBrk="0" hangingPunct="1">
        <a:lnSpc>
          <a:spcPct val="90000"/>
        </a:lnSpc>
        <a:spcBef>
          <a:spcPct val="20000"/>
        </a:spcBef>
        <a:spcAft>
          <a:spcPts val="0"/>
        </a:spcAft>
        <a:buClrTx/>
        <a:buSzPct val="90000"/>
        <a:buFont typeface="Arial" pitchFamily="34" charset="0"/>
        <a:buChar char="•"/>
        <a:tabLst/>
        <a:defRPr sz="3997" kern="1200" spc="0" baseline="0">
          <a:gradFill>
            <a:gsLst>
              <a:gs pos="1250">
                <a:schemeClr val="tx1"/>
              </a:gs>
              <a:gs pos="100000">
                <a:schemeClr val="tx1"/>
              </a:gs>
            </a:gsLst>
            <a:lin ang="5400000" scaled="0"/>
          </a:gradFill>
          <a:latin typeface="+mj-lt"/>
          <a:ea typeface="+mn-ea"/>
          <a:cs typeface="+mn-cs"/>
        </a:defRPr>
      </a:lvl1pPr>
      <a:lvl2pPr marL="583863" marR="0" indent="-241159" algn="l" defTabSz="932205"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638"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107"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6576"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3563"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29666"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5769"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1872"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205" rtl="0" eaLnBrk="1" latinLnBrk="0" hangingPunct="1">
        <a:defRPr sz="1800" kern="1200">
          <a:solidFill>
            <a:schemeClr val="tx1"/>
          </a:solidFill>
          <a:latin typeface="+mn-lt"/>
          <a:ea typeface="+mn-ea"/>
          <a:cs typeface="+mn-cs"/>
        </a:defRPr>
      </a:lvl1pPr>
      <a:lvl2pPr marL="466101" algn="l" defTabSz="932205" rtl="0" eaLnBrk="1" latinLnBrk="0" hangingPunct="1">
        <a:defRPr sz="1800" kern="1200">
          <a:solidFill>
            <a:schemeClr val="tx1"/>
          </a:solidFill>
          <a:latin typeface="+mn-lt"/>
          <a:ea typeface="+mn-ea"/>
          <a:cs typeface="+mn-cs"/>
        </a:defRPr>
      </a:lvl2pPr>
      <a:lvl3pPr marL="932205" algn="l" defTabSz="932205" rtl="0" eaLnBrk="1" latinLnBrk="0" hangingPunct="1">
        <a:defRPr sz="1800" kern="1200">
          <a:solidFill>
            <a:schemeClr val="tx1"/>
          </a:solidFill>
          <a:latin typeface="+mn-lt"/>
          <a:ea typeface="+mn-ea"/>
          <a:cs typeface="+mn-cs"/>
        </a:defRPr>
      </a:lvl3pPr>
      <a:lvl4pPr marL="1398307" algn="l" defTabSz="932205" rtl="0" eaLnBrk="1" latinLnBrk="0" hangingPunct="1">
        <a:defRPr sz="1800" kern="1200">
          <a:solidFill>
            <a:schemeClr val="tx1"/>
          </a:solidFill>
          <a:latin typeface="+mn-lt"/>
          <a:ea typeface="+mn-ea"/>
          <a:cs typeface="+mn-cs"/>
        </a:defRPr>
      </a:lvl4pPr>
      <a:lvl5pPr marL="1864410" algn="l" defTabSz="932205" rtl="0" eaLnBrk="1" latinLnBrk="0" hangingPunct="1">
        <a:defRPr sz="1800" kern="1200">
          <a:solidFill>
            <a:schemeClr val="tx1"/>
          </a:solidFill>
          <a:latin typeface="+mn-lt"/>
          <a:ea typeface="+mn-ea"/>
          <a:cs typeface="+mn-cs"/>
        </a:defRPr>
      </a:lvl5pPr>
      <a:lvl6pPr marL="2330512" algn="l" defTabSz="932205" rtl="0" eaLnBrk="1" latinLnBrk="0" hangingPunct="1">
        <a:defRPr sz="1800" kern="1200">
          <a:solidFill>
            <a:schemeClr val="tx1"/>
          </a:solidFill>
          <a:latin typeface="+mn-lt"/>
          <a:ea typeface="+mn-ea"/>
          <a:cs typeface="+mn-cs"/>
        </a:defRPr>
      </a:lvl6pPr>
      <a:lvl7pPr marL="2796615" algn="l" defTabSz="932205" rtl="0" eaLnBrk="1" latinLnBrk="0" hangingPunct="1">
        <a:defRPr sz="1800" kern="1200">
          <a:solidFill>
            <a:schemeClr val="tx1"/>
          </a:solidFill>
          <a:latin typeface="+mn-lt"/>
          <a:ea typeface="+mn-ea"/>
          <a:cs typeface="+mn-cs"/>
        </a:defRPr>
      </a:lvl7pPr>
      <a:lvl8pPr marL="3262716" algn="l" defTabSz="932205" rtl="0" eaLnBrk="1" latinLnBrk="0" hangingPunct="1">
        <a:defRPr sz="1800" kern="1200">
          <a:solidFill>
            <a:schemeClr val="tx1"/>
          </a:solidFill>
          <a:latin typeface="+mn-lt"/>
          <a:ea typeface="+mn-ea"/>
          <a:cs typeface="+mn-cs"/>
        </a:defRPr>
      </a:lvl8pPr>
      <a:lvl9pPr marL="3728821" algn="l" defTabSz="93220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7"/>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3"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p:nvPicPr>
        <p:blipFill>
          <a:blip r:embed="rId29"/>
          <a:stretch>
            <a:fillRect/>
          </a:stretch>
        </p:blipFill>
        <p:spPr>
          <a:xfrm rot="5400000">
            <a:off x="9393899" y="3050516"/>
            <a:ext cx="6995160" cy="894134"/>
          </a:xfrm>
          <a:prstGeom prst="rect">
            <a:avLst/>
          </a:prstGeom>
        </p:spPr>
      </p:pic>
    </p:spTree>
    <p:extLst>
      <p:ext uri="{BB962C8B-B14F-4D97-AF65-F5344CB8AC3E}">
        <p14:creationId xmlns:p14="http://schemas.microsoft.com/office/powerpoint/2010/main" val="1084756537"/>
      </p:ext>
    </p:extLst>
  </p:cSld>
  <p:clrMap bg1="dk1" tx1="lt1" bg2="dk2" tx2="lt2" accent1="accent1" accent2="accent2" accent3="accent3" accent4="accent4" accent5="accent5" accent6="accent6" hlink="hlink" folHlink="folHlink"/>
  <p:sldLayoutIdLst>
    <p:sldLayoutId id="2147484941" r:id="rId1"/>
    <p:sldLayoutId id="2147484942" r:id="rId2"/>
    <p:sldLayoutId id="2147484943" r:id="rId3"/>
    <p:sldLayoutId id="2147484944" r:id="rId4"/>
    <p:sldLayoutId id="2147484945" r:id="rId5"/>
    <p:sldLayoutId id="2147484946" r:id="rId6"/>
    <p:sldLayoutId id="2147484947" r:id="rId7"/>
    <p:sldLayoutId id="2147484948" r:id="rId8"/>
    <p:sldLayoutId id="2147484949" r:id="rId9"/>
    <p:sldLayoutId id="2147484950" r:id="rId10"/>
    <p:sldLayoutId id="2147484951" r:id="rId11"/>
    <p:sldLayoutId id="2147484952" r:id="rId12"/>
    <p:sldLayoutId id="2147484953" r:id="rId13"/>
    <p:sldLayoutId id="2147484954" r:id="rId14"/>
    <p:sldLayoutId id="2147484955" r:id="rId15"/>
    <p:sldLayoutId id="2147484956" r:id="rId16"/>
    <p:sldLayoutId id="2147484957" r:id="rId17"/>
    <p:sldLayoutId id="2147484958" r:id="rId18"/>
    <p:sldLayoutId id="2147484959" r:id="rId19"/>
    <p:sldLayoutId id="2147484960" r:id="rId20"/>
    <p:sldLayoutId id="2147484961" r:id="rId21"/>
    <p:sldLayoutId id="2147484962" r:id="rId22"/>
    <p:sldLayoutId id="2147484963" r:id="rId23"/>
    <p:sldLayoutId id="2147484964" r:id="rId24"/>
    <p:sldLayoutId id="2147484965" r:id="rId25"/>
    <p:sldLayoutId id="2147484967" r:id="rId26"/>
    <p:sldLayoutId id="2147484985" r:id="rId27"/>
  </p:sldLayoutIdLst>
  <p:transition>
    <p:fade/>
  </p:transition>
  <p:hf sldNum="0" hdr="0" ftr="0" dt="0"/>
  <p:txStyles>
    <p:titleStyle>
      <a:lvl1pPr algn="l" defTabSz="932205" rtl="0" eaLnBrk="1" latinLnBrk="0" hangingPunct="1">
        <a:lnSpc>
          <a:spcPct val="90000"/>
        </a:lnSpc>
        <a:spcBef>
          <a:spcPct val="0"/>
        </a:spcBef>
        <a:buNone/>
        <a:defRPr lang="en-US" sz="4797"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702" marR="0" indent="-342702" algn="l" defTabSz="932205" rtl="0" eaLnBrk="1" fontAlgn="auto" latinLnBrk="0" hangingPunct="1">
        <a:lnSpc>
          <a:spcPct val="90000"/>
        </a:lnSpc>
        <a:spcBef>
          <a:spcPct val="20000"/>
        </a:spcBef>
        <a:spcAft>
          <a:spcPts val="0"/>
        </a:spcAft>
        <a:buClrTx/>
        <a:buSzPct val="90000"/>
        <a:buFont typeface="Arial" pitchFamily="34" charset="0"/>
        <a:buChar char="•"/>
        <a:tabLst/>
        <a:defRPr sz="3997" kern="1200" spc="0" baseline="0">
          <a:gradFill>
            <a:gsLst>
              <a:gs pos="1250">
                <a:schemeClr val="tx1"/>
              </a:gs>
              <a:gs pos="100000">
                <a:schemeClr val="tx1"/>
              </a:gs>
            </a:gsLst>
            <a:lin ang="5400000" scaled="0"/>
          </a:gradFill>
          <a:latin typeface="+mj-lt"/>
          <a:ea typeface="+mn-ea"/>
          <a:cs typeface="+mn-cs"/>
        </a:defRPr>
      </a:lvl1pPr>
      <a:lvl2pPr marL="583863" marR="0" indent="-241159" algn="l" defTabSz="932205"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638"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107"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6576"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3563"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29666"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5769"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1872"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205" rtl="0" eaLnBrk="1" latinLnBrk="0" hangingPunct="1">
        <a:defRPr sz="1800" kern="1200">
          <a:solidFill>
            <a:schemeClr val="tx1"/>
          </a:solidFill>
          <a:latin typeface="+mn-lt"/>
          <a:ea typeface="+mn-ea"/>
          <a:cs typeface="+mn-cs"/>
        </a:defRPr>
      </a:lvl1pPr>
      <a:lvl2pPr marL="466101" algn="l" defTabSz="932205" rtl="0" eaLnBrk="1" latinLnBrk="0" hangingPunct="1">
        <a:defRPr sz="1800" kern="1200">
          <a:solidFill>
            <a:schemeClr val="tx1"/>
          </a:solidFill>
          <a:latin typeface="+mn-lt"/>
          <a:ea typeface="+mn-ea"/>
          <a:cs typeface="+mn-cs"/>
        </a:defRPr>
      </a:lvl2pPr>
      <a:lvl3pPr marL="932205" algn="l" defTabSz="932205" rtl="0" eaLnBrk="1" latinLnBrk="0" hangingPunct="1">
        <a:defRPr sz="1800" kern="1200">
          <a:solidFill>
            <a:schemeClr val="tx1"/>
          </a:solidFill>
          <a:latin typeface="+mn-lt"/>
          <a:ea typeface="+mn-ea"/>
          <a:cs typeface="+mn-cs"/>
        </a:defRPr>
      </a:lvl3pPr>
      <a:lvl4pPr marL="1398307" algn="l" defTabSz="932205" rtl="0" eaLnBrk="1" latinLnBrk="0" hangingPunct="1">
        <a:defRPr sz="1800" kern="1200">
          <a:solidFill>
            <a:schemeClr val="tx1"/>
          </a:solidFill>
          <a:latin typeface="+mn-lt"/>
          <a:ea typeface="+mn-ea"/>
          <a:cs typeface="+mn-cs"/>
        </a:defRPr>
      </a:lvl4pPr>
      <a:lvl5pPr marL="1864410" algn="l" defTabSz="932205" rtl="0" eaLnBrk="1" latinLnBrk="0" hangingPunct="1">
        <a:defRPr sz="1800" kern="1200">
          <a:solidFill>
            <a:schemeClr val="tx1"/>
          </a:solidFill>
          <a:latin typeface="+mn-lt"/>
          <a:ea typeface="+mn-ea"/>
          <a:cs typeface="+mn-cs"/>
        </a:defRPr>
      </a:lvl5pPr>
      <a:lvl6pPr marL="2330512" algn="l" defTabSz="932205" rtl="0" eaLnBrk="1" latinLnBrk="0" hangingPunct="1">
        <a:defRPr sz="1800" kern="1200">
          <a:solidFill>
            <a:schemeClr val="tx1"/>
          </a:solidFill>
          <a:latin typeface="+mn-lt"/>
          <a:ea typeface="+mn-ea"/>
          <a:cs typeface="+mn-cs"/>
        </a:defRPr>
      </a:lvl6pPr>
      <a:lvl7pPr marL="2796615" algn="l" defTabSz="932205" rtl="0" eaLnBrk="1" latinLnBrk="0" hangingPunct="1">
        <a:defRPr sz="1800" kern="1200">
          <a:solidFill>
            <a:schemeClr val="tx1"/>
          </a:solidFill>
          <a:latin typeface="+mn-lt"/>
          <a:ea typeface="+mn-ea"/>
          <a:cs typeface="+mn-cs"/>
        </a:defRPr>
      </a:lvl7pPr>
      <a:lvl8pPr marL="3262716" algn="l" defTabSz="932205" rtl="0" eaLnBrk="1" latinLnBrk="0" hangingPunct="1">
        <a:defRPr sz="1800" kern="1200">
          <a:solidFill>
            <a:schemeClr val="tx1"/>
          </a:solidFill>
          <a:latin typeface="+mn-lt"/>
          <a:ea typeface="+mn-ea"/>
          <a:cs typeface="+mn-cs"/>
        </a:defRPr>
      </a:lvl8pPr>
      <a:lvl9pPr marL="3728821" algn="l" defTabSz="93220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6.xml"/></Relationships>
</file>

<file path=ppt/slides/_rels/slide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xml"/><Relationship Id="rId1" Type="http://schemas.openxmlformats.org/officeDocument/2006/relationships/slideLayout" Target="../slideLayouts/slideLayout406.xml"/></Relationships>
</file>

<file path=ppt/slides/_rels/slide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emf"/><Relationship Id="rId1" Type="http://schemas.openxmlformats.org/officeDocument/2006/relationships/slideLayout" Target="../slideLayouts/slideLayout22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27.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43.xml"/><Relationship Id="rId1" Type="http://schemas.openxmlformats.org/officeDocument/2006/relationships/themeOverride" Target="../theme/themeOverride1.xml"/><Relationship Id="rId4" Type="http://schemas.openxmlformats.org/officeDocument/2006/relationships/image" Target="../media/image66.png"/></Relationships>
</file>

<file path=ppt/slides/_rels/slide8.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xml"/><Relationship Id="rId1" Type="http://schemas.openxmlformats.org/officeDocument/2006/relationships/slideLayout" Target="../slideLayouts/slideLayout251.xml"/></Relationships>
</file>

<file path=ppt/slides/_rels/slide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s://login.microsoftonline.com/" TargetMode="External"/><Relationship Id="rId1" Type="http://schemas.openxmlformats.org/officeDocument/2006/relationships/slideLayout" Target="../slideLayouts/slideLayout255.xml"/></Relationships>
</file>

<file path=ppt/slides/_rels/slide1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5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2.xml"/></Relationships>
</file>

<file path=ppt/slides/_rels/slide1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xml"/><Relationship Id="rId1" Type="http://schemas.openxmlformats.org/officeDocument/2006/relationships/slideLayout" Target="../slideLayouts/slideLayout252.xml"/></Relationships>
</file>

<file path=ppt/slides/_rels/slide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xml"/><Relationship Id="rId1" Type="http://schemas.openxmlformats.org/officeDocument/2006/relationships/slideLayout" Target="../slideLayouts/slideLayout253.xml"/></Relationships>
</file>

<file path=ppt/slides/_rels/slide1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53.xml"/></Relationships>
</file>

<file path=ppt/slides/_rels/slide1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0.xml"/><Relationship Id="rId1" Type="http://schemas.openxmlformats.org/officeDocument/2006/relationships/slideLayout" Target="../slideLayouts/slideLayout254.xml"/></Relationships>
</file>

<file path=ppt/slides/_rels/slide1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53.xml"/></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xml"/><Relationship Id="rId1" Type="http://schemas.openxmlformats.org/officeDocument/2006/relationships/slideLayout" Target="../slideLayouts/slideLayout254.xml"/></Relationships>
</file>

<file path=ppt/slides/_rels/slide1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53.xml"/></Relationships>
</file>

<file path=ppt/slides/_rels/slide1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xml"/><Relationship Id="rId1" Type="http://schemas.openxmlformats.org/officeDocument/2006/relationships/slideLayout" Target="../slideLayouts/slideLayout254.xml"/></Relationships>
</file>

<file path=ppt/slides/_rels/slide2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3.xml"/><Relationship Id="rId1" Type="http://schemas.openxmlformats.org/officeDocument/2006/relationships/slideLayout" Target="../slideLayouts/slideLayout254.xml"/></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4.xml"/><Relationship Id="rId1" Type="http://schemas.openxmlformats.org/officeDocument/2006/relationships/slideLayout" Target="../slideLayouts/slideLayout254.xml"/></Relationships>
</file>

<file path=ppt/slides/_rels/slide22.xml.rels><?xml version="1.0" encoding="UTF-8" standalone="yes"?>
<Relationships xmlns="http://schemas.openxmlformats.org/package/2006/relationships"><Relationship Id="rId2" Type="http://schemas.openxmlformats.org/officeDocument/2006/relationships/hyperlink" Target="https://outlook.office365.com/" TargetMode="External"/><Relationship Id="rId1" Type="http://schemas.openxmlformats.org/officeDocument/2006/relationships/slideLayout" Target="../slideLayouts/slideLayout256.xml"/></Relationships>
</file>

<file path=ppt/slides/_rels/slide2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5.xml"/><Relationship Id="rId1" Type="http://schemas.openxmlformats.org/officeDocument/2006/relationships/slideLayout" Target="../slideLayouts/slideLayout25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54.xml"/><Relationship Id="rId1" Type="http://schemas.openxmlformats.org/officeDocument/2006/relationships/video" Target="https://www.youtube.com/embed/xkL809MBY54" TargetMode="External"/><Relationship Id="rId4" Type="http://schemas.openxmlformats.org/officeDocument/2006/relationships/image" Target="../media/image81.jpeg"/></Relationships>
</file>

<file path=ppt/slides/_rels/slide2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7.xml"/><Relationship Id="rId1" Type="http://schemas.openxmlformats.org/officeDocument/2006/relationships/slideLayout" Target="../slideLayouts/slideLayout254.xml"/></Relationships>
</file>

<file path=ppt/slides/_rels/slide2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8.xml"/><Relationship Id="rId1" Type="http://schemas.openxmlformats.org/officeDocument/2006/relationships/slideLayout" Target="../slideLayouts/slideLayout25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4.xml"/></Relationships>
</file>

<file path=ppt/slides/_rels/slide28.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notesSlide" Target="../notesSlides/notesSlide20.xml"/><Relationship Id="rId1" Type="http://schemas.openxmlformats.org/officeDocument/2006/relationships/slideLayout" Target="../slideLayouts/slideLayout254.xml"/></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1.xml"/><Relationship Id="rId1" Type="http://schemas.openxmlformats.org/officeDocument/2006/relationships/slideLayout" Target="../slideLayouts/slideLayout254.xml"/><Relationship Id="rId4" Type="http://schemas.openxmlformats.org/officeDocument/2006/relationships/image" Target="../media/image86.png"/></Relationships>
</file>

<file path=ppt/slides/_rels/slide3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2.xml"/><Relationship Id="rId1" Type="http://schemas.openxmlformats.org/officeDocument/2006/relationships/slideLayout" Target="../slideLayouts/slideLayout254.xml"/></Relationships>
</file>

<file path=ppt/slides/_rels/slide3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3.xml"/><Relationship Id="rId1" Type="http://schemas.openxmlformats.org/officeDocument/2006/relationships/slideLayout" Target="../slideLayouts/slideLayout25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34.xml"/></Relationships>
</file>

<file path=ppt/slides/_rels/slide34.xml.rels><?xml version="1.0" encoding="UTF-8" standalone="yes"?>
<Relationships xmlns="http://schemas.openxmlformats.org/package/2006/relationships"><Relationship Id="rId3" Type="http://schemas.openxmlformats.org/officeDocument/2006/relationships/hyperlink" Target="https://docs.microsoft.com/en-us/office365/securitycompliance/office-365-atp#view-atp-reports" TargetMode="External"/><Relationship Id="rId2" Type="http://schemas.openxmlformats.org/officeDocument/2006/relationships/hyperlink" Target="https://docs.microsoft.com/en-us/office365/securitycompliance/office-365-atp#configure-atp-policies" TargetMode="External"/><Relationship Id="rId1" Type="http://schemas.openxmlformats.org/officeDocument/2006/relationships/slideLayout" Target="../slideLayouts/slideLayout434.xml"/><Relationship Id="rId5" Type="http://schemas.openxmlformats.org/officeDocument/2006/relationships/hyperlink" Target="https://docs.microsoft.com/en-us/office365/securitycompliance/office-365-atp#save-time-with-automated-investigation-and-response" TargetMode="External"/><Relationship Id="rId4" Type="http://schemas.openxmlformats.org/officeDocument/2006/relationships/hyperlink" Target="https://docs.microsoft.com/en-us/office365/securitycompliance/office-365-atp#use-threat-investigation-and-response-capabilities"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34.xml"/></Relationships>
</file>

<file path=ppt/slides/_rels/slide3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34.xml"/></Relationships>
</file>

<file path=ppt/slides/_rels/slide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4.xml"/><Relationship Id="rId1" Type="http://schemas.openxmlformats.org/officeDocument/2006/relationships/slideLayout" Target="../slideLayouts/slideLayout431.xml"/></Relationships>
</file>

<file path=ppt/slides/_rels/slide3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5.xml"/><Relationship Id="rId1" Type="http://schemas.openxmlformats.org/officeDocument/2006/relationships/slideLayout" Target="../slideLayouts/slideLayout431.xml"/></Relationships>
</file>

<file path=ppt/slides/_rels/slide3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6.xml"/><Relationship Id="rId1" Type="http://schemas.openxmlformats.org/officeDocument/2006/relationships/slideLayout" Target="../slideLayouts/slideLayout431.xml"/></Relationships>
</file>

<file path=ppt/slides/_rels/slide4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7.xml"/><Relationship Id="rId1" Type="http://schemas.openxmlformats.org/officeDocument/2006/relationships/slideLayout" Target="../slideLayouts/slideLayout431.xml"/></Relationships>
</file>

<file path=ppt/slides/_rels/slide4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8.xml"/><Relationship Id="rId1" Type="http://schemas.openxmlformats.org/officeDocument/2006/relationships/slideLayout" Target="../slideLayouts/slideLayout431.xml"/></Relationships>
</file>

<file path=ppt/slides/_rels/slide4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9.xml"/><Relationship Id="rId1" Type="http://schemas.openxmlformats.org/officeDocument/2006/relationships/slideLayout" Target="../slideLayouts/slideLayout431.xml"/></Relationships>
</file>

<file path=ppt/slides/_rels/slide4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0.xml"/><Relationship Id="rId1" Type="http://schemas.openxmlformats.org/officeDocument/2006/relationships/slideLayout" Target="../slideLayouts/slideLayout431.xml"/></Relationships>
</file>

<file path=ppt/slides/_rels/slide4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1.xml"/><Relationship Id="rId1" Type="http://schemas.openxmlformats.org/officeDocument/2006/relationships/slideLayout" Target="../slideLayouts/slideLayout431.xml"/></Relationships>
</file>

<file path=ppt/slides/_rels/slide4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2.xml"/><Relationship Id="rId1" Type="http://schemas.openxmlformats.org/officeDocument/2006/relationships/slideLayout" Target="../slideLayouts/slideLayout431.xml"/></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3.xml"/><Relationship Id="rId1" Type="http://schemas.openxmlformats.org/officeDocument/2006/relationships/slideLayout" Target="../slideLayouts/slideLayout431.xml"/></Relationships>
</file>

<file path=ppt/slides/_rels/slide4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4.xml"/><Relationship Id="rId1" Type="http://schemas.openxmlformats.org/officeDocument/2006/relationships/slideLayout" Target="../slideLayouts/slideLayout431.xml"/></Relationships>
</file>

<file path=ppt/slides/_rels/slide4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5.xml"/><Relationship Id="rId1" Type="http://schemas.openxmlformats.org/officeDocument/2006/relationships/slideLayout" Target="../slideLayouts/slideLayout431.xml"/></Relationships>
</file>

<file path=ppt/slides/_rels/slide4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6.xml"/><Relationship Id="rId1" Type="http://schemas.openxmlformats.org/officeDocument/2006/relationships/slideLayout" Target="../slideLayouts/slideLayout431.xml"/></Relationships>
</file>

<file path=ppt/slides/_rels/slide5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7.xml"/><Relationship Id="rId1" Type="http://schemas.openxmlformats.org/officeDocument/2006/relationships/slideLayout" Target="../slideLayouts/slideLayout431.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1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365 Overview</a:t>
            </a:r>
          </a:p>
        </p:txBody>
      </p:sp>
      <p:sp>
        <p:nvSpPr>
          <p:cNvPr id="3" name="Text Placeholder 2"/>
          <p:cNvSpPr>
            <a:spLocks noGrp="1"/>
          </p:cNvSpPr>
          <p:nvPr>
            <p:ph type="body" sz="quarter" idx="14"/>
          </p:nvPr>
        </p:nvSpPr>
        <p:spPr>
          <a:xfrm>
            <a:off x="273050" y="3954463"/>
            <a:ext cx="6402388" cy="1384995"/>
          </a:xfrm>
        </p:spPr>
        <p:txBody>
          <a:bodyPr>
            <a:spAutoFit/>
          </a:bodyPr>
          <a:lstStyle/>
          <a:p>
            <a:r>
              <a:rPr lang="en-US" sz="2400" dirty="0"/>
              <a:t>Mr. Salin Kumar. C.S</a:t>
            </a:r>
          </a:p>
          <a:p>
            <a:endParaRPr lang="en-US" sz="2400" dirty="0"/>
          </a:p>
          <a:p>
            <a:r>
              <a:rPr lang="en-US" sz="1800" dirty="0"/>
              <a:t>Sr. Pre-Sales Consultant – MS Cloud</a:t>
            </a:r>
          </a:p>
          <a:p>
            <a:r>
              <a:rPr lang="en-US" sz="1800" dirty="0"/>
              <a:t>Redington Middle-East and Africa</a:t>
            </a:r>
          </a:p>
        </p:txBody>
      </p:sp>
      <p:pic>
        <p:nvPicPr>
          <p:cNvPr id="4" name="Picture 2">
            <a:extLst>
              <a:ext uri="{FF2B5EF4-FFF2-40B4-BE49-F238E27FC236}">
                <a16:creationId xmlns:a16="http://schemas.microsoft.com/office/drawing/2014/main" id="{76E180EC-5B25-4080-B7F3-1E079BB67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7" y="906462"/>
            <a:ext cx="1676400" cy="48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038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5" name="Group 4"/>
          <p:cNvGrpSpPr/>
          <p:nvPr/>
        </p:nvGrpSpPr>
        <p:grpSpPr>
          <a:xfrm>
            <a:off x="3116642" y="1278777"/>
            <a:ext cx="5997195" cy="3492153"/>
            <a:chOff x="3277360" y="2014105"/>
            <a:chExt cx="5880972" cy="3424476"/>
          </a:xfrm>
        </p:grpSpPr>
        <p:sp>
          <p:nvSpPr>
            <p:cNvPr id="6" name="Title"/>
            <p:cNvSpPr txBox="1">
              <a:spLocks/>
            </p:cNvSpPr>
            <p:nvPr/>
          </p:nvSpPr>
          <p:spPr>
            <a:xfrm>
              <a:off x="3277360" y="3752720"/>
              <a:ext cx="5880972" cy="917444"/>
            </a:xfrm>
            <a:prstGeom prst="rect">
              <a:avLst/>
            </a:prstGeom>
          </p:spPr>
          <p:txBody>
            <a:bodyPr vert="horz" wrap="square" lIns="149174" tIns="93234" rIns="149174" bIns="93234" rtlCol="0" anchor="t">
              <a:noAutofit/>
            </a:bodyPr>
            <a:lstStyle>
              <a:lvl1pPr algn="ctr">
                <a:lnSpc>
                  <a:spcPct val="90000"/>
                </a:lnSpc>
                <a:spcBef>
                  <a:spcPct val="0"/>
                </a:spcBef>
                <a:buNone/>
                <a:defRPr lang="en-US" sz="4800" b="0" cap="none" spc="-102" baseline="0" dirty="0" smtClean="0">
                  <a:ln w="3175">
                    <a:noFill/>
                  </a:ln>
                  <a:gradFill>
                    <a:gsLst>
                      <a:gs pos="21239">
                        <a:schemeClr val="bg2">
                          <a:lumMod val="50000"/>
                        </a:schemeClr>
                      </a:gs>
                      <a:gs pos="84000">
                        <a:schemeClr val="bg2">
                          <a:lumMod val="50000"/>
                        </a:schemeClr>
                      </a:gs>
                    </a:gsLst>
                    <a:lin ang="5400000" scaled="0"/>
                  </a:gradFill>
                  <a:effectLst/>
                  <a:latin typeface="+mj-lt"/>
                  <a:cs typeface="Segoe UI"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0" cap="none" spc="-102" normalizeH="0" baseline="0" noProof="0" dirty="0">
                  <a:ln w="3175">
                    <a:noFill/>
                  </a:ln>
                  <a:gradFill>
                    <a:gsLst>
                      <a:gs pos="1250">
                        <a:srgbClr val="505050"/>
                      </a:gs>
                      <a:gs pos="100000">
                        <a:srgbClr val="505050"/>
                      </a:gs>
                    </a:gsLst>
                    <a:lin ang="5400000" scaled="0"/>
                  </a:gradFill>
                  <a:effectLst/>
                  <a:uLnTx/>
                  <a:uFillTx/>
                  <a:latin typeface="Segoe UI Light"/>
                  <a:ea typeface="+mn-ea"/>
                  <a:cs typeface="Segoe UI" pitchFamily="34" charset="0"/>
                </a:rPr>
                <a:t>      Microsoft Cloud</a:t>
              </a:r>
            </a:p>
          </p:txBody>
        </p:sp>
        <p:sp>
          <p:nvSpPr>
            <p:cNvPr id="10" name="TextBox 9"/>
            <p:cNvSpPr txBox="1"/>
            <p:nvPr/>
          </p:nvSpPr>
          <p:spPr>
            <a:xfrm>
              <a:off x="3840743" y="4832393"/>
              <a:ext cx="4754206" cy="606188"/>
            </a:xfrm>
            <a:prstGeom prst="rect">
              <a:avLst/>
            </a:prstGeom>
            <a:noFill/>
          </p:spPr>
          <p:txBody>
            <a:bodyPr wrap="square" lIns="186468" tIns="149174" rIns="186468" bIns="149174" rtlCol="0">
              <a:spAutoFit/>
            </a:bodyPr>
            <a:lstStyle/>
            <a:p>
              <a:pPr marL="0" marR="0" lvl="0" indent="0" algn="ctr" defTabSz="932238" rtl="0" eaLnBrk="1" fontAlgn="auto" latinLnBrk="0" hangingPunct="1">
                <a:lnSpc>
                  <a:spcPct val="90000"/>
                </a:lnSpc>
                <a:spcBef>
                  <a:spcPts val="0"/>
                </a:spcBef>
                <a:spcAft>
                  <a:spcPts val="612"/>
                </a:spcAft>
                <a:buClrTx/>
                <a:buSzTx/>
                <a:buFontTx/>
                <a:buNone/>
                <a:tabLst/>
                <a:defRPr/>
              </a:pPr>
              <a:r>
                <a:rPr kumimoji="0" lang="en-US" sz="2244" b="0" i="0" u="none" strike="noStrike" kern="0" cap="none" spc="51" normalizeH="0" baseline="0" noProof="0" dirty="0">
                  <a:ln>
                    <a:noFill/>
                  </a:ln>
                  <a:solidFill>
                    <a:srgbClr val="666666"/>
                  </a:solidFill>
                  <a:effectLst/>
                  <a:uLnTx/>
                  <a:uFillTx/>
                  <a:latin typeface="Segoe UI Semilight" panose="020B0402040204020203" pitchFamily="34" charset="0"/>
                  <a:ea typeface="+mn-ea"/>
                  <a:cs typeface="Segoe UI Semilight" panose="020B0402040204020203" pitchFamily="34" charset="0"/>
                </a:rPr>
                <a:t>Global        Trusted        Hybrid</a:t>
              </a:r>
            </a:p>
          </p:txBody>
        </p:sp>
        <p:sp>
          <p:nvSpPr>
            <p:cNvPr id="11" name="Oval 10"/>
            <p:cNvSpPr/>
            <p:nvPr/>
          </p:nvSpPr>
          <p:spPr bwMode="auto">
            <a:xfrm>
              <a:off x="5469544" y="5098708"/>
              <a:ext cx="62247" cy="62247"/>
            </a:xfrm>
            <a:prstGeom prst="ellipse">
              <a:avLst/>
            </a:prstGeom>
            <a:solidFill>
              <a:schemeClr val="bg2">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68" tIns="149174" rIns="186468" bIns="149174" numCol="1" spcCol="0" rtlCol="0" fromWordArt="0" anchor="t" anchorCtr="0" forceAA="0" compatLnSpc="1">
              <a:prstTxWarp prst="textNoShape">
                <a:avLst/>
              </a:prstTxWarp>
              <a:noAutofit/>
            </a:bodyPr>
            <a:lstStyle/>
            <a:p>
              <a:pPr marL="0" marR="0" lvl="0" indent="0" algn="ctr" defTabSz="950663" rtl="0"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Oval 11"/>
            <p:cNvSpPr/>
            <p:nvPr/>
          </p:nvSpPr>
          <p:spPr bwMode="auto">
            <a:xfrm>
              <a:off x="7072254" y="5098708"/>
              <a:ext cx="62247" cy="62247"/>
            </a:xfrm>
            <a:prstGeom prst="ellipse">
              <a:avLst/>
            </a:prstGeom>
            <a:solidFill>
              <a:schemeClr val="bg2">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68" tIns="149174" rIns="186468" bIns="149174" numCol="1" spcCol="0" rtlCol="0" fromWordArt="0" anchor="t" anchorCtr="0" forceAA="0" compatLnSpc="1">
              <a:prstTxWarp prst="textNoShape">
                <a:avLst/>
              </a:prstTxWarp>
              <a:noAutofit/>
            </a:bodyPr>
            <a:lstStyle/>
            <a:p>
              <a:pPr marL="0" marR="0" lvl="0" indent="0" algn="ctr" defTabSz="950663" rtl="0"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Freeform 5"/>
            <p:cNvSpPr>
              <a:spLocks noEditPoints="1"/>
            </p:cNvSpPr>
            <p:nvPr/>
          </p:nvSpPr>
          <p:spPr bwMode="auto">
            <a:xfrm>
              <a:off x="4863709" y="2014105"/>
              <a:ext cx="2708274" cy="1472300"/>
            </a:xfrm>
            <a:custGeom>
              <a:avLst/>
              <a:gdLst>
                <a:gd name="T0" fmla="*/ 316 w 407"/>
                <a:gd name="T1" fmla="*/ 220 h 220"/>
                <a:gd name="T2" fmla="*/ 71 w 407"/>
                <a:gd name="T3" fmla="*/ 220 h 220"/>
                <a:gd name="T4" fmla="*/ 0 w 407"/>
                <a:gd name="T5" fmla="*/ 148 h 220"/>
                <a:gd name="T6" fmla="*/ 7 w 407"/>
                <a:gd name="T7" fmla="*/ 118 h 220"/>
                <a:gd name="T8" fmla="*/ 71 w 407"/>
                <a:gd name="T9" fmla="*/ 76 h 220"/>
                <a:gd name="T10" fmla="*/ 105 w 407"/>
                <a:gd name="T11" fmla="*/ 84 h 220"/>
                <a:gd name="T12" fmla="*/ 211 w 407"/>
                <a:gd name="T13" fmla="*/ 0 h 220"/>
                <a:gd name="T14" fmla="*/ 294 w 407"/>
                <a:gd name="T15" fmla="*/ 38 h 220"/>
                <a:gd name="T16" fmla="*/ 316 w 407"/>
                <a:gd name="T17" fmla="*/ 35 h 220"/>
                <a:gd name="T18" fmla="*/ 407 w 407"/>
                <a:gd name="T19" fmla="*/ 128 h 220"/>
                <a:gd name="T20" fmla="*/ 316 w 407"/>
                <a:gd name="T21" fmla="*/ 220 h 220"/>
                <a:gd name="T22" fmla="*/ 71 w 407"/>
                <a:gd name="T23" fmla="*/ 84 h 220"/>
                <a:gd name="T24" fmla="*/ 14 w 407"/>
                <a:gd name="T25" fmla="*/ 121 h 220"/>
                <a:gd name="T26" fmla="*/ 8 w 407"/>
                <a:gd name="T27" fmla="*/ 148 h 220"/>
                <a:gd name="T28" fmla="*/ 71 w 407"/>
                <a:gd name="T29" fmla="*/ 212 h 220"/>
                <a:gd name="T30" fmla="*/ 316 w 407"/>
                <a:gd name="T31" fmla="*/ 212 h 220"/>
                <a:gd name="T32" fmla="*/ 399 w 407"/>
                <a:gd name="T33" fmla="*/ 128 h 220"/>
                <a:gd name="T34" fmla="*/ 316 w 407"/>
                <a:gd name="T35" fmla="*/ 43 h 220"/>
                <a:gd name="T36" fmla="*/ 293 w 407"/>
                <a:gd name="T37" fmla="*/ 46 h 220"/>
                <a:gd name="T38" fmla="*/ 291 w 407"/>
                <a:gd name="T39" fmla="*/ 47 h 220"/>
                <a:gd name="T40" fmla="*/ 289 w 407"/>
                <a:gd name="T41" fmla="*/ 45 h 220"/>
                <a:gd name="T42" fmla="*/ 211 w 407"/>
                <a:gd name="T43" fmla="*/ 8 h 220"/>
                <a:gd name="T44" fmla="*/ 111 w 407"/>
                <a:gd name="T45" fmla="*/ 91 h 220"/>
                <a:gd name="T46" fmla="*/ 110 w 407"/>
                <a:gd name="T47" fmla="*/ 97 h 220"/>
                <a:gd name="T48" fmla="*/ 105 w 407"/>
                <a:gd name="T49" fmla="*/ 94 h 220"/>
                <a:gd name="T50" fmla="*/ 71 w 407"/>
                <a:gd name="T51" fmla="*/ 8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7" h="220">
                  <a:moveTo>
                    <a:pt x="316" y="220"/>
                  </a:moveTo>
                  <a:cubicBezTo>
                    <a:pt x="71" y="220"/>
                    <a:pt x="71" y="220"/>
                    <a:pt x="71" y="220"/>
                  </a:cubicBezTo>
                  <a:cubicBezTo>
                    <a:pt x="32" y="220"/>
                    <a:pt x="0" y="188"/>
                    <a:pt x="0" y="148"/>
                  </a:cubicBezTo>
                  <a:cubicBezTo>
                    <a:pt x="0" y="137"/>
                    <a:pt x="2" y="127"/>
                    <a:pt x="7" y="118"/>
                  </a:cubicBezTo>
                  <a:cubicBezTo>
                    <a:pt x="18" y="92"/>
                    <a:pt x="44" y="76"/>
                    <a:pt x="71" y="76"/>
                  </a:cubicBezTo>
                  <a:cubicBezTo>
                    <a:pt x="83" y="76"/>
                    <a:pt x="94" y="79"/>
                    <a:pt x="105" y="84"/>
                  </a:cubicBezTo>
                  <a:cubicBezTo>
                    <a:pt x="116" y="35"/>
                    <a:pt x="160" y="0"/>
                    <a:pt x="211" y="0"/>
                  </a:cubicBezTo>
                  <a:cubicBezTo>
                    <a:pt x="243" y="0"/>
                    <a:pt x="273" y="14"/>
                    <a:pt x="294" y="38"/>
                  </a:cubicBezTo>
                  <a:cubicBezTo>
                    <a:pt x="301" y="36"/>
                    <a:pt x="308" y="35"/>
                    <a:pt x="316" y="35"/>
                  </a:cubicBezTo>
                  <a:cubicBezTo>
                    <a:pt x="366" y="35"/>
                    <a:pt x="407" y="77"/>
                    <a:pt x="407" y="128"/>
                  </a:cubicBezTo>
                  <a:cubicBezTo>
                    <a:pt x="407" y="179"/>
                    <a:pt x="366" y="220"/>
                    <a:pt x="316" y="220"/>
                  </a:cubicBezTo>
                  <a:close/>
                  <a:moveTo>
                    <a:pt x="71" y="84"/>
                  </a:moveTo>
                  <a:cubicBezTo>
                    <a:pt x="47" y="84"/>
                    <a:pt x="24" y="98"/>
                    <a:pt x="14" y="121"/>
                  </a:cubicBezTo>
                  <a:cubicBezTo>
                    <a:pt x="10" y="130"/>
                    <a:pt x="8" y="139"/>
                    <a:pt x="8" y="148"/>
                  </a:cubicBezTo>
                  <a:cubicBezTo>
                    <a:pt x="8" y="183"/>
                    <a:pt x="36" y="212"/>
                    <a:pt x="71" y="212"/>
                  </a:cubicBezTo>
                  <a:cubicBezTo>
                    <a:pt x="316" y="212"/>
                    <a:pt x="316" y="212"/>
                    <a:pt x="316" y="212"/>
                  </a:cubicBezTo>
                  <a:cubicBezTo>
                    <a:pt x="362" y="212"/>
                    <a:pt x="399" y="174"/>
                    <a:pt x="399" y="128"/>
                  </a:cubicBezTo>
                  <a:cubicBezTo>
                    <a:pt x="399" y="81"/>
                    <a:pt x="362" y="43"/>
                    <a:pt x="316" y="43"/>
                  </a:cubicBezTo>
                  <a:cubicBezTo>
                    <a:pt x="308" y="43"/>
                    <a:pt x="301" y="44"/>
                    <a:pt x="293" y="46"/>
                  </a:cubicBezTo>
                  <a:cubicBezTo>
                    <a:pt x="291" y="47"/>
                    <a:pt x="291" y="47"/>
                    <a:pt x="291" y="47"/>
                  </a:cubicBezTo>
                  <a:cubicBezTo>
                    <a:pt x="289" y="45"/>
                    <a:pt x="289" y="45"/>
                    <a:pt x="289" y="45"/>
                  </a:cubicBezTo>
                  <a:cubicBezTo>
                    <a:pt x="270" y="21"/>
                    <a:pt x="241" y="8"/>
                    <a:pt x="211" y="8"/>
                  </a:cubicBezTo>
                  <a:cubicBezTo>
                    <a:pt x="162" y="8"/>
                    <a:pt x="120" y="43"/>
                    <a:pt x="111" y="91"/>
                  </a:cubicBezTo>
                  <a:cubicBezTo>
                    <a:pt x="110" y="97"/>
                    <a:pt x="110" y="97"/>
                    <a:pt x="110" y="97"/>
                  </a:cubicBezTo>
                  <a:cubicBezTo>
                    <a:pt x="105" y="94"/>
                    <a:pt x="105" y="94"/>
                    <a:pt x="105" y="94"/>
                  </a:cubicBezTo>
                  <a:cubicBezTo>
                    <a:pt x="95" y="87"/>
                    <a:pt x="83" y="84"/>
                    <a:pt x="71" y="84"/>
                  </a:cubicBezTo>
                  <a:close/>
                </a:path>
              </a:pathLst>
            </a:custGeom>
            <a:solidFill>
              <a:schemeClr val="accent1"/>
            </a:solidFill>
            <a:ln>
              <a:solidFill>
                <a:schemeClr val="accent1"/>
              </a:solidFill>
            </a:ln>
          </p:spPr>
          <p:txBody>
            <a:bodyPr vert="horz" wrap="square" lIns="93247" tIns="46623" rIns="93247" bIns="46623" numCol="1" anchor="t" anchorCtr="0" compatLnSpc="1">
              <a:prstTxWarp prst="textNoShape">
                <a:avLst/>
              </a:prstTxWarp>
            </a:bodyPr>
            <a:lstStyle/>
            <a:p>
              <a:pPr marL="0" marR="0" lvl="0" indent="0" algn="l" defTabSz="932418"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sysClr val="windowText" lastClr="000000"/>
                </a:solidFill>
                <a:effectLst/>
                <a:uLnTx/>
                <a:uFillTx/>
                <a:latin typeface="Segoe UI"/>
                <a:ea typeface="+mn-ea"/>
                <a:cs typeface="+mn-cs"/>
              </a:endParaRPr>
            </a:p>
          </p:txBody>
        </p:sp>
      </p:grpSp>
    </p:spTree>
    <p:extLst>
      <p:ext uri="{BB962C8B-B14F-4D97-AF65-F5344CB8AC3E}">
        <p14:creationId xmlns:p14="http://schemas.microsoft.com/office/powerpoint/2010/main" val="3207763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Introduction to Office 365</a:t>
            </a:r>
            <a:endParaRPr lang="en-US" dirty="0"/>
          </a:p>
        </p:txBody>
      </p:sp>
      <p:sp>
        <p:nvSpPr>
          <p:cNvPr id="3" name="Content Placeholder 2"/>
          <p:cNvSpPr>
            <a:spLocks noGrp="1"/>
          </p:cNvSpPr>
          <p:nvPr>
            <p:ph sz="quarter" idx="13"/>
          </p:nvPr>
        </p:nvSpPr>
        <p:spPr/>
        <p:txBody>
          <a:bodyPr>
            <a:normAutofit fontScale="55000" lnSpcReduction="20000"/>
          </a:bodyPr>
          <a:lstStyle/>
          <a:p>
            <a:pPr>
              <a:spcBef>
                <a:spcPts val="0"/>
              </a:spcBef>
            </a:pPr>
            <a:r>
              <a:rPr lang="en-CA" cap="none" dirty="0"/>
              <a:t>Office 365 is a suite of services </a:t>
            </a:r>
            <a:r>
              <a:rPr lang="en-US" cap="none" dirty="0"/>
              <a:t>offered by Microsoft. </a:t>
            </a:r>
          </a:p>
          <a:p>
            <a:pPr>
              <a:spcBef>
                <a:spcPts val="0"/>
              </a:spcBef>
            </a:pPr>
            <a:endParaRPr lang="en-US" cap="none" dirty="0"/>
          </a:p>
          <a:p>
            <a:pPr>
              <a:spcBef>
                <a:spcPts val="0"/>
              </a:spcBef>
            </a:pPr>
            <a:r>
              <a:rPr lang="en-US" cap="none" dirty="0"/>
              <a:t>Office 365 is the same Office you already know and use every day, but with a slightly different interface and many more features.</a:t>
            </a:r>
          </a:p>
          <a:p>
            <a:pPr marL="0" indent="0">
              <a:spcBef>
                <a:spcPts val="0"/>
              </a:spcBef>
              <a:buNone/>
            </a:pPr>
            <a:endParaRPr lang="en-US" cap="none" dirty="0"/>
          </a:p>
          <a:p>
            <a:pPr>
              <a:spcBef>
                <a:spcPts val="0"/>
              </a:spcBef>
            </a:pPr>
            <a:r>
              <a:rPr lang="en-US" cap="none" dirty="0"/>
              <a:t>Office 365 is powered by the cloud, so you can access your applications and files from virtually anywhere (desktops, tablets, mobile phones), and they're always up to date.</a:t>
            </a:r>
          </a:p>
        </p:txBody>
      </p:sp>
    </p:spTree>
    <p:extLst>
      <p:ext uri="{BB962C8B-B14F-4D97-AF65-F5344CB8AC3E}">
        <p14:creationId xmlns:p14="http://schemas.microsoft.com/office/powerpoint/2010/main" val="3588942872"/>
      </p:ext>
    </p:extLst>
  </p:cSld>
  <p:clrMapOvr>
    <a:masterClrMapping/>
  </p:clrMapOvr>
  <mc:AlternateContent xmlns:mc="http://schemas.openxmlformats.org/markup-compatibility/2006" xmlns:p14="http://schemas.microsoft.com/office/powerpoint/2010/main">
    <mc:Choice Requires="p14">
      <p:transition spd="slow" p14:dur="125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Introduction to Microsoft 365</a:t>
            </a:r>
            <a:endParaRPr lang="en-US" dirty="0"/>
          </a:p>
        </p:txBody>
      </p:sp>
      <p:sp>
        <p:nvSpPr>
          <p:cNvPr id="3" name="Content Placeholder 2"/>
          <p:cNvSpPr>
            <a:spLocks noGrp="1"/>
          </p:cNvSpPr>
          <p:nvPr>
            <p:ph sz="quarter" idx="13"/>
          </p:nvPr>
        </p:nvSpPr>
        <p:spPr>
          <a:xfrm>
            <a:off x="932097" y="1363662"/>
            <a:ext cx="10571642" cy="685800"/>
          </a:xfrm>
        </p:spPr>
        <p:txBody>
          <a:bodyPr>
            <a:normAutofit/>
          </a:bodyPr>
          <a:lstStyle/>
          <a:p>
            <a:r>
              <a:rPr lang="en-GB" sz="1800" dirty="0"/>
              <a:t>An integrated solution bringing together best-in-class productivity tools, security and device management</a:t>
            </a:r>
          </a:p>
          <a:p>
            <a:pPr marL="0" indent="0">
              <a:buNone/>
            </a:pPr>
            <a:endParaRPr lang="en-US" cap="none" dirty="0"/>
          </a:p>
          <a:p>
            <a:pPr marL="0" indent="0">
              <a:spcBef>
                <a:spcPts val="0"/>
              </a:spcBef>
              <a:buNone/>
            </a:pPr>
            <a:endParaRPr lang="en-US" cap="none" dirty="0"/>
          </a:p>
        </p:txBody>
      </p:sp>
      <p:pic>
        <p:nvPicPr>
          <p:cNvPr id="5" name="Picture 4">
            <a:extLst>
              <a:ext uri="{FF2B5EF4-FFF2-40B4-BE49-F238E27FC236}">
                <a16:creationId xmlns:a16="http://schemas.microsoft.com/office/drawing/2014/main" id="{876E1640-F9D5-46D9-BD22-2B77E6FD435E}"/>
              </a:ext>
            </a:extLst>
          </p:cNvPr>
          <p:cNvPicPr>
            <a:picLocks noChangeAspect="1"/>
          </p:cNvPicPr>
          <p:nvPr/>
        </p:nvPicPr>
        <p:blipFill>
          <a:blip r:embed="rId3"/>
          <a:stretch>
            <a:fillRect/>
          </a:stretch>
        </p:blipFill>
        <p:spPr>
          <a:xfrm>
            <a:off x="1265237" y="2215425"/>
            <a:ext cx="9345423" cy="3875982"/>
          </a:xfrm>
          <a:prstGeom prst="rect">
            <a:avLst/>
          </a:prstGeom>
        </p:spPr>
      </p:pic>
    </p:spTree>
    <p:extLst>
      <p:ext uri="{BB962C8B-B14F-4D97-AF65-F5344CB8AC3E}">
        <p14:creationId xmlns:p14="http://schemas.microsoft.com/office/powerpoint/2010/main" val="1526200903"/>
      </p:ext>
    </p:extLst>
  </p:cSld>
  <p:clrMapOvr>
    <a:masterClrMapping/>
  </p:clrMapOvr>
  <mc:AlternateContent xmlns:mc="http://schemas.openxmlformats.org/markup-compatibility/2006" xmlns:p14="http://schemas.microsoft.com/office/powerpoint/2010/main">
    <mc:Choice Requires="p14">
      <p:transition spd="slow" p14:dur="125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Efficiency Versus Control</a:t>
            </a:r>
          </a:p>
        </p:txBody>
      </p:sp>
      <p:graphicFrame>
        <p:nvGraphicFramePr>
          <p:cNvPr id="5" name="Table 4"/>
          <p:cNvGraphicFramePr>
            <a:graphicFrameLocks noGrp="1"/>
          </p:cNvGraphicFramePr>
          <p:nvPr/>
        </p:nvGraphicFramePr>
        <p:xfrm>
          <a:off x="2269478" y="2145328"/>
          <a:ext cx="8142244" cy="3616425"/>
        </p:xfrm>
        <a:graphic>
          <a:graphicData uri="http://schemas.openxmlformats.org/drawingml/2006/table">
            <a:tbl>
              <a:tblPr firstRow="1" bandRow="1">
                <a:tableStyleId>{5C22544A-7EE6-4342-B048-85BDC9FD1C3A}</a:tableStyleId>
              </a:tblPr>
              <a:tblGrid>
                <a:gridCol w="2415158">
                  <a:extLst>
                    <a:ext uri="{9D8B030D-6E8A-4147-A177-3AD203B41FA5}">
                      <a16:colId xmlns:a16="http://schemas.microsoft.com/office/drawing/2014/main" val="20000"/>
                    </a:ext>
                  </a:extLst>
                </a:gridCol>
                <a:gridCol w="1544460">
                  <a:extLst>
                    <a:ext uri="{9D8B030D-6E8A-4147-A177-3AD203B41FA5}">
                      <a16:colId xmlns:a16="http://schemas.microsoft.com/office/drawing/2014/main" val="20001"/>
                    </a:ext>
                  </a:extLst>
                </a:gridCol>
                <a:gridCol w="1257747">
                  <a:extLst>
                    <a:ext uri="{9D8B030D-6E8A-4147-A177-3AD203B41FA5}">
                      <a16:colId xmlns:a16="http://schemas.microsoft.com/office/drawing/2014/main" val="20002"/>
                    </a:ext>
                  </a:extLst>
                </a:gridCol>
                <a:gridCol w="1416270">
                  <a:extLst>
                    <a:ext uri="{9D8B030D-6E8A-4147-A177-3AD203B41FA5}">
                      <a16:colId xmlns:a16="http://schemas.microsoft.com/office/drawing/2014/main" val="20003"/>
                    </a:ext>
                  </a:extLst>
                </a:gridCol>
                <a:gridCol w="1508609">
                  <a:extLst>
                    <a:ext uri="{9D8B030D-6E8A-4147-A177-3AD203B41FA5}">
                      <a16:colId xmlns:a16="http://schemas.microsoft.com/office/drawing/2014/main" val="20004"/>
                    </a:ext>
                  </a:extLst>
                </a:gridCol>
              </a:tblGrid>
              <a:tr h="590649">
                <a:tc>
                  <a:txBody>
                    <a:bodyPr/>
                    <a:lstStyle/>
                    <a:p>
                      <a:r>
                        <a:rPr lang="en-US" sz="1600" dirty="0">
                          <a:solidFill>
                            <a:schemeClr val="tx2"/>
                          </a:solidFill>
                        </a:rPr>
                        <a:t>     = Managed for You</a:t>
                      </a:r>
                    </a:p>
                  </a:txBody>
                  <a:tcPr marL="124314" marR="124314" marT="46630" marB="46630"/>
                </a:tc>
                <a:tc>
                  <a:txBody>
                    <a:bodyPr/>
                    <a:lstStyle/>
                    <a:p>
                      <a:pPr algn="ctr"/>
                      <a:r>
                        <a:rPr lang="en-US" sz="1600" dirty="0">
                          <a:solidFill>
                            <a:schemeClr val="tx2"/>
                          </a:solidFill>
                        </a:rPr>
                        <a:t>Standalone</a:t>
                      </a:r>
                    </a:p>
                    <a:p>
                      <a:pPr algn="ctr"/>
                      <a:r>
                        <a:rPr lang="en-US" sz="1600" dirty="0">
                          <a:solidFill>
                            <a:schemeClr val="tx2"/>
                          </a:solidFill>
                        </a:rPr>
                        <a:t>Servers</a:t>
                      </a:r>
                    </a:p>
                  </a:txBody>
                  <a:tcPr marL="124314" marR="124314" marT="46630" marB="46630"/>
                </a:tc>
                <a:tc>
                  <a:txBody>
                    <a:bodyPr/>
                    <a:lstStyle/>
                    <a:p>
                      <a:pPr algn="ctr"/>
                      <a:r>
                        <a:rPr lang="en-US" sz="1600" dirty="0" err="1">
                          <a:solidFill>
                            <a:schemeClr val="tx2"/>
                          </a:solidFill>
                        </a:rPr>
                        <a:t>IaaS</a:t>
                      </a:r>
                      <a:endParaRPr lang="en-US" sz="1600" dirty="0">
                        <a:solidFill>
                          <a:schemeClr val="tx2"/>
                        </a:solidFill>
                      </a:endParaRPr>
                    </a:p>
                  </a:txBody>
                  <a:tcPr marL="124314" marR="124314" marT="46630" marB="46630"/>
                </a:tc>
                <a:tc>
                  <a:txBody>
                    <a:bodyPr/>
                    <a:lstStyle/>
                    <a:p>
                      <a:pPr algn="ctr"/>
                      <a:r>
                        <a:rPr lang="en-US" sz="1600" dirty="0" err="1">
                          <a:solidFill>
                            <a:schemeClr val="tx2"/>
                          </a:solidFill>
                        </a:rPr>
                        <a:t>PaaS</a:t>
                      </a:r>
                      <a:endParaRPr lang="en-US" sz="1600" dirty="0">
                        <a:solidFill>
                          <a:schemeClr val="tx2"/>
                        </a:solidFill>
                      </a:endParaRPr>
                    </a:p>
                  </a:txBody>
                  <a:tcPr marL="124314" marR="124314" marT="46630" marB="46630"/>
                </a:tc>
                <a:tc>
                  <a:txBody>
                    <a:bodyPr/>
                    <a:lstStyle/>
                    <a:p>
                      <a:pPr algn="ctr"/>
                      <a:r>
                        <a:rPr lang="en-US" sz="1600" dirty="0" err="1">
                          <a:solidFill>
                            <a:schemeClr val="tx2"/>
                          </a:solidFill>
                        </a:rPr>
                        <a:t>SaaS</a:t>
                      </a:r>
                      <a:endParaRPr lang="en-US" sz="1600" dirty="0">
                        <a:solidFill>
                          <a:schemeClr val="tx2"/>
                        </a:solidFill>
                      </a:endParaRPr>
                    </a:p>
                  </a:txBody>
                  <a:tcPr marL="124314" marR="124314" marT="46630" marB="46630"/>
                </a:tc>
                <a:extLst>
                  <a:ext uri="{0D108BD9-81ED-4DB2-BD59-A6C34878D82A}">
                    <a16:rowId xmlns:a16="http://schemas.microsoft.com/office/drawing/2014/main" val="10000"/>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Applications</a:t>
                      </a:r>
                    </a:p>
                  </a:txBody>
                  <a:tcPr marL="124314" marR="124314" marT="46630" marB="46630">
                    <a:solidFill>
                      <a:schemeClr val="accent1"/>
                    </a:solidFill>
                  </a:tcPr>
                </a:tc>
                <a:tc>
                  <a:txBody>
                    <a:bodyPr/>
                    <a:lstStyle/>
                    <a:p>
                      <a:endParaRPr lang="en-US" sz="1600" dirty="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1"/>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Runtimes</a:t>
                      </a:r>
                    </a:p>
                  </a:txBody>
                  <a:tcPr marL="124314" marR="124314" marT="46630" marB="46630">
                    <a:solidFill>
                      <a:schemeClr val="accent1"/>
                    </a:solidFill>
                  </a:tcPr>
                </a:tc>
                <a:tc>
                  <a:txBody>
                    <a:bodyPr/>
                    <a:lstStyle/>
                    <a:p>
                      <a:endParaRPr lang="en-US" sz="160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2"/>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Database</a:t>
                      </a:r>
                    </a:p>
                  </a:txBody>
                  <a:tcPr marL="124314" marR="124314" marT="46630" marB="46630">
                    <a:solidFill>
                      <a:schemeClr val="accent1"/>
                    </a:solidFill>
                  </a:tcPr>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3"/>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Operating System</a:t>
                      </a:r>
                    </a:p>
                  </a:txBody>
                  <a:tcPr marL="124314" marR="124314" marT="46630" marB="46630">
                    <a:solidFill>
                      <a:schemeClr val="accent1"/>
                    </a:solidFill>
                  </a:tcPr>
                </a:tc>
                <a:tc>
                  <a:txBody>
                    <a:bodyPr/>
                    <a:lstStyle/>
                    <a:p>
                      <a:endParaRPr lang="en-US" sz="1600" dirty="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extLst>
                  <a:ext uri="{0D108BD9-81ED-4DB2-BD59-A6C34878D82A}">
                    <a16:rowId xmlns:a16="http://schemas.microsoft.com/office/drawing/2014/main" val="10004"/>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Virtualization</a:t>
                      </a:r>
                    </a:p>
                  </a:txBody>
                  <a:tcPr marL="124314" marR="124314" marT="46630" marB="46630">
                    <a:solidFill>
                      <a:schemeClr val="accent1"/>
                    </a:solidFill>
                  </a:tcPr>
                </a:tc>
                <a:tc>
                  <a:txBody>
                    <a:bodyPr/>
                    <a:lstStyle/>
                    <a:p>
                      <a:endParaRPr lang="en-US" sz="1600" dirty="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5"/>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Server</a:t>
                      </a:r>
                    </a:p>
                  </a:txBody>
                  <a:tcPr marL="124314" marR="124314" marT="46630" marB="46630">
                    <a:solidFill>
                      <a:schemeClr val="accent1"/>
                    </a:solidFill>
                  </a:tcPr>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6"/>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Storage</a:t>
                      </a:r>
                    </a:p>
                  </a:txBody>
                  <a:tcPr marL="124314" marR="124314" marT="46630" marB="46630">
                    <a:solidFill>
                      <a:schemeClr val="accent1"/>
                    </a:solidFill>
                  </a:tcPr>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7"/>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Networking</a:t>
                      </a:r>
                    </a:p>
                  </a:txBody>
                  <a:tcPr marL="124314" marR="124314" marT="46630" marB="46630">
                    <a:solidFill>
                      <a:schemeClr val="accent1"/>
                    </a:solidFill>
                  </a:tcPr>
                </a:tc>
                <a:tc>
                  <a:txBody>
                    <a:bodyPr/>
                    <a:lstStyle/>
                    <a:p>
                      <a:endParaRPr lang="en-US" sz="1600" dirty="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extLst>
                  <a:ext uri="{0D108BD9-81ED-4DB2-BD59-A6C34878D82A}">
                    <a16:rowId xmlns:a16="http://schemas.microsoft.com/office/drawing/2014/main" val="10008"/>
                  </a:ext>
                </a:extLst>
              </a:tr>
            </a:tbl>
          </a:graphicData>
        </a:graphic>
      </p:graphicFrame>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2769424"/>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314818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3524581"/>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3900981"/>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427502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465025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5028883"/>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540750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9477" y="2223047"/>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540750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314818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3524581"/>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3900981"/>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427502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465025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5028883"/>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TextBox 31"/>
          <p:cNvSpPr txBox="1"/>
          <p:nvPr/>
        </p:nvSpPr>
        <p:spPr>
          <a:xfrm>
            <a:off x="6932494" y="1128792"/>
            <a:ext cx="3030962" cy="448228"/>
          </a:xfrm>
          <a:prstGeom prst="rect">
            <a:avLst/>
          </a:prstGeom>
          <a:noFill/>
        </p:spPr>
        <p:txBody>
          <a:bodyPr wrap="square" lIns="0" tIns="0" rIns="0" bIns="0" rtlCol="0">
            <a:spAutoFit/>
          </a:bodyPr>
          <a:lstStyle/>
          <a:p>
            <a:pPr algn="ctr"/>
            <a:r>
              <a:rPr lang="en-US" sz="2856" dirty="0">
                <a:solidFill>
                  <a:schemeClr val="accent1"/>
                </a:solidFill>
              </a:rPr>
              <a:t>Microsoft Cloud</a:t>
            </a:r>
          </a:p>
        </p:txBody>
      </p:sp>
      <p:sp>
        <p:nvSpPr>
          <p:cNvPr id="41" name="Down Arrow 40"/>
          <p:cNvSpPr/>
          <p:nvPr/>
        </p:nvSpPr>
        <p:spPr bwMode="auto">
          <a:xfrm>
            <a:off x="8098247" y="1629288"/>
            <a:ext cx="419670" cy="468337"/>
          </a:xfrm>
          <a:prstGeom prst="downArrow">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rgbClr val="FFFFFF"/>
                  </a:gs>
                  <a:gs pos="100000">
                    <a:srgbClr val="FFFFFF"/>
                  </a:gs>
                </a:gsLst>
                <a:lin ang="5400000" scaled="0"/>
              </a:gradFill>
            </a:endParaRPr>
          </a:p>
        </p:txBody>
      </p:sp>
      <p:pic>
        <p:nvPicPr>
          <p:cNvPr id="1027"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2767066"/>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3145824"/>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3522223"/>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3898623"/>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4272664"/>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4647900"/>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5026525"/>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5405150"/>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6244" y="427502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6244" y="465025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6244" y="5028883"/>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6244" y="540750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44" y="2767066"/>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44" y="3145824"/>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44" y="3522223"/>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44" y="3898623"/>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5965" y="2767066"/>
            <a:ext cx="379662" cy="28482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p:cNvSpPr/>
          <p:nvPr/>
        </p:nvSpPr>
        <p:spPr bwMode="auto">
          <a:xfrm>
            <a:off x="5680098" y="5950900"/>
            <a:ext cx="2685696" cy="384883"/>
          </a:xfrm>
          <a:prstGeom prst="rightArrow">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a:endParaRPr lang="en-US" sz="2244" dirty="0">
              <a:solidFill>
                <a:schemeClr val="tx1">
                  <a:alpha val="99000"/>
                </a:schemeClr>
              </a:solidFill>
            </a:endParaRPr>
          </a:p>
        </p:txBody>
      </p:sp>
      <p:sp>
        <p:nvSpPr>
          <p:cNvPr id="6" name="TextBox 5"/>
          <p:cNvSpPr txBox="1"/>
          <p:nvPr/>
        </p:nvSpPr>
        <p:spPr>
          <a:xfrm>
            <a:off x="4152058" y="5950897"/>
            <a:ext cx="1443630" cy="384205"/>
          </a:xfrm>
          <a:prstGeom prst="rect">
            <a:avLst/>
          </a:prstGeom>
          <a:noFill/>
        </p:spPr>
        <p:txBody>
          <a:bodyPr wrap="none" lIns="0" tIns="0" rIns="0" bIns="0" rtlCol="0">
            <a:spAutoFit/>
          </a:bodyPr>
          <a:lstStyle/>
          <a:p>
            <a:r>
              <a:rPr lang="en-US" sz="2448" b="1" dirty="0">
                <a:solidFill>
                  <a:schemeClr val="accent1"/>
                </a:solidFill>
              </a:rPr>
              <a:t>Efficiency</a:t>
            </a:r>
          </a:p>
        </p:txBody>
      </p:sp>
      <p:sp>
        <p:nvSpPr>
          <p:cNvPr id="44" name="Right Arrow 43"/>
          <p:cNvSpPr/>
          <p:nvPr/>
        </p:nvSpPr>
        <p:spPr bwMode="auto">
          <a:xfrm rot="10800000">
            <a:off x="5684844" y="6417203"/>
            <a:ext cx="2685696" cy="384883"/>
          </a:xfrm>
          <a:prstGeom prst="rightArrow">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a:endParaRPr lang="en-US" sz="2244" dirty="0">
              <a:solidFill>
                <a:schemeClr val="tx1">
                  <a:alpha val="99000"/>
                </a:schemeClr>
              </a:solidFill>
            </a:endParaRPr>
          </a:p>
        </p:txBody>
      </p:sp>
      <p:sp>
        <p:nvSpPr>
          <p:cNvPr id="57" name="TextBox 56"/>
          <p:cNvSpPr txBox="1"/>
          <p:nvPr/>
        </p:nvSpPr>
        <p:spPr>
          <a:xfrm>
            <a:off x="8762034" y="6386795"/>
            <a:ext cx="2012973" cy="384205"/>
          </a:xfrm>
          <a:prstGeom prst="rect">
            <a:avLst/>
          </a:prstGeom>
          <a:noFill/>
        </p:spPr>
        <p:txBody>
          <a:bodyPr wrap="none" lIns="0" tIns="0" rIns="0" bIns="0" rtlCol="0">
            <a:spAutoFit/>
          </a:bodyPr>
          <a:lstStyle/>
          <a:p>
            <a:r>
              <a:rPr lang="en-US" sz="2448" b="1" dirty="0" err="1">
                <a:solidFill>
                  <a:schemeClr val="accent1"/>
                </a:solidFill>
              </a:rPr>
              <a:t>Control+Cost</a:t>
            </a:r>
            <a:endParaRPr lang="en-US" sz="2448" b="1" dirty="0">
              <a:solidFill>
                <a:schemeClr val="accent1"/>
              </a:solidFill>
            </a:endParaRPr>
          </a:p>
        </p:txBody>
      </p:sp>
    </p:spTree>
    <p:extLst>
      <p:ext uri="{BB962C8B-B14F-4D97-AF65-F5344CB8AC3E}">
        <p14:creationId xmlns:p14="http://schemas.microsoft.com/office/powerpoint/2010/main" val="31945170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Cloud Terminology</a:t>
            </a:r>
          </a:p>
        </p:txBody>
      </p:sp>
      <p:sp>
        <p:nvSpPr>
          <p:cNvPr id="9" name="Text Placeholder 8"/>
          <p:cNvSpPr>
            <a:spLocks noGrp="1"/>
          </p:cNvSpPr>
          <p:nvPr>
            <p:ph idx="1"/>
          </p:nvPr>
        </p:nvSpPr>
        <p:spPr>
          <a:xfrm>
            <a:off x="531949" y="1174680"/>
            <a:ext cx="11370961" cy="4658329"/>
          </a:xfrm>
        </p:spPr>
        <p:txBody>
          <a:bodyPr/>
          <a:lstStyle/>
          <a:p>
            <a:r>
              <a:rPr lang="en-US" sz="2856" dirty="0"/>
              <a:t>Infrastructure as a Service (</a:t>
            </a:r>
            <a:r>
              <a:rPr lang="en-US" sz="2856" dirty="0" err="1"/>
              <a:t>IaaS</a:t>
            </a:r>
            <a:r>
              <a:rPr lang="en-US" sz="2856" dirty="0"/>
              <a:t>): </a:t>
            </a:r>
            <a:br>
              <a:rPr lang="en-US" sz="2856" dirty="0"/>
            </a:br>
            <a:r>
              <a:rPr lang="en-US" sz="2856" dirty="0"/>
              <a:t>basic compute and storage resources</a:t>
            </a:r>
          </a:p>
          <a:p>
            <a:pPr lvl="1"/>
            <a:r>
              <a:rPr lang="en-US" dirty="0"/>
              <a:t>On-demand servers</a:t>
            </a:r>
          </a:p>
          <a:p>
            <a:pPr lvl="1"/>
            <a:r>
              <a:rPr lang="en-US" dirty="0"/>
              <a:t>Amazon EC2, </a:t>
            </a:r>
            <a:r>
              <a:rPr lang="en-US" dirty="0" err="1"/>
              <a:t>VMWare</a:t>
            </a:r>
            <a:r>
              <a:rPr lang="en-US" dirty="0"/>
              <a:t> </a:t>
            </a:r>
            <a:r>
              <a:rPr lang="en-US" dirty="0" err="1"/>
              <a:t>vCloud</a:t>
            </a:r>
            <a:endParaRPr lang="en-US" dirty="0"/>
          </a:p>
          <a:p>
            <a:r>
              <a:rPr lang="en-US" sz="2856" dirty="0"/>
              <a:t>Platform as a Service (</a:t>
            </a:r>
            <a:r>
              <a:rPr lang="en-US" sz="2856" dirty="0" err="1"/>
              <a:t>PaaS</a:t>
            </a:r>
            <a:r>
              <a:rPr lang="en-US" sz="2856" dirty="0"/>
              <a:t>): cloud application infrastructure</a:t>
            </a:r>
          </a:p>
          <a:p>
            <a:pPr lvl="1"/>
            <a:r>
              <a:rPr lang="en-US" dirty="0"/>
              <a:t>On-demand application-hosting environment</a:t>
            </a:r>
          </a:p>
          <a:p>
            <a:pPr lvl="1"/>
            <a:r>
              <a:rPr lang="en-US" dirty="0"/>
              <a:t>E.g. Google </a:t>
            </a:r>
            <a:r>
              <a:rPr lang="en-US" dirty="0" err="1"/>
              <a:t>AppEngine</a:t>
            </a:r>
            <a:r>
              <a:rPr lang="en-US" dirty="0"/>
              <a:t>, Salesforce.com, Windows Azure</a:t>
            </a:r>
          </a:p>
          <a:p>
            <a:r>
              <a:rPr lang="en-US" sz="2856" dirty="0"/>
              <a:t>Software as a Service (</a:t>
            </a:r>
            <a:r>
              <a:rPr lang="en-US" sz="2856" dirty="0" err="1"/>
              <a:t>SaaS</a:t>
            </a:r>
            <a:r>
              <a:rPr lang="en-US" sz="2856" dirty="0"/>
              <a:t>): cloud applications</a:t>
            </a:r>
          </a:p>
          <a:p>
            <a:pPr lvl="1"/>
            <a:r>
              <a:rPr lang="en-US" dirty="0"/>
              <a:t>On-demand applications</a:t>
            </a:r>
          </a:p>
          <a:p>
            <a:pPr lvl="1"/>
            <a:r>
              <a:rPr lang="en-US" dirty="0"/>
              <a:t>E.g. Office 365, Microsoft 365, </a:t>
            </a:r>
            <a:r>
              <a:rPr lang="en-US" dirty="0" err="1"/>
              <a:t>GMail</a:t>
            </a:r>
            <a:r>
              <a:rPr lang="en-US" dirty="0"/>
              <a:t>, Microsoft Office Web Companions</a:t>
            </a:r>
          </a:p>
          <a:p>
            <a:pPr lvl="1"/>
            <a:endParaRPr lang="en-US" dirty="0"/>
          </a:p>
        </p:txBody>
      </p:sp>
    </p:spTree>
    <p:custDataLst>
      <p:tags r:id="rId1"/>
    </p:custDataLst>
    <p:extLst>
      <p:ext uri="{BB962C8B-B14F-4D97-AF65-F5344CB8AC3E}">
        <p14:creationId xmlns:p14="http://schemas.microsoft.com/office/powerpoint/2010/main" val="14520320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F50"/>
        </a:solidFill>
        <a:effectLst/>
      </p:bgPr>
    </p:bg>
    <p:spTree>
      <p:nvGrpSpPr>
        <p:cNvPr id="1" name=""/>
        <p:cNvGrpSpPr/>
        <p:nvPr/>
      </p:nvGrpSpPr>
      <p:grpSpPr>
        <a:xfrm>
          <a:off x="0" y="0"/>
          <a:ext cx="0" cy="0"/>
          <a:chOff x="0" y="0"/>
          <a:chExt cx="0" cy="0"/>
        </a:xfrm>
      </p:grpSpPr>
      <p:sp>
        <p:nvSpPr>
          <p:cNvPr id="3" name="One Azure Ecosystem - Title"/>
          <p:cNvSpPr>
            <a:spLocks noGrp="1"/>
          </p:cNvSpPr>
          <p:nvPr>
            <p:ph type="title"/>
          </p:nvPr>
        </p:nvSpPr>
        <p:spPr>
          <a:xfrm>
            <a:off x="147342" y="4391641"/>
            <a:ext cx="3656561" cy="917314"/>
          </a:xfrm>
        </p:spPr>
        <p:txBody>
          <a:bodyPr/>
          <a:lstStyle/>
          <a:p>
            <a:pPr lvl="0"/>
            <a:r>
              <a:rPr lang="en-US" sz="4080" dirty="0"/>
              <a:t>Azure services everywhere</a:t>
            </a:r>
          </a:p>
        </p:txBody>
      </p:sp>
      <p:sp>
        <p:nvSpPr>
          <p:cNvPr id="130" name="Blue Bar"/>
          <p:cNvSpPr/>
          <p:nvPr/>
        </p:nvSpPr>
        <p:spPr bwMode="auto">
          <a:xfrm>
            <a:off x="1763" y="5782615"/>
            <a:ext cx="12432949" cy="1210919"/>
          </a:xfrm>
          <a:prstGeom prst="rect">
            <a:avLst/>
          </a:prstGeom>
          <a:solidFill>
            <a:srgbClr val="002050">
              <a:lumMod val="90000"/>
              <a:lumOff val="10000"/>
            </a:srgbClr>
          </a:solidFill>
          <a:ln w="9525" cap="flat" cmpd="sng" algn="ctr">
            <a:noFill/>
            <a:prstDash val="solid"/>
            <a:headEnd type="none" w="med" len="med"/>
            <a:tailEnd type="none" w="med" len="med"/>
          </a:ln>
          <a:effectLst/>
        </p:spPr>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0" fontAlgn="base" latinLnBrk="0" hangingPunct="0">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0" name="Map"/>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09575" y="208896"/>
            <a:ext cx="10755471" cy="6301571"/>
          </a:xfrm>
          <a:prstGeom prst="rect">
            <a:avLst/>
          </a:prstGeom>
        </p:spPr>
      </p:pic>
      <p:sp>
        <p:nvSpPr>
          <p:cNvPr id="64" name="Blue Oval 1"/>
          <p:cNvSpPr/>
          <p:nvPr/>
        </p:nvSpPr>
        <p:spPr bwMode="auto">
          <a:xfrm>
            <a:off x="8962563" y="4082193"/>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5" name="Blue Oval 2"/>
          <p:cNvSpPr/>
          <p:nvPr/>
        </p:nvSpPr>
        <p:spPr bwMode="auto">
          <a:xfrm>
            <a:off x="9257339" y="2672676"/>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 name="Blue Oval 3"/>
          <p:cNvSpPr/>
          <p:nvPr/>
        </p:nvSpPr>
        <p:spPr bwMode="auto">
          <a:xfrm>
            <a:off x="9328994" y="212768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 name="Blue Oval 4"/>
          <p:cNvSpPr/>
          <p:nvPr/>
        </p:nvSpPr>
        <p:spPr bwMode="auto">
          <a:xfrm>
            <a:off x="8177195" y="3025120"/>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 name="Blue Oval 5"/>
          <p:cNvSpPr/>
          <p:nvPr/>
        </p:nvSpPr>
        <p:spPr bwMode="auto">
          <a:xfrm>
            <a:off x="8485521" y="3187823"/>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9" name="Blue Oval 6"/>
          <p:cNvSpPr/>
          <p:nvPr/>
        </p:nvSpPr>
        <p:spPr bwMode="auto">
          <a:xfrm>
            <a:off x="5935834" y="192684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 name="Blue Oval 7"/>
          <p:cNvSpPr/>
          <p:nvPr/>
        </p:nvSpPr>
        <p:spPr bwMode="auto">
          <a:xfrm>
            <a:off x="5614636" y="186771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 name="Blue Oval 8"/>
          <p:cNvSpPr/>
          <p:nvPr/>
        </p:nvSpPr>
        <p:spPr bwMode="auto">
          <a:xfrm>
            <a:off x="4566568" y="4507931"/>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 name="Blue Oval 9"/>
          <p:cNvSpPr/>
          <p:nvPr/>
        </p:nvSpPr>
        <p:spPr bwMode="auto">
          <a:xfrm>
            <a:off x="3102504" y="239730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 name="Blue Oval 10"/>
          <p:cNvSpPr/>
          <p:nvPr/>
        </p:nvSpPr>
        <p:spPr bwMode="auto">
          <a:xfrm>
            <a:off x="2871791" y="2428507"/>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 name="Blue Oval 11"/>
          <p:cNvSpPr/>
          <p:nvPr/>
        </p:nvSpPr>
        <p:spPr bwMode="auto">
          <a:xfrm>
            <a:off x="2966086" y="2084284"/>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 name="Blue Oval 12"/>
          <p:cNvSpPr/>
          <p:nvPr/>
        </p:nvSpPr>
        <p:spPr bwMode="auto">
          <a:xfrm>
            <a:off x="2629993" y="200476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 name="Blue Oval 13"/>
          <p:cNvSpPr/>
          <p:nvPr/>
        </p:nvSpPr>
        <p:spPr bwMode="auto">
          <a:xfrm>
            <a:off x="3434967" y="205553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 name="Blue Oval 14"/>
          <p:cNvSpPr/>
          <p:nvPr/>
        </p:nvSpPr>
        <p:spPr bwMode="auto">
          <a:xfrm>
            <a:off x="2626155" y="2713336"/>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 name="Blue Oval 15"/>
          <p:cNvSpPr/>
          <p:nvPr/>
        </p:nvSpPr>
        <p:spPr bwMode="auto">
          <a:xfrm>
            <a:off x="2024378" y="2417736"/>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4" name="Blue Oval 16"/>
          <p:cNvSpPr/>
          <p:nvPr/>
        </p:nvSpPr>
        <p:spPr bwMode="auto">
          <a:xfrm>
            <a:off x="10160443" y="2209697"/>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 name="Blue Oval 17"/>
          <p:cNvSpPr/>
          <p:nvPr/>
        </p:nvSpPr>
        <p:spPr bwMode="auto">
          <a:xfrm>
            <a:off x="9903192" y="2598037"/>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6" name="Blue Oval 18"/>
          <p:cNvSpPr/>
          <p:nvPr/>
        </p:nvSpPr>
        <p:spPr bwMode="auto">
          <a:xfrm>
            <a:off x="10353439" y="508145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7" name="Blue Oval 19"/>
          <p:cNvSpPr/>
          <p:nvPr/>
        </p:nvSpPr>
        <p:spPr bwMode="auto">
          <a:xfrm>
            <a:off x="10087267" y="5369835"/>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 name="Blue Oval 20"/>
          <p:cNvSpPr/>
          <p:nvPr/>
        </p:nvSpPr>
        <p:spPr bwMode="auto">
          <a:xfrm>
            <a:off x="9103173" y="3001334"/>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9" name="Blue Oval 21"/>
          <p:cNvSpPr/>
          <p:nvPr/>
        </p:nvSpPr>
        <p:spPr bwMode="auto">
          <a:xfrm>
            <a:off x="2602224" y="232003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0" name="Blue Oval 22"/>
          <p:cNvSpPr/>
          <p:nvPr/>
        </p:nvSpPr>
        <p:spPr bwMode="auto">
          <a:xfrm>
            <a:off x="8267472" y="3532305"/>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 name="Blue Oval 23"/>
          <p:cNvSpPr/>
          <p:nvPr/>
        </p:nvSpPr>
        <p:spPr bwMode="auto">
          <a:xfrm>
            <a:off x="3194718" y="253418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5" name="Blue Oval 24"/>
          <p:cNvSpPr/>
          <p:nvPr/>
        </p:nvSpPr>
        <p:spPr bwMode="auto">
          <a:xfrm>
            <a:off x="3294281" y="2351284"/>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 name="Blue Oval 25"/>
          <p:cNvSpPr/>
          <p:nvPr/>
        </p:nvSpPr>
        <p:spPr bwMode="auto">
          <a:xfrm>
            <a:off x="5935834" y="170077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8" name="Blue Oval 26"/>
          <p:cNvSpPr/>
          <p:nvPr/>
        </p:nvSpPr>
        <p:spPr bwMode="auto">
          <a:xfrm>
            <a:off x="5677289" y="1659651"/>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1" name="Blue Oval 27"/>
          <p:cNvSpPr/>
          <p:nvPr/>
        </p:nvSpPr>
        <p:spPr bwMode="auto">
          <a:xfrm>
            <a:off x="6123370" y="1830476"/>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2" name="Blue Oval 28"/>
          <p:cNvSpPr/>
          <p:nvPr/>
        </p:nvSpPr>
        <p:spPr bwMode="auto">
          <a:xfrm>
            <a:off x="5781672" y="2034034"/>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31" name="Blue Bar 2"/>
          <p:cNvSpPr/>
          <p:nvPr/>
        </p:nvSpPr>
        <p:spPr bwMode="auto">
          <a:xfrm>
            <a:off x="1764" y="5782615"/>
            <a:ext cx="12432949" cy="1210919"/>
          </a:xfrm>
          <a:prstGeom prst="rect">
            <a:avLst/>
          </a:prstGeom>
          <a:solidFill>
            <a:srgbClr val="002050">
              <a:lumMod val="90000"/>
              <a:lumOff val="10000"/>
              <a:alpha val="75000"/>
            </a:srgbClr>
          </a:solidFill>
          <a:ln w="9525" cap="flat" cmpd="sng" algn="ctr">
            <a:noFill/>
            <a:prstDash val="solid"/>
            <a:headEnd type="none" w="med" len="med"/>
            <a:tailEnd type="none" w="med" len="med"/>
          </a:ln>
          <a:effectLst/>
        </p:spPr>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0" fontAlgn="base" latinLnBrk="0" hangingPunct="0">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0" name="28 Azure Regions"/>
          <p:cNvGrpSpPr/>
          <p:nvPr/>
        </p:nvGrpSpPr>
        <p:grpSpPr>
          <a:xfrm>
            <a:off x="581037" y="6063794"/>
            <a:ext cx="3510983" cy="387414"/>
            <a:chOff x="579437" y="6064505"/>
            <a:chExt cx="3511983" cy="387523"/>
          </a:xfrm>
        </p:grpSpPr>
        <p:sp>
          <p:nvSpPr>
            <p:cNvPr id="100" name="Oval 99"/>
            <p:cNvSpPr/>
            <p:nvPr/>
          </p:nvSpPr>
          <p:spPr bwMode="auto">
            <a:xfrm>
              <a:off x="579437" y="6104064"/>
              <a:ext cx="308414" cy="308408"/>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32" name="TextBox 131"/>
            <p:cNvSpPr txBox="1"/>
            <p:nvPr/>
          </p:nvSpPr>
          <p:spPr>
            <a:xfrm>
              <a:off x="891020" y="6064505"/>
              <a:ext cx="3200400" cy="387523"/>
            </a:xfrm>
            <a:prstGeom prst="rect">
              <a:avLst/>
            </a:prstGeom>
            <a:noFill/>
          </p:spPr>
          <p:txBody>
            <a:bodyPr wrap="square" lIns="228535" tIns="0" rIns="282981" bIns="0" rtlCol="0" anchor="ctr" anchorCtr="0">
              <a:spAutoFit/>
            </a:bodyPr>
            <a:lstStyle>
              <a:defPPr>
                <a:defRPr lang="en-US"/>
              </a:defPPr>
              <a:lvl1pPr>
                <a:lnSpc>
                  <a:spcPct val="90000"/>
                </a:lnSpc>
                <a:spcAft>
                  <a:spcPts val="600"/>
                </a:spcAft>
                <a:defRPr sz="4400">
                  <a:gradFill>
                    <a:gsLst>
                      <a:gs pos="2917">
                        <a:srgbClr val="ECECEC"/>
                      </a:gs>
                      <a:gs pos="30000">
                        <a:srgbClr val="ECECEC"/>
                      </a:gs>
                    </a:gsLst>
                    <a:lin ang="5400000" scaled="0"/>
                  </a:gradFill>
                  <a:latin typeface="+mj-lt"/>
                </a:defRPr>
              </a:lvl1pPr>
            </a:lstStyle>
            <a:p>
              <a:pPr marL="0" marR="0" lvl="0" indent="0" algn="l" defTabSz="931000" rtl="0" eaLnBrk="1" fontAlgn="auto" latinLnBrk="0" hangingPunct="1">
                <a:lnSpc>
                  <a:spcPct val="90000"/>
                </a:lnSpc>
                <a:spcBef>
                  <a:spcPts val="0"/>
                </a:spcBef>
                <a:spcAft>
                  <a:spcPts val="599"/>
                </a:spcAft>
                <a:buClrTx/>
                <a:buSzTx/>
                <a:buFontTx/>
                <a:buNone/>
                <a:tabLst/>
                <a:defRPr/>
              </a:pPr>
              <a:r>
                <a:rPr lang="en-US" sz="2797" dirty="0">
                  <a:gradFill>
                    <a:gsLst>
                      <a:gs pos="0">
                        <a:srgbClr val="FFFFFF"/>
                      </a:gs>
                      <a:gs pos="100000">
                        <a:srgbClr val="FFFFFF"/>
                      </a:gs>
                    </a:gsLst>
                    <a:lin ang="5400000" scaled="0"/>
                  </a:gradFill>
                  <a:latin typeface="Segoe UI"/>
                  <a:ea typeface="MS PGothic" panose="020B0600070205080204" pitchFamily="34" charset="-128"/>
                  <a:cs typeface="Segoe UI Semilight" panose="020B0402040204020203" pitchFamily="34" charset="0"/>
                </a:rPr>
                <a:t>55</a:t>
              </a: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panose="020B0402040204020203" pitchFamily="34" charset="0"/>
                  <a:ea typeface="MS PGothic" panose="020B0600070205080204" pitchFamily="34" charset="-128"/>
                  <a:cs typeface="Segoe UI Semilight" panose="020B0402040204020203" pitchFamily="34" charset="0"/>
                </a:rPr>
                <a:t> Azure regions </a:t>
              </a:r>
            </a:p>
          </p:txBody>
        </p:sp>
      </p:grpSp>
      <p:grpSp>
        <p:nvGrpSpPr>
          <p:cNvPr id="17" name="100s of Service Providers"/>
          <p:cNvGrpSpPr/>
          <p:nvPr/>
        </p:nvGrpSpPr>
        <p:grpSpPr>
          <a:xfrm>
            <a:off x="4978371" y="6059929"/>
            <a:ext cx="3640841" cy="395126"/>
            <a:chOff x="4880162" y="5941993"/>
            <a:chExt cx="3570282" cy="387469"/>
          </a:xfrm>
        </p:grpSpPr>
        <p:sp>
          <p:nvSpPr>
            <p:cNvPr id="134" name="100s of Service Providers"/>
            <p:cNvSpPr txBox="1"/>
            <p:nvPr/>
          </p:nvSpPr>
          <p:spPr>
            <a:xfrm>
              <a:off x="5056821" y="5941993"/>
              <a:ext cx="3393623" cy="387469"/>
            </a:xfrm>
            <a:prstGeom prst="rect">
              <a:avLst/>
            </a:prstGeom>
            <a:noFill/>
          </p:spPr>
          <p:txBody>
            <a:bodyPr wrap="square" lIns="228535" tIns="0" rIns="282981" bIns="0" rtlCol="0" anchor="ctr" anchorCtr="0">
              <a:spAutoFit/>
            </a:bodyPr>
            <a:lstStyle>
              <a:defPPr>
                <a:defRPr lang="en-US"/>
              </a:defPPr>
              <a:lvl1pPr>
                <a:lnSpc>
                  <a:spcPct val="90000"/>
                </a:lnSpc>
                <a:spcAft>
                  <a:spcPts val="600"/>
                </a:spcAft>
                <a:defRPr sz="4400">
                  <a:gradFill>
                    <a:gsLst>
                      <a:gs pos="2917">
                        <a:srgbClr val="ECECEC"/>
                      </a:gs>
                      <a:gs pos="30000">
                        <a:srgbClr val="ECECEC"/>
                      </a:gs>
                    </a:gsLst>
                    <a:lin ang="5400000" scaled="0"/>
                  </a:gradFill>
                  <a:latin typeface="+mj-lt"/>
                </a:defRPr>
              </a:lvl1pPr>
            </a:lstStyle>
            <a:p>
              <a:pPr marL="0" marR="0" lvl="0" indent="0" algn="l" defTabSz="931000" rtl="0" eaLnBrk="1" fontAlgn="auto" latinLnBrk="0" hangingPunct="1">
                <a:lnSpc>
                  <a:spcPct val="90000"/>
                </a:lnSpc>
                <a:spcBef>
                  <a:spcPts val="0"/>
                </a:spcBef>
                <a:spcAft>
                  <a:spcPts val="599"/>
                </a:spcAft>
                <a:buClrTx/>
                <a:buSzTx/>
                <a:buFontTx/>
                <a:buNone/>
                <a:tabLst/>
                <a:defRPr/>
              </a:pPr>
              <a:r>
                <a:rPr kumimoji="0" lang="en-US" sz="2797"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S PGothic" panose="020B0600070205080204" pitchFamily="34" charset="-128"/>
                  <a:cs typeface="Segoe UI Semilight" panose="020B0402040204020203" pitchFamily="34" charset="0"/>
                </a:rPr>
                <a:t>1000s</a:t>
              </a: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panose="020B0402040204020203" pitchFamily="34" charset="0"/>
                  <a:ea typeface="MS PGothic" panose="020B0600070205080204" pitchFamily="34" charset="-128"/>
                  <a:cs typeface="Segoe UI Semilight" panose="020B0402040204020203" pitchFamily="34" charset="0"/>
                </a:rPr>
                <a:t> of service providers</a:t>
              </a:r>
            </a:p>
          </p:txBody>
        </p:sp>
        <p:grpSp>
          <p:nvGrpSpPr>
            <p:cNvPr id="1004" name="Green Oval Title"/>
            <p:cNvGrpSpPr>
              <a:grpSpLocks noChangeAspect="1"/>
            </p:cNvGrpSpPr>
            <p:nvPr/>
          </p:nvGrpSpPr>
          <p:grpSpPr>
            <a:xfrm>
              <a:off x="4880162" y="5951589"/>
              <a:ext cx="295820" cy="295820"/>
              <a:chOff x="864708" y="7928616"/>
              <a:chExt cx="402336" cy="402336"/>
            </a:xfrm>
          </p:grpSpPr>
          <p:sp>
            <p:nvSpPr>
              <p:cNvPr id="1005" name="Oval 100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06" name="Oval 100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grpSp>
        <p:nvGrpSpPr>
          <p:cNvPr id="18" name="1000s of enterprises"/>
          <p:cNvGrpSpPr/>
          <p:nvPr/>
        </p:nvGrpSpPr>
        <p:grpSpPr>
          <a:xfrm>
            <a:off x="9185594" y="6059929"/>
            <a:ext cx="3438409" cy="395126"/>
            <a:chOff x="9005850" y="5941993"/>
            <a:chExt cx="3371773" cy="387469"/>
          </a:xfrm>
        </p:grpSpPr>
        <p:sp>
          <p:nvSpPr>
            <p:cNvPr id="136" name="1,000s of enterprises"/>
            <p:cNvSpPr txBox="1"/>
            <p:nvPr/>
          </p:nvSpPr>
          <p:spPr>
            <a:xfrm>
              <a:off x="9240136" y="5941993"/>
              <a:ext cx="3137487" cy="387469"/>
            </a:xfrm>
            <a:prstGeom prst="rect">
              <a:avLst/>
            </a:prstGeom>
            <a:noFill/>
          </p:spPr>
          <p:txBody>
            <a:bodyPr wrap="square" lIns="228535" tIns="0" rIns="282981" bIns="0" rtlCol="0" anchor="ctr" anchorCtr="0">
              <a:spAutoFit/>
            </a:bodyPr>
            <a:lstStyle>
              <a:defPPr>
                <a:defRPr lang="en-US"/>
              </a:defPPr>
              <a:lvl1pPr>
                <a:lnSpc>
                  <a:spcPct val="90000"/>
                </a:lnSpc>
                <a:spcAft>
                  <a:spcPts val="600"/>
                </a:spcAft>
                <a:defRPr sz="4400">
                  <a:gradFill>
                    <a:gsLst>
                      <a:gs pos="2917">
                        <a:srgbClr val="ECECEC"/>
                      </a:gs>
                      <a:gs pos="30000">
                        <a:srgbClr val="ECECEC"/>
                      </a:gs>
                    </a:gsLst>
                    <a:lin ang="5400000" scaled="0"/>
                  </a:gradFill>
                  <a:latin typeface="+mj-lt"/>
                </a:defRPr>
              </a:lvl1pPr>
            </a:lstStyle>
            <a:p>
              <a:pPr marL="0" marR="0" lvl="0" indent="0" algn="l" defTabSz="931000" rtl="0" eaLnBrk="1" fontAlgn="auto" latinLnBrk="0" hangingPunct="1">
                <a:lnSpc>
                  <a:spcPct val="90000"/>
                </a:lnSpc>
                <a:spcBef>
                  <a:spcPts val="0"/>
                </a:spcBef>
                <a:spcAft>
                  <a:spcPts val="599"/>
                </a:spcAft>
                <a:buClrTx/>
                <a:buSzTx/>
                <a:buFontTx/>
                <a:buNone/>
                <a:tabLst/>
                <a:defRPr/>
              </a:pPr>
              <a:r>
                <a:rPr kumimoji="0" lang="en-US" sz="2797"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S PGothic" panose="020B0600070205080204" pitchFamily="34" charset="-128"/>
                  <a:cs typeface="Segoe UI Semilight" panose="020B0402040204020203" pitchFamily="34" charset="0"/>
                </a:rPr>
                <a:t>1,0000s</a:t>
              </a: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panose="020B0402040204020203" pitchFamily="34" charset="0"/>
                  <a:ea typeface="MS PGothic" panose="020B0600070205080204" pitchFamily="34" charset="-128"/>
                  <a:cs typeface="Segoe UI Semilight" panose="020B0402040204020203" pitchFamily="34" charset="0"/>
                </a:rPr>
                <a:t> of enterprises</a:t>
              </a:r>
            </a:p>
          </p:txBody>
        </p:sp>
        <p:grpSp>
          <p:nvGrpSpPr>
            <p:cNvPr id="1007" name="Yellow Oval Title"/>
            <p:cNvGrpSpPr>
              <a:grpSpLocks noChangeAspect="1"/>
            </p:cNvGrpSpPr>
            <p:nvPr/>
          </p:nvGrpSpPr>
          <p:grpSpPr>
            <a:xfrm>
              <a:off x="9005850" y="6050235"/>
              <a:ext cx="197213" cy="197213"/>
              <a:chOff x="864708" y="7928616"/>
              <a:chExt cx="402336" cy="402336"/>
            </a:xfrm>
          </p:grpSpPr>
          <p:sp>
            <p:nvSpPr>
              <p:cNvPr id="1008" name="Oval 100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09" name="Oval 100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grpSp>
        <p:nvGrpSpPr>
          <p:cNvPr id="245" name="Green Oval 1"/>
          <p:cNvGrpSpPr>
            <a:grpSpLocks noChangeAspect="1"/>
          </p:cNvGrpSpPr>
          <p:nvPr/>
        </p:nvGrpSpPr>
        <p:grpSpPr>
          <a:xfrm>
            <a:off x="3248805" y="2659300"/>
            <a:ext cx="301666" cy="301666"/>
            <a:chOff x="864708" y="7928616"/>
            <a:chExt cx="402336" cy="402336"/>
          </a:xfrm>
        </p:grpSpPr>
        <p:sp>
          <p:nvSpPr>
            <p:cNvPr id="246" name="Oval 24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47" name="Oval 24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48" name="Yellow Oval 1"/>
          <p:cNvGrpSpPr>
            <a:grpSpLocks noChangeAspect="1"/>
          </p:cNvGrpSpPr>
          <p:nvPr/>
        </p:nvGrpSpPr>
        <p:grpSpPr>
          <a:xfrm>
            <a:off x="989355" y="1173507"/>
            <a:ext cx="201110" cy="201110"/>
            <a:chOff x="864708" y="7928616"/>
            <a:chExt cx="402336" cy="402336"/>
          </a:xfrm>
        </p:grpSpPr>
        <p:sp>
          <p:nvSpPr>
            <p:cNvPr id="249" name="Oval 24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50" name="Oval 24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51" name="Yellow Oval 2"/>
          <p:cNvGrpSpPr>
            <a:grpSpLocks noChangeAspect="1"/>
          </p:cNvGrpSpPr>
          <p:nvPr/>
        </p:nvGrpSpPr>
        <p:grpSpPr>
          <a:xfrm>
            <a:off x="2800975" y="1373791"/>
            <a:ext cx="201110" cy="201110"/>
            <a:chOff x="864708" y="7928616"/>
            <a:chExt cx="402336" cy="402336"/>
          </a:xfrm>
        </p:grpSpPr>
        <p:sp>
          <p:nvSpPr>
            <p:cNvPr id="252" name="Oval 25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53" name="Oval 25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54" name="Yellow Oval 3"/>
          <p:cNvGrpSpPr>
            <a:grpSpLocks noChangeAspect="1"/>
          </p:cNvGrpSpPr>
          <p:nvPr/>
        </p:nvGrpSpPr>
        <p:grpSpPr>
          <a:xfrm>
            <a:off x="3731778" y="450129"/>
            <a:ext cx="201110" cy="201110"/>
            <a:chOff x="864708" y="7928616"/>
            <a:chExt cx="402336" cy="402336"/>
          </a:xfrm>
        </p:grpSpPr>
        <p:sp>
          <p:nvSpPr>
            <p:cNvPr id="255" name="Oval 25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56" name="Oval 25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57" name="Yellow Oval 4"/>
          <p:cNvGrpSpPr>
            <a:grpSpLocks noChangeAspect="1"/>
          </p:cNvGrpSpPr>
          <p:nvPr/>
        </p:nvGrpSpPr>
        <p:grpSpPr>
          <a:xfrm>
            <a:off x="2333141" y="2278410"/>
            <a:ext cx="201110" cy="201110"/>
            <a:chOff x="864708" y="7928616"/>
            <a:chExt cx="402336" cy="402336"/>
          </a:xfrm>
        </p:grpSpPr>
        <p:sp>
          <p:nvSpPr>
            <p:cNvPr id="258" name="Oval 25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59" name="Oval 25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60" name="Yellow Oval 5"/>
          <p:cNvGrpSpPr>
            <a:grpSpLocks noChangeAspect="1"/>
          </p:cNvGrpSpPr>
          <p:nvPr/>
        </p:nvGrpSpPr>
        <p:grpSpPr>
          <a:xfrm>
            <a:off x="2616525" y="3268729"/>
            <a:ext cx="201110" cy="201110"/>
            <a:chOff x="864708" y="7928616"/>
            <a:chExt cx="402336" cy="402336"/>
          </a:xfrm>
        </p:grpSpPr>
        <p:sp>
          <p:nvSpPr>
            <p:cNvPr id="261" name="Oval 26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62" name="Oval 26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63" name="Yellow Oval 6"/>
          <p:cNvGrpSpPr>
            <a:grpSpLocks noChangeAspect="1"/>
          </p:cNvGrpSpPr>
          <p:nvPr/>
        </p:nvGrpSpPr>
        <p:grpSpPr>
          <a:xfrm>
            <a:off x="3912257" y="3801978"/>
            <a:ext cx="201110" cy="201110"/>
            <a:chOff x="864708" y="7928616"/>
            <a:chExt cx="402336" cy="402336"/>
          </a:xfrm>
        </p:grpSpPr>
        <p:sp>
          <p:nvSpPr>
            <p:cNvPr id="264" name="Oval 26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65" name="Oval 26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66" name="Yellow Oval 7"/>
          <p:cNvGrpSpPr>
            <a:grpSpLocks noChangeAspect="1"/>
          </p:cNvGrpSpPr>
          <p:nvPr/>
        </p:nvGrpSpPr>
        <p:grpSpPr>
          <a:xfrm>
            <a:off x="3530666" y="4667365"/>
            <a:ext cx="201110" cy="201110"/>
            <a:chOff x="864708" y="7928616"/>
            <a:chExt cx="402336" cy="402336"/>
          </a:xfrm>
        </p:grpSpPr>
        <p:sp>
          <p:nvSpPr>
            <p:cNvPr id="267" name="Oval 26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68" name="Oval 26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69" name="Yellow OVal 8"/>
          <p:cNvGrpSpPr>
            <a:grpSpLocks noChangeAspect="1"/>
          </p:cNvGrpSpPr>
          <p:nvPr/>
        </p:nvGrpSpPr>
        <p:grpSpPr>
          <a:xfrm>
            <a:off x="4237600" y="4944654"/>
            <a:ext cx="201110" cy="201110"/>
            <a:chOff x="864708" y="7928616"/>
            <a:chExt cx="402336" cy="402336"/>
          </a:xfrm>
        </p:grpSpPr>
        <p:sp>
          <p:nvSpPr>
            <p:cNvPr id="270" name="Oval 26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71" name="Oval 27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72" name="Yellow Oval 9"/>
          <p:cNvGrpSpPr>
            <a:grpSpLocks noChangeAspect="1"/>
          </p:cNvGrpSpPr>
          <p:nvPr/>
        </p:nvGrpSpPr>
        <p:grpSpPr>
          <a:xfrm>
            <a:off x="5837347" y="3552113"/>
            <a:ext cx="201110" cy="201110"/>
            <a:chOff x="864708" y="7928616"/>
            <a:chExt cx="402336" cy="402336"/>
          </a:xfrm>
        </p:grpSpPr>
        <p:sp>
          <p:nvSpPr>
            <p:cNvPr id="273" name="Oval 27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74" name="Oval 27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75" name="Yellow Oval 10"/>
          <p:cNvGrpSpPr>
            <a:grpSpLocks noChangeAspect="1"/>
          </p:cNvGrpSpPr>
          <p:nvPr/>
        </p:nvGrpSpPr>
        <p:grpSpPr>
          <a:xfrm>
            <a:off x="6370596" y="3954335"/>
            <a:ext cx="201110" cy="201110"/>
            <a:chOff x="864708" y="7928616"/>
            <a:chExt cx="402336" cy="402336"/>
          </a:xfrm>
        </p:grpSpPr>
        <p:sp>
          <p:nvSpPr>
            <p:cNvPr id="276" name="Oval 27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77" name="Oval 27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78" name="Yellow Oval 11"/>
          <p:cNvGrpSpPr>
            <a:grpSpLocks noChangeAspect="1"/>
          </p:cNvGrpSpPr>
          <p:nvPr/>
        </p:nvGrpSpPr>
        <p:grpSpPr>
          <a:xfrm>
            <a:off x="6827667" y="4335227"/>
            <a:ext cx="201110" cy="201110"/>
            <a:chOff x="864708" y="7928616"/>
            <a:chExt cx="402336" cy="402336"/>
          </a:xfrm>
        </p:grpSpPr>
        <p:sp>
          <p:nvSpPr>
            <p:cNvPr id="279" name="Oval 27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80" name="Oval 27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81" name="Yellow Oval 12"/>
          <p:cNvGrpSpPr>
            <a:grpSpLocks noChangeAspect="1"/>
          </p:cNvGrpSpPr>
          <p:nvPr/>
        </p:nvGrpSpPr>
        <p:grpSpPr>
          <a:xfrm>
            <a:off x="5989704" y="2839084"/>
            <a:ext cx="201110" cy="201110"/>
            <a:chOff x="864708" y="7928616"/>
            <a:chExt cx="402336" cy="402336"/>
          </a:xfrm>
        </p:grpSpPr>
        <p:sp>
          <p:nvSpPr>
            <p:cNvPr id="282" name="Oval 28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83" name="Oval 28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84" name="Yellow Oval 13"/>
          <p:cNvGrpSpPr>
            <a:grpSpLocks noChangeAspect="1"/>
          </p:cNvGrpSpPr>
          <p:nvPr/>
        </p:nvGrpSpPr>
        <p:grpSpPr>
          <a:xfrm>
            <a:off x="7056202" y="3192550"/>
            <a:ext cx="201110" cy="201110"/>
            <a:chOff x="864708" y="7928616"/>
            <a:chExt cx="402336" cy="402336"/>
          </a:xfrm>
        </p:grpSpPr>
        <p:sp>
          <p:nvSpPr>
            <p:cNvPr id="285" name="Oval 28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86" name="Oval 28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87" name="Yellow Oval 14"/>
          <p:cNvGrpSpPr>
            <a:grpSpLocks noChangeAspect="1"/>
          </p:cNvGrpSpPr>
          <p:nvPr/>
        </p:nvGrpSpPr>
        <p:grpSpPr>
          <a:xfrm>
            <a:off x="6474199" y="1924943"/>
            <a:ext cx="201110" cy="201110"/>
            <a:chOff x="864708" y="7928616"/>
            <a:chExt cx="402336" cy="402336"/>
          </a:xfrm>
        </p:grpSpPr>
        <p:sp>
          <p:nvSpPr>
            <p:cNvPr id="288" name="Oval 28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89" name="Oval 28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90" name="Yellow Oval 15"/>
          <p:cNvGrpSpPr>
            <a:grpSpLocks noChangeAspect="1"/>
          </p:cNvGrpSpPr>
          <p:nvPr/>
        </p:nvGrpSpPr>
        <p:grpSpPr>
          <a:xfrm>
            <a:off x="6827667" y="1288090"/>
            <a:ext cx="201110" cy="201110"/>
            <a:chOff x="864708" y="7928616"/>
            <a:chExt cx="402336" cy="402336"/>
          </a:xfrm>
        </p:grpSpPr>
        <p:sp>
          <p:nvSpPr>
            <p:cNvPr id="291" name="Oval 29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92" name="Oval 29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93" name="Yellow Oval 16"/>
          <p:cNvGrpSpPr>
            <a:grpSpLocks noChangeAspect="1"/>
          </p:cNvGrpSpPr>
          <p:nvPr/>
        </p:nvGrpSpPr>
        <p:grpSpPr>
          <a:xfrm>
            <a:off x="7187229" y="2354588"/>
            <a:ext cx="201110" cy="201110"/>
            <a:chOff x="864708" y="7928616"/>
            <a:chExt cx="402336" cy="402336"/>
          </a:xfrm>
        </p:grpSpPr>
        <p:sp>
          <p:nvSpPr>
            <p:cNvPr id="294" name="Oval 29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95" name="Oval 29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96" name="Yellow Oval 17"/>
          <p:cNvGrpSpPr>
            <a:grpSpLocks noChangeAspect="1"/>
          </p:cNvGrpSpPr>
          <p:nvPr/>
        </p:nvGrpSpPr>
        <p:grpSpPr>
          <a:xfrm>
            <a:off x="7605004" y="2637655"/>
            <a:ext cx="201110" cy="201110"/>
            <a:chOff x="864708" y="7928616"/>
            <a:chExt cx="402336" cy="402336"/>
          </a:xfrm>
        </p:grpSpPr>
        <p:sp>
          <p:nvSpPr>
            <p:cNvPr id="297" name="Oval 29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98" name="Oval 29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99" name="Yellow Oval 18"/>
          <p:cNvGrpSpPr>
            <a:grpSpLocks noChangeAspect="1"/>
          </p:cNvGrpSpPr>
          <p:nvPr/>
        </p:nvGrpSpPr>
        <p:grpSpPr>
          <a:xfrm>
            <a:off x="7894164" y="1897519"/>
            <a:ext cx="201110" cy="201110"/>
            <a:chOff x="864708" y="7928616"/>
            <a:chExt cx="402336" cy="402336"/>
          </a:xfrm>
        </p:grpSpPr>
        <p:sp>
          <p:nvSpPr>
            <p:cNvPr id="300" name="Oval 29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01" name="Oval 30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02" name="Yellow Oval 19"/>
          <p:cNvGrpSpPr>
            <a:grpSpLocks noChangeAspect="1"/>
          </p:cNvGrpSpPr>
          <p:nvPr/>
        </p:nvGrpSpPr>
        <p:grpSpPr>
          <a:xfrm>
            <a:off x="8351233" y="1592804"/>
            <a:ext cx="201110" cy="201110"/>
            <a:chOff x="864708" y="7928616"/>
            <a:chExt cx="402336" cy="402336"/>
          </a:xfrm>
        </p:grpSpPr>
        <p:sp>
          <p:nvSpPr>
            <p:cNvPr id="303" name="Oval 30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04" name="Oval 30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05" name="Yellow Oval 20"/>
          <p:cNvGrpSpPr>
            <a:grpSpLocks noChangeAspect="1"/>
          </p:cNvGrpSpPr>
          <p:nvPr/>
        </p:nvGrpSpPr>
        <p:grpSpPr>
          <a:xfrm>
            <a:off x="8481055" y="2354588"/>
            <a:ext cx="201110" cy="201110"/>
            <a:chOff x="864708" y="7928616"/>
            <a:chExt cx="402336" cy="402336"/>
          </a:xfrm>
        </p:grpSpPr>
        <p:sp>
          <p:nvSpPr>
            <p:cNvPr id="306" name="Oval 30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07" name="Oval 30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08" name="Yellow Oval 21"/>
          <p:cNvGrpSpPr>
            <a:grpSpLocks noChangeAspect="1"/>
          </p:cNvGrpSpPr>
          <p:nvPr/>
        </p:nvGrpSpPr>
        <p:grpSpPr>
          <a:xfrm>
            <a:off x="8732126" y="3116372"/>
            <a:ext cx="201110" cy="201110"/>
            <a:chOff x="864708" y="7928616"/>
            <a:chExt cx="402336" cy="402336"/>
          </a:xfrm>
        </p:grpSpPr>
        <p:sp>
          <p:nvSpPr>
            <p:cNvPr id="309" name="Oval 30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10" name="Oval 30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11" name="Yellow Oval 22"/>
          <p:cNvGrpSpPr>
            <a:grpSpLocks noChangeAspect="1"/>
          </p:cNvGrpSpPr>
          <p:nvPr/>
        </p:nvGrpSpPr>
        <p:grpSpPr>
          <a:xfrm>
            <a:off x="9000591" y="2049874"/>
            <a:ext cx="201110" cy="201110"/>
            <a:chOff x="864708" y="7928616"/>
            <a:chExt cx="402336" cy="402336"/>
          </a:xfrm>
        </p:grpSpPr>
        <p:sp>
          <p:nvSpPr>
            <p:cNvPr id="312" name="Oval 31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13" name="Oval 31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14" name="Yellow Oval 23"/>
          <p:cNvGrpSpPr>
            <a:grpSpLocks noChangeAspect="1"/>
          </p:cNvGrpSpPr>
          <p:nvPr/>
        </p:nvGrpSpPr>
        <p:grpSpPr>
          <a:xfrm>
            <a:off x="9265374" y="1516625"/>
            <a:ext cx="201110" cy="201110"/>
            <a:chOff x="864708" y="7928616"/>
            <a:chExt cx="402336" cy="402336"/>
          </a:xfrm>
        </p:grpSpPr>
        <p:sp>
          <p:nvSpPr>
            <p:cNvPr id="315" name="Oval 31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16" name="Oval 31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17" name="Yellow Oval 24"/>
          <p:cNvGrpSpPr>
            <a:grpSpLocks noChangeAspect="1"/>
          </p:cNvGrpSpPr>
          <p:nvPr/>
        </p:nvGrpSpPr>
        <p:grpSpPr>
          <a:xfrm>
            <a:off x="9417732" y="3552113"/>
            <a:ext cx="201110" cy="201110"/>
            <a:chOff x="864708" y="7928616"/>
            <a:chExt cx="402336" cy="402336"/>
          </a:xfrm>
        </p:grpSpPr>
        <p:sp>
          <p:nvSpPr>
            <p:cNvPr id="318" name="Oval 31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19" name="Oval 31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20" name="Yellow Oval 25"/>
          <p:cNvGrpSpPr>
            <a:grpSpLocks noChangeAspect="1"/>
          </p:cNvGrpSpPr>
          <p:nvPr/>
        </p:nvGrpSpPr>
        <p:grpSpPr>
          <a:xfrm>
            <a:off x="9929651" y="4182870"/>
            <a:ext cx="201110" cy="201110"/>
            <a:chOff x="864708" y="7928616"/>
            <a:chExt cx="402336" cy="402336"/>
          </a:xfrm>
        </p:grpSpPr>
        <p:sp>
          <p:nvSpPr>
            <p:cNvPr id="321" name="Oval 32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22" name="Oval 32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23" name="Yellow Oval 26"/>
          <p:cNvGrpSpPr>
            <a:grpSpLocks noChangeAspect="1"/>
          </p:cNvGrpSpPr>
          <p:nvPr/>
        </p:nvGrpSpPr>
        <p:grpSpPr>
          <a:xfrm>
            <a:off x="9922351" y="4792296"/>
            <a:ext cx="201110" cy="201110"/>
            <a:chOff x="864708" y="7928616"/>
            <a:chExt cx="402336" cy="402336"/>
          </a:xfrm>
        </p:grpSpPr>
        <p:sp>
          <p:nvSpPr>
            <p:cNvPr id="324" name="Oval 32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25" name="Oval 32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26" name="Yellow Oval 27"/>
          <p:cNvGrpSpPr>
            <a:grpSpLocks noChangeAspect="1"/>
          </p:cNvGrpSpPr>
          <p:nvPr/>
        </p:nvGrpSpPr>
        <p:grpSpPr>
          <a:xfrm>
            <a:off x="9417732" y="5097010"/>
            <a:ext cx="201110" cy="201110"/>
            <a:chOff x="864708" y="7928616"/>
            <a:chExt cx="402336" cy="402336"/>
          </a:xfrm>
        </p:grpSpPr>
        <p:sp>
          <p:nvSpPr>
            <p:cNvPr id="327" name="Oval 32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28" name="Oval 32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29" name="Green Oval 2"/>
          <p:cNvGrpSpPr>
            <a:grpSpLocks noChangeAspect="1"/>
          </p:cNvGrpSpPr>
          <p:nvPr/>
        </p:nvGrpSpPr>
        <p:grpSpPr>
          <a:xfrm>
            <a:off x="2602407" y="678662"/>
            <a:ext cx="301666" cy="301666"/>
            <a:chOff x="864708" y="7928616"/>
            <a:chExt cx="402336" cy="402336"/>
          </a:xfrm>
        </p:grpSpPr>
        <p:sp>
          <p:nvSpPr>
            <p:cNvPr id="330" name="Oval 32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31" name="Oval 33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32" name="Green Oval 3"/>
          <p:cNvGrpSpPr>
            <a:grpSpLocks noChangeAspect="1"/>
          </p:cNvGrpSpPr>
          <p:nvPr/>
        </p:nvGrpSpPr>
        <p:grpSpPr>
          <a:xfrm>
            <a:off x="2616525" y="1175910"/>
            <a:ext cx="301666" cy="301666"/>
            <a:chOff x="864708" y="7928616"/>
            <a:chExt cx="402336" cy="402336"/>
          </a:xfrm>
        </p:grpSpPr>
        <p:sp>
          <p:nvSpPr>
            <p:cNvPr id="333" name="Oval 33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34" name="Oval 33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35" name="Green Oval 4"/>
          <p:cNvGrpSpPr>
            <a:grpSpLocks noChangeAspect="1"/>
          </p:cNvGrpSpPr>
          <p:nvPr/>
        </p:nvGrpSpPr>
        <p:grpSpPr>
          <a:xfrm>
            <a:off x="3247280" y="279171"/>
            <a:ext cx="301666" cy="301666"/>
            <a:chOff x="864708" y="7928616"/>
            <a:chExt cx="402336" cy="402336"/>
          </a:xfrm>
        </p:grpSpPr>
        <p:sp>
          <p:nvSpPr>
            <p:cNvPr id="336" name="Oval 33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37" name="Oval 33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38" name="Green Oval 5"/>
          <p:cNvGrpSpPr>
            <a:grpSpLocks noChangeAspect="1"/>
          </p:cNvGrpSpPr>
          <p:nvPr/>
        </p:nvGrpSpPr>
        <p:grpSpPr>
          <a:xfrm>
            <a:off x="3966883" y="319990"/>
            <a:ext cx="301666" cy="301666"/>
            <a:chOff x="864708" y="7928616"/>
            <a:chExt cx="402336" cy="402336"/>
          </a:xfrm>
        </p:grpSpPr>
        <p:sp>
          <p:nvSpPr>
            <p:cNvPr id="339" name="Oval 33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0" name="Oval 33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41" name="Green OVal 6"/>
          <p:cNvGrpSpPr>
            <a:grpSpLocks noChangeAspect="1"/>
          </p:cNvGrpSpPr>
          <p:nvPr/>
        </p:nvGrpSpPr>
        <p:grpSpPr>
          <a:xfrm>
            <a:off x="4444806" y="602484"/>
            <a:ext cx="301666" cy="301666"/>
            <a:chOff x="864708" y="7928616"/>
            <a:chExt cx="402336" cy="402336"/>
          </a:xfrm>
        </p:grpSpPr>
        <p:sp>
          <p:nvSpPr>
            <p:cNvPr id="342" name="Oval 34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3" name="Oval 34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44" name="Green Oval 7"/>
          <p:cNvGrpSpPr>
            <a:grpSpLocks noChangeAspect="1"/>
          </p:cNvGrpSpPr>
          <p:nvPr/>
        </p:nvGrpSpPr>
        <p:grpSpPr>
          <a:xfrm>
            <a:off x="3530665" y="4106690"/>
            <a:ext cx="301666" cy="301666"/>
            <a:chOff x="864708" y="7928616"/>
            <a:chExt cx="402336" cy="402336"/>
          </a:xfrm>
        </p:grpSpPr>
        <p:sp>
          <p:nvSpPr>
            <p:cNvPr id="345" name="Oval 34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6" name="Oval 34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47" name="Green Oval 8"/>
          <p:cNvGrpSpPr>
            <a:grpSpLocks noChangeAspect="1"/>
          </p:cNvGrpSpPr>
          <p:nvPr/>
        </p:nvGrpSpPr>
        <p:grpSpPr>
          <a:xfrm>
            <a:off x="3932887" y="4466336"/>
            <a:ext cx="301666" cy="301666"/>
            <a:chOff x="864708" y="7928616"/>
            <a:chExt cx="402336" cy="402336"/>
          </a:xfrm>
        </p:grpSpPr>
        <p:sp>
          <p:nvSpPr>
            <p:cNvPr id="348" name="Oval 34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9" name="Oval 34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50" name="Green Oval 9"/>
          <p:cNvGrpSpPr>
            <a:grpSpLocks noChangeAspect="1"/>
          </p:cNvGrpSpPr>
          <p:nvPr/>
        </p:nvGrpSpPr>
        <p:grpSpPr>
          <a:xfrm>
            <a:off x="3731776" y="5097009"/>
            <a:ext cx="301666" cy="301666"/>
            <a:chOff x="864708" y="7928616"/>
            <a:chExt cx="402336" cy="402336"/>
          </a:xfrm>
        </p:grpSpPr>
        <p:sp>
          <p:nvSpPr>
            <p:cNvPr id="351" name="Oval 35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52" name="Oval 35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53" name="Green Oval 10"/>
          <p:cNvGrpSpPr>
            <a:grpSpLocks noChangeAspect="1"/>
          </p:cNvGrpSpPr>
          <p:nvPr/>
        </p:nvGrpSpPr>
        <p:grpSpPr>
          <a:xfrm>
            <a:off x="6273088" y="4466253"/>
            <a:ext cx="301666" cy="301666"/>
            <a:chOff x="864708" y="7928616"/>
            <a:chExt cx="402336" cy="402336"/>
          </a:xfrm>
        </p:grpSpPr>
        <p:sp>
          <p:nvSpPr>
            <p:cNvPr id="354" name="Oval 35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55" name="Oval 35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56" name="Green Oval 11"/>
          <p:cNvGrpSpPr>
            <a:grpSpLocks noChangeAspect="1"/>
          </p:cNvGrpSpPr>
          <p:nvPr/>
        </p:nvGrpSpPr>
        <p:grpSpPr>
          <a:xfrm>
            <a:off x="6370594" y="4667364"/>
            <a:ext cx="301666" cy="301666"/>
            <a:chOff x="864708" y="7928616"/>
            <a:chExt cx="402336" cy="402336"/>
          </a:xfrm>
        </p:grpSpPr>
        <p:sp>
          <p:nvSpPr>
            <p:cNvPr id="357" name="Oval 35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58" name="Oval 35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59" name="Green Oval 12"/>
          <p:cNvGrpSpPr>
            <a:grpSpLocks noChangeAspect="1"/>
          </p:cNvGrpSpPr>
          <p:nvPr/>
        </p:nvGrpSpPr>
        <p:grpSpPr>
          <a:xfrm>
            <a:off x="6474198" y="4868475"/>
            <a:ext cx="301666" cy="301666"/>
            <a:chOff x="864708" y="7928616"/>
            <a:chExt cx="402336" cy="402336"/>
          </a:xfrm>
        </p:grpSpPr>
        <p:sp>
          <p:nvSpPr>
            <p:cNvPr id="360" name="Oval 35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61" name="Oval 36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62" name="Green Oval 13"/>
          <p:cNvGrpSpPr>
            <a:grpSpLocks noChangeAspect="1"/>
          </p:cNvGrpSpPr>
          <p:nvPr/>
        </p:nvGrpSpPr>
        <p:grpSpPr>
          <a:xfrm>
            <a:off x="5417000" y="3572243"/>
            <a:ext cx="301666" cy="301666"/>
            <a:chOff x="864708" y="7928616"/>
            <a:chExt cx="402336" cy="402336"/>
          </a:xfrm>
        </p:grpSpPr>
        <p:sp>
          <p:nvSpPr>
            <p:cNvPr id="363" name="Oval 36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64" name="Oval 36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65" name="Green Oval 14"/>
          <p:cNvGrpSpPr>
            <a:grpSpLocks noChangeAspect="1"/>
          </p:cNvGrpSpPr>
          <p:nvPr/>
        </p:nvGrpSpPr>
        <p:grpSpPr>
          <a:xfrm>
            <a:off x="5735024" y="3268728"/>
            <a:ext cx="301666" cy="301666"/>
            <a:chOff x="864708" y="7928616"/>
            <a:chExt cx="402336" cy="402336"/>
          </a:xfrm>
        </p:grpSpPr>
        <p:sp>
          <p:nvSpPr>
            <p:cNvPr id="366" name="Oval 36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67" name="Oval 36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68" name="Green Oval 15"/>
          <p:cNvGrpSpPr>
            <a:grpSpLocks noChangeAspect="1"/>
          </p:cNvGrpSpPr>
          <p:nvPr/>
        </p:nvGrpSpPr>
        <p:grpSpPr>
          <a:xfrm>
            <a:off x="5560057" y="2839082"/>
            <a:ext cx="301666" cy="301666"/>
            <a:chOff x="864708" y="7928616"/>
            <a:chExt cx="402336" cy="402336"/>
          </a:xfrm>
        </p:grpSpPr>
        <p:sp>
          <p:nvSpPr>
            <p:cNvPr id="369" name="Oval 36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0" name="Oval 36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71" name="Green Oval 16"/>
          <p:cNvGrpSpPr>
            <a:grpSpLocks noChangeAspect="1"/>
          </p:cNvGrpSpPr>
          <p:nvPr/>
        </p:nvGrpSpPr>
        <p:grpSpPr>
          <a:xfrm>
            <a:off x="6142059" y="2506943"/>
            <a:ext cx="301666" cy="301666"/>
            <a:chOff x="864708" y="7928616"/>
            <a:chExt cx="402336" cy="402336"/>
          </a:xfrm>
        </p:grpSpPr>
        <p:sp>
          <p:nvSpPr>
            <p:cNvPr id="372" name="Oval 37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3" name="Oval 37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74" name="Green Oval 17"/>
          <p:cNvGrpSpPr>
            <a:grpSpLocks noChangeAspect="1"/>
          </p:cNvGrpSpPr>
          <p:nvPr/>
        </p:nvGrpSpPr>
        <p:grpSpPr>
          <a:xfrm>
            <a:off x="6291044" y="3040194"/>
            <a:ext cx="301666" cy="301666"/>
            <a:chOff x="864708" y="7928616"/>
            <a:chExt cx="402336" cy="402336"/>
          </a:xfrm>
        </p:grpSpPr>
        <p:sp>
          <p:nvSpPr>
            <p:cNvPr id="375" name="Oval 37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6" name="Oval 37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77" name="Green Oval 18"/>
          <p:cNvGrpSpPr>
            <a:grpSpLocks noChangeAspect="1"/>
          </p:cNvGrpSpPr>
          <p:nvPr/>
        </p:nvGrpSpPr>
        <p:grpSpPr>
          <a:xfrm>
            <a:off x="6675309" y="3421084"/>
            <a:ext cx="301666" cy="301666"/>
            <a:chOff x="864708" y="7928616"/>
            <a:chExt cx="402336" cy="402336"/>
          </a:xfrm>
        </p:grpSpPr>
        <p:sp>
          <p:nvSpPr>
            <p:cNvPr id="378" name="Oval 37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9" name="Oval 37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0" name="Green Oval 19"/>
          <p:cNvGrpSpPr>
            <a:grpSpLocks noChangeAspect="1"/>
          </p:cNvGrpSpPr>
          <p:nvPr/>
        </p:nvGrpSpPr>
        <p:grpSpPr>
          <a:xfrm>
            <a:off x="6980021" y="2839082"/>
            <a:ext cx="301666" cy="301666"/>
            <a:chOff x="864708" y="7928616"/>
            <a:chExt cx="402336" cy="402336"/>
          </a:xfrm>
        </p:grpSpPr>
        <p:sp>
          <p:nvSpPr>
            <p:cNvPr id="381" name="Oval 38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82" name="Oval 38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3" name="Green Oval 20"/>
          <p:cNvGrpSpPr>
            <a:grpSpLocks noChangeAspect="1"/>
          </p:cNvGrpSpPr>
          <p:nvPr/>
        </p:nvGrpSpPr>
        <p:grpSpPr>
          <a:xfrm>
            <a:off x="6675309" y="2354586"/>
            <a:ext cx="301666" cy="301666"/>
            <a:chOff x="864708" y="7928616"/>
            <a:chExt cx="402336" cy="402336"/>
          </a:xfrm>
        </p:grpSpPr>
        <p:sp>
          <p:nvSpPr>
            <p:cNvPr id="384" name="Oval 38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85" name="Oval 38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6" name="Green Oval 21"/>
          <p:cNvGrpSpPr>
            <a:grpSpLocks noChangeAspect="1"/>
          </p:cNvGrpSpPr>
          <p:nvPr/>
        </p:nvGrpSpPr>
        <p:grpSpPr>
          <a:xfrm>
            <a:off x="6273088" y="1232042"/>
            <a:ext cx="301666" cy="301666"/>
            <a:chOff x="864708" y="7928616"/>
            <a:chExt cx="402336" cy="402336"/>
          </a:xfrm>
        </p:grpSpPr>
        <p:sp>
          <p:nvSpPr>
            <p:cNvPr id="387" name="Oval 38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88" name="Oval 38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9" name="Green Oval 22"/>
          <p:cNvGrpSpPr>
            <a:grpSpLocks noChangeAspect="1"/>
          </p:cNvGrpSpPr>
          <p:nvPr/>
        </p:nvGrpSpPr>
        <p:grpSpPr>
          <a:xfrm>
            <a:off x="7563305" y="1211912"/>
            <a:ext cx="301666" cy="301666"/>
            <a:chOff x="864708" y="7928616"/>
            <a:chExt cx="402336" cy="402336"/>
          </a:xfrm>
        </p:grpSpPr>
        <p:sp>
          <p:nvSpPr>
            <p:cNvPr id="390" name="Oval 38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91" name="Oval 39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92" name="Green Oval 23"/>
          <p:cNvGrpSpPr>
            <a:grpSpLocks noChangeAspect="1"/>
          </p:cNvGrpSpPr>
          <p:nvPr/>
        </p:nvGrpSpPr>
        <p:grpSpPr>
          <a:xfrm>
            <a:off x="7388339" y="1719905"/>
            <a:ext cx="301666" cy="301666"/>
            <a:chOff x="864708" y="7928616"/>
            <a:chExt cx="402336" cy="402336"/>
          </a:xfrm>
        </p:grpSpPr>
        <p:sp>
          <p:nvSpPr>
            <p:cNvPr id="393" name="Oval 39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94" name="Oval 39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95" name="Green Oval 24"/>
          <p:cNvGrpSpPr>
            <a:grpSpLocks noChangeAspect="1"/>
          </p:cNvGrpSpPr>
          <p:nvPr/>
        </p:nvGrpSpPr>
        <p:grpSpPr>
          <a:xfrm>
            <a:off x="7513270" y="2278408"/>
            <a:ext cx="301666" cy="301666"/>
            <a:chOff x="864708" y="7928616"/>
            <a:chExt cx="402336" cy="402336"/>
          </a:xfrm>
        </p:grpSpPr>
        <p:sp>
          <p:nvSpPr>
            <p:cNvPr id="396" name="Oval 39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97" name="Oval 39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98" name="Green Oval 25"/>
          <p:cNvGrpSpPr>
            <a:grpSpLocks noChangeAspect="1"/>
          </p:cNvGrpSpPr>
          <p:nvPr/>
        </p:nvGrpSpPr>
        <p:grpSpPr>
          <a:xfrm>
            <a:off x="8101369" y="2278408"/>
            <a:ext cx="301666" cy="301666"/>
            <a:chOff x="864708" y="7928616"/>
            <a:chExt cx="402336" cy="402336"/>
          </a:xfrm>
        </p:grpSpPr>
        <p:sp>
          <p:nvSpPr>
            <p:cNvPr id="399" name="Oval 39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00" name="Oval 39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01" name="Green Oval 26"/>
          <p:cNvGrpSpPr>
            <a:grpSpLocks noChangeAspect="1"/>
          </p:cNvGrpSpPr>
          <p:nvPr/>
        </p:nvGrpSpPr>
        <p:grpSpPr>
          <a:xfrm>
            <a:off x="8101369" y="1364269"/>
            <a:ext cx="301666" cy="301666"/>
            <a:chOff x="864708" y="7928616"/>
            <a:chExt cx="402336" cy="402336"/>
          </a:xfrm>
        </p:grpSpPr>
        <p:sp>
          <p:nvSpPr>
            <p:cNvPr id="402" name="Oval 40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03" name="Oval 40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04" name="Green Oval 27"/>
          <p:cNvGrpSpPr>
            <a:grpSpLocks noChangeAspect="1"/>
          </p:cNvGrpSpPr>
          <p:nvPr/>
        </p:nvGrpSpPr>
        <p:grpSpPr>
          <a:xfrm>
            <a:off x="8655945" y="1723831"/>
            <a:ext cx="301666" cy="301666"/>
            <a:chOff x="864708" y="7928616"/>
            <a:chExt cx="402336" cy="402336"/>
          </a:xfrm>
        </p:grpSpPr>
        <p:sp>
          <p:nvSpPr>
            <p:cNvPr id="405" name="Oval 40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06" name="Oval 40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07" name="Green Oval 28"/>
          <p:cNvGrpSpPr>
            <a:grpSpLocks noChangeAspect="1"/>
          </p:cNvGrpSpPr>
          <p:nvPr/>
        </p:nvGrpSpPr>
        <p:grpSpPr>
          <a:xfrm>
            <a:off x="9216619" y="1211912"/>
            <a:ext cx="301666" cy="301666"/>
            <a:chOff x="864708" y="7928616"/>
            <a:chExt cx="402336" cy="402336"/>
          </a:xfrm>
        </p:grpSpPr>
        <p:sp>
          <p:nvSpPr>
            <p:cNvPr id="408" name="Oval 40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09" name="Oval 40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10" name="Green Oval 29"/>
          <p:cNvGrpSpPr>
            <a:grpSpLocks noChangeAspect="1"/>
          </p:cNvGrpSpPr>
          <p:nvPr/>
        </p:nvGrpSpPr>
        <p:grpSpPr>
          <a:xfrm>
            <a:off x="9929651" y="1010801"/>
            <a:ext cx="301666" cy="301666"/>
            <a:chOff x="864708" y="7928616"/>
            <a:chExt cx="402336" cy="402336"/>
          </a:xfrm>
        </p:grpSpPr>
        <p:sp>
          <p:nvSpPr>
            <p:cNvPr id="411" name="Oval 41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12" name="Oval 41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13" name="Green Oval 30"/>
          <p:cNvGrpSpPr>
            <a:grpSpLocks noChangeAspect="1"/>
          </p:cNvGrpSpPr>
          <p:nvPr/>
        </p:nvGrpSpPr>
        <p:grpSpPr>
          <a:xfrm>
            <a:off x="10130761" y="1516624"/>
            <a:ext cx="301666" cy="301666"/>
            <a:chOff x="864708" y="7928616"/>
            <a:chExt cx="402336" cy="402336"/>
          </a:xfrm>
        </p:grpSpPr>
        <p:sp>
          <p:nvSpPr>
            <p:cNvPr id="414" name="Oval 41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15" name="Oval 41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16" name="Green Oval 31"/>
          <p:cNvGrpSpPr>
            <a:grpSpLocks noChangeAspect="1"/>
          </p:cNvGrpSpPr>
          <p:nvPr/>
        </p:nvGrpSpPr>
        <p:grpSpPr>
          <a:xfrm>
            <a:off x="10636584" y="1220014"/>
            <a:ext cx="301666" cy="301666"/>
            <a:chOff x="864708" y="7928616"/>
            <a:chExt cx="402336" cy="402336"/>
          </a:xfrm>
        </p:grpSpPr>
        <p:sp>
          <p:nvSpPr>
            <p:cNvPr id="417" name="Oval 41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18" name="Oval 41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593" name="Green Oval 32"/>
          <p:cNvGrpSpPr>
            <a:grpSpLocks noChangeAspect="1"/>
          </p:cNvGrpSpPr>
          <p:nvPr/>
        </p:nvGrpSpPr>
        <p:grpSpPr>
          <a:xfrm>
            <a:off x="3399638" y="1061080"/>
            <a:ext cx="301666" cy="301666"/>
            <a:chOff x="864708" y="7928616"/>
            <a:chExt cx="402336" cy="402336"/>
          </a:xfrm>
        </p:grpSpPr>
        <p:sp>
          <p:nvSpPr>
            <p:cNvPr id="594" name="Oval 59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595" name="Oval 59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596" name="Green Oval 33"/>
          <p:cNvGrpSpPr>
            <a:grpSpLocks noChangeAspect="1"/>
          </p:cNvGrpSpPr>
          <p:nvPr/>
        </p:nvGrpSpPr>
        <p:grpSpPr>
          <a:xfrm>
            <a:off x="9722443" y="1975220"/>
            <a:ext cx="301666" cy="301666"/>
            <a:chOff x="864708" y="7928616"/>
            <a:chExt cx="402336" cy="402336"/>
          </a:xfrm>
        </p:grpSpPr>
        <p:sp>
          <p:nvSpPr>
            <p:cNvPr id="597" name="Oval 59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598" name="Oval 59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599" name="Green Oval 34"/>
          <p:cNvGrpSpPr>
            <a:grpSpLocks noChangeAspect="1"/>
          </p:cNvGrpSpPr>
          <p:nvPr/>
        </p:nvGrpSpPr>
        <p:grpSpPr>
          <a:xfrm>
            <a:off x="8808302" y="2430765"/>
            <a:ext cx="301666" cy="301666"/>
            <a:chOff x="864708" y="7928616"/>
            <a:chExt cx="402336" cy="402336"/>
          </a:xfrm>
        </p:grpSpPr>
        <p:sp>
          <p:nvSpPr>
            <p:cNvPr id="600" name="Oval 59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01" name="Oval 60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02" name="Green Oval 35"/>
          <p:cNvGrpSpPr>
            <a:grpSpLocks noChangeAspect="1"/>
          </p:cNvGrpSpPr>
          <p:nvPr/>
        </p:nvGrpSpPr>
        <p:grpSpPr>
          <a:xfrm>
            <a:off x="8352756" y="2583122"/>
            <a:ext cx="301666" cy="301666"/>
            <a:chOff x="864708" y="7928616"/>
            <a:chExt cx="402336" cy="402336"/>
          </a:xfrm>
        </p:grpSpPr>
        <p:sp>
          <p:nvSpPr>
            <p:cNvPr id="603" name="Oval 60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04" name="Oval 60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05" name="Green Oval 36"/>
          <p:cNvGrpSpPr>
            <a:grpSpLocks noChangeAspect="1"/>
          </p:cNvGrpSpPr>
          <p:nvPr/>
        </p:nvGrpSpPr>
        <p:grpSpPr>
          <a:xfrm>
            <a:off x="7894163" y="2659300"/>
            <a:ext cx="301666" cy="301666"/>
            <a:chOff x="864708" y="7928616"/>
            <a:chExt cx="402336" cy="402336"/>
          </a:xfrm>
        </p:grpSpPr>
        <p:sp>
          <p:nvSpPr>
            <p:cNvPr id="606" name="Oval 60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07" name="Oval 60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08" name="Green Oval 37"/>
          <p:cNvGrpSpPr>
            <a:grpSpLocks noChangeAspect="1"/>
          </p:cNvGrpSpPr>
          <p:nvPr/>
        </p:nvGrpSpPr>
        <p:grpSpPr>
          <a:xfrm>
            <a:off x="7132379" y="3421084"/>
            <a:ext cx="301666" cy="301666"/>
            <a:chOff x="864708" y="7928616"/>
            <a:chExt cx="402336" cy="402336"/>
          </a:xfrm>
        </p:grpSpPr>
        <p:sp>
          <p:nvSpPr>
            <p:cNvPr id="609" name="Oval 60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10" name="Oval 60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11" name="Green Oval 38"/>
          <p:cNvGrpSpPr>
            <a:grpSpLocks noChangeAspect="1"/>
          </p:cNvGrpSpPr>
          <p:nvPr/>
        </p:nvGrpSpPr>
        <p:grpSpPr>
          <a:xfrm>
            <a:off x="9874800" y="5020829"/>
            <a:ext cx="301666" cy="301666"/>
            <a:chOff x="864708" y="7928616"/>
            <a:chExt cx="402336" cy="402336"/>
          </a:xfrm>
        </p:grpSpPr>
        <p:sp>
          <p:nvSpPr>
            <p:cNvPr id="612" name="Oval 61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13" name="Oval 61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14" name="Green Oval 39"/>
          <p:cNvGrpSpPr>
            <a:grpSpLocks noChangeAspect="1"/>
          </p:cNvGrpSpPr>
          <p:nvPr/>
        </p:nvGrpSpPr>
        <p:grpSpPr>
          <a:xfrm>
            <a:off x="7056200" y="1516624"/>
            <a:ext cx="301666" cy="301666"/>
            <a:chOff x="864708" y="7928616"/>
            <a:chExt cx="402336" cy="402336"/>
          </a:xfrm>
        </p:grpSpPr>
        <p:sp>
          <p:nvSpPr>
            <p:cNvPr id="615" name="Oval 61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16" name="Oval 61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17" name="Green Oval 40"/>
          <p:cNvGrpSpPr>
            <a:grpSpLocks noChangeAspect="1"/>
          </p:cNvGrpSpPr>
          <p:nvPr/>
        </p:nvGrpSpPr>
        <p:grpSpPr>
          <a:xfrm>
            <a:off x="10331872" y="4182868"/>
            <a:ext cx="301666" cy="301666"/>
            <a:chOff x="864708" y="7928616"/>
            <a:chExt cx="402336" cy="402336"/>
          </a:xfrm>
        </p:grpSpPr>
        <p:sp>
          <p:nvSpPr>
            <p:cNvPr id="618" name="Oval 61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19" name="Oval 61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20" name="Green Oval 41"/>
          <p:cNvGrpSpPr>
            <a:grpSpLocks noChangeAspect="1"/>
          </p:cNvGrpSpPr>
          <p:nvPr/>
        </p:nvGrpSpPr>
        <p:grpSpPr>
          <a:xfrm>
            <a:off x="9493908" y="1668981"/>
            <a:ext cx="301666" cy="301666"/>
            <a:chOff x="864708" y="7928616"/>
            <a:chExt cx="402336" cy="402336"/>
          </a:xfrm>
        </p:grpSpPr>
        <p:sp>
          <p:nvSpPr>
            <p:cNvPr id="621" name="Oval 62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22" name="Oval 62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23" name="Green Oval 42"/>
          <p:cNvGrpSpPr>
            <a:grpSpLocks noChangeAspect="1"/>
          </p:cNvGrpSpPr>
          <p:nvPr/>
        </p:nvGrpSpPr>
        <p:grpSpPr>
          <a:xfrm>
            <a:off x="7132379" y="3803501"/>
            <a:ext cx="301666" cy="301666"/>
            <a:chOff x="864708" y="7928616"/>
            <a:chExt cx="402336" cy="402336"/>
          </a:xfrm>
        </p:grpSpPr>
        <p:sp>
          <p:nvSpPr>
            <p:cNvPr id="624" name="Oval 62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25" name="Oval 62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26" name="Green Oval 43"/>
          <p:cNvGrpSpPr>
            <a:grpSpLocks noChangeAspect="1"/>
          </p:cNvGrpSpPr>
          <p:nvPr/>
        </p:nvGrpSpPr>
        <p:grpSpPr>
          <a:xfrm>
            <a:off x="10181038" y="4835147"/>
            <a:ext cx="301666" cy="301666"/>
            <a:chOff x="864708" y="7928616"/>
            <a:chExt cx="402336" cy="402336"/>
          </a:xfrm>
        </p:grpSpPr>
        <p:sp>
          <p:nvSpPr>
            <p:cNvPr id="627" name="Oval 62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28" name="Oval 62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29" name="Green Oval 44"/>
          <p:cNvGrpSpPr>
            <a:grpSpLocks noChangeAspect="1"/>
          </p:cNvGrpSpPr>
          <p:nvPr/>
        </p:nvGrpSpPr>
        <p:grpSpPr>
          <a:xfrm>
            <a:off x="8808302" y="1364269"/>
            <a:ext cx="301666" cy="301666"/>
            <a:chOff x="864708" y="7928616"/>
            <a:chExt cx="402336" cy="402336"/>
          </a:xfrm>
        </p:grpSpPr>
        <p:sp>
          <p:nvSpPr>
            <p:cNvPr id="630" name="Oval 62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31" name="Oval 63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32" name="Green Oval 45"/>
          <p:cNvGrpSpPr>
            <a:grpSpLocks noChangeAspect="1"/>
          </p:cNvGrpSpPr>
          <p:nvPr/>
        </p:nvGrpSpPr>
        <p:grpSpPr>
          <a:xfrm>
            <a:off x="8884480" y="3632036"/>
            <a:ext cx="301666" cy="301666"/>
            <a:chOff x="864708" y="7928616"/>
            <a:chExt cx="402336" cy="402336"/>
          </a:xfrm>
        </p:grpSpPr>
        <p:sp>
          <p:nvSpPr>
            <p:cNvPr id="633" name="Oval 63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34" name="Oval 63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35" name="Green Oval 46"/>
          <p:cNvGrpSpPr>
            <a:grpSpLocks noChangeAspect="1"/>
          </p:cNvGrpSpPr>
          <p:nvPr/>
        </p:nvGrpSpPr>
        <p:grpSpPr>
          <a:xfrm>
            <a:off x="9570086" y="4944651"/>
            <a:ext cx="301666" cy="301666"/>
            <a:chOff x="864708" y="7928616"/>
            <a:chExt cx="402336" cy="402336"/>
          </a:xfrm>
        </p:grpSpPr>
        <p:sp>
          <p:nvSpPr>
            <p:cNvPr id="636" name="Oval 63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37" name="Oval 63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38" name="Green Oval 47"/>
          <p:cNvGrpSpPr>
            <a:grpSpLocks noChangeAspect="1"/>
          </p:cNvGrpSpPr>
          <p:nvPr/>
        </p:nvGrpSpPr>
        <p:grpSpPr>
          <a:xfrm>
            <a:off x="1342822" y="1242065"/>
            <a:ext cx="301666" cy="301666"/>
            <a:chOff x="864708" y="7928616"/>
            <a:chExt cx="402336" cy="402336"/>
          </a:xfrm>
        </p:grpSpPr>
        <p:sp>
          <p:nvSpPr>
            <p:cNvPr id="639" name="Oval 63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40" name="Oval 63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41" name="Green Oval 48"/>
          <p:cNvGrpSpPr>
            <a:grpSpLocks noChangeAspect="1"/>
          </p:cNvGrpSpPr>
          <p:nvPr/>
        </p:nvGrpSpPr>
        <p:grpSpPr>
          <a:xfrm>
            <a:off x="2104605" y="1288089"/>
            <a:ext cx="301666" cy="301666"/>
            <a:chOff x="864708" y="7928616"/>
            <a:chExt cx="402336" cy="402336"/>
          </a:xfrm>
        </p:grpSpPr>
        <p:sp>
          <p:nvSpPr>
            <p:cNvPr id="642" name="Oval 64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43" name="Oval 64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44" name="Green Oval 49"/>
          <p:cNvGrpSpPr>
            <a:grpSpLocks noChangeAspect="1"/>
          </p:cNvGrpSpPr>
          <p:nvPr/>
        </p:nvGrpSpPr>
        <p:grpSpPr>
          <a:xfrm>
            <a:off x="1953773" y="1816451"/>
            <a:ext cx="301666" cy="301666"/>
            <a:chOff x="864708" y="7928616"/>
            <a:chExt cx="402336" cy="402336"/>
          </a:xfrm>
        </p:grpSpPr>
        <p:sp>
          <p:nvSpPr>
            <p:cNvPr id="645" name="Oval 64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46" name="Oval 64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47" name="Green Oval 50"/>
          <p:cNvGrpSpPr>
            <a:grpSpLocks noChangeAspect="1"/>
          </p:cNvGrpSpPr>
          <p:nvPr/>
        </p:nvGrpSpPr>
        <p:grpSpPr>
          <a:xfrm>
            <a:off x="3018747" y="754841"/>
            <a:ext cx="301666" cy="301666"/>
            <a:chOff x="864708" y="7928616"/>
            <a:chExt cx="402336" cy="402336"/>
          </a:xfrm>
        </p:grpSpPr>
        <p:sp>
          <p:nvSpPr>
            <p:cNvPr id="648" name="Oval 64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49" name="Oval 64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50" name="Green Oval 51"/>
          <p:cNvGrpSpPr>
            <a:grpSpLocks noChangeAspect="1"/>
          </p:cNvGrpSpPr>
          <p:nvPr/>
        </p:nvGrpSpPr>
        <p:grpSpPr>
          <a:xfrm>
            <a:off x="2333141" y="1765665"/>
            <a:ext cx="301666" cy="301666"/>
            <a:chOff x="864708" y="7928616"/>
            <a:chExt cx="402336" cy="402336"/>
          </a:xfrm>
        </p:grpSpPr>
        <p:sp>
          <p:nvSpPr>
            <p:cNvPr id="651" name="Oval 65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52" name="Oval 65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53" name="Green Oval 52"/>
          <p:cNvGrpSpPr>
            <a:grpSpLocks noChangeAspect="1"/>
          </p:cNvGrpSpPr>
          <p:nvPr/>
        </p:nvGrpSpPr>
        <p:grpSpPr>
          <a:xfrm>
            <a:off x="2409318" y="2583122"/>
            <a:ext cx="301666" cy="301666"/>
            <a:chOff x="864708" y="7928616"/>
            <a:chExt cx="402336" cy="402336"/>
          </a:xfrm>
        </p:grpSpPr>
        <p:sp>
          <p:nvSpPr>
            <p:cNvPr id="654" name="Oval 65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55" name="Oval 65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56" name="Green Oval 53"/>
          <p:cNvGrpSpPr>
            <a:grpSpLocks noChangeAspect="1"/>
          </p:cNvGrpSpPr>
          <p:nvPr/>
        </p:nvGrpSpPr>
        <p:grpSpPr>
          <a:xfrm>
            <a:off x="2778822" y="2358682"/>
            <a:ext cx="301666" cy="301666"/>
            <a:chOff x="864708" y="7928616"/>
            <a:chExt cx="402336" cy="402336"/>
          </a:xfrm>
        </p:grpSpPr>
        <p:sp>
          <p:nvSpPr>
            <p:cNvPr id="657" name="Oval 65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58" name="Oval 65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59" name="Green Oval 54"/>
          <p:cNvGrpSpPr>
            <a:grpSpLocks noChangeAspect="1"/>
          </p:cNvGrpSpPr>
          <p:nvPr/>
        </p:nvGrpSpPr>
        <p:grpSpPr>
          <a:xfrm>
            <a:off x="6067406" y="3344906"/>
            <a:ext cx="301666" cy="301666"/>
            <a:chOff x="864708" y="7928616"/>
            <a:chExt cx="402336" cy="402336"/>
          </a:xfrm>
        </p:grpSpPr>
        <p:sp>
          <p:nvSpPr>
            <p:cNvPr id="660" name="Oval 65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1" name="Oval 66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62" name="Green Oval 55"/>
          <p:cNvGrpSpPr>
            <a:grpSpLocks noChangeAspect="1"/>
          </p:cNvGrpSpPr>
          <p:nvPr/>
        </p:nvGrpSpPr>
        <p:grpSpPr>
          <a:xfrm>
            <a:off x="2180783" y="2889361"/>
            <a:ext cx="301666" cy="301666"/>
            <a:chOff x="864708" y="7928616"/>
            <a:chExt cx="402336" cy="402336"/>
          </a:xfrm>
        </p:grpSpPr>
        <p:sp>
          <p:nvSpPr>
            <p:cNvPr id="663" name="Oval 66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4" name="Oval 66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65" name="Green Oval 56"/>
          <p:cNvGrpSpPr>
            <a:grpSpLocks noChangeAspect="1"/>
          </p:cNvGrpSpPr>
          <p:nvPr/>
        </p:nvGrpSpPr>
        <p:grpSpPr>
          <a:xfrm>
            <a:off x="2637853" y="1592803"/>
            <a:ext cx="301666" cy="301666"/>
            <a:chOff x="864708" y="7928616"/>
            <a:chExt cx="402336" cy="402336"/>
          </a:xfrm>
        </p:grpSpPr>
        <p:sp>
          <p:nvSpPr>
            <p:cNvPr id="666" name="Oval 66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7" name="Oval 66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68" name="Green Oval 57"/>
          <p:cNvGrpSpPr>
            <a:grpSpLocks noChangeAspect="1"/>
          </p:cNvGrpSpPr>
          <p:nvPr/>
        </p:nvGrpSpPr>
        <p:grpSpPr>
          <a:xfrm>
            <a:off x="3902733" y="5422228"/>
            <a:ext cx="301666" cy="301666"/>
            <a:chOff x="864708" y="7928616"/>
            <a:chExt cx="402336" cy="402336"/>
          </a:xfrm>
        </p:grpSpPr>
        <p:sp>
          <p:nvSpPr>
            <p:cNvPr id="669" name="Oval 66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0" name="Oval 66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71" name="Green Oval 58"/>
          <p:cNvGrpSpPr>
            <a:grpSpLocks noChangeAspect="1"/>
          </p:cNvGrpSpPr>
          <p:nvPr/>
        </p:nvGrpSpPr>
        <p:grpSpPr>
          <a:xfrm>
            <a:off x="3601067" y="1516624"/>
            <a:ext cx="301666" cy="301666"/>
            <a:chOff x="864708" y="7928616"/>
            <a:chExt cx="402336" cy="402336"/>
          </a:xfrm>
        </p:grpSpPr>
        <p:sp>
          <p:nvSpPr>
            <p:cNvPr id="672" name="Oval 67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3" name="Oval 67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74" name="Green Oval 59"/>
          <p:cNvGrpSpPr>
            <a:grpSpLocks noChangeAspect="1"/>
          </p:cNvGrpSpPr>
          <p:nvPr/>
        </p:nvGrpSpPr>
        <p:grpSpPr>
          <a:xfrm>
            <a:off x="3018747" y="3421084"/>
            <a:ext cx="301666" cy="301666"/>
            <a:chOff x="864708" y="7928616"/>
            <a:chExt cx="402336" cy="402336"/>
          </a:xfrm>
        </p:grpSpPr>
        <p:sp>
          <p:nvSpPr>
            <p:cNvPr id="675" name="Oval 67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6" name="Oval 67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77" name="Green Oval 60"/>
          <p:cNvGrpSpPr>
            <a:grpSpLocks noChangeAspect="1"/>
          </p:cNvGrpSpPr>
          <p:nvPr/>
        </p:nvGrpSpPr>
        <p:grpSpPr>
          <a:xfrm>
            <a:off x="4009064" y="4182868"/>
            <a:ext cx="301666" cy="301666"/>
            <a:chOff x="864708" y="7928616"/>
            <a:chExt cx="402336" cy="402336"/>
          </a:xfrm>
        </p:grpSpPr>
        <p:sp>
          <p:nvSpPr>
            <p:cNvPr id="678" name="Oval 67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9" name="Oval 67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80" name="Yellow Oval 28"/>
          <p:cNvGrpSpPr>
            <a:grpSpLocks noChangeAspect="1"/>
          </p:cNvGrpSpPr>
          <p:nvPr/>
        </p:nvGrpSpPr>
        <p:grpSpPr>
          <a:xfrm>
            <a:off x="1799892" y="1364269"/>
            <a:ext cx="201110" cy="201110"/>
            <a:chOff x="864708" y="7928616"/>
            <a:chExt cx="402336" cy="402336"/>
          </a:xfrm>
        </p:grpSpPr>
        <p:sp>
          <p:nvSpPr>
            <p:cNvPr id="681" name="Oval 68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2" name="Oval 68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83" name="Yellow Oval 29"/>
          <p:cNvGrpSpPr>
            <a:grpSpLocks noChangeAspect="1"/>
          </p:cNvGrpSpPr>
          <p:nvPr/>
        </p:nvGrpSpPr>
        <p:grpSpPr>
          <a:xfrm>
            <a:off x="3094924" y="1745162"/>
            <a:ext cx="201110" cy="201110"/>
            <a:chOff x="864708" y="7928616"/>
            <a:chExt cx="402336" cy="402336"/>
          </a:xfrm>
        </p:grpSpPr>
        <p:sp>
          <p:nvSpPr>
            <p:cNvPr id="684" name="Oval 68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5" name="Oval 68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86" name="Yellow Oval 30"/>
          <p:cNvGrpSpPr>
            <a:grpSpLocks noChangeAspect="1"/>
          </p:cNvGrpSpPr>
          <p:nvPr/>
        </p:nvGrpSpPr>
        <p:grpSpPr>
          <a:xfrm>
            <a:off x="1647536" y="1516625"/>
            <a:ext cx="201110" cy="201110"/>
            <a:chOff x="864708" y="7928616"/>
            <a:chExt cx="402336" cy="402336"/>
          </a:xfrm>
        </p:grpSpPr>
        <p:sp>
          <p:nvSpPr>
            <p:cNvPr id="687" name="Oval 68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8" name="Oval 68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89" name="Yellow Oval 31"/>
          <p:cNvGrpSpPr>
            <a:grpSpLocks noChangeAspect="1"/>
          </p:cNvGrpSpPr>
          <p:nvPr/>
        </p:nvGrpSpPr>
        <p:grpSpPr>
          <a:xfrm>
            <a:off x="2409319" y="1111358"/>
            <a:ext cx="201110" cy="201110"/>
            <a:chOff x="864708" y="7928616"/>
            <a:chExt cx="402336" cy="402336"/>
          </a:xfrm>
        </p:grpSpPr>
        <p:sp>
          <p:nvSpPr>
            <p:cNvPr id="690" name="Oval 68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91" name="Oval 69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92" name="Yellow Oval 32"/>
          <p:cNvGrpSpPr>
            <a:grpSpLocks noChangeAspect="1"/>
          </p:cNvGrpSpPr>
          <p:nvPr/>
        </p:nvGrpSpPr>
        <p:grpSpPr>
          <a:xfrm>
            <a:off x="3299084" y="4182870"/>
            <a:ext cx="201110" cy="201110"/>
            <a:chOff x="864708" y="7928616"/>
            <a:chExt cx="402336" cy="402336"/>
          </a:xfrm>
        </p:grpSpPr>
        <p:sp>
          <p:nvSpPr>
            <p:cNvPr id="693" name="Oval 69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94" name="Oval 69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95" name="Yellow Oval 33"/>
          <p:cNvGrpSpPr>
            <a:grpSpLocks noChangeAspect="1"/>
          </p:cNvGrpSpPr>
          <p:nvPr/>
        </p:nvGrpSpPr>
        <p:grpSpPr>
          <a:xfrm>
            <a:off x="2918193" y="1111358"/>
            <a:ext cx="201110" cy="201110"/>
            <a:chOff x="864708" y="7928616"/>
            <a:chExt cx="402336" cy="402336"/>
          </a:xfrm>
        </p:grpSpPr>
        <p:sp>
          <p:nvSpPr>
            <p:cNvPr id="696" name="Oval 69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97" name="Oval 69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98" name="Yellow Oval 34"/>
          <p:cNvGrpSpPr>
            <a:grpSpLocks noChangeAspect="1"/>
          </p:cNvGrpSpPr>
          <p:nvPr/>
        </p:nvGrpSpPr>
        <p:grpSpPr>
          <a:xfrm>
            <a:off x="6660391" y="1668984"/>
            <a:ext cx="201110" cy="201110"/>
            <a:chOff x="864708" y="7928616"/>
            <a:chExt cx="402336" cy="402336"/>
          </a:xfrm>
        </p:grpSpPr>
        <p:sp>
          <p:nvSpPr>
            <p:cNvPr id="699" name="Oval 69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00" name="Oval 69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01" name="Yellow Oval 34"/>
          <p:cNvGrpSpPr>
            <a:grpSpLocks noChangeAspect="1"/>
          </p:cNvGrpSpPr>
          <p:nvPr/>
        </p:nvGrpSpPr>
        <p:grpSpPr>
          <a:xfrm>
            <a:off x="7589451" y="2095264"/>
            <a:ext cx="201110" cy="201110"/>
            <a:chOff x="864708" y="7928616"/>
            <a:chExt cx="402336" cy="402336"/>
          </a:xfrm>
        </p:grpSpPr>
        <p:sp>
          <p:nvSpPr>
            <p:cNvPr id="702" name="Oval 70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03" name="Oval 70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04" name="Yellow Oval 35"/>
          <p:cNvGrpSpPr>
            <a:grpSpLocks noChangeAspect="1"/>
          </p:cNvGrpSpPr>
          <p:nvPr/>
        </p:nvGrpSpPr>
        <p:grpSpPr>
          <a:xfrm>
            <a:off x="1799892" y="1048573"/>
            <a:ext cx="201110" cy="201110"/>
            <a:chOff x="864708" y="7928616"/>
            <a:chExt cx="402336" cy="402336"/>
          </a:xfrm>
        </p:grpSpPr>
        <p:sp>
          <p:nvSpPr>
            <p:cNvPr id="705" name="Oval 70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06" name="Oval 70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07" name="Yellow Oval 36"/>
          <p:cNvGrpSpPr>
            <a:grpSpLocks noChangeAspect="1"/>
          </p:cNvGrpSpPr>
          <p:nvPr/>
        </p:nvGrpSpPr>
        <p:grpSpPr>
          <a:xfrm>
            <a:off x="2256963" y="1592804"/>
            <a:ext cx="201110" cy="201110"/>
            <a:chOff x="864708" y="7928616"/>
            <a:chExt cx="402336" cy="402336"/>
          </a:xfrm>
        </p:grpSpPr>
        <p:sp>
          <p:nvSpPr>
            <p:cNvPr id="708" name="Oval 70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09" name="Oval 70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10" name="Yellow Oval 37"/>
          <p:cNvGrpSpPr>
            <a:grpSpLocks noChangeAspect="1"/>
          </p:cNvGrpSpPr>
          <p:nvPr/>
        </p:nvGrpSpPr>
        <p:grpSpPr>
          <a:xfrm>
            <a:off x="2485498" y="1364269"/>
            <a:ext cx="201110" cy="201110"/>
            <a:chOff x="864708" y="7928616"/>
            <a:chExt cx="402336" cy="402336"/>
          </a:xfrm>
        </p:grpSpPr>
        <p:sp>
          <p:nvSpPr>
            <p:cNvPr id="711" name="Oval 71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12" name="Oval 71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13" name="Yellow Oval 38"/>
          <p:cNvGrpSpPr>
            <a:grpSpLocks noChangeAspect="1"/>
          </p:cNvGrpSpPr>
          <p:nvPr/>
        </p:nvGrpSpPr>
        <p:grpSpPr>
          <a:xfrm>
            <a:off x="2097306" y="831021"/>
            <a:ext cx="201110" cy="201110"/>
            <a:chOff x="864708" y="7928616"/>
            <a:chExt cx="402336" cy="402336"/>
          </a:xfrm>
        </p:grpSpPr>
        <p:sp>
          <p:nvSpPr>
            <p:cNvPr id="714" name="Oval 71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15" name="Oval 71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16" name="Yellow Oval 39"/>
          <p:cNvGrpSpPr>
            <a:grpSpLocks noChangeAspect="1"/>
          </p:cNvGrpSpPr>
          <p:nvPr/>
        </p:nvGrpSpPr>
        <p:grpSpPr>
          <a:xfrm>
            <a:off x="6980023" y="2202231"/>
            <a:ext cx="201110" cy="201110"/>
            <a:chOff x="864708" y="7928616"/>
            <a:chExt cx="402336" cy="402336"/>
          </a:xfrm>
        </p:grpSpPr>
        <p:sp>
          <p:nvSpPr>
            <p:cNvPr id="717" name="Oval 71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18" name="Oval 71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19" name="Yellow Oval 40"/>
          <p:cNvGrpSpPr>
            <a:grpSpLocks noChangeAspect="1"/>
          </p:cNvGrpSpPr>
          <p:nvPr/>
        </p:nvGrpSpPr>
        <p:grpSpPr>
          <a:xfrm>
            <a:off x="2256963" y="2659301"/>
            <a:ext cx="201110" cy="201110"/>
            <a:chOff x="864708" y="7928616"/>
            <a:chExt cx="402336" cy="402336"/>
          </a:xfrm>
        </p:grpSpPr>
        <p:sp>
          <p:nvSpPr>
            <p:cNvPr id="720" name="Oval 71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21" name="Oval 72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22" name="Yellow Oval 41"/>
          <p:cNvGrpSpPr>
            <a:grpSpLocks noChangeAspect="1"/>
          </p:cNvGrpSpPr>
          <p:nvPr/>
        </p:nvGrpSpPr>
        <p:grpSpPr>
          <a:xfrm>
            <a:off x="2333141" y="831021"/>
            <a:ext cx="201110" cy="201110"/>
            <a:chOff x="864708" y="7928616"/>
            <a:chExt cx="402336" cy="402336"/>
          </a:xfrm>
        </p:grpSpPr>
        <p:sp>
          <p:nvSpPr>
            <p:cNvPr id="723" name="Oval 72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24" name="Oval 72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25" name="Yellow Oval 42"/>
          <p:cNvGrpSpPr>
            <a:grpSpLocks noChangeAspect="1"/>
          </p:cNvGrpSpPr>
          <p:nvPr/>
        </p:nvGrpSpPr>
        <p:grpSpPr>
          <a:xfrm>
            <a:off x="3731778" y="1821340"/>
            <a:ext cx="201110" cy="201110"/>
            <a:chOff x="864708" y="7928616"/>
            <a:chExt cx="402336" cy="402336"/>
          </a:xfrm>
        </p:grpSpPr>
        <p:sp>
          <p:nvSpPr>
            <p:cNvPr id="726" name="Oval 72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27" name="Oval 72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28" name="Yellow Oval 43"/>
          <p:cNvGrpSpPr>
            <a:grpSpLocks noChangeAspect="1"/>
          </p:cNvGrpSpPr>
          <p:nvPr/>
        </p:nvGrpSpPr>
        <p:grpSpPr>
          <a:xfrm>
            <a:off x="2409319" y="3040195"/>
            <a:ext cx="201110" cy="201110"/>
            <a:chOff x="864708" y="7928616"/>
            <a:chExt cx="402336" cy="402336"/>
          </a:xfrm>
        </p:grpSpPr>
        <p:sp>
          <p:nvSpPr>
            <p:cNvPr id="729" name="Oval 72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30" name="Oval 72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31" name="Yellow Oval 44"/>
          <p:cNvGrpSpPr>
            <a:grpSpLocks noChangeAspect="1"/>
          </p:cNvGrpSpPr>
          <p:nvPr/>
        </p:nvGrpSpPr>
        <p:grpSpPr>
          <a:xfrm>
            <a:off x="6637538" y="1440447"/>
            <a:ext cx="201110" cy="201110"/>
            <a:chOff x="864708" y="7928616"/>
            <a:chExt cx="402336" cy="402336"/>
          </a:xfrm>
        </p:grpSpPr>
        <p:sp>
          <p:nvSpPr>
            <p:cNvPr id="732" name="Oval 73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33" name="Oval 73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34" name="Yellow Oval 45"/>
          <p:cNvGrpSpPr>
            <a:grpSpLocks noChangeAspect="1"/>
          </p:cNvGrpSpPr>
          <p:nvPr/>
        </p:nvGrpSpPr>
        <p:grpSpPr>
          <a:xfrm>
            <a:off x="7284736" y="2110501"/>
            <a:ext cx="201110" cy="201110"/>
            <a:chOff x="864708" y="7928616"/>
            <a:chExt cx="402336" cy="402336"/>
          </a:xfrm>
        </p:grpSpPr>
        <p:sp>
          <p:nvSpPr>
            <p:cNvPr id="735" name="Oval 73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36" name="Oval 73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37" name="Yellow Oval 46"/>
          <p:cNvGrpSpPr>
            <a:grpSpLocks noChangeAspect="1"/>
          </p:cNvGrpSpPr>
          <p:nvPr/>
        </p:nvGrpSpPr>
        <p:grpSpPr>
          <a:xfrm>
            <a:off x="6474199" y="3344907"/>
            <a:ext cx="201110" cy="201110"/>
            <a:chOff x="864708" y="7928616"/>
            <a:chExt cx="402336" cy="402336"/>
          </a:xfrm>
        </p:grpSpPr>
        <p:sp>
          <p:nvSpPr>
            <p:cNvPr id="738" name="Oval 73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39" name="Oval 73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40" name="Yellow Oval 47"/>
          <p:cNvGrpSpPr>
            <a:grpSpLocks noChangeAspect="1"/>
          </p:cNvGrpSpPr>
          <p:nvPr/>
        </p:nvGrpSpPr>
        <p:grpSpPr>
          <a:xfrm>
            <a:off x="2485498" y="2126053"/>
            <a:ext cx="201110" cy="201110"/>
            <a:chOff x="864708" y="7928616"/>
            <a:chExt cx="402336" cy="402336"/>
          </a:xfrm>
        </p:grpSpPr>
        <p:sp>
          <p:nvSpPr>
            <p:cNvPr id="741" name="Oval 74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42" name="Oval 74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43" name="Yellow Oval 48"/>
          <p:cNvGrpSpPr>
            <a:grpSpLocks noChangeAspect="1"/>
          </p:cNvGrpSpPr>
          <p:nvPr/>
        </p:nvGrpSpPr>
        <p:grpSpPr>
          <a:xfrm>
            <a:off x="2918193" y="2735481"/>
            <a:ext cx="201110" cy="201110"/>
            <a:chOff x="864708" y="7928616"/>
            <a:chExt cx="402336" cy="402336"/>
          </a:xfrm>
        </p:grpSpPr>
        <p:sp>
          <p:nvSpPr>
            <p:cNvPr id="744" name="Oval 74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45" name="Oval 74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46" name="Yellow Oval 49"/>
          <p:cNvGrpSpPr>
            <a:grpSpLocks noChangeAspect="1"/>
          </p:cNvGrpSpPr>
          <p:nvPr/>
        </p:nvGrpSpPr>
        <p:grpSpPr>
          <a:xfrm>
            <a:off x="2561677" y="907199"/>
            <a:ext cx="201110" cy="201110"/>
            <a:chOff x="864708" y="7928616"/>
            <a:chExt cx="402336" cy="402336"/>
          </a:xfrm>
        </p:grpSpPr>
        <p:sp>
          <p:nvSpPr>
            <p:cNvPr id="747" name="Oval 74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48" name="Oval 74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49" name="Yellow Oval 50"/>
          <p:cNvGrpSpPr>
            <a:grpSpLocks noChangeAspect="1"/>
          </p:cNvGrpSpPr>
          <p:nvPr/>
        </p:nvGrpSpPr>
        <p:grpSpPr>
          <a:xfrm>
            <a:off x="7741807" y="1592804"/>
            <a:ext cx="201110" cy="201110"/>
            <a:chOff x="864708" y="7928616"/>
            <a:chExt cx="402336" cy="402336"/>
          </a:xfrm>
        </p:grpSpPr>
        <p:sp>
          <p:nvSpPr>
            <p:cNvPr id="750" name="Oval 74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1" name="Oval 75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52" name="Yellow Oval 51"/>
          <p:cNvGrpSpPr>
            <a:grpSpLocks noChangeAspect="1"/>
          </p:cNvGrpSpPr>
          <p:nvPr/>
        </p:nvGrpSpPr>
        <p:grpSpPr>
          <a:xfrm>
            <a:off x="7488895" y="3047494"/>
            <a:ext cx="201110" cy="201110"/>
            <a:chOff x="864708" y="7928616"/>
            <a:chExt cx="402336" cy="402336"/>
          </a:xfrm>
        </p:grpSpPr>
        <p:sp>
          <p:nvSpPr>
            <p:cNvPr id="753" name="Oval 75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4" name="Oval 75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55" name="Yellow Oval 52"/>
          <p:cNvGrpSpPr>
            <a:grpSpLocks noChangeAspect="1"/>
          </p:cNvGrpSpPr>
          <p:nvPr/>
        </p:nvGrpSpPr>
        <p:grpSpPr>
          <a:xfrm>
            <a:off x="6675310" y="4767920"/>
            <a:ext cx="201110" cy="201110"/>
            <a:chOff x="864708" y="7928616"/>
            <a:chExt cx="402336" cy="402336"/>
          </a:xfrm>
        </p:grpSpPr>
        <p:sp>
          <p:nvSpPr>
            <p:cNvPr id="756" name="Oval 75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7" name="Oval 75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58" name="Yellow Oval 53"/>
          <p:cNvGrpSpPr>
            <a:grpSpLocks noChangeAspect="1"/>
          </p:cNvGrpSpPr>
          <p:nvPr/>
        </p:nvGrpSpPr>
        <p:grpSpPr>
          <a:xfrm>
            <a:off x="5660615" y="2354588"/>
            <a:ext cx="201110" cy="201110"/>
            <a:chOff x="864708" y="7928616"/>
            <a:chExt cx="402336" cy="402336"/>
          </a:xfrm>
        </p:grpSpPr>
        <p:sp>
          <p:nvSpPr>
            <p:cNvPr id="759" name="Oval 75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0" name="Oval 75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61" name="Yellow Oval 54"/>
          <p:cNvGrpSpPr>
            <a:grpSpLocks noChangeAspect="1"/>
          </p:cNvGrpSpPr>
          <p:nvPr/>
        </p:nvGrpSpPr>
        <p:grpSpPr>
          <a:xfrm>
            <a:off x="2485498" y="1592804"/>
            <a:ext cx="201110" cy="201110"/>
            <a:chOff x="864708" y="7928616"/>
            <a:chExt cx="402336" cy="402336"/>
          </a:xfrm>
        </p:grpSpPr>
        <p:sp>
          <p:nvSpPr>
            <p:cNvPr id="762" name="Oval 76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3" name="Oval 76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64" name="Yellow Oval 55"/>
          <p:cNvGrpSpPr>
            <a:grpSpLocks noChangeAspect="1"/>
          </p:cNvGrpSpPr>
          <p:nvPr/>
        </p:nvGrpSpPr>
        <p:grpSpPr>
          <a:xfrm>
            <a:off x="3018747" y="518055"/>
            <a:ext cx="201110" cy="201110"/>
            <a:chOff x="864708" y="7928616"/>
            <a:chExt cx="402336" cy="402336"/>
          </a:xfrm>
        </p:grpSpPr>
        <p:sp>
          <p:nvSpPr>
            <p:cNvPr id="765" name="Oval 76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6" name="Oval 76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67" name="Yellow Oval 56"/>
          <p:cNvGrpSpPr>
            <a:grpSpLocks noChangeAspect="1"/>
          </p:cNvGrpSpPr>
          <p:nvPr/>
        </p:nvGrpSpPr>
        <p:grpSpPr>
          <a:xfrm>
            <a:off x="7284736" y="2659301"/>
            <a:ext cx="201110" cy="201110"/>
            <a:chOff x="864708" y="7928616"/>
            <a:chExt cx="402336" cy="402336"/>
          </a:xfrm>
        </p:grpSpPr>
        <p:sp>
          <p:nvSpPr>
            <p:cNvPr id="768" name="Oval 76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9" name="Oval 76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70" name="Yellow Oval 57"/>
          <p:cNvGrpSpPr>
            <a:grpSpLocks noChangeAspect="1"/>
          </p:cNvGrpSpPr>
          <p:nvPr/>
        </p:nvGrpSpPr>
        <p:grpSpPr>
          <a:xfrm>
            <a:off x="6980023" y="4182870"/>
            <a:ext cx="201110" cy="201110"/>
            <a:chOff x="864708" y="7928616"/>
            <a:chExt cx="402336" cy="402336"/>
          </a:xfrm>
        </p:grpSpPr>
        <p:sp>
          <p:nvSpPr>
            <p:cNvPr id="771" name="Oval 77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2" name="Oval 77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73" name="Yellow Oval 58"/>
          <p:cNvGrpSpPr>
            <a:grpSpLocks noChangeAspect="1"/>
          </p:cNvGrpSpPr>
          <p:nvPr/>
        </p:nvGrpSpPr>
        <p:grpSpPr>
          <a:xfrm>
            <a:off x="6444045" y="2202231"/>
            <a:ext cx="201110" cy="201110"/>
            <a:chOff x="864708" y="7928616"/>
            <a:chExt cx="402336" cy="402336"/>
          </a:xfrm>
        </p:grpSpPr>
        <p:sp>
          <p:nvSpPr>
            <p:cNvPr id="774" name="Oval 77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5" name="Oval 77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76" name="Yellow Oval 59"/>
          <p:cNvGrpSpPr>
            <a:grpSpLocks noChangeAspect="1"/>
          </p:cNvGrpSpPr>
          <p:nvPr/>
        </p:nvGrpSpPr>
        <p:grpSpPr>
          <a:xfrm>
            <a:off x="2256963" y="2025498"/>
            <a:ext cx="201110" cy="201110"/>
            <a:chOff x="864708" y="7928616"/>
            <a:chExt cx="402336" cy="402336"/>
          </a:xfrm>
        </p:grpSpPr>
        <p:sp>
          <p:nvSpPr>
            <p:cNvPr id="777" name="Oval 77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8" name="Oval 77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79" name="Yellow Oval 60"/>
          <p:cNvGrpSpPr>
            <a:grpSpLocks noChangeAspect="1"/>
          </p:cNvGrpSpPr>
          <p:nvPr/>
        </p:nvGrpSpPr>
        <p:grpSpPr>
          <a:xfrm>
            <a:off x="3732094" y="4335227"/>
            <a:ext cx="201110" cy="201110"/>
            <a:chOff x="864708" y="7928616"/>
            <a:chExt cx="402336" cy="402336"/>
          </a:xfrm>
        </p:grpSpPr>
        <p:sp>
          <p:nvSpPr>
            <p:cNvPr id="780" name="Oval 77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1" name="Oval 78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82" name="Yellow Oval 61"/>
          <p:cNvGrpSpPr>
            <a:grpSpLocks noChangeAspect="1"/>
          </p:cNvGrpSpPr>
          <p:nvPr/>
        </p:nvGrpSpPr>
        <p:grpSpPr>
          <a:xfrm>
            <a:off x="7132380" y="1211913"/>
            <a:ext cx="201110" cy="201110"/>
            <a:chOff x="864708" y="7928616"/>
            <a:chExt cx="402336" cy="402336"/>
          </a:xfrm>
        </p:grpSpPr>
        <p:sp>
          <p:nvSpPr>
            <p:cNvPr id="783" name="Oval 78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4" name="Oval 78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85" name="Yellow Oval 62"/>
          <p:cNvGrpSpPr>
            <a:grpSpLocks noChangeAspect="1"/>
          </p:cNvGrpSpPr>
          <p:nvPr/>
        </p:nvGrpSpPr>
        <p:grpSpPr>
          <a:xfrm>
            <a:off x="6903845" y="3954335"/>
            <a:ext cx="201110" cy="201110"/>
            <a:chOff x="864708" y="7928616"/>
            <a:chExt cx="402336" cy="402336"/>
          </a:xfrm>
        </p:grpSpPr>
        <p:sp>
          <p:nvSpPr>
            <p:cNvPr id="786" name="Oval 78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7" name="Oval 78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88" name="Yellow Oval 63"/>
          <p:cNvGrpSpPr>
            <a:grpSpLocks noChangeAspect="1"/>
          </p:cNvGrpSpPr>
          <p:nvPr/>
        </p:nvGrpSpPr>
        <p:grpSpPr>
          <a:xfrm>
            <a:off x="6574755" y="4487583"/>
            <a:ext cx="201110" cy="201110"/>
            <a:chOff x="864708" y="7928616"/>
            <a:chExt cx="402336" cy="402336"/>
          </a:xfrm>
        </p:grpSpPr>
        <p:sp>
          <p:nvSpPr>
            <p:cNvPr id="789" name="Oval 78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0" name="Oval 78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91" name="Yellow Oval 64"/>
          <p:cNvGrpSpPr>
            <a:grpSpLocks noChangeAspect="1"/>
          </p:cNvGrpSpPr>
          <p:nvPr/>
        </p:nvGrpSpPr>
        <p:grpSpPr>
          <a:xfrm>
            <a:off x="5507052" y="3116372"/>
            <a:ext cx="201110" cy="201110"/>
            <a:chOff x="864708" y="7928616"/>
            <a:chExt cx="402336" cy="402336"/>
          </a:xfrm>
        </p:grpSpPr>
        <p:sp>
          <p:nvSpPr>
            <p:cNvPr id="792" name="Oval 79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3" name="Oval 79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94" name="Yellow Oval 65"/>
          <p:cNvGrpSpPr>
            <a:grpSpLocks noChangeAspect="1"/>
          </p:cNvGrpSpPr>
          <p:nvPr/>
        </p:nvGrpSpPr>
        <p:grpSpPr>
          <a:xfrm>
            <a:off x="1926666" y="1592804"/>
            <a:ext cx="201110" cy="201110"/>
            <a:chOff x="864708" y="7928616"/>
            <a:chExt cx="402336" cy="402336"/>
          </a:xfrm>
        </p:grpSpPr>
        <p:sp>
          <p:nvSpPr>
            <p:cNvPr id="795" name="Oval 79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6" name="Oval 79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97" name="Yellow Oval 66"/>
          <p:cNvGrpSpPr>
            <a:grpSpLocks noChangeAspect="1"/>
          </p:cNvGrpSpPr>
          <p:nvPr/>
        </p:nvGrpSpPr>
        <p:grpSpPr>
          <a:xfrm>
            <a:off x="4847028" y="480283"/>
            <a:ext cx="201110" cy="201110"/>
            <a:chOff x="864708" y="7928616"/>
            <a:chExt cx="402336" cy="402336"/>
          </a:xfrm>
        </p:grpSpPr>
        <p:sp>
          <p:nvSpPr>
            <p:cNvPr id="798" name="Oval 79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9" name="Oval 79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00" name="Yellow Oval 67"/>
          <p:cNvGrpSpPr>
            <a:grpSpLocks noChangeAspect="1"/>
          </p:cNvGrpSpPr>
          <p:nvPr/>
        </p:nvGrpSpPr>
        <p:grpSpPr>
          <a:xfrm>
            <a:off x="4389959" y="1211913"/>
            <a:ext cx="201110" cy="201110"/>
            <a:chOff x="864708" y="7928616"/>
            <a:chExt cx="402336" cy="402336"/>
          </a:xfrm>
        </p:grpSpPr>
        <p:sp>
          <p:nvSpPr>
            <p:cNvPr id="801" name="Oval 80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2" name="Oval 80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03" name="Yellow Oval 68"/>
          <p:cNvGrpSpPr>
            <a:grpSpLocks noChangeAspect="1"/>
          </p:cNvGrpSpPr>
          <p:nvPr/>
        </p:nvGrpSpPr>
        <p:grpSpPr>
          <a:xfrm>
            <a:off x="6466899" y="4182870"/>
            <a:ext cx="201110" cy="201110"/>
            <a:chOff x="864708" y="7928616"/>
            <a:chExt cx="402336" cy="402336"/>
          </a:xfrm>
        </p:grpSpPr>
        <p:sp>
          <p:nvSpPr>
            <p:cNvPr id="804" name="Oval 80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5" name="Oval 80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06" name="Yellow Oval 69"/>
          <p:cNvGrpSpPr>
            <a:grpSpLocks noChangeAspect="1"/>
          </p:cNvGrpSpPr>
          <p:nvPr/>
        </p:nvGrpSpPr>
        <p:grpSpPr>
          <a:xfrm>
            <a:off x="5660615" y="2025498"/>
            <a:ext cx="201110" cy="201110"/>
            <a:chOff x="864708" y="7928616"/>
            <a:chExt cx="402336" cy="402336"/>
          </a:xfrm>
        </p:grpSpPr>
        <p:sp>
          <p:nvSpPr>
            <p:cNvPr id="807" name="Oval 80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8" name="Oval 80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09" name="Yellow Oval 70"/>
          <p:cNvGrpSpPr>
            <a:grpSpLocks noChangeAspect="1"/>
          </p:cNvGrpSpPr>
          <p:nvPr/>
        </p:nvGrpSpPr>
        <p:grpSpPr>
          <a:xfrm>
            <a:off x="3628174" y="5325546"/>
            <a:ext cx="201110" cy="201110"/>
            <a:chOff x="864708" y="7928616"/>
            <a:chExt cx="402336" cy="402336"/>
          </a:xfrm>
        </p:grpSpPr>
        <p:sp>
          <p:nvSpPr>
            <p:cNvPr id="810" name="Oval 80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1" name="Oval 81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12" name="Yellow Oval 71"/>
          <p:cNvGrpSpPr>
            <a:grpSpLocks noChangeAspect="1"/>
          </p:cNvGrpSpPr>
          <p:nvPr/>
        </p:nvGrpSpPr>
        <p:grpSpPr>
          <a:xfrm>
            <a:off x="3551996" y="4411405"/>
            <a:ext cx="201110" cy="201110"/>
            <a:chOff x="864708" y="7928616"/>
            <a:chExt cx="402336" cy="402336"/>
          </a:xfrm>
        </p:grpSpPr>
        <p:sp>
          <p:nvSpPr>
            <p:cNvPr id="813" name="Oval 81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4" name="Oval 81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15" name="Yellow Oval 72"/>
          <p:cNvGrpSpPr>
            <a:grpSpLocks noChangeAspect="1"/>
          </p:cNvGrpSpPr>
          <p:nvPr/>
        </p:nvGrpSpPr>
        <p:grpSpPr>
          <a:xfrm>
            <a:off x="4542315" y="980013"/>
            <a:ext cx="201110" cy="201110"/>
            <a:chOff x="864708" y="7928616"/>
            <a:chExt cx="402336" cy="402336"/>
          </a:xfrm>
        </p:grpSpPr>
        <p:sp>
          <p:nvSpPr>
            <p:cNvPr id="816" name="Oval 81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7" name="Oval 81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18" name="Yellow Oval 73"/>
          <p:cNvGrpSpPr>
            <a:grpSpLocks noChangeAspect="1"/>
          </p:cNvGrpSpPr>
          <p:nvPr/>
        </p:nvGrpSpPr>
        <p:grpSpPr>
          <a:xfrm>
            <a:off x="6980023" y="3649621"/>
            <a:ext cx="201110" cy="201110"/>
            <a:chOff x="864708" y="7928616"/>
            <a:chExt cx="402336" cy="402336"/>
          </a:xfrm>
        </p:grpSpPr>
        <p:sp>
          <p:nvSpPr>
            <p:cNvPr id="819" name="Oval 81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0" name="Oval 81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21" name="Yellow Oval 74"/>
          <p:cNvGrpSpPr>
            <a:grpSpLocks noChangeAspect="1"/>
          </p:cNvGrpSpPr>
          <p:nvPr/>
        </p:nvGrpSpPr>
        <p:grpSpPr>
          <a:xfrm>
            <a:off x="6218240" y="2278410"/>
            <a:ext cx="201110" cy="201110"/>
            <a:chOff x="864708" y="7928616"/>
            <a:chExt cx="402336" cy="402336"/>
          </a:xfrm>
        </p:grpSpPr>
        <p:sp>
          <p:nvSpPr>
            <p:cNvPr id="822" name="Oval 82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3" name="Oval 82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24" name="Yellow Oval 75"/>
          <p:cNvGrpSpPr>
            <a:grpSpLocks noChangeAspect="1"/>
          </p:cNvGrpSpPr>
          <p:nvPr/>
        </p:nvGrpSpPr>
        <p:grpSpPr>
          <a:xfrm>
            <a:off x="6017129" y="3116372"/>
            <a:ext cx="201110" cy="201110"/>
            <a:chOff x="864708" y="7928616"/>
            <a:chExt cx="402336" cy="402336"/>
          </a:xfrm>
        </p:grpSpPr>
        <p:sp>
          <p:nvSpPr>
            <p:cNvPr id="825" name="Oval 82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6" name="Oval 82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27" name="Yellow Oval 76"/>
          <p:cNvGrpSpPr>
            <a:grpSpLocks noChangeAspect="1"/>
          </p:cNvGrpSpPr>
          <p:nvPr/>
        </p:nvGrpSpPr>
        <p:grpSpPr>
          <a:xfrm>
            <a:off x="3628174" y="5020832"/>
            <a:ext cx="201110" cy="201110"/>
            <a:chOff x="864708" y="7928616"/>
            <a:chExt cx="402336" cy="402336"/>
          </a:xfrm>
        </p:grpSpPr>
        <p:sp>
          <p:nvSpPr>
            <p:cNvPr id="828" name="Oval 82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9" name="Oval 82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30" name="Yellow Oval 77"/>
          <p:cNvGrpSpPr>
            <a:grpSpLocks noChangeAspect="1"/>
          </p:cNvGrpSpPr>
          <p:nvPr/>
        </p:nvGrpSpPr>
        <p:grpSpPr>
          <a:xfrm>
            <a:off x="4877817" y="907199"/>
            <a:ext cx="201110" cy="201110"/>
            <a:chOff x="864708" y="7928616"/>
            <a:chExt cx="402336" cy="402336"/>
          </a:xfrm>
        </p:grpSpPr>
        <p:sp>
          <p:nvSpPr>
            <p:cNvPr id="831" name="Oval 83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2" name="Oval 83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33" name="Yellow Oval 78"/>
          <p:cNvGrpSpPr>
            <a:grpSpLocks noChangeAspect="1"/>
          </p:cNvGrpSpPr>
          <p:nvPr/>
        </p:nvGrpSpPr>
        <p:grpSpPr>
          <a:xfrm>
            <a:off x="6751487" y="4182870"/>
            <a:ext cx="201110" cy="201110"/>
            <a:chOff x="864708" y="7928616"/>
            <a:chExt cx="402336" cy="402336"/>
          </a:xfrm>
        </p:grpSpPr>
        <p:sp>
          <p:nvSpPr>
            <p:cNvPr id="834" name="Oval 83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5" name="Oval 83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36" name="Yellow Oval 79"/>
          <p:cNvGrpSpPr>
            <a:grpSpLocks noChangeAspect="1"/>
          </p:cNvGrpSpPr>
          <p:nvPr/>
        </p:nvGrpSpPr>
        <p:grpSpPr>
          <a:xfrm>
            <a:off x="6218240" y="4106692"/>
            <a:ext cx="201110" cy="201110"/>
            <a:chOff x="864708" y="7928616"/>
            <a:chExt cx="402336" cy="402336"/>
          </a:xfrm>
        </p:grpSpPr>
        <p:sp>
          <p:nvSpPr>
            <p:cNvPr id="837" name="Oval 83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8" name="Oval 83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39" name="Yellow Oval 80"/>
          <p:cNvGrpSpPr>
            <a:grpSpLocks noChangeAspect="1"/>
          </p:cNvGrpSpPr>
          <p:nvPr/>
        </p:nvGrpSpPr>
        <p:grpSpPr>
          <a:xfrm>
            <a:off x="6294418" y="3649621"/>
            <a:ext cx="201110" cy="201110"/>
            <a:chOff x="864708" y="7928616"/>
            <a:chExt cx="402336" cy="402336"/>
          </a:xfrm>
        </p:grpSpPr>
        <p:sp>
          <p:nvSpPr>
            <p:cNvPr id="840" name="Oval 83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41" name="Oval 84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42" name="Yellow Oval 81"/>
          <p:cNvGrpSpPr>
            <a:grpSpLocks noChangeAspect="1"/>
          </p:cNvGrpSpPr>
          <p:nvPr/>
        </p:nvGrpSpPr>
        <p:grpSpPr>
          <a:xfrm>
            <a:off x="3171104" y="1211913"/>
            <a:ext cx="201110" cy="201110"/>
            <a:chOff x="864708" y="7928616"/>
            <a:chExt cx="402336" cy="402336"/>
          </a:xfrm>
        </p:grpSpPr>
        <p:sp>
          <p:nvSpPr>
            <p:cNvPr id="843" name="Oval 84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44" name="Oval 84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45" name="Yellow Oval 82"/>
          <p:cNvGrpSpPr>
            <a:grpSpLocks noChangeAspect="1"/>
          </p:cNvGrpSpPr>
          <p:nvPr/>
        </p:nvGrpSpPr>
        <p:grpSpPr>
          <a:xfrm>
            <a:off x="4466137" y="4335227"/>
            <a:ext cx="201110" cy="201110"/>
            <a:chOff x="864708" y="7928616"/>
            <a:chExt cx="402336" cy="402336"/>
          </a:xfrm>
        </p:grpSpPr>
        <p:sp>
          <p:nvSpPr>
            <p:cNvPr id="846" name="Oval 84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47" name="Oval 84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48" name="Yellow Oval 83"/>
          <p:cNvGrpSpPr>
            <a:grpSpLocks noChangeAspect="1"/>
          </p:cNvGrpSpPr>
          <p:nvPr/>
        </p:nvGrpSpPr>
        <p:grpSpPr>
          <a:xfrm>
            <a:off x="6827667" y="2025498"/>
            <a:ext cx="201110" cy="201110"/>
            <a:chOff x="864708" y="7928616"/>
            <a:chExt cx="402336" cy="402336"/>
          </a:xfrm>
        </p:grpSpPr>
        <p:sp>
          <p:nvSpPr>
            <p:cNvPr id="849" name="Oval 84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0" name="Oval 84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51" name="Yellow Oval 84"/>
          <p:cNvGrpSpPr>
            <a:grpSpLocks noChangeAspect="1"/>
          </p:cNvGrpSpPr>
          <p:nvPr/>
        </p:nvGrpSpPr>
        <p:grpSpPr>
          <a:xfrm>
            <a:off x="6675310" y="3753224"/>
            <a:ext cx="201110" cy="201110"/>
            <a:chOff x="864708" y="7928616"/>
            <a:chExt cx="402336" cy="402336"/>
          </a:xfrm>
        </p:grpSpPr>
        <p:sp>
          <p:nvSpPr>
            <p:cNvPr id="852" name="Oval 85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3" name="Oval 85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54" name="Yellow Oval 85"/>
          <p:cNvGrpSpPr>
            <a:grpSpLocks noChangeAspect="1"/>
          </p:cNvGrpSpPr>
          <p:nvPr/>
        </p:nvGrpSpPr>
        <p:grpSpPr>
          <a:xfrm>
            <a:off x="6294418" y="2854001"/>
            <a:ext cx="201110" cy="201110"/>
            <a:chOff x="864708" y="7928616"/>
            <a:chExt cx="402336" cy="402336"/>
          </a:xfrm>
        </p:grpSpPr>
        <p:sp>
          <p:nvSpPr>
            <p:cNvPr id="855" name="Oval 85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6" name="Oval 85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57" name="Yellow Oval 86"/>
          <p:cNvGrpSpPr>
            <a:grpSpLocks noChangeAspect="1"/>
          </p:cNvGrpSpPr>
          <p:nvPr/>
        </p:nvGrpSpPr>
        <p:grpSpPr>
          <a:xfrm>
            <a:off x="3299084" y="2278410"/>
            <a:ext cx="201110" cy="201110"/>
            <a:chOff x="864708" y="7928616"/>
            <a:chExt cx="402336" cy="402336"/>
          </a:xfrm>
        </p:grpSpPr>
        <p:sp>
          <p:nvSpPr>
            <p:cNvPr id="858" name="Oval 85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9" name="Oval 85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60" name="Yellow Oval 87"/>
          <p:cNvGrpSpPr>
            <a:grpSpLocks noChangeAspect="1"/>
          </p:cNvGrpSpPr>
          <p:nvPr/>
        </p:nvGrpSpPr>
        <p:grpSpPr>
          <a:xfrm>
            <a:off x="3628174" y="3954017"/>
            <a:ext cx="201110" cy="201110"/>
            <a:chOff x="864708" y="7928616"/>
            <a:chExt cx="402336" cy="402336"/>
          </a:xfrm>
        </p:grpSpPr>
        <p:sp>
          <p:nvSpPr>
            <p:cNvPr id="861" name="Oval 86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62" name="Oval 86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63" name="Yellow Oval 88"/>
          <p:cNvGrpSpPr>
            <a:grpSpLocks noChangeAspect="1"/>
          </p:cNvGrpSpPr>
          <p:nvPr/>
        </p:nvGrpSpPr>
        <p:grpSpPr>
          <a:xfrm>
            <a:off x="4161422" y="4697518"/>
            <a:ext cx="201110" cy="201110"/>
            <a:chOff x="864708" y="7928616"/>
            <a:chExt cx="402336" cy="402336"/>
          </a:xfrm>
        </p:grpSpPr>
        <p:sp>
          <p:nvSpPr>
            <p:cNvPr id="864" name="Oval 86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65" name="Oval 86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66" name="Yellow Oval 89"/>
          <p:cNvGrpSpPr>
            <a:grpSpLocks noChangeAspect="1"/>
          </p:cNvGrpSpPr>
          <p:nvPr/>
        </p:nvGrpSpPr>
        <p:grpSpPr>
          <a:xfrm>
            <a:off x="6668010" y="3954335"/>
            <a:ext cx="201110" cy="201110"/>
            <a:chOff x="864708" y="7928616"/>
            <a:chExt cx="402336" cy="402336"/>
          </a:xfrm>
        </p:grpSpPr>
        <p:sp>
          <p:nvSpPr>
            <p:cNvPr id="867" name="Oval 86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68" name="Oval 86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69" name="Yellow Oval 90"/>
          <p:cNvGrpSpPr>
            <a:grpSpLocks noChangeAspect="1"/>
          </p:cNvGrpSpPr>
          <p:nvPr/>
        </p:nvGrpSpPr>
        <p:grpSpPr>
          <a:xfrm>
            <a:off x="5837347" y="2506945"/>
            <a:ext cx="201110" cy="201110"/>
            <a:chOff x="864708" y="7928616"/>
            <a:chExt cx="402336" cy="402336"/>
          </a:xfrm>
        </p:grpSpPr>
        <p:sp>
          <p:nvSpPr>
            <p:cNvPr id="870" name="Oval 86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71" name="Oval 87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72" name="Yellow Oval 91"/>
          <p:cNvGrpSpPr>
            <a:grpSpLocks noChangeAspect="1"/>
          </p:cNvGrpSpPr>
          <p:nvPr/>
        </p:nvGrpSpPr>
        <p:grpSpPr>
          <a:xfrm>
            <a:off x="5994593" y="3760525"/>
            <a:ext cx="201110" cy="201110"/>
            <a:chOff x="864708" y="7928616"/>
            <a:chExt cx="402336" cy="402336"/>
          </a:xfrm>
        </p:grpSpPr>
        <p:sp>
          <p:nvSpPr>
            <p:cNvPr id="873" name="Oval 87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74" name="Oval 87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75" name="Yellow Oval 92"/>
          <p:cNvGrpSpPr>
            <a:grpSpLocks noChangeAspect="1"/>
          </p:cNvGrpSpPr>
          <p:nvPr/>
        </p:nvGrpSpPr>
        <p:grpSpPr>
          <a:xfrm>
            <a:off x="4389959" y="4767920"/>
            <a:ext cx="201110" cy="201110"/>
            <a:chOff x="864708" y="7928616"/>
            <a:chExt cx="402336" cy="402336"/>
          </a:xfrm>
        </p:grpSpPr>
        <p:sp>
          <p:nvSpPr>
            <p:cNvPr id="876" name="Oval 87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77" name="Oval 87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78" name="Yellow Oval 93"/>
          <p:cNvGrpSpPr>
            <a:grpSpLocks noChangeAspect="1"/>
          </p:cNvGrpSpPr>
          <p:nvPr/>
        </p:nvGrpSpPr>
        <p:grpSpPr>
          <a:xfrm>
            <a:off x="3933206" y="4891011"/>
            <a:ext cx="201110" cy="201110"/>
            <a:chOff x="864708" y="7928616"/>
            <a:chExt cx="402336" cy="402336"/>
          </a:xfrm>
        </p:grpSpPr>
        <p:sp>
          <p:nvSpPr>
            <p:cNvPr id="879" name="Oval 87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0" name="Oval 87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81" name="Yellow Oval 94"/>
          <p:cNvGrpSpPr>
            <a:grpSpLocks noChangeAspect="1"/>
          </p:cNvGrpSpPr>
          <p:nvPr/>
        </p:nvGrpSpPr>
        <p:grpSpPr>
          <a:xfrm>
            <a:off x="4237600" y="4411405"/>
            <a:ext cx="201110" cy="201110"/>
            <a:chOff x="864708" y="7928616"/>
            <a:chExt cx="402336" cy="402336"/>
          </a:xfrm>
        </p:grpSpPr>
        <p:sp>
          <p:nvSpPr>
            <p:cNvPr id="882" name="Oval 88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3" name="Oval 88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84" name="Yellow Oval 95"/>
          <p:cNvGrpSpPr>
            <a:grpSpLocks noChangeAspect="1"/>
          </p:cNvGrpSpPr>
          <p:nvPr/>
        </p:nvGrpSpPr>
        <p:grpSpPr>
          <a:xfrm>
            <a:off x="6645157" y="3047494"/>
            <a:ext cx="201110" cy="201110"/>
            <a:chOff x="864708" y="7928616"/>
            <a:chExt cx="402336" cy="402336"/>
          </a:xfrm>
        </p:grpSpPr>
        <p:sp>
          <p:nvSpPr>
            <p:cNvPr id="885" name="Oval 88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6" name="Oval 88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87" name="Yellow Oval 96"/>
          <p:cNvGrpSpPr>
            <a:grpSpLocks noChangeAspect="1"/>
          </p:cNvGrpSpPr>
          <p:nvPr/>
        </p:nvGrpSpPr>
        <p:grpSpPr>
          <a:xfrm>
            <a:off x="2817953" y="3421085"/>
            <a:ext cx="201110" cy="201110"/>
            <a:chOff x="864708" y="7928616"/>
            <a:chExt cx="402336" cy="402336"/>
          </a:xfrm>
        </p:grpSpPr>
        <p:sp>
          <p:nvSpPr>
            <p:cNvPr id="888" name="Oval 88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9" name="Oval 88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90" name="Yellow Oval 97"/>
          <p:cNvGrpSpPr>
            <a:grpSpLocks noChangeAspect="1"/>
          </p:cNvGrpSpPr>
          <p:nvPr/>
        </p:nvGrpSpPr>
        <p:grpSpPr>
          <a:xfrm>
            <a:off x="4009065" y="5097010"/>
            <a:ext cx="201110" cy="201110"/>
            <a:chOff x="864708" y="7928616"/>
            <a:chExt cx="402336" cy="402336"/>
          </a:xfrm>
        </p:grpSpPr>
        <p:sp>
          <p:nvSpPr>
            <p:cNvPr id="891" name="Oval 89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92" name="Oval 89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93" name="Yellow Oval 98"/>
          <p:cNvGrpSpPr>
            <a:grpSpLocks noChangeAspect="1"/>
          </p:cNvGrpSpPr>
          <p:nvPr/>
        </p:nvGrpSpPr>
        <p:grpSpPr>
          <a:xfrm>
            <a:off x="3361868" y="3954335"/>
            <a:ext cx="201110" cy="201110"/>
            <a:chOff x="864708" y="7928616"/>
            <a:chExt cx="402336" cy="402336"/>
          </a:xfrm>
        </p:grpSpPr>
        <p:sp>
          <p:nvSpPr>
            <p:cNvPr id="894" name="Oval 89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95" name="Oval 89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96" name="Yellow Oval 99"/>
          <p:cNvGrpSpPr>
            <a:grpSpLocks noChangeAspect="1"/>
          </p:cNvGrpSpPr>
          <p:nvPr/>
        </p:nvGrpSpPr>
        <p:grpSpPr>
          <a:xfrm>
            <a:off x="3716859" y="4767920"/>
            <a:ext cx="201110" cy="201110"/>
            <a:chOff x="864708" y="7928616"/>
            <a:chExt cx="402336" cy="402336"/>
          </a:xfrm>
        </p:grpSpPr>
        <p:sp>
          <p:nvSpPr>
            <p:cNvPr id="897" name="Oval 89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98" name="Oval 89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99" name="Yellow Oval 100"/>
          <p:cNvGrpSpPr>
            <a:grpSpLocks noChangeAspect="1"/>
          </p:cNvGrpSpPr>
          <p:nvPr/>
        </p:nvGrpSpPr>
        <p:grpSpPr>
          <a:xfrm>
            <a:off x="3913845" y="4063051"/>
            <a:ext cx="201110" cy="201110"/>
            <a:chOff x="864708" y="7928616"/>
            <a:chExt cx="402336" cy="402336"/>
          </a:xfrm>
        </p:grpSpPr>
        <p:sp>
          <p:nvSpPr>
            <p:cNvPr id="900" name="Oval 89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01" name="Oval 90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02" name="Green Oval 61"/>
          <p:cNvGrpSpPr>
            <a:grpSpLocks noChangeAspect="1"/>
          </p:cNvGrpSpPr>
          <p:nvPr/>
        </p:nvGrpSpPr>
        <p:grpSpPr>
          <a:xfrm>
            <a:off x="4770849" y="1288089"/>
            <a:ext cx="301666" cy="301666"/>
            <a:chOff x="864708" y="7928616"/>
            <a:chExt cx="402336" cy="402336"/>
          </a:xfrm>
        </p:grpSpPr>
        <p:sp>
          <p:nvSpPr>
            <p:cNvPr id="903" name="Oval 90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04" name="Oval 90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05" name="Yellow Oval 101"/>
          <p:cNvGrpSpPr>
            <a:grpSpLocks noChangeAspect="1"/>
          </p:cNvGrpSpPr>
          <p:nvPr/>
        </p:nvGrpSpPr>
        <p:grpSpPr>
          <a:xfrm>
            <a:off x="6903845" y="1516625"/>
            <a:ext cx="201110" cy="201110"/>
            <a:chOff x="864708" y="7928616"/>
            <a:chExt cx="402336" cy="402336"/>
          </a:xfrm>
        </p:grpSpPr>
        <p:sp>
          <p:nvSpPr>
            <p:cNvPr id="906" name="Oval 90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07" name="Oval 90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08" name="Yellow Oval 102"/>
          <p:cNvGrpSpPr>
            <a:grpSpLocks noChangeAspect="1"/>
          </p:cNvGrpSpPr>
          <p:nvPr/>
        </p:nvGrpSpPr>
        <p:grpSpPr>
          <a:xfrm>
            <a:off x="7056202" y="1924943"/>
            <a:ext cx="201110" cy="201110"/>
            <a:chOff x="864708" y="7928616"/>
            <a:chExt cx="402336" cy="402336"/>
          </a:xfrm>
        </p:grpSpPr>
        <p:sp>
          <p:nvSpPr>
            <p:cNvPr id="909" name="Oval 90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0" name="Oval 90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11" name="Yellow Oval 103"/>
          <p:cNvGrpSpPr>
            <a:grpSpLocks noChangeAspect="1"/>
          </p:cNvGrpSpPr>
          <p:nvPr/>
        </p:nvGrpSpPr>
        <p:grpSpPr>
          <a:xfrm>
            <a:off x="7389927" y="1516625"/>
            <a:ext cx="201110" cy="201110"/>
            <a:chOff x="864708" y="7928616"/>
            <a:chExt cx="402336" cy="402336"/>
          </a:xfrm>
        </p:grpSpPr>
        <p:sp>
          <p:nvSpPr>
            <p:cNvPr id="912" name="Oval 91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3" name="Oval 91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14" name="Yellow Oval 104"/>
          <p:cNvGrpSpPr>
            <a:grpSpLocks noChangeAspect="1"/>
          </p:cNvGrpSpPr>
          <p:nvPr/>
        </p:nvGrpSpPr>
        <p:grpSpPr>
          <a:xfrm>
            <a:off x="7665629" y="1910658"/>
            <a:ext cx="201110" cy="201110"/>
            <a:chOff x="864708" y="7928616"/>
            <a:chExt cx="402336" cy="402336"/>
          </a:xfrm>
        </p:grpSpPr>
        <p:sp>
          <p:nvSpPr>
            <p:cNvPr id="915" name="Oval 91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6" name="Oval 91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17" name="Yellow Oval 105"/>
          <p:cNvGrpSpPr>
            <a:grpSpLocks noChangeAspect="1"/>
          </p:cNvGrpSpPr>
          <p:nvPr/>
        </p:nvGrpSpPr>
        <p:grpSpPr>
          <a:xfrm>
            <a:off x="8198878" y="1924943"/>
            <a:ext cx="201110" cy="201110"/>
            <a:chOff x="864708" y="7928616"/>
            <a:chExt cx="402336" cy="402336"/>
          </a:xfrm>
        </p:grpSpPr>
        <p:sp>
          <p:nvSpPr>
            <p:cNvPr id="918" name="Oval 91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9" name="Oval 91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20" name="Yellow Oval 106"/>
          <p:cNvGrpSpPr>
            <a:grpSpLocks noChangeAspect="1"/>
          </p:cNvGrpSpPr>
          <p:nvPr/>
        </p:nvGrpSpPr>
        <p:grpSpPr>
          <a:xfrm>
            <a:off x="7817985" y="2202231"/>
            <a:ext cx="201110" cy="201110"/>
            <a:chOff x="864708" y="7928616"/>
            <a:chExt cx="402336" cy="402336"/>
          </a:xfrm>
        </p:grpSpPr>
        <p:sp>
          <p:nvSpPr>
            <p:cNvPr id="921" name="Oval 92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22" name="Oval 92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23" name="Yellow Oval 107"/>
          <p:cNvGrpSpPr>
            <a:grpSpLocks noChangeAspect="1"/>
          </p:cNvGrpSpPr>
          <p:nvPr/>
        </p:nvGrpSpPr>
        <p:grpSpPr>
          <a:xfrm>
            <a:off x="7741807" y="2839084"/>
            <a:ext cx="201110" cy="201110"/>
            <a:chOff x="864708" y="7928616"/>
            <a:chExt cx="402336" cy="402336"/>
          </a:xfrm>
        </p:grpSpPr>
        <p:sp>
          <p:nvSpPr>
            <p:cNvPr id="924" name="Oval 92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25" name="Oval 92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26" name="Yellow Oval 108"/>
          <p:cNvGrpSpPr>
            <a:grpSpLocks noChangeAspect="1"/>
          </p:cNvGrpSpPr>
          <p:nvPr/>
        </p:nvGrpSpPr>
        <p:grpSpPr>
          <a:xfrm>
            <a:off x="7383579" y="2856542"/>
            <a:ext cx="201110" cy="201110"/>
            <a:chOff x="864708" y="7928616"/>
            <a:chExt cx="402336" cy="402336"/>
          </a:xfrm>
        </p:grpSpPr>
        <p:sp>
          <p:nvSpPr>
            <p:cNvPr id="927" name="Oval 92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28" name="Oval 92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29" name="Yellow Oval 109"/>
          <p:cNvGrpSpPr>
            <a:grpSpLocks noChangeAspect="1"/>
          </p:cNvGrpSpPr>
          <p:nvPr/>
        </p:nvGrpSpPr>
        <p:grpSpPr>
          <a:xfrm>
            <a:off x="8503591" y="2839084"/>
            <a:ext cx="201110" cy="201110"/>
            <a:chOff x="864708" y="7928616"/>
            <a:chExt cx="402336" cy="402336"/>
          </a:xfrm>
        </p:grpSpPr>
        <p:sp>
          <p:nvSpPr>
            <p:cNvPr id="930" name="Oval 92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31" name="Oval 93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32" name="Yellow Oval 110"/>
          <p:cNvGrpSpPr>
            <a:grpSpLocks noChangeAspect="1"/>
          </p:cNvGrpSpPr>
          <p:nvPr/>
        </p:nvGrpSpPr>
        <p:grpSpPr>
          <a:xfrm>
            <a:off x="8884483" y="2735481"/>
            <a:ext cx="201110" cy="201110"/>
            <a:chOff x="864708" y="7928616"/>
            <a:chExt cx="402336" cy="402336"/>
          </a:xfrm>
        </p:grpSpPr>
        <p:sp>
          <p:nvSpPr>
            <p:cNvPr id="933" name="Oval 93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34" name="Oval 93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35" name="Yellow Oval 111"/>
          <p:cNvGrpSpPr>
            <a:grpSpLocks noChangeAspect="1"/>
          </p:cNvGrpSpPr>
          <p:nvPr/>
        </p:nvGrpSpPr>
        <p:grpSpPr>
          <a:xfrm>
            <a:off x="8808305" y="3344907"/>
            <a:ext cx="201110" cy="201110"/>
            <a:chOff x="864708" y="7928616"/>
            <a:chExt cx="402336" cy="402336"/>
          </a:xfrm>
        </p:grpSpPr>
        <p:sp>
          <p:nvSpPr>
            <p:cNvPr id="936" name="Oval 93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37" name="Oval 93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38" name="Yellow Oval 112"/>
          <p:cNvGrpSpPr>
            <a:grpSpLocks noChangeAspect="1"/>
          </p:cNvGrpSpPr>
          <p:nvPr/>
        </p:nvGrpSpPr>
        <p:grpSpPr>
          <a:xfrm>
            <a:off x="8467090" y="2092726"/>
            <a:ext cx="201110" cy="201110"/>
            <a:chOff x="864708" y="7928616"/>
            <a:chExt cx="402336" cy="402336"/>
          </a:xfrm>
        </p:grpSpPr>
        <p:sp>
          <p:nvSpPr>
            <p:cNvPr id="939" name="Oval 93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0" name="Oval 93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41" name="Yellow Oval 113"/>
          <p:cNvGrpSpPr>
            <a:grpSpLocks noChangeAspect="1"/>
          </p:cNvGrpSpPr>
          <p:nvPr/>
        </p:nvGrpSpPr>
        <p:grpSpPr>
          <a:xfrm>
            <a:off x="9036840" y="1821340"/>
            <a:ext cx="201110" cy="201110"/>
            <a:chOff x="864708" y="7928616"/>
            <a:chExt cx="402336" cy="402336"/>
          </a:xfrm>
        </p:grpSpPr>
        <p:sp>
          <p:nvSpPr>
            <p:cNvPr id="942" name="Oval 94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3" name="Oval 94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44" name="Yellow Oval 114"/>
          <p:cNvGrpSpPr>
            <a:grpSpLocks noChangeAspect="1"/>
          </p:cNvGrpSpPr>
          <p:nvPr/>
        </p:nvGrpSpPr>
        <p:grpSpPr>
          <a:xfrm>
            <a:off x="8403036" y="1897519"/>
            <a:ext cx="201110" cy="201110"/>
            <a:chOff x="864708" y="7928616"/>
            <a:chExt cx="402336" cy="402336"/>
          </a:xfrm>
        </p:grpSpPr>
        <p:sp>
          <p:nvSpPr>
            <p:cNvPr id="945" name="Oval 94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6" name="Oval 94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47" name="Yellow Oval 115"/>
          <p:cNvGrpSpPr>
            <a:grpSpLocks noChangeAspect="1"/>
          </p:cNvGrpSpPr>
          <p:nvPr/>
        </p:nvGrpSpPr>
        <p:grpSpPr>
          <a:xfrm>
            <a:off x="9570088" y="1010803"/>
            <a:ext cx="201110" cy="201110"/>
            <a:chOff x="864708" y="7928616"/>
            <a:chExt cx="402336" cy="402336"/>
          </a:xfrm>
        </p:grpSpPr>
        <p:sp>
          <p:nvSpPr>
            <p:cNvPr id="948" name="Oval 94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9" name="Oval 94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50" name="Yellow Oval 116"/>
          <p:cNvGrpSpPr>
            <a:grpSpLocks noChangeAspect="1"/>
          </p:cNvGrpSpPr>
          <p:nvPr/>
        </p:nvGrpSpPr>
        <p:grpSpPr>
          <a:xfrm>
            <a:off x="9570088" y="1242066"/>
            <a:ext cx="201110" cy="201110"/>
            <a:chOff x="864708" y="7928616"/>
            <a:chExt cx="402336" cy="402336"/>
          </a:xfrm>
        </p:grpSpPr>
        <p:sp>
          <p:nvSpPr>
            <p:cNvPr id="951" name="Oval 95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52" name="Oval 95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53" name="Yellow Oval 117"/>
          <p:cNvGrpSpPr>
            <a:grpSpLocks noChangeAspect="1"/>
          </p:cNvGrpSpPr>
          <p:nvPr/>
        </p:nvGrpSpPr>
        <p:grpSpPr>
          <a:xfrm>
            <a:off x="9798623" y="1288090"/>
            <a:ext cx="201110" cy="201110"/>
            <a:chOff x="864708" y="7928616"/>
            <a:chExt cx="402336" cy="402336"/>
          </a:xfrm>
        </p:grpSpPr>
        <p:sp>
          <p:nvSpPr>
            <p:cNvPr id="954" name="Oval 95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55" name="Oval 95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56" name="Yellow Oval 118"/>
          <p:cNvGrpSpPr>
            <a:grpSpLocks noChangeAspect="1"/>
          </p:cNvGrpSpPr>
          <p:nvPr/>
        </p:nvGrpSpPr>
        <p:grpSpPr>
          <a:xfrm>
            <a:off x="9570088" y="1440447"/>
            <a:ext cx="201110" cy="201110"/>
            <a:chOff x="864708" y="7928616"/>
            <a:chExt cx="402336" cy="402336"/>
          </a:xfrm>
        </p:grpSpPr>
        <p:sp>
          <p:nvSpPr>
            <p:cNvPr id="957" name="Oval 95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58" name="Oval 95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59" name="Yellow Oval 119"/>
          <p:cNvGrpSpPr>
            <a:grpSpLocks noChangeAspect="1"/>
          </p:cNvGrpSpPr>
          <p:nvPr/>
        </p:nvGrpSpPr>
        <p:grpSpPr>
          <a:xfrm>
            <a:off x="9798623" y="1592804"/>
            <a:ext cx="201110" cy="201110"/>
            <a:chOff x="864708" y="7928616"/>
            <a:chExt cx="402336" cy="402336"/>
          </a:xfrm>
        </p:grpSpPr>
        <p:sp>
          <p:nvSpPr>
            <p:cNvPr id="960" name="Oval 95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61" name="Oval 96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62" name="Yellow Oval 120"/>
          <p:cNvGrpSpPr>
            <a:grpSpLocks noChangeAspect="1"/>
          </p:cNvGrpSpPr>
          <p:nvPr/>
        </p:nvGrpSpPr>
        <p:grpSpPr>
          <a:xfrm>
            <a:off x="10027158" y="1364269"/>
            <a:ext cx="201110" cy="201110"/>
            <a:chOff x="864708" y="7928616"/>
            <a:chExt cx="402336" cy="402336"/>
          </a:xfrm>
        </p:grpSpPr>
        <p:sp>
          <p:nvSpPr>
            <p:cNvPr id="963" name="Oval 96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64" name="Oval 96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65" name="Yellow Oval 121"/>
          <p:cNvGrpSpPr>
            <a:grpSpLocks noChangeAspect="1"/>
          </p:cNvGrpSpPr>
          <p:nvPr/>
        </p:nvGrpSpPr>
        <p:grpSpPr>
          <a:xfrm>
            <a:off x="10331873" y="1216674"/>
            <a:ext cx="201110" cy="201110"/>
            <a:chOff x="864708" y="7928616"/>
            <a:chExt cx="402336" cy="402336"/>
          </a:xfrm>
        </p:grpSpPr>
        <p:sp>
          <p:nvSpPr>
            <p:cNvPr id="966" name="Oval 96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67" name="Oval 96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68" name="Yellow Oval 122"/>
          <p:cNvGrpSpPr>
            <a:grpSpLocks noChangeAspect="1"/>
          </p:cNvGrpSpPr>
          <p:nvPr/>
        </p:nvGrpSpPr>
        <p:grpSpPr>
          <a:xfrm>
            <a:off x="9950981" y="1745162"/>
            <a:ext cx="201110" cy="201110"/>
            <a:chOff x="864708" y="7928616"/>
            <a:chExt cx="402336" cy="402336"/>
          </a:xfrm>
        </p:grpSpPr>
        <p:sp>
          <p:nvSpPr>
            <p:cNvPr id="969" name="Oval 96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0" name="Oval 96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71" name="Yellow Oval 123"/>
          <p:cNvGrpSpPr>
            <a:grpSpLocks noChangeAspect="1"/>
          </p:cNvGrpSpPr>
          <p:nvPr/>
        </p:nvGrpSpPr>
        <p:grpSpPr>
          <a:xfrm>
            <a:off x="9646266" y="2430767"/>
            <a:ext cx="201110" cy="201110"/>
            <a:chOff x="864708" y="7928616"/>
            <a:chExt cx="402336" cy="402336"/>
          </a:xfrm>
        </p:grpSpPr>
        <p:sp>
          <p:nvSpPr>
            <p:cNvPr id="972" name="Oval 97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3" name="Oval 97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74" name="Yellow Oval 124"/>
          <p:cNvGrpSpPr>
            <a:grpSpLocks noChangeAspect="1"/>
          </p:cNvGrpSpPr>
          <p:nvPr/>
        </p:nvGrpSpPr>
        <p:grpSpPr>
          <a:xfrm>
            <a:off x="9317176" y="1821340"/>
            <a:ext cx="201110" cy="201110"/>
            <a:chOff x="864708" y="7928616"/>
            <a:chExt cx="402336" cy="402336"/>
          </a:xfrm>
        </p:grpSpPr>
        <p:sp>
          <p:nvSpPr>
            <p:cNvPr id="975" name="Oval 97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6" name="Oval 97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77" name="Yellow Oval 125"/>
          <p:cNvGrpSpPr>
            <a:grpSpLocks noChangeAspect="1"/>
          </p:cNvGrpSpPr>
          <p:nvPr/>
        </p:nvGrpSpPr>
        <p:grpSpPr>
          <a:xfrm>
            <a:off x="9113017" y="2430767"/>
            <a:ext cx="201110" cy="201110"/>
            <a:chOff x="864708" y="7928616"/>
            <a:chExt cx="402336" cy="402336"/>
          </a:xfrm>
        </p:grpSpPr>
        <p:sp>
          <p:nvSpPr>
            <p:cNvPr id="978" name="Oval 97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9" name="Oval 97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80" name="Yellow Oval 126"/>
          <p:cNvGrpSpPr>
            <a:grpSpLocks noChangeAspect="1"/>
          </p:cNvGrpSpPr>
          <p:nvPr/>
        </p:nvGrpSpPr>
        <p:grpSpPr>
          <a:xfrm>
            <a:off x="8732126" y="2126053"/>
            <a:ext cx="201110" cy="201110"/>
            <a:chOff x="864708" y="7928616"/>
            <a:chExt cx="402336" cy="402336"/>
          </a:xfrm>
        </p:grpSpPr>
        <p:sp>
          <p:nvSpPr>
            <p:cNvPr id="981" name="Oval 98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82" name="Oval 98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83" name="Yellow Oval 127"/>
          <p:cNvGrpSpPr>
            <a:grpSpLocks noChangeAspect="1"/>
          </p:cNvGrpSpPr>
          <p:nvPr/>
        </p:nvGrpSpPr>
        <p:grpSpPr>
          <a:xfrm>
            <a:off x="8655946" y="2583123"/>
            <a:ext cx="201110" cy="201110"/>
            <a:chOff x="864708" y="7928616"/>
            <a:chExt cx="402336" cy="402336"/>
          </a:xfrm>
        </p:grpSpPr>
        <p:sp>
          <p:nvSpPr>
            <p:cNvPr id="984" name="Oval 98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85" name="Oval 98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86" name="Yellow Oval 128"/>
          <p:cNvGrpSpPr>
            <a:grpSpLocks noChangeAspect="1"/>
          </p:cNvGrpSpPr>
          <p:nvPr/>
        </p:nvGrpSpPr>
        <p:grpSpPr>
          <a:xfrm>
            <a:off x="9493910" y="4259048"/>
            <a:ext cx="201110" cy="201110"/>
            <a:chOff x="864708" y="7928616"/>
            <a:chExt cx="402336" cy="402336"/>
          </a:xfrm>
        </p:grpSpPr>
        <p:sp>
          <p:nvSpPr>
            <p:cNvPr id="987" name="Oval 98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88" name="Oval 98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89" name="Yellow Oval 129"/>
          <p:cNvGrpSpPr>
            <a:grpSpLocks noChangeAspect="1"/>
          </p:cNvGrpSpPr>
          <p:nvPr/>
        </p:nvGrpSpPr>
        <p:grpSpPr>
          <a:xfrm>
            <a:off x="9646266" y="3764334"/>
            <a:ext cx="201110" cy="201110"/>
            <a:chOff x="864708" y="7928616"/>
            <a:chExt cx="402336" cy="402336"/>
          </a:xfrm>
        </p:grpSpPr>
        <p:sp>
          <p:nvSpPr>
            <p:cNvPr id="990" name="Oval 98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91" name="Oval 99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92" name="Yellow Oval 130"/>
          <p:cNvGrpSpPr>
            <a:grpSpLocks noChangeAspect="1"/>
          </p:cNvGrpSpPr>
          <p:nvPr/>
        </p:nvGrpSpPr>
        <p:grpSpPr>
          <a:xfrm>
            <a:off x="9646266" y="5249367"/>
            <a:ext cx="201110" cy="201110"/>
            <a:chOff x="864708" y="7928616"/>
            <a:chExt cx="402336" cy="402336"/>
          </a:xfrm>
        </p:grpSpPr>
        <p:sp>
          <p:nvSpPr>
            <p:cNvPr id="993" name="Oval 99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94" name="Oval 99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95" name="Yellow Oval 131"/>
          <p:cNvGrpSpPr>
            <a:grpSpLocks noChangeAspect="1"/>
          </p:cNvGrpSpPr>
          <p:nvPr/>
        </p:nvGrpSpPr>
        <p:grpSpPr>
          <a:xfrm>
            <a:off x="9425667" y="5401724"/>
            <a:ext cx="201110" cy="201110"/>
            <a:chOff x="864708" y="7928616"/>
            <a:chExt cx="402336" cy="402336"/>
          </a:xfrm>
        </p:grpSpPr>
        <p:sp>
          <p:nvSpPr>
            <p:cNvPr id="996" name="Oval 99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97" name="Oval 99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98" name="Yellow Oval 132"/>
          <p:cNvGrpSpPr>
            <a:grpSpLocks noChangeAspect="1"/>
          </p:cNvGrpSpPr>
          <p:nvPr/>
        </p:nvGrpSpPr>
        <p:grpSpPr>
          <a:xfrm>
            <a:off x="9722444" y="4691169"/>
            <a:ext cx="201110" cy="201110"/>
            <a:chOff x="864708" y="7928616"/>
            <a:chExt cx="402336" cy="402336"/>
          </a:xfrm>
        </p:grpSpPr>
        <p:sp>
          <p:nvSpPr>
            <p:cNvPr id="999" name="Oval 99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00" name="Oval 99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1001" name="Yellow Oval 133"/>
          <p:cNvGrpSpPr>
            <a:grpSpLocks noChangeAspect="1"/>
          </p:cNvGrpSpPr>
          <p:nvPr/>
        </p:nvGrpSpPr>
        <p:grpSpPr>
          <a:xfrm>
            <a:off x="9874801" y="5325546"/>
            <a:ext cx="201110" cy="201110"/>
            <a:chOff x="864708" y="7928616"/>
            <a:chExt cx="402336" cy="402336"/>
          </a:xfrm>
        </p:grpSpPr>
        <p:sp>
          <p:nvSpPr>
            <p:cNvPr id="1002" name="Oval 100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03" name="Oval 100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Tree>
    <p:extLst>
      <p:ext uri="{BB962C8B-B14F-4D97-AF65-F5344CB8AC3E}">
        <p14:creationId xmlns:p14="http://schemas.microsoft.com/office/powerpoint/2010/main" val="178250025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fill="hold"/>
                                        <p:tgtEl>
                                          <p:spTgt spid="131"/>
                                        </p:tgtEl>
                                        <p:attrNameLst>
                                          <p:attrName>ppt_x</p:attrName>
                                        </p:attrNameLst>
                                      </p:cBhvr>
                                      <p:tavLst>
                                        <p:tav tm="0">
                                          <p:val>
                                            <p:strVal val="#ppt_x"/>
                                          </p:val>
                                        </p:tav>
                                        <p:tav tm="100000">
                                          <p:val>
                                            <p:strVal val="#ppt_x"/>
                                          </p:val>
                                        </p:tav>
                                      </p:tavLst>
                                    </p:anim>
                                    <p:anim calcmode="lin" valueType="num">
                                      <p:cBhvr additive="base">
                                        <p:cTn id="8" dur="500" fill="hold"/>
                                        <p:tgtEl>
                                          <p:spTgt spid="131"/>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130"/>
                                        </p:tgtEl>
                                        <p:attrNameLst>
                                          <p:attrName>style.visibility</p:attrName>
                                        </p:attrNameLst>
                                      </p:cBhvr>
                                      <p:to>
                                        <p:strVal val="visible"/>
                                      </p:to>
                                    </p:set>
                                    <p:anim calcmode="lin" valueType="num">
                                      <p:cBhvr additive="base">
                                        <p:cTn id="11" dur="500" fill="hold"/>
                                        <p:tgtEl>
                                          <p:spTgt spid="130"/>
                                        </p:tgtEl>
                                        <p:attrNameLst>
                                          <p:attrName>ppt_x</p:attrName>
                                        </p:attrNameLst>
                                      </p:cBhvr>
                                      <p:tavLst>
                                        <p:tav tm="0">
                                          <p:val>
                                            <p:strVal val="#ppt_x"/>
                                          </p:val>
                                        </p:tav>
                                        <p:tav tm="100000">
                                          <p:val>
                                            <p:strVal val="#ppt_x"/>
                                          </p:val>
                                        </p:tav>
                                      </p:tavLst>
                                    </p:anim>
                                    <p:anim calcmode="lin" valueType="num">
                                      <p:cBhvr additive="base">
                                        <p:cTn id="12" dur="500" fill="hold"/>
                                        <p:tgtEl>
                                          <p:spTgt spid="130"/>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
                                        <p:tgtEl>
                                          <p:spTgt spid="10"/>
                                        </p:tgtEl>
                                      </p:cBhvr>
                                    </p:animEffect>
                                  </p:childTnLst>
                                </p:cTn>
                              </p:par>
                            </p:childTnLst>
                          </p:cTn>
                        </p:par>
                        <p:par>
                          <p:cTn id="17" fill="hold">
                            <p:stCondLst>
                              <p:cond delay="600"/>
                            </p:stCondLst>
                            <p:childTnLst>
                              <p:par>
                                <p:cTn id="18" presetID="10" presetClass="entr" presetSubtype="0" fill="hold" grpId="0" nodeType="afterEffect">
                                  <p:stCondLst>
                                    <p:cond delay="0"/>
                                  </p:stCondLst>
                                  <p:childTnLst>
                                    <p:set>
                                      <p:cBhvr>
                                        <p:cTn id="19" dur="1" fill="hold">
                                          <p:stCondLst>
                                            <p:cond delay="0"/>
                                          </p:stCondLst>
                                        </p:cTn>
                                        <p:tgtEl>
                                          <p:spTgt spid="83"/>
                                        </p:tgtEl>
                                        <p:attrNameLst>
                                          <p:attrName>style.visibility</p:attrName>
                                        </p:attrNameLst>
                                      </p:cBhvr>
                                      <p:to>
                                        <p:strVal val="visible"/>
                                      </p:to>
                                    </p:set>
                                    <p:animEffect transition="in" filter="fade">
                                      <p:cBhvr>
                                        <p:cTn id="20" dur="100"/>
                                        <p:tgtEl>
                                          <p:spTgt spid="83"/>
                                        </p:tgtEl>
                                      </p:cBhvr>
                                    </p:animEffect>
                                  </p:childTnLst>
                                </p:cTn>
                              </p:par>
                            </p:childTnLst>
                          </p:cTn>
                        </p:par>
                        <p:par>
                          <p:cTn id="21" fill="hold">
                            <p:stCondLst>
                              <p:cond delay="700"/>
                            </p:stCondLst>
                            <p:childTnLst>
                              <p:par>
                                <p:cTn id="22" presetID="10" presetClass="entr" presetSubtype="0" fill="hold" grpId="0"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100"/>
                                        <p:tgtEl>
                                          <p:spTgt spid="80"/>
                                        </p:tgtEl>
                                      </p:cBhvr>
                                    </p:animEffect>
                                  </p:childTnLst>
                                </p:cTn>
                              </p:par>
                            </p:childTnLst>
                          </p:cTn>
                        </p:par>
                        <p:par>
                          <p:cTn id="25" fill="hold">
                            <p:stCondLst>
                              <p:cond delay="800"/>
                            </p:stCondLst>
                            <p:childTnLst>
                              <p:par>
                                <p:cTn id="26" presetID="10" presetClass="entr" presetSubtype="0" fill="hold" grpId="0" nodeType="afterEffect">
                                  <p:stCondLst>
                                    <p:cond delay="0"/>
                                  </p:stCondLst>
                                  <p:childTnLst>
                                    <p:set>
                                      <p:cBhvr>
                                        <p:cTn id="27" dur="1" fill="hold">
                                          <p:stCondLst>
                                            <p:cond delay="0"/>
                                          </p:stCondLst>
                                        </p:cTn>
                                        <p:tgtEl>
                                          <p:spTgt spid="89"/>
                                        </p:tgtEl>
                                        <p:attrNameLst>
                                          <p:attrName>style.visibility</p:attrName>
                                        </p:attrNameLst>
                                      </p:cBhvr>
                                      <p:to>
                                        <p:strVal val="visible"/>
                                      </p:to>
                                    </p:set>
                                    <p:animEffect transition="in" filter="fade">
                                      <p:cBhvr>
                                        <p:cTn id="28" dur="100"/>
                                        <p:tgtEl>
                                          <p:spTgt spid="89"/>
                                        </p:tgtEl>
                                      </p:cBhvr>
                                    </p:animEffect>
                                  </p:childTnLst>
                                </p:cTn>
                              </p:par>
                            </p:childTnLst>
                          </p:cTn>
                        </p:par>
                        <p:par>
                          <p:cTn id="29" fill="hold">
                            <p:stCondLst>
                              <p:cond delay="900"/>
                            </p:stCondLst>
                            <p:childTnLst>
                              <p:par>
                                <p:cTn id="30" presetID="10" presetClass="entr" presetSubtype="0" fill="hold" grpId="0" nodeType="afterEffect">
                                  <p:stCondLst>
                                    <p:cond delay="0"/>
                                  </p:stCondLst>
                                  <p:childTnLst>
                                    <p:set>
                                      <p:cBhvr>
                                        <p:cTn id="31" dur="1" fill="hold">
                                          <p:stCondLst>
                                            <p:cond delay="0"/>
                                          </p:stCondLst>
                                        </p:cTn>
                                        <p:tgtEl>
                                          <p:spTgt spid="82"/>
                                        </p:tgtEl>
                                        <p:attrNameLst>
                                          <p:attrName>style.visibility</p:attrName>
                                        </p:attrNameLst>
                                      </p:cBhvr>
                                      <p:to>
                                        <p:strVal val="visible"/>
                                      </p:to>
                                    </p:set>
                                    <p:animEffect transition="in" filter="fade">
                                      <p:cBhvr>
                                        <p:cTn id="32" dur="100"/>
                                        <p:tgtEl>
                                          <p:spTgt spid="82"/>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78"/>
                                        </p:tgtEl>
                                        <p:attrNameLst>
                                          <p:attrName>style.visibility</p:attrName>
                                        </p:attrNameLst>
                                      </p:cBhvr>
                                      <p:to>
                                        <p:strVal val="visible"/>
                                      </p:to>
                                    </p:set>
                                    <p:animEffect transition="in" filter="fade">
                                      <p:cBhvr>
                                        <p:cTn id="36" dur="100"/>
                                        <p:tgtEl>
                                          <p:spTgt spid="78"/>
                                        </p:tgtEl>
                                      </p:cBhvr>
                                    </p:animEffect>
                                  </p:childTnLst>
                                </p:cTn>
                              </p:par>
                            </p:childTnLst>
                          </p:cTn>
                        </p:par>
                        <p:par>
                          <p:cTn id="37" fill="hold">
                            <p:stCondLst>
                              <p:cond delay="1100"/>
                            </p:stCondLst>
                            <p:childTnLst>
                              <p:par>
                                <p:cTn id="38" presetID="10" presetClass="entr" presetSubtype="0" fill="hold" grpId="0" nodeType="afterEffect">
                                  <p:stCondLst>
                                    <p:cond delay="0"/>
                                  </p:stCondLst>
                                  <p:childTnLst>
                                    <p:set>
                                      <p:cBhvr>
                                        <p:cTn id="39" dur="1" fill="hold">
                                          <p:stCondLst>
                                            <p:cond delay="0"/>
                                          </p:stCondLst>
                                        </p:cTn>
                                        <p:tgtEl>
                                          <p:spTgt spid="79"/>
                                        </p:tgtEl>
                                        <p:attrNameLst>
                                          <p:attrName>style.visibility</p:attrName>
                                        </p:attrNameLst>
                                      </p:cBhvr>
                                      <p:to>
                                        <p:strVal val="visible"/>
                                      </p:to>
                                    </p:set>
                                    <p:animEffect transition="in" filter="fade">
                                      <p:cBhvr>
                                        <p:cTn id="40" dur="100"/>
                                        <p:tgtEl>
                                          <p:spTgt spid="79"/>
                                        </p:tgtEl>
                                      </p:cBhvr>
                                    </p:animEffect>
                                  </p:childTnLst>
                                </p:cTn>
                              </p:par>
                            </p:childTnLst>
                          </p:cTn>
                        </p:par>
                        <p:par>
                          <p:cTn id="41" fill="hold">
                            <p:stCondLst>
                              <p:cond delay="1200"/>
                            </p:stCondLst>
                            <p:childTnLst>
                              <p:par>
                                <p:cTn id="42" presetID="10" presetClass="entr" presetSubtype="0" fill="hold" grpId="0" nodeType="afterEffect">
                                  <p:stCondLst>
                                    <p:cond delay="0"/>
                                  </p:stCondLst>
                                  <p:childTnLst>
                                    <p:set>
                                      <p:cBhvr>
                                        <p:cTn id="43" dur="1" fill="hold">
                                          <p:stCondLst>
                                            <p:cond delay="0"/>
                                          </p:stCondLst>
                                        </p:cTn>
                                        <p:tgtEl>
                                          <p:spTgt spid="77"/>
                                        </p:tgtEl>
                                        <p:attrNameLst>
                                          <p:attrName>style.visibility</p:attrName>
                                        </p:attrNameLst>
                                      </p:cBhvr>
                                      <p:to>
                                        <p:strVal val="visible"/>
                                      </p:to>
                                    </p:set>
                                    <p:animEffect transition="in" filter="fade">
                                      <p:cBhvr>
                                        <p:cTn id="44" dur="100"/>
                                        <p:tgtEl>
                                          <p:spTgt spid="77"/>
                                        </p:tgtEl>
                                      </p:cBhvr>
                                    </p:animEffect>
                                  </p:childTnLst>
                                </p:cTn>
                              </p:par>
                            </p:childTnLst>
                          </p:cTn>
                        </p:par>
                        <p:par>
                          <p:cTn id="45" fill="hold">
                            <p:stCondLst>
                              <p:cond delay="1300"/>
                            </p:stCondLst>
                            <p:childTnLst>
                              <p:par>
                                <p:cTn id="46" presetID="10" presetClass="entr" presetSubtype="0" fill="hold" grpId="0" nodeType="afterEffect">
                                  <p:stCondLst>
                                    <p:cond delay="0"/>
                                  </p:stCondLst>
                                  <p:childTnLst>
                                    <p:set>
                                      <p:cBhvr>
                                        <p:cTn id="47" dur="1" fill="hold">
                                          <p:stCondLst>
                                            <p:cond delay="0"/>
                                          </p:stCondLst>
                                        </p:cTn>
                                        <p:tgtEl>
                                          <p:spTgt spid="94"/>
                                        </p:tgtEl>
                                        <p:attrNameLst>
                                          <p:attrName>style.visibility</p:attrName>
                                        </p:attrNameLst>
                                      </p:cBhvr>
                                      <p:to>
                                        <p:strVal val="visible"/>
                                      </p:to>
                                    </p:set>
                                    <p:animEffect transition="in" filter="fade">
                                      <p:cBhvr>
                                        <p:cTn id="48" dur="100"/>
                                        <p:tgtEl>
                                          <p:spTgt spid="94"/>
                                        </p:tgtEl>
                                      </p:cBhvr>
                                    </p:animEffect>
                                  </p:childTnLst>
                                </p:cTn>
                              </p:par>
                            </p:childTnLst>
                          </p:cTn>
                        </p:par>
                        <p:par>
                          <p:cTn id="49" fill="hold">
                            <p:stCondLst>
                              <p:cond delay="1400"/>
                            </p:stCondLst>
                            <p:childTnLst>
                              <p:par>
                                <p:cTn id="50" presetID="10" presetClass="entr" presetSubtype="0" fill="hold" grpId="0" nodeType="afterEffect">
                                  <p:stCondLst>
                                    <p:cond delay="0"/>
                                  </p:stCondLst>
                                  <p:childTnLst>
                                    <p:set>
                                      <p:cBhvr>
                                        <p:cTn id="51" dur="1" fill="hold">
                                          <p:stCondLst>
                                            <p:cond delay="0"/>
                                          </p:stCondLst>
                                        </p:cTn>
                                        <p:tgtEl>
                                          <p:spTgt spid="95"/>
                                        </p:tgtEl>
                                        <p:attrNameLst>
                                          <p:attrName>style.visibility</p:attrName>
                                        </p:attrNameLst>
                                      </p:cBhvr>
                                      <p:to>
                                        <p:strVal val="visible"/>
                                      </p:to>
                                    </p:set>
                                    <p:animEffect transition="in" filter="fade">
                                      <p:cBhvr>
                                        <p:cTn id="52" dur="100"/>
                                        <p:tgtEl>
                                          <p:spTgt spid="95"/>
                                        </p:tgtEl>
                                      </p:cBhvr>
                                    </p:animEffect>
                                  </p:childTnLst>
                                </p:cTn>
                              </p:par>
                            </p:childTnLst>
                          </p:cTn>
                        </p:par>
                        <p:par>
                          <p:cTn id="53" fill="hold">
                            <p:stCondLst>
                              <p:cond delay="1500"/>
                            </p:stCondLst>
                            <p:childTnLst>
                              <p:par>
                                <p:cTn id="54" presetID="10" presetClass="entr" presetSubtype="0" fill="hold" grpId="0" nodeType="afterEffect">
                                  <p:stCondLst>
                                    <p:cond delay="0"/>
                                  </p:stCondLst>
                                  <p:childTnLst>
                                    <p:set>
                                      <p:cBhvr>
                                        <p:cTn id="55" dur="1" fill="hold">
                                          <p:stCondLst>
                                            <p:cond delay="0"/>
                                          </p:stCondLst>
                                        </p:cTn>
                                        <p:tgtEl>
                                          <p:spTgt spid="81"/>
                                        </p:tgtEl>
                                        <p:attrNameLst>
                                          <p:attrName>style.visibility</p:attrName>
                                        </p:attrNameLst>
                                      </p:cBhvr>
                                      <p:to>
                                        <p:strVal val="visible"/>
                                      </p:to>
                                    </p:set>
                                    <p:animEffect transition="in" filter="fade">
                                      <p:cBhvr>
                                        <p:cTn id="56" dur="100"/>
                                        <p:tgtEl>
                                          <p:spTgt spid="81"/>
                                        </p:tgtEl>
                                      </p:cBhvr>
                                    </p:animEffect>
                                  </p:childTnLst>
                                </p:cTn>
                              </p:par>
                            </p:childTnLst>
                          </p:cTn>
                        </p:par>
                        <p:par>
                          <p:cTn id="57" fill="hold">
                            <p:stCondLst>
                              <p:cond delay="1600"/>
                            </p:stCondLst>
                            <p:childTnLst>
                              <p:par>
                                <p:cTn id="58" presetID="10" presetClass="entr" presetSubtype="0" fill="hold" grpId="0" nodeType="afterEffect">
                                  <p:stCondLst>
                                    <p:cond delay="0"/>
                                  </p:stCondLst>
                                  <p:childTnLst>
                                    <p:set>
                                      <p:cBhvr>
                                        <p:cTn id="59" dur="1" fill="hold">
                                          <p:stCondLst>
                                            <p:cond delay="0"/>
                                          </p:stCondLst>
                                        </p:cTn>
                                        <p:tgtEl>
                                          <p:spTgt spid="76"/>
                                        </p:tgtEl>
                                        <p:attrNameLst>
                                          <p:attrName>style.visibility</p:attrName>
                                        </p:attrNameLst>
                                      </p:cBhvr>
                                      <p:to>
                                        <p:strVal val="visible"/>
                                      </p:to>
                                    </p:set>
                                    <p:animEffect transition="in" filter="fade">
                                      <p:cBhvr>
                                        <p:cTn id="60" dur="100"/>
                                        <p:tgtEl>
                                          <p:spTgt spid="76"/>
                                        </p:tgtEl>
                                      </p:cBhvr>
                                    </p:animEffect>
                                  </p:childTnLst>
                                </p:cTn>
                              </p:par>
                            </p:childTnLst>
                          </p:cTn>
                        </p:par>
                        <p:par>
                          <p:cTn id="61" fill="hold">
                            <p:stCondLst>
                              <p:cond delay="1700"/>
                            </p:stCondLst>
                            <p:childTnLst>
                              <p:par>
                                <p:cTn id="62" presetID="10" presetClass="entr" presetSubtype="0" fill="hold" grpId="0" nodeType="after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100"/>
                                        <p:tgtEl>
                                          <p:spTgt spid="38"/>
                                        </p:tgtEl>
                                      </p:cBhvr>
                                    </p:animEffect>
                                  </p:childTnLst>
                                </p:cTn>
                              </p:par>
                            </p:childTnLst>
                          </p:cTn>
                        </p:par>
                        <p:par>
                          <p:cTn id="65" fill="hold">
                            <p:stCondLst>
                              <p:cond delay="1800"/>
                            </p:stCondLst>
                            <p:childTnLst>
                              <p:par>
                                <p:cTn id="66" presetID="10" presetClass="entr" presetSubtype="0" fill="hold" grpId="0" nodeType="afterEffect">
                                  <p:stCondLst>
                                    <p:cond delay="0"/>
                                  </p:stCondLst>
                                  <p:childTnLst>
                                    <p:set>
                                      <p:cBhvr>
                                        <p:cTn id="67" dur="1" fill="hold">
                                          <p:stCondLst>
                                            <p:cond delay="0"/>
                                          </p:stCondLst>
                                        </p:cTn>
                                        <p:tgtEl>
                                          <p:spTgt spid="75"/>
                                        </p:tgtEl>
                                        <p:attrNameLst>
                                          <p:attrName>style.visibility</p:attrName>
                                        </p:attrNameLst>
                                      </p:cBhvr>
                                      <p:to>
                                        <p:strVal val="visible"/>
                                      </p:to>
                                    </p:set>
                                    <p:animEffect transition="in" filter="fade">
                                      <p:cBhvr>
                                        <p:cTn id="68" dur="100"/>
                                        <p:tgtEl>
                                          <p:spTgt spid="75"/>
                                        </p:tgtEl>
                                      </p:cBhvr>
                                    </p:animEffect>
                                  </p:childTnLst>
                                </p:cTn>
                              </p:par>
                            </p:childTnLst>
                          </p:cTn>
                        </p:par>
                        <p:par>
                          <p:cTn id="69" fill="hold">
                            <p:stCondLst>
                              <p:cond delay="1900"/>
                            </p:stCondLst>
                            <p:childTnLst>
                              <p:par>
                                <p:cTn id="70" presetID="10" presetClass="entr" presetSubtype="0" fill="hold" grpId="0" nodeType="after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100"/>
                                        <p:tgtEl>
                                          <p:spTgt spid="42"/>
                                        </p:tgtEl>
                                      </p:cBhvr>
                                    </p:animEffect>
                                  </p:childTnLst>
                                </p:cTn>
                              </p:par>
                            </p:childTnLst>
                          </p:cTn>
                        </p:par>
                        <p:par>
                          <p:cTn id="73" fill="hold">
                            <p:stCondLst>
                              <p:cond delay="2000"/>
                            </p:stCondLst>
                            <p:childTnLst>
                              <p:par>
                                <p:cTn id="74" presetID="10" presetClass="entr" presetSubtype="0" fill="hold" grpId="0" nodeType="after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100"/>
                                        <p:tgtEl>
                                          <p:spTgt spid="37"/>
                                        </p:tgtEl>
                                      </p:cBhvr>
                                    </p:animEffect>
                                  </p:childTnLst>
                                </p:cTn>
                              </p:par>
                            </p:childTnLst>
                          </p:cTn>
                        </p:par>
                        <p:par>
                          <p:cTn id="77" fill="hold">
                            <p:stCondLst>
                              <p:cond delay="2100"/>
                            </p:stCondLst>
                            <p:childTnLst>
                              <p:par>
                                <p:cTn id="78" presetID="10" presetClass="entr" presetSubtype="0" fill="hold" grpId="0" nodeType="after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100"/>
                                        <p:tgtEl>
                                          <p:spTgt spid="41"/>
                                        </p:tgtEl>
                                      </p:cBhvr>
                                    </p:animEffect>
                                  </p:childTnLst>
                                </p:cTn>
                              </p:par>
                            </p:childTnLst>
                          </p:cTn>
                        </p:par>
                        <p:par>
                          <p:cTn id="81" fill="hold">
                            <p:stCondLst>
                              <p:cond delay="2200"/>
                            </p:stCondLst>
                            <p:childTnLst>
                              <p:par>
                                <p:cTn id="82" presetID="10" presetClass="entr" presetSubtype="0" fill="hold" grpId="0" nodeType="after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fade">
                                      <p:cBhvr>
                                        <p:cTn id="84" dur="100"/>
                                        <p:tgtEl>
                                          <p:spTgt spid="67"/>
                                        </p:tgtEl>
                                      </p:cBhvr>
                                    </p:animEffect>
                                  </p:childTnLst>
                                </p:cTn>
                              </p:par>
                            </p:childTnLst>
                          </p:cTn>
                        </p:par>
                        <p:par>
                          <p:cTn id="85" fill="hold">
                            <p:stCondLst>
                              <p:cond delay="2300"/>
                            </p:stCondLst>
                            <p:childTnLst>
                              <p:par>
                                <p:cTn id="86" presetID="10" presetClass="entr" presetSubtype="0" fill="hold" grpId="0" nodeType="afterEffect">
                                  <p:stCondLst>
                                    <p:cond delay="0"/>
                                  </p:stCondLst>
                                  <p:childTnLst>
                                    <p:set>
                                      <p:cBhvr>
                                        <p:cTn id="87" dur="1" fill="hold">
                                          <p:stCondLst>
                                            <p:cond delay="0"/>
                                          </p:stCondLst>
                                        </p:cTn>
                                        <p:tgtEl>
                                          <p:spTgt spid="68"/>
                                        </p:tgtEl>
                                        <p:attrNameLst>
                                          <p:attrName>style.visibility</p:attrName>
                                        </p:attrNameLst>
                                      </p:cBhvr>
                                      <p:to>
                                        <p:strVal val="visible"/>
                                      </p:to>
                                    </p:set>
                                    <p:animEffect transition="in" filter="fade">
                                      <p:cBhvr>
                                        <p:cTn id="88" dur="100"/>
                                        <p:tgtEl>
                                          <p:spTgt spid="68"/>
                                        </p:tgtEl>
                                      </p:cBhvr>
                                    </p:animEffect>
                                  </p:childTnLst>
                                </p:cTn>
                              </p:par>
                            </p:childTnLst>
                          </p:cTn>
                        </p:par>
                        <p:par>
                          <p:cTn id="89" fill="hold">
                            <p:stCondLst>
                              <p:cond delay="2400"/>
                            </p:stCondLst>
                            <p:childTnLst>
                              <p:par>
                                <p:cTn id="90" presetID="10" presetClass="entr" presetSubtype="0" fill="hold" grpId="0" nodeType="afterEffect">
                                  <p:stCondLst>
                                    <p:cond delay="0"/>
                                  </p:stCondLst>
                                  <p:childTnLst>
                                    <p:set>
                                      <p:cBhvr>
                                        <p:cTn id="91" dur="1" fill="hold">
                                          <p:stCondLst>
                                            <p:cond delay="0"/>
                                          </p:stCondLst>
                                        </p:cTn>
                                        <p:tgtEl>
                                          <p:spTgt spid="90"/>
                                        </p:tgtEl>
                                        <p:attrNameLst>
                                          <p:attrName>style.visibility</p:attrName>
                                        </p:attrNameLst>
                                      </p:cBhvr>
                                      <p:to>
                                        <p:strVal val="visible"/>
                                      </p:to>
                                    </p:set>
                                    <p:animEffect transition="in" filter="fade">
                                      <p:cBhvr>
                                        <p:cTn id="92" dur="100"/>
                                        <p:tgtEl>
                                          <p:spTgt spid="90"/>
                                        </p:tgtEl>
                                      </p:cBhvr>
                                    </p:animEffect>
                                  </p:childTnLst>
                                </p:cTn>
                              </p:par>
                            </p:childTnLst>
                          </p:cTn>
                        </p:par>
                        <p:par>
                          <p:cTn id="93" fill="hold">
                            <p:stCondLst>
                              <p:cond delay="2500"/>
                            </p:stCondLst>
                            <p:childTnLst>
                              <p:par>
                                <p:cTn id="94" presetID="10" presetClass="entr" presetSubtype="0" fill="hold" grpId="0" nodeType="after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fade">
                                      <p:cBhvr>
                                        <p:cTn id="96" dur="100"/>
                                        <p:tgtEl>
                                          <p:spTgt spid="88"/>
                                        </p:tgtEl>
                                      </p:cBhvr>
                                    </p:animEffect>
                                  </p:childTnLst>
                                </p:cTn>
                              </p:par>
                            </p:childTnLst>
                          </p:cTn>
                        </p:par>
                        <p:par>
                          <p:cTn id="97" fill="hold">
                            <p:stCondLst>
                              <p:cond delay="2600"/>
                            </p:stCondLst>
                            <p:childTnLst>
                              <p:par>
                                <p:cTn id="98" presetID="10" presetClass="entr" presetSubtype="0" fill="hold" grpId="0" nodeType="after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100"/>
                                        <p:tgtEl>
                                          <p:spTgt spid="64"/>
                                        </p:tgtEl>
                                      </p:cBhvr>
                                    </p:animEffect>
                                  </p:childTnLst>
                                </p:cTn>
                              </p:par>
                            </p:childTnLst>
                          </p:cTn>
                        </p:par>
                        <p:par>
                          <p:cTn id="101" fill="hold">
                            <p:stCondLst>
                              <p:cond delay="2700"/>
                            </p:stCondLst>
                            <p:childTnLst>
                              <p:par>
                                <p:cTn id="102" presetID="10" presetClass="entr" presetSubtype="0" fill="hold" grpId="0" nodeType="afterEffect">
                                  <p:stCondLst>
                                    <p:cond delay="0"/>
                                  </p:stCondLst>
                                  <p:childTnLst>
                                    <p:set>
                                      <p:cBhvr>
                                        <p:cTn id="103" dur="1" fill="hold">
                                          <p:stCondLst>
                                            <p:cond delay="0"/>
                                          </p:stCondLst>
                                        </p:cTn>
                                        <p:tgtEl>
                                          <p:spTgt spid="65"/>
                                        </p:tgtEl>
                                        <p:attrNameLst>
                                          <p:attrName>style.visibility</p:attrName>
                                        </p:attrNameLst>
                                      </p:cBhvr>
                                      <p:to>
                                        <p:strVal val="visible"/>
                                      </p:to>
                                    </p:set>
                                    <p:animEffect transition="in" filter="fade">
                                      <p:cBhvr>
                                        <p:cTn id="104" dur="100"/>
                                        <p:tgtEl>
                                          <p:spTgt spid="65"/>
                                        </p:tgtEl>
                                      </p:cBhvr>
                                    </p:animEffect>
                                  </p:childTnLst>
                                </p:cTn>
                              </p:par>
                            </p:childTnLst>
                          </p:cTn>
                        </p:par>
                        <p:par>
                          <p:cTn id="105" fill="hold">
                            <p:stCondLst>
                              <p:cond delay="2800"/>
                            </p:stCondLst>
                            <p:childTnLst>
                              <p:par>
                                <p:cTn id="106" presetID="10" presetClass="entr" presetSubtype="0" fill="hold" grpId="0" nodeType="afterEffect">
                                  <p:stCondLst>
                                    <p:cond delay="0"/>
                                  </p:stCondLst>
                                  <p:childTnLst>
                                    <p:set>
                                      <p:cBhvr>
                                        <p:cTn id="107" dur="1" fill="hold">
                                          <p:stCondLst>
                                            <p:cond delay="0"/>
                                          </p:stCondLst>
                                        </p:cTn>
                                        <p:tgtEl>
                                          <p:spTgt spid="66"/>
                                        </p:tgtEl>
                                        <p:attrNameLst>
                                          <p:attrName>style.visibility</p:attrName>
                                        </p:attrNameLst>
                                      </p:cBhvr>
                                      <p:to>
                                        <p:strVal val="visible"/>
                                      </p:to>
                                    </p:set>
                                    <p:animEffect transition="in" filter="fade">
                                      <p:cBhvr>
                                        <p:cTn id="108" dur="100"/>
                                        <p:tgtEl>
                                          <p:spTgt spid="66"/>
                                        </p:tgtEl>
                                      </p:cBhvr>
                                    </p:animEffect>
                                  </p:childTnLst>
                                </p:cTn>
                              </p:par>
                            </p:childTnLst>
                          </p:cTn>
                        </p:par>
                        <p:par>
                          <p:cTn id="109" fill="hold">
                            <p:stCondLst>
                              <p:cond delay="2900"/>
                            </p:stCondLst>
                            <p:childTnLst>
                              <p:par>
                                <p:cTn id="110" presetID="10" presetClass="entr" presetSubtype="0" fill="hold" grpId="0" nodeType="afterEffect">
                                  <p:stCondLst>
                                    <p:cond delay="0"/>
                                  </p:stCondLst>
                                  <p:childTnLst>
                                    <p:set>
                                      <p:cBhvr>
                                        <p:cTn id="111" dur="1" fill="hold">
                                          <p:stCondLst>
                                            <p:cond delay="0"/>
                                          </p:stCondLst>
                                        </p:cTn>
                                        <p:tgtEl>
                                          <p:spTgt spid="85"/>
                                        </p:tgtEl>
                                        <p:attrNameLst>
                                          <p:attrName>style.visibility</p:attrName>
                                        </p:attrNameLst>
                                      </p:cBhvr>
                                      <p:to>
                                        <p:strVal val="visible"/>
                                      </p:to>
                                    </p:set>
                                    <p:animEffect transition="in" filter="fade">
                                      <p:cBhvr>
                                        <p:cTn id="112" dur="100"/>
                                        <p:tgtEl>
                                          <p:spTgt spid="85"/>
                                        </p:tgtEl>
                                      </p:cBhvr>
                                    </p:animEffect>
                                  </p:childTnLst>
                                </p:cTn>
                              </p:par>
                            </p:childTnLst>
                          </p:cTn>
                        </p:par>
                        <p:par>
                          <p:cTn id="113" fill="hold">
                            <p:stCondLst>
                              <p:cond delay="3000"/>
                            </p:stCondLst>
                            <p:childTnLst>
                              <p:par>
                                <p:cTn id="114" presetID="10" presetClass="entr" presetSubtype="0" fill="hold" grpId="0" nodeType="afterEffect">
                                  <p:stCondLst>
                                    <p:cond delay="0"/>
                                  </p:stCondLst>
                                  <p:childTnLst>
                                    <p:set>
                                      <p:cBhvr>
                                        <p:cTn id="115" dur="1" fill="hold">
                                          <p:stCondLst>
                                            <p:cond delay="0"/>
                                          </p:stCondLst>
                                        </p:cTn>
                                        <p:tgtEl>
                                          <p:spTgt spid="84"/>
                                        </p:tgtEl>
                                        <p:attrNameLst>
                                          <p:attrName>style.visibility</p:attrName>
                                        </p:attrNameLst>
                                      </p:cBhvr>
                                      <p:to>
                                        <p:strVal val="visible"/>
                                      </p:to>
                                    </p:set>
                                    <p:animEffect transition="in" filter="fade">
                                      <p:cBhvr>
                                        <p:cTn id="116" dur="100"/>
                                        <p:tgtEl>
                                          <p:spTgt spid="84"/>
                                        </p:tgtEl>
                                      </p:cBhvr>
                                    </p:animEffect>
                                  </p:childTnLst>
                                </p:cTn>
                              </p:par>
                            </p:childTnLst>
                          </p:cTn>
                        </p:par>
                        <p:par>
                          <p:cTn id="117" fill="hold">
                            <p:stCondLst>
                              <p:cond delay="3100"/>
                            </p:stCondLst>
                            <p:childTnLst>
                              <p:par>
                                <p:cTn id="118" presetID="10" presetClass="entr" presetSubtype="0" fill="hold" grpId="0" nodeType="afterEffect">
                                  <p:stCondLst>
                                    <p:cond delay="0"/>
                                  </p:stCondLst>
                                  <p:childTnLst>
                                    <p:set>
                                      <p:cBhvr>
                                        <p:cTn id="119" dur="1" fill="hold">
                                          <p:stCondLst>
                                            <p:cond delay="0"/>
                                          </p:stCondLst>
                                        </p:cTn>
                                        <p:tgtEl>
                                          <p:spTgt spid="87"/>
                                        </p:tgtEl>
                                        <p:attrNameLst>
                                          <p:attrName>style.visibility</p:attrName>
                                        </p:attrNameLst>
                                      </p:cBhvr>
                                      <p:to>
                                        <p:strVal val="visible"/>
                                      </p:to>
                                    </p:set>
                                    <p:animEffect transition="in" filter="fade">
                                      <p:cBhvr>
                                        <p:cTn id="120" dur="100"/>
                                        <p:tgtEl>
                                          <p:spTgt spid="87"/>
                                        </p:tgtEl>
                                      </p:cBhvr>
                                    </p:animEffect>
                                  </p:childTnLst>
                                </p:cTn>
                              </p:par>
                            </p:childTnLst>
                          </p:cTn>
                        </p:par>
                        <p:par>
                          <p:cTn id="121" fill="hold">
                            <p:stCondLst>
                              <p:cond delay="3200"/>
                            </p:stCondLst>
                            <p:childTnLst>
                              <p:par>
                                <p:cTn id="122" presetID="10" presetClass="entr" presetSubtype="0" fill="hold" grpId="0" nodeType="afterEffect">
                                  <p:stCondLst>
                                    <p:cond delay="0"/>
                                  </p:stCondLst>
                                  <p:childTnLst>
                                    <p:set>
                                      <p:cBhvr>
                                        <p:cTn id="123" dur="1" fill="hold">
                                          <p:stCondLst>
                                            <p:cond delay="0"/>
                                          </p:stCondLst>
                                        </p:cTn>
                                        <p:tgtEl>
                                          <p:spTgt spid="86"/>
                                        </p:tgtEl>
                                        <p:attrNameLst>
                                          <p:attrName>style.visibility</p:attrName>
                                        </p:attrNameLst>
                                      </p:cBhvr>
                                      <p:to>
                                        <p:strVal val="visible"/>
                                      </p:to>
                                    </p:set>
                                    <p:animEffect transition="in" filter="fade">
                                      <p:cBhvr>
                                        <p:cTn id="124" dur="100"/>
                                        <p:tgtEl>
                                          <p:spTgt spid="86"/>
                                        </p:tgtEl>
                                      </p:cBhvr>
                                    </p:animEffect>
                                  </p:childTnLst>
                                </p:cTn>
                              </p:par>
                            </p:childTnLst>
                          </p:cTn>
                        </p:par>
                        <p:par>
                          <p:cTn id="125" fill="hold">
                            <p:stCondLst>
                              <p:cond delay="3300"/>
                            </p:stCondLst>
                            <p:childTnLst>
                              <p:par>
                                <p:cTn id="126" presetID="10" presetClass="entr" presetSubtype="0" fill="hold" grpId="0" nodeType="afterEffect">
                                  <p:stCondLst>
                                    <p:cond delay="0"/>
                                  </p:stCondLst>
                                  <p:childTnLst>
                                    <p:set>
                                      <p:cBhvr>
                                        <p:cTn id="127" dur="1" fill="hold">
                                          <p:stCondLst>
                                            <p:cond delay="0"/>
                                          </p:stCondLst>
                                        </p:cTn>
                                        <p:tgtEl>
                                          <p:spTgt spid="69"/>
                                        </p:tgtEl>
                                        <p:attrNameLst>
                                          <p:attrName>style.visibility</p:attrName>
                                        </p:attrNameLst>
                                      </p:cBhvr>
                                      <p:to>
                                        <p:strVal val="visible"/>
                                      </p:to>
                                    </p:set>
                                    <p:animEffect transition="in" filter="fade">
                                      <p:cBhvr>
                                        <p:cTn id="128" dur="100"/>
                                        <p:tgtEl>
                                          <p:spTgt spid="69"/>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17"/>
                                        </p:tgtEl>
                                        <p:attrNameLst>
                                          <p:attrName>style.visibility</p:attrName>
                                        </p:attrNameLst>
                                      </p:cBhvr>
                                      <p:to>
                                        <p:strVal val="visible"/>
                                      </p:to>
                                    </p:set>
                                    <p:animEffect transition="in" filter="fade">
                                      <p:cBhvr>
                                        <p:cTn id="133" dur="200"/>
                                        <p:tgtEl>
                                          <p:spTgt spid="17"/>
                                        </p:tgtEl>
                                      </p:cBhvr>
                                    </p:animEffect>
                                  </p:childTnLst>
                                </p:cTn>
                              </p:par>
                            </p:childTnLst>
                          </p:cTn>
                        </p:par>
                        <p:par>
                          <p:cTn id="134" fill="hold">
                            <p:stCondLst>
                              <p:cond delay="200"/>
                            </p:stCondLst>
                            <p:childTnLst>
                              <p:par>
                                <p:cTn id="135" presetID="10" presetClass="entr" presetSubtype="0" fill="hold" nodeType="afterEffect">
                                  <p:stCondLst>
                                    <p:cond delay="0"/>
                                  </p:stCondLst>
                                  <p:childTnLst>
                                    <p:set>
                                      <p:cBhvr>
                                        <p:cTn id="136" dur="1" fill="hold">
                                          <p:stCondLst>
                                            <p:cond delay="0"/>
                                          </p:stCondLst>
                                        </p:cTn>
                                        <p:tgtEl>
                                          <p:spTgt spid="677"/>
                                        </p:tgtEl>
                                        <p:attrNameLst>
                                          <p:attrName>style.visibility</p:attrName>
                                        </p:attrNameLst>
                                      </p:cBhvr>
                                      <p:to>
                                        <p:strVal val="visible"/>
                                      </p:to>
                                    </p:set>
                                    <p:animEffect transition="in" filter="fade">
                                      <p:cBhvr>
                                        <p:cTn id="137" dur="50"/>
                                        <p:tgtEl>
                                          <p:spTgt spid="677"/>
                                        </p:tgtEl>
                                      </p:cBhvr>
                                    </p:animEffect>
                                  </p:childTnLst>
                                </p:cTn>
                              </p:par>
                            </p:childTnLst>
                          </p:cTn>
                        </p:par>
                        <p:par>
                          <p:cTn id="138" fill="hold">
                            <p:stCondLst>
                              <p:cond delay="250"/>
                            </p:stCondLst>
                            <p:childTnLst>
                              <p:par>
                                <p:cTn id="139" presetID="10" presetClass="entr" presetSubtype="0" fill="hold" nodeType="afterEffect">
                                  <p:stCondLst>
                                    <p:cond delay="0"/>
                                  </p:stCondLst>
                                  <p:childTnLst>
                                    <p:set>
                                      <p:cBhvr>
                                        <p:cTn id="140" dur="1" fill="hold">
                                          <p:stCondLst>
                                            <p:cond delay="0"/>
                                          </p:stCondLst>
                                        </p:cTn>
                                        <p:tgtEl>
                                          <p:spTgt spid="671"/>
                                        </p:tgtEl>
                                        <p:attrNameLst>
                                          <p:attrName>style.visibility</p:attrName>
                                        </p:attrNameLst>
                                      </p:cBhvr>
                                      <p:to>
                                        <p:strVal val="visible"/>
                                      </p:to>
                                    </p:set>
                                    <p:animEffect transition="in" filter="fade">
                                      <p:cBhvr>
                                        <p:cTn id="141" dur="50"/>
                                        <p:tgtEl>
                                          <p:spTgt spid="671"/>
                                        </p:tgtEl>
                                      </p:cBhvr>
                                    </p:animEffect>
                                  </p:childTnLst>
                                </p:cTn>
                              </p:par>
                            </p:childTnLst>
                          </p:cTn>
                        </p:par>
                        <p:par>
                          <p:cTn id="142" fill="hold">
                            <p:stCondLst>
                              <p:cond delay="300"/>
                            </p:stCondLst>
                            <p:childTnLst>
                              <p:par>
                                <p:cTn id="143" presetID="10" presetClass="entr" presetSubtype="0" fill="hold" nodeType="afterEffect">
                                  <p:stCondLst>
                                    <p:cond delay="0"/>
                                  </p:stCondLst>
                                  <p:childTnLst>
                                    <p:set>
                                      <p:cBhvr>
                                        <p:cTn id="144" dur="1" fill="hold">
                                          <p:stCondLst>
                                            <p:cond delay="0"/>
                                          </p:stCondLst>
                                        </p:cTn>
                                        <p:tgtEl>
                                          <p:spTgt spid="665"/>
                                        </p:tgtEl>
                                        <p:attrNameLst>
                                          <p:attrName>style.visibility</p:attrName>
                                        </p:attrNameLst>
                                      </p:cBhvr>
                                      <p:to>
                                        <p:strVal val="visible"/>
                                      </p:to>
                                    </p:set>
                                    <p:animEffect transition="in" filter="fade">
                                      <p:cBhvr>
                                        <p:cTn id="145" dur="50"/>
                                        <p:tgtEl>
                                          <p:spTgt spid="665"/>
                                        </p:tgtEl>
                                      </p:cBhvr>
                                    </p:animEffect>
                                  </p:childTnLst>
                                </p:cTn>
                              </p:par>
                            </p:childTnLst>
                          </p:cTn>
                        </p:par>
                        <p:par>
                          <p:cTn id="146" fill="hold">
                            <p:stCondLst>
                              <p:cond delay="350"/>
                            </p:stCondLst>
                            <p:childTnLst>
                              <p:par>
                                <p:cTn id="147" presetID="10" presetClass="entr" presetSubtype="0" fill="hold" nodeType="afterEffect">
                                  <p:stCondLst>
                                    <p:cond delay="0"/>
                                  </p:stCondLst>
                                  <p:childTnLst>
                                    <p:set>
                                      <p:cBhvr>
                                        <p:cTn id="148" dur="1" fill="hold">
                                          <p:stCondLst>
                                            <p:cond delay="0"/>
                                          </p:stCondLst>
                                        </p:cTn>
                                        <p:tgtEl>
                                          <p:spTgt spid="659"/>
                                        </p:tgtEl>
                                        <p:attrNameLst>
                                          <p:attrName>style.visibility</p:attrName>
                                        </p:attrNameLst>
                                      </p:cBhvr>
                                      <p:to>
                                        <p:strVal val="visible"/>
                                      </p:to>
                                    </p:set>
                                    <p:animEffect transition="in" filter="fade">
                                      <p:cBhvr>
                                        <p:cTn id="149" dur="50"/>
                                        <p:tgtEl>
                                          <p:spTgt spid="659"/>
                                        </p:tgtEl>
                                      </p:cBhvr>
                                    </p:animEffect>
                                  </p:childTnLst>
                                </p:cTn>
                              </p:par>
                            </p:childTnLst>
                          </p:cTn>
                        </p:par>
                        <p:par>
                          <p:cTn id="150" fill="hold">
                            <p:stCondLst>
                              <p:cond delay="400"/>
                            </p:stCondLst>
                            <p:childTnLst>
                              <p:par>
                                <p:cTn id="151" presetID="10" presetClass="entr" presetSubtype="0" fill="hold" nodeType="afterEffect">
                                  <p:stCondLst>
                                    <p:cond delay="0"/>
                                  </p:stCondLst>
                                  <p:childTnLst>
                                    <p:set>
                                      <p:cBhvr>
                                        <p:cTn id="152" dur="1" fill="hold">
                                          <p:stCondLst>
                                            <p:cond delay="0"/>
                                          </p:stCondLst>
                                        </p:cTn>
                                        <p:tgtEl>
                                          <p:spTgt spid="653"/>
                                        </p:tgtEl>
                                        <p:attrNameLst>
                                          <p:attrName>style.visibility</p:attrName>
                                        </p:attrNameLst>
                                      </p:cBhvr>
                                      <p:to>
                                        <p:strVal val="visible"/>
                                      </p:to>
                                    </p:set>
                                    <p:animEffect transition="in" filter="fade">
                                      <p:cBhvr>
                                        <p:cTn id="153" dur="50"/>
                                        <p:tgtEl>
                                          <p:spTgt spid="653"/>
                                        </p:tgtEl>
                                      </p:cBhvr>
                                    </p:animEffect>
                                  </p:childTnLst>
                                </p:cTn>
                              </p:par>
                            </p:childTnLst>
                          </p:cTn>
                        </p:par>
                        <p:par>
                          <p:cTn id="154" fill="hold">
                            <p:stCondLst>
                              <p:cond delay="450"/>
                            </p:stCondLst>
                            <p:childTnLst>
                              <p:par>
                                <p:cTn id="155" presetID="10" presetClass="entr" presetSubtype="0" fill="hold" nodeType="afterEffect">
                                  <p:stCondLst>
                                    <p:cond delay="0"/>
                                  </p:stCondLst>
                                  <p:childTnLst>
                                    <p:set>
                                      <p:cBhvr>
                                        <p:cTn id="156" dur="1" fill="hold">
                                          <p:stCondLst>
                                            <p:cond delay="0"/>
                                          </p:stCondLst>
                                        </p:cTn>
                                        <p:tgtEl>
                                          <p:spTgt spid="647"/>
                                        </p:tgtEl>
                                        <p:attrNameLst>
                                          <p:attrName>style.visibility</p:attrName>
                                        </p:attrNameLst>
                                      </p:cBhvr>
                                      <p:to>
                                        <p:strVal val="visible"/>
                                      </p:to>
                                    </p:set>
                                    <p:animEffect transition="in" filter="fade">
                                      <p:cBhvr>
                                        <p:cTn id="157" dur="50"/>
                                        <p:tgtEl>
                                          <p:spTgt spid="647"/>
                                        </p:tgtEl>
                                      </p:cBhvr>
                                    </p:animEffect>
                                  </p:childTnLst>
                                </p:cTn>
                              </p:par>
                            </p:childTnLst>
                          </p:cTn>
                        </p:par>
                        <p:par>
                          <p:cTn id="158" fill="hold">
                            <p:stCondLst>
                              <p:cond delay="500"/>
                            </p:stCondLst>
                            <p:childTnLst>
                              <p:par>
                                <p:cTn id="159" presetID="10" presetClass="entr" presetSubtype="0" fill="hold" nodeType="afterEffect">
                                  <p:stCondLst>
                                    <p:cond delay="0"/>
                                  </p:stCondLst>
                                  <p:childTnLst>
                                    <p:set>
                                      <p:cBhvr>
                                        <p:cTn id="160" dur="1" fill="hold">
                                          <p:stCondLst>
                                            <p:cond delay="0"/>
                                          </p:stCondLst>
                                        </p:cTn>
                                        <p:tgtEl>
                                          <p:spTgt spid="641"/>
                                        </p:tgtEl>
                                        <p:attrNameLst>
                                          <p:attrName>style.visibility</p:attrName>
                                        </p:attrNameLst>
                                      </p:cBhvr>
                                      <p:to>
                                        <p:strVal val="visible"/>
                                      </p:to>
                                    </p:set>
                                    <p:animEffect transition="in" filter="fade">
                                      <p:cBhvr>
                                        <p:cTn id="161" dur="50"/>
                                        <p:tgtEl>
                                          <p:spTgt spid="641"/>
                                        </p:tgtEl>
                                      </p:cBhvr>
                                    </p:animEffect>
                                  </p:childTnLst>
                                </p:cTn>
                              </p:par>
                            </p:childTnLst>
                          </p:cTn>
                        </p:par>
                        <p:par>
                          <p:cTn id="162" fill="hold">
                            <p:stCondLst>
                              <p:cond delay="550"/>
                            </p:stCondLst>
                            <p:childTnLst>
                              <p:par>
                                <p:cTn id="163" presetID="10" presetClass="entr" presetSubtype="0" fill="hold" nodeType="afterEffect">
                                  <p:stCondLst>
                                    <p:cond delay="0"/>
                                  </p:stCondLst>
                                  <p:childTnLst>
                                    <p:set>
                                      <p:cBhvr>
                                        <p:cTn id="164" dur="1" fill="hold">
                                          <p:stCondLst>
                                            <p:cond delay="0"/>
                                          </p:stCondLst>
                                        </p:cTn>
                                        <p:tgtEl>
                                          <p:spTgt spid="635"/>
                                        </p:tgtEl>
                                        <p:attrNameLst>
                                          <p:attrName>style.visibility</p:attrName>
                                        </p:attrNameLst>
                                      </p:cBhvr>
                                      <p:to>
                                        <p:strVal val="visible"/>
                                      </p:to>
                                    </p:set>
                                    <p:animEffect transition="in" filter="fade">
                                      <p:cBhvr>
                                        <p:cTn id="165" dur="50"/>
                                        <p:tgtEl>
                                          <p:spTgt spid="635"/>
                                        </p:tgtEl>
                                      </p:cBhvr>
                                    </p:animEffect>
                                  </p:childTnLst>
                                </p:cTn>
                              </p:par>
                            </p:childTnLst>
                          </p:cTn>
                        </p:par>
                        <p:par>
                          <p:cTn id="166" fill="hold">
                            <p:stCondLst>
                              <p:cond delay="600"/>
                            </p:stCondLst>
                            <p:childTnLst>
                              <p:par>
                                <p:cTn id="167" presetID="10" presetClass="entr" presetSubtype="0" fill="hold" nodeType="afterEffect">
                                  <p:stCondLst>
                                    <p:cond delay="0"/>
                                  </p:stCondLst>
                                  <p:childTnLst>
                                    <p:set>
                                      <p:cBhvr>
                                        <p:cTn id="168" dur="1" fill="hold">
                                          <p:stCondLst>
                                            <p:cond delay="0"/>
                                          </p:stCondLst>
                                        </p:cTn>
                                        <p:tgtEl>
                                          <p:spTgt spid="629"/>
                                        </p:tgtEl>
                                        <p:attrNameLst>
                                          <p:attrName>style.visibility</p:attrName>
                                        </p:attrNameLst>
                                      </p:cBhvr>
                                      <p:to>
                                        <p:strVal val="visible"/>
                                      </p:to>
                                    </p:set>
                                    <p:animEffect transition="in" filter="fade">
                                      <p:cBhvr>
                                        <p:cTn id="169" dur="50"/>
                                        <p:tgtEl>
                                          <p:spTgt spid="629"/>
                                        </p:tgtEl>
                                      </p:cBhvr>
                                    </p:animEffect>
                                  </p:childTnLst>
                                </p:cTn>
                              </p:par>
                            </p:childTnLst>
                          </p:cTn>
                        </p:par>
                        <p:par>
                          <p:cTn id="170" fill="hold">
                            <p:stCondLst>
                              <p:cond delay="650"/>
                            </p:stCondLst>
                            <p:childTnLst>
                              <p:par>
                                <p:cTn id="171" presetID="10" presetClass="entr" presetSubtype="0" fill="hold" nodeType="afterEffect">
                                  <p:stCondLst>
                                    <p:cond delay="0"/>
                                  </p:stCondLst>
                                  <p:childTnLst>
                                    <p:set>
                                      <p:cBhvr>
                                        <p:cTn id="172" dur="1" fill="hold">
                                          <p:stCondLst>
                                            <p:cond delay="0"/>
                                          </p:stCondLst>
                                        </p:cTn>
                                        <p:tgtEl>
                                          <p:spTgt spid="335"/>
                                        </p:tgtEl>
                                        <p:attrNameLst>
                                          <p:attrName>style.visibility</p:attrName>
                                        </p:attrNameLst>
                                      </p:cBhvr>
                                      <p:to>
                                        <p:strVal val="visible"/>
                                      </p:to>
                                    </p:set>
                                    <p:animEffect transition="in" filter="fade">
                                      <p:cBhvr>
                                        <p:cTn id="173" dur="50"/>
                                        <p:tgtEl>
                                          <p:spTgt spid="335"/>
                                        </p:tgtEl>
                                      </p:cBhvr>
                                    </p:animEffect>
                                  </p:childTnLst>
                                </p:cTn>
                              </p:par>
                            </p:childTnLst>
                          </p:cTn>
                        </p:par>
                        <p:par>
                          <p:cTn id="174" fill="hold">
                            <p:stCondLst>
                              <p:cond delay="700"/>
                            </p:stCondLst>
                            <p:childTnLst>
                              <p:par>
                                <p:cTn id="175" presetID="10" presetClass="entr" presetSubtype="0" fill="hold" nodeType="afterEffect">
                                  <p:stCondLst>
                                    <p:cond delay="0"/>
                                  </p:stCondLst>
                                  <p:childTnLst>
                                    <p:set>
                                      <p:cBhvr>
                                        <p:cTn id="176" dur="1" fill="hold">
                                          <p:stCondLst>
                                            <p:cond delay="0"/>
                                          </p:stCondLst>
                                        </p:cTn>
                                        <p:tgtEl>
                                          <p:spTgt spid="344"/>
                                        </p:tgtEl>
                                        <p:attrNameLst>
                                          <p:attrName>style.visibility</p:attrName>
                                        </p:attrNameLst>
                                      </p:cBhvr>
                                      <p:to>
                                        <p:strVal val="visible"/>
                                      </p:to>
                                    </p:set>
                                    <p:animEffect transition="in" filter="fade">
                                      <p:cBhvr>
                                        <p:cTn id="177" dur="50"/>
                                        <p:tgtEl>
                                          <p:spTgt spid="344"/>
                                        </p:tgtEl>
                                      </p:cBhvr>
                                    </p:animEffect>
                                  </p:childTnLst>
                                </p:cTn>
                              </p:par>
                            </p:childTnLst>
                          </p:cTn>
                        </p:par>
                        <p:par>
                          <p:cTn id="178" fill="hold">
                            <p:stCondLst>
                              <p:cond delay="750"/>
                            </p:stCondLst>
                            <p:childTnLst>
                              <p:par>
                                <p:cTn id="179" presetID="10" presetClass="entr" presetSubtype="0" fill="hold" nodeType="afterEffect">
                                  <p:stCondLst>
                                    <p:cond delay="0"/>
                                  </p:stCondLst>
                                  <p:childTnLst>
                                    <p:set>
                                      <p:cBhvr>
                                        <p:cTn id="180" dur="1" fill="hold">
                                          <p:stCondLst>
                                            <p:cond delay="0"/>
                                          </p:stCondLst>
                                        </p:cTn>
                                        <p:tgtEl>
                                          <p:spTgt spid="329"/>
                                        </p:tgtEl>
                                        <p:attrNameLst>
                                          <p:attrName>style.visibility</p:attrName>
                                        </p:attrNameLst>
                                      </p:cBhvr>
                                      <p:to>
                                        <p:strVal val="visible"/>
                                      </p:to>
                                    </p:set>
                                    <p:animEffect transition="in" filter="fade">
                                      <p:cBhvr>
                                        <p:cTn id="181" dur="50"/>
                                        <p:tgtEl>
                                          <p:spTgt spid="329"/>
                                        </p:tgtEl>
                                      </p:cBhvr>
                                    </p:animEffect>
                                  </p:childTnLst>
                                </p:cTn>
                              </p:par>
                            </p:childTnLst>
                          </p:cTn>
                        </p:par>
                        <p:par>
                          <p:cTn id="182" fill="hold">
                            <p:stCondLst>
                              <p:cond delay="800"/>
                            </p:stCondLst>
                            <p:childTnLst>
                              <p:par>
                                <p:cTn id="183" presetID="10" presetClass="entr" presetSubtype="0" fill="hold" nodeType="afterEffect">
                                  <p:stCondLst>
                                    <p:cond delay="0"/>
                                  </p:stCondLst>
                                  <p:childTnLst>
                                    <p:set>
                                      <p:cBhvr>
                                        <p:cTn id="184" dur="1" fill="hold">
                                          <p:stCondLst>
                                            <p:cond delay="0"/>
                                          </p:stCondLst>
                                        </p:cTn>
                                        <p:tgtEl>
                                          <p:spTgt spid="626"/>
                                        </p:tgtEl>
                                        <p:attrNameLst>
                                          <p:attrName>style.visibility</p:attrName>
                                        </p:attrNameLst>
                                      </p:cBhvr>
                                      <p:to>
                                        <p:strVal val="visible"/>
                                      </p:to>
                                    </p:set>
                                    <p:animEffect transition="in" filter="fade">
                                      <p:cBhvr>
                                        <p:cTn id="185" dur="50"/>
                                        <p:tgtEl>
                                          <p:spTgt spid="626"/>
                                        </p:tgtEl>
                                      </p:cBhvr>
                                    </p:animEffect>
                                  </p:childTnLst>
                                </p:cTn>
                              </p:par>
                            </p:childTnLst>
                          </p:cTn>
                        </p:par>
                        <p:par>
                          <p:cTn id="186" fill="hold">
                            <p:stCondLst>
                              <p:cond delay="850"/>
                            </p:stCondLst>
                            <p:childTnLst>
                              <p:par>
                                <p:cTn id="187" presetID="10" presetClass="entr" presetSubtype="0" fill="hold" nodeType="afterEffect">
                                  <p:stCondLst>
                                    <p:cond delay="0"/>
                                  </p:stCondLst>
                                  <p:childTnLst>
                                    <p:set>
                                      <p:cBhvr>
                                        <p:cTn id="188" dur="1" fill="hold">
                                          <p:stCondLst>
                                            <p:cond delay="0"/>
                                          </p:stCondLst>
                                        </p:cTn>
                                        <p:tgtEl>
                                          <p:spTgt spid="620"/>
                                        </p:tgtEl>
                                        <p:attrNameLst>
                                          <p:attrName>style.visibility</p:attrName>
                                        </p:attrNameLst>
                                      </p:cBhvr>
                                      <p:to>
                                        <p:strVal val="visible"/>
                                      </p:to>
                                    </p:set>
                                    <p:animEffect transition="in" filter="fade">
                                      <p:cBhvr>
                                        <p:cTn id="189" dur="50"/>
                                        <p:tgtEl>
                                          <p:spTgt spid="620"/>
                                        </p:tgtEl>
                                      </p:cBhvr>
                                    </p:animEffect>
                                  </p:childTnLst>
                                </p:cTn>
                              </p:par>
                            </p:childTnLst>
                          </p:cTn>
                        </p:par>
                        <p:par>
                          <p:cTn id="190" fill="hold">
                            <p:stCondLst>
                              <p:cond delay="900"/>
                            </p:stCondLst>
                            <p:childTnLst>
                              <p:par>
                                <p:cTn id="191" presetID="10" presetClass="entr" presetSubtype="0" fill="hold" nodeType="afterEffect">
                                  <p:stCondLst>
                                    <p:cond delay="0"/>
                                  </p:stCondLst>
                                  <p:childTnLst>
                                    <p:set>
                                      <p:cBhvr>
                                        <p:cTn id="192" dur="1" fill="hold">
                                          <p:stCondLst>
                                            <p:cond delay="0"/>
                                          </p:stCondLst>
                                        </p:cTn>
                                        <p:tgtEl>
                                          <p:spTgt spid="902"/>
                                        </p:tgtEl>
                                        <p:attrNameLst>
                                          <p:attrName>style.visibility</p:attrName>
                                        </p:attrNameLst>
                                      </p:cBhvr>
                                      <p:to>
                                        <p:strVal val="visible"/>
                                      </p:to>
                                    </p:set>
                                    <p:animEffect transition="in" filter="fade">
                                      <p:cBhvr>
                                        <p:cTn id="193" dur="50"/>
                                        <p:tgtEl>
                                          <p:spTgt spid="902"/>
                                        </p:tgtEl>
                                      </p:cBhvr>
                                    </p:animEffect>
                                  </p:childTnLst>
                                </p:cTn>
                              </p:par>
                            </p:childTnLst>
                          </p:cTn>
                        </p:par>
                        <p:par>
                          <p:cTn id="194" fill="hold">
                            <p:stCondLst>
                              <p:cond delay="950"/>
                            </p:stCondLst>
                            <p:childTnLst>
                              <p:par>
                                <p:cTn id="195" presetID="10" presetClass="entr" presetSubtype="0" fill="hold" nodeType="afterEffect">
                                  <p:stCondLst>
                                    <p:cond delay="0"/>
                                  </p:stCondLst>
                                  <p:childTnLst>
                                    <p:set>
                                      <p:cBhvr>
                                        <p:cTn id="196" dur="1" fill="hold">
                                          <p:stCondLst>
                                            <p:cond delay="0"/>
                                          </p:stCondLst>
                                        </p:cTn>
                                        <p:tgtEl>
                                          <p:spTgt spid="617"/>
                                        </p:tgtEl>
                                        <p:attrNameLst>
                                          <p:attrName>style.visibility</p:attrName>
                                        </p:attrNameLst>
                                      </p:cBhvr>
                                      <p:to>
                                        <p:strVal val="visible"/>
                                      </p:to>
                                    </p:set>
                                    <p:animEffect transition="in" filter="fade">
                                      <p:cBhvr>
                                        <p:cTn id="197" dur="50"/>
                                        <p:tgtEl>
                                          <p:spTgt spid="617"/>
                                        </p:tgtEl>
                                      </p:cBhvr>
                                    </p:animEffect>
                                  </p:childTnLst>
                                </p:cTn>
                              </p:par>
                            </p:childTnLst>
                          </p:cTn>
                        </p:par>
                        <p:par>
                          <p:cTn id="198" fill="hold">
                            <p:stCondLst>
                              <p:cond delay="1000"/>
                            </p:stCondLst>
                            <p:childTnLst>
                              <p:par>
                                <p:cTn id="199" presetID="10" presetClass="entr" presetSubtype="0" fill="hold" nodeType="afterEffect">
                                  <p:stCondLst>
                                    <p:cond delay="0"/>
                                  </p:stCondLst>
                                  <p:childTnLst>
                                    <p:set>
                                      <p:cBhvr>
                                        <p:cTn id="200" dur="1" fill="hold">
                                          <p:stCondLst>
                                            <p:cond delay="0"/>
                                          </p:stCondLst>
                                        </p:cTn>
                                        <p:tgtEl>
                                          <p:spTgt spid="347"/>
                                        </p:tgtEl>
                                        <p:attrNameLst>
                                          <p:attrName>style.visibility</p:attrName>
                                        </p:attrNameLst>
                                      </p:cBhvr>
                                      <p:to>
                                        <p:strVal val="visible"/>
                                      </p:to>
                                    </p:set>
                                    <p:animEffect transition="in" filter="fade">
                                      <p:cBhvr>
                                        <p:cTn id="201" dur="50"/>
                                        <p:tgtEl>
                                          <p:spTgt spid="347"/>
                                        </p:tgtEl>
                                      </p:cBhvr>
                                    </p:animEffect>
                                  </p:childTnLst>
                                </p:cTn>
                              </p:par>
                            </p:childTnLst>
                          </p:cTn>
                        </p:par>
                        <p:par>
                          <p:cTn id="202" fill="hold">
                            <p:stCondLst>
                              <p:cond delay="1050"/>
                            </p:stCondLst>
                            <p:childTnLst>
                              <p:par>
                                <p:cTn id="203" presetID="10" presetClass="entr" presetSubtype="0" fill="hold" nodeType="afterEffect">
                                  <p:stCondLst>
                                    <p:cond delay="0"/>
                                  </p:stCondLst>
                                  <p:childTnLst>
                                    <p:set>
                                      <p:cBhvr>
                                        <p:cTn id="204" dur="1" fill="hold">
                                          <p:stCondLst>
                                            <p:cond delay="0"/>
                                          </p:stCondLst>
                                        </p:cTn>
                                        <p:tgtEl>
                                          <p:spTgt spid="362"/>
                                        </p:tgtEl>
                                        <p:attrNameLst>
                                          <p:attrName>style.visibility</p:attrName>
                                        </p:attrNameLst>
                                      </p:cBhvr>
                                      <p:to>
                                        <p:strVal val="visible"/>
                                      </p:to>
                                    </p:set>
                                    <p:animEffect transition="in" filter="fade">
                                      <p:cBhvr>
                                        <p:cTn id="205" dur="50"/>
                                        <p:tgtEl>
                                          <p:spTgt spid="362"/>
                                        </p:tgtEl>
                                      </p:cBhvr>
                                    </p:animEffect>
                                  </p:childTnLst>
                                </p:cTn>
                              </p:par>
                            </p:childTnLst>
                          </p:cTn>
                        </p:par>
                        <p:par>
                          <p:cTn id="206" fill="hold">
                            <p:stCondLst>
                              <p:cond delay="1100"/>
                            </p:stCondLst>
                            <p:childTnLst>
                              <p:par>
                                <p:cTn id="207" presetID="10" presetClass="entr" presetSubtype="0" fill="hold" nodeType="afterEffect">
                                  <p:stCondLst>
                                    <p:cond delay="0"/>
                                  </p:stCondLst>
                                  <p:childTnLst>
                                    <p:set>
                                      <p:cBhvr>
                                        <p:cTn id="208" dur="1" fill="hold">
                                          <p:stCondLst>
                                            <p:cond delay="0"/>
                                          </p:stCondLst>
                                        </p:cTn>
                                        <p:tgtEl>
                                          <p:spTgt spid="368"/>
                                        </p:tgtEl>
                                        <p:attrNameLst>
                                          <p:attrName>style.visibility</p:attrName>
                                        </p:attrNameLst>
                                      </p:cBhvr>
                                      <p:to>
                                        <p:strVal val="visible"/>
                                      </p:to>
                                    </p:set>
                                    <p:animEffect transition="in" filter="fade">
                                      <p:cBhvr>
                                        <p:cTn id="209" dur="50"/>
                                        <p:tgtEl>
                                          <p:spTgt spid="368"/>
                                        </p:tgtEl>
                                      </p:cBhvr>
                                    </p:animEffect>
                                  </p:childTnLst>
                                </p:cTn>
                              </p:par>
                            </p:childTnLst>
                          </p:cTn>
                        </p:par>
                        <p:par>
                          <p:cTn id="210" fill="hold">
                            <p:stCondLst>
                              <p:cond delay="1150"/>
                            </p:stCondLst>
                            <p:childTnLst>
                              <p:par>
                                <p:cTn id="211" presetID="10" presetClass="entr" presetSubtype="0" fill="hold" nodeType="afterEffect">
                                  <p:stCondLst>
                                    <p:cond delay="0"/>
                                  </p:stCondLst>
                                  <p:childTnLst>
                                    <p:set>
                                      <p:cBhvr>
                                        <p:cTn id="212" dur="1" fill="hold">
                                          <p:stCondLst>
                                            <p:cond delay="0"/>
                                          </p:stCondLst>
                                        </p:cTn>
                                        <p:tgtEl>
                                          <p:spTgt spid="350"/>
                                        </p:tgtEl>
                                        <p:attrNameLst>
                                          <p:attrName>style.visibility</p:attrName>
                                        </p:attrNameLst>
                                      </p:cBhvr>
                                      <p:to>
                                        <p:strVal val="visible"/>
                                      </p:to>
                                    </p:set>
                                    <p:animEffect transition="in" filter="fade">
                                      <p:cBhvr>
                                        <p:cTn id="213" dur="50"/>
                                        <p:tgtEl>
                                          <p:spTgt spid="350"/>
                                        </p:tgtEl>
                                      </p:cBhvr>
                                    </p:animEffect>
                                  </p:childTnLst>
                                </p:cTn>
                              </p:par>
                            </p:childTnLst>
                          </p:cTn>
                        </p:par>
                        <p:par>
                          <p:cTn id="214" fill="hold">
                            <p:stCondLst>
                              <p:cond delay="1200"/>
                            </p:stCondLst>
                            <p:childTnLst>
                              <p:par>
                                <p:cTn id="215" presetID="10" presetClass="entr" presetSubtype="0" fill="hold" nodeType="afterEffect">
                                  <p:stCondLst>
                                    <p:cond delay="0"/>
                                  </p:stCondLst>
                                  <p:childTnLst>
                                    <p:set>
                                      <p:cBhvr>
                                        <p:cTn id="216" dur="1" fill="hold">
                                          <p:stCondLst>
                                            <p:cond delay="0"/>
                                          </p:stCondLst>
                                        </p:cTn>
                                        <p:tgtEl>
                                          <p:spTgt spid="365"/>
                                        </p:tgtEl>
                                        <p:attrNameLst>
                                          <p:attrName>style.visibility</p:attrName>
                                        </p:attrNameLst>
                                      </p:cBhvr>
                                      <p:to>
                                        <p:strVal val="visible"/>
                                      </p:to>
                                    </p:set>
                                    <p:animEffect transition="in" filter="fade">
                                      <p:cBhvr>
                                        <p:cTn id="217" dur="50"/>
                                        <p:tgtEl>
                                          <p:spTgt spid="365"/>
                                        </p:tgtEl>
                                      </p:cBhvr>
                                    </p:animEffect>
                                  </p:childTnLst>
                                </p:cTn>
                              </p:par>
                            </p:childTnLst>
                          </p:cTn>
                        </p:par>
                        <p:par>
                          <p:cTn id="218" fill="hold">
                            <p:stCondLst>
                              <p:cond delay="1250"/>
                            </p:stCondLst>
                            <p:childTnLst>
                              <p:par>
                                <p:cTn id="219" presetID="10" presetClass="entr" presetSubtype="0" fill="hold" nodeType="afterEffect">
                                  <p:stCondLst>
                                    <p:cond delay="0"/>
                                  </p:stCondLst>
                                  <p:childTnLst>
                                    <p:set>
                                      <p:cBhvr>
                                        <p:cTn id="220" dur="1" fill="hold">
                                          <p:stCondLst>
                                            <p:cond delay="0"/>
                                          </p:stCondLst>
                                        </p:cTn>
                                        <p:tgtEl>
                                          <p:spTgt spid="353"/>
                                        </p:tgtEl>
                                        <p:attrNameLst>
                                          <p:attrName>style.visibility</p:attrName>
                                        </p:attrNameLst>
                                      </p:cBhvr>
                                      <p:to>
                                        <p:strVal val="visible"/>
                                      </p:to>
                                    </p:set>
                                    <p:animEffect transition="in" filter="fade">
                                      <p:cBhvr>
                                        <p:cTn id="221" dur="50"/>
                                        <p:tgtEl>
                                          <p:spTgt spid="353"/>
                                        </p:tgtEl>
                                      </p:cBhvr>
                                    </p:animEffect>
                                  </p:childTnLst>
                                </p:cTn>
                              </p:par>
                            </p:childTnLst>
                          </p:cTn>
                        </p:par>
                        <p:par>
                          <p:cTn id="222" fill="hold">
                            <p:stCondLst>
                              <p:cond delay="1300"/>
                            </p:stCondLst>
                            <p:childTnLst>
                              <p:par>
                                <p:cTn id="223" presetID="10" presetClass="entr" presetSubtype="0" fill="hold" nodeType="afterEffect">
                                  <p:stCondLst>
                                    <p:cond delay="0"/>
                                  </p:stCondLst>
                                  <p:childTnLst>
                                    <p:set>
                                      <p:cBhvr>
                                        <p:cTn id="224" dur="1" fill="hold">
                                          <p:stCondLst>
                                            <p:cond delay="0"/>
                                          </p:stCondLst>
                                        </p:cTn>
                                        <p:tgtEl>
                                          <p:spTgt spid="356"/>
                                        </p:tgtEl>
                                        <p:attrNameLst>
                                          <p:attrName>style.visibility</p:attrName>
                                        </p:attrNameLst>
                                      </p:cBhvr>
                                      <p:to>
                                        <p:strVal val="visible"/>
                                      </p:to>
                                    </p:set>
                                    <p:animEffect transition="in" filter="fade">
                                      <p:cBhvr>
                                        <p:cTn id="225" dur="50"/>
                                        <p:tgtEl>
                                          <p:spTgt spid="356"/>
                                        </p:tgtEl>
                                      </p:cBhvr>
                                    </p:animEffect>
                                  </p:childTnLst>
                                </p:cTn>
                              </p:par>
                            </p:childTnLst>
                          </p:cTn>
                        </p:par>
                        <p:par>
                          <p:cTn id="226" fill="hold">
                            <p:stCondLst>
                              <p:cond delay="1350"/>
                            </p:stCondLst>
                            <p:childTnLst>
                              <p:par>
                                <p:cTn id="227" presetID="10" presetClass="entr" presetSubtype="0" fill="hold" nodeType="afterEffect">
                                  <p:stCondLst>
                                    <p:cond delay="0"/>
                                  </p:stCondLst>
                                  <p:childTnLst>
                                    <p:set>
                                      <p:cBhvr>
                                        <p:cTn id="228" dur="1" fill="hold">
                                          <p:stCondLst>
                                            <p:cond delay="0"/>
                                          </p:stCondLst>
                                        </p:cTn>
                                        <p:tgtEl>
                                          <p:spTgt spid="359"/>
                                        </p:tgtEl>
                                        <p:attrNameLst>
                                          <p:attrName>style.visibility</p:attrName>
                                        </p:attrNameLst>
                                      </p:cBhvr>
                                      <p:to>
                                        <p:strVal val="visible"/>
                                      </p:to>
                                    </p:set>
                                    <p:animEffect transition="in" filter="fade">
                                      <p:cBhvr>
                                        <p:cTn id="229" dur="50"/>
                                        <p:tgtEl>
                                          <p:spTgt spid="359"/>
                                        </p:tgtEl>
                                      </p:cBhvr>
                                    </p:animEffect>
                                  </p:childTnLst>
                                </p:cTn>
                              </p:par>
                            </p:childTnLst>
                          </p:cTn>
                        </p:par>
                        <p:par>
                          <p:cTn id="230" fill="hold">
                            <p:stCondLst>
                              <p:cond delay="1400"/>
                            </p:stCondLst>
                            <p:childTnLst>
                              <p:par>
                                <p:cTn id="231" presetID="10" presetClass="entr" presetSubtype="0" fill="hold" nodeType="afterEffect">
                                  <p:stCondLst>
                                    <p:cond delay="0"/>
                                  </p:stCondLst>
                                  <p:childTnLst>
                                    <p:set>
                                      <p:cBhvr>
                                        <p:cTn id="232" dur="1" fill="hold">
                                          <p:stCondLst>
                                            <p:cond delay="0"/>
                                          </p:stCondLst>
                                        </p:cTn>
                                        <p:tgtEl>
                                          <p:spTgt spid="377"/>
                                        </p:tgtEl>
                                        <p:attrNameLst>
                                          <p:attrName>style.visibility</p:attrName>
                                        </p:attrNameLst>
                                      </p:cBhvr>
                                      <p:to>
                                        <p:strVal val="visible"/>
                                      </p:to>
                                    </p:set>
                                    <p:animEffect transition="in" filter="fade">
                                      <p:cBhvr>
                                        <p:cTn id="233" dur="50"/>
                                        <p:tgtEl>
                                          <p:spTgt spid="377"/>
                                        </p:tgtEl>
                                      </p:cBhvr>
                                    </p:animEffect>
                                  </p:childTnLst>
                                </p:cTn>
                              </p:par>
                            </p:childTnLst>
                          </p:cTn>
                        </p:par>
                        <p:par>
                          <p:cTn id="234" fill="hold">
                            <p:stCondLst>
                              <p:cond delay="1450"/>
                            </p:stCondLst>
                            <p:childTnLst>
                              <p:par>
                                <p:cTn id="235" presetID="10" presetClass="entr" presetSubtype="0" fill="hold" nodeType="afterEffect">
                                  <p:stCondLst>
                                    <p:cond delay="0"/>
                                  </p:stCondLst>
                                  <p:childTnLst>
                                    <p:set>
                                      <p:cBhvr>
                                        <p:cTn id="236" dur="1" fill="hold">
                                          <p:stCondLst>
                                            <p:cond delay="0"/>
                                          </p:stCondLst>
                                        </p:cTn>
                                        <p:tgtEl>
                                          <p:spTgt spid="374"/>
                                        </p:tgtEl>
                                        <p:attrNameLst>
                                          <p:attrName>style.visibility</p:attrName>
                                        </p:attrNameLst>
                                      </p:cBhvr>
                                      <p:to>
                                        <p:strVal val="visible"/>
                                      </p:to>
                                    </p:set>
                                    <p:animEffect transition="in" filter="fade">
                                      <p:cBhvr>
                                        <p:cTn id="237" dur="50"/>
                                        <p:tgtEl>
                                          <p:spTgt spid="374"/>
                                        </p:tgtEl>
                                      </p:cBhvr>
                                    </p:animEffect>
                                  </p:childTnLst>
                                </p:cTn>
                              </p:par>
                            </p:childTnLst>
                          </p:cTn>
                        </p:par>
                        <p:par>
                          <p:cTn id="238" fill="hold">
                            <p:stCondLst>
                              <p:cond delay="1500"/>
                            </p:stCondLst>
                            <p:childTnLst>
                              <p:par>
                                <p:cTn id="239" presetID="10" presetClass="entr" presetSubtype="0" fill="hold" nodeType="afterEffect">
                                  <p:stCondLst>
                                    <p:cond delay="0"/>
                                  </p:stCondLst>
                                  <p:childTnLst>
                                    <p:set>
                                      <p:cBhvr>
                                        <p:cTn id="240" dur="1" fill="hold">
                                          <p:stCondLst>
                                            <p:cond delay="0"/>
                                          </p:stCondLst>
                                        </p:cTn>
                                        <p:tgtEl>
                                          <p:spTgt spid="371"/>
                                        </p:tgtEl>
                                        <p:attrNameLst>
                                          <p:attrName>style.visibility</p:attrName>
                                        </p:attrNameLst>
                                      </p:cBhvr>
                                      <p:to>
                                        <p:strVal val="visible"/>
                                      </p:to>
                                    </p:set>
                                    <p:animEffect transition="in" filter="fade">
                                      <p:cBhvr>
                                        <p:cTn id="241" dur="50"/>
                                        <p:tgtEl>
                                          <p:spTgt spid="371"/>
                                        </p:tgtEl>
                                      </p:cBhvr>
                                    </p:animEffect>
                                  </p:childTnLst>
                                </p:cTn>
                              </p:par>
                            </p:childTnLst>
                          </p:cTn>
                        </p:par>
                        <p:par>
                          <p:cTn id="242" fill="hold">
                            <p:stCondLst>
                              <p:cond delay="1550"/>
                            </p:stCondLst>
                            <p:childTnLst>
                              <p:par>
                                <p:cTn id="243" presetID="10" presetClass="entr" presetSubtype="0" fill="hold" nodeType="afterEffect">
                                  <p:stCondLst>
                                    <p:cond delay="0"/>
                                  </p:stCondLst>
                                  <p:childTnLst>
                                    <p:set>
                                      <p:cBhvr>
                                        <p:cTn id="244" dur="1" fill="hold">
                                          <p:stCondLst>
                                            <p:cond delay="0"/>
                                          </p:stCondLst>
                                        </p:cTn>
                                        <p:tgtEl>
                                          <p:spTgt spid="386"/>
                                        </p:tgtEl>
                                        <p:attrNameLst>
                                          <p:attrName>style.visibility</p:attrName>
                                        </p:attrNameLst>
                                      </p:cBhvr>
                                      <p:to>
                                        <p:strVal val="visible"/>
                                      </p:to>
                                    </p:set>
                                    <p:animEffect transition="in" filter="fade">
                                      <p:cBhvr>
                                        <p:cTn id="245" dur="50"/>
                                        <p:tgtEl>
                                          <p:spTgt spid="386"/>
                                        </p:tgtEl>
                                      </p:cBhvr>
                                    </p:animEffect>
                                  </p:childTnLst>
                                </p:cTn>
                              </p:par>
                            </p:childTnLst>
                          </p:cTn>
                        </p:par>
                        <p:par>
                          <p:cTn id="246" fill="hold">
                            <p:stCondLst>
                              <p:cond delay="1600"/>
                            </p:stCondLst>
                            <p:childTnLst>
                              <p:par>
                                <p:cTn id="247" presetID="10" presetClass="entr" presetSubtype="0" fill="hold" nodeType="afterEffect">
                                  <p:stCondLst>
                                    <p:cond delay="0"/>
                                  </p:stCondLst>
                                  <p:childTnLst>
                                    <p:set>
                                      <p:cBhvr>
                                        <p:cTn id="248" dur="1" fill="hold">
                                          <p:stCondLst>
                                            <p:cond delay="0"/>
                                          </p:stCondLst>
                                        </p:cTn>
                                        <p:tgtEl>
                                          <p:spTgt spid="383"/>
                                        </p:tgtEl>
                                        <p:attrNameLst>
                                          <p:attrName>style.visibility</p:attrName>
                                        </p:attrNameLst>
                                      </p:cBhvr>
                                      <p:to>
                                        <p:strVal val="visible"/>
                                      </p:to>
                                    </p:set>
                                    <p:animEffect transition="in" filter="fade">
                                      <p:cBhvr>
                                        <p:cTn id="249" dur="50"/>
                                        <p:tgtEl>
                                          <p:spTgt spid="383"/>
                                        </p:tgtEl>
                                      </p:cBhvr>
                                    </p:animEffect>
                                  </p:childTnLst>
                                </p:cTn>
                              </p:par>
                            </p:childTnLst>
                          </p:cTn>
                        </p:par>
                        <p:par>
                          <p:cTn id="250" fill="hold">
                            <p:stCondLst>
                              <p:cond delay="1650"/>
                            </p:stCondLst>
                            <p:childTnLst>
                              <p:par>
                                <p:cTn id="251" presetID="10" presetClass="entr" presetSubtype="0" fill="hold" nodeType="afterEffect">
                                  <p:stCondLst>
                                    <p:cond delay="0"/>
                                  </p:stCondLst>
                                  <p:childTnLst>
                                    <p:set>
                                      <p:cBhvr>
                                        <p:cTn id="252" dur="1" fill="hold">
                                          <p:stCondLst>
                                            <p:cond delay="0"/>
                                          </p:stCondLst>
                                        </p:cTn>
                                        <p:tgtEl>
                                          <p:spTgt spid="380"/>
                                        </p:tgtEl>
                                        <p:attrNameLst>
                                          <p:attrName>style.visibility</p:attrName>
                                        </p:attrNameLst>
                                      </p:cBhvr>
                                      <p:to>
                                        <p:strVal val="visible"/>
                                      </p:to>
                                    </p:set>
                                    <p:animEffect transition="in" filter="fade">
                                      <p:cBhvr>
                                        <p:cTn id="253" dur="50"/>
                                        <p:tgtEl>
                                          <p:spTgt spid="380"/>
                                        </p:tgtEl>
                                      </p:cBhvr>
                                    </p:animEffect>
                                  </p:childTnLst>
                                </p:cTn>
                              </p:par>
                            </p:childTnLst>
                          </p:cTn>
                        </p:par>
                        <p:par>
                          <p:cTn id="254" fill="hold">
                            <p:stCondLst>
                              <p:cond delay="1700"/>
                            </p:stCondLst>
                            <p:childTnLst>
                              <p:par>
                                <p:cTn id="255" presetID="10" presetClass="entr" presetSubtype="0" fill="hold" nodeType="afterEffect">
                                  <p:stCondLst>
                                    <p:cond delay="0"/>
                                  </p:stCondLst>
                                  <p:childTnLst>
                                    <p:set>
                                      <p:cBhvr>
                                        <p:cTn id="256" dur="1" fill="hold">
                                          <p:stCondLst>
                                            <p:cond delay="0"/>
                                          </p:stCondLst>
                                        </p:cTn>
                                        <p:tgtEl>
                                          <p:spTgt spid="395"/>
                                        </p:tgtEl>
                                        <p:attrNameLst>
                                          <p:attrName>style.visibility</p:attrName>
                                        </p:attrNameLst>
                                      </p:cBhvr>
                                      <p:to>
                                        <p:strVal val="visible"/>
                                      </p:to>
                                    </p:set>
                                    <p:animEffect transition="in" filter="fade">
                                      <p:cBhvr>
                                        <p:cTn id="257" dur="50"/>
                                        <p:tgtEl>
                                          <p:spTgt spid="395"/>
                                        </p:tgtEl>
                                      </p:cBhvr>
                                    </p:animEffect>
                                  </p:childTnLst>
                                </p:cTn>
                              </p:par>
                            </p:childTnLst>
                          </p:cTn>
                        </p:par>
                        <p:par>
                          <p:cTn id="258" fill="hold">
                            <p:stCondLst>
                              <p:cond delay="1750"/>
                            </p:stCondLst>
                            <p:childTnLst>
                              <p:par>
                                <p:cTn id="259" presetID="10" presetClass="entr" presetSubtype="0" fill="hold" nodeType="afterEffect">
                                  <p:stCondLst>
                                    <p:cond delay="0"/>
                                  </p:stCondLst>
                                  <p:childTnLst>
                                    <p:set>
                                      <p:cBhvr>
                                        <p:cTn id="260" dur="1" fill="hold">
                                          <p:stCondLst>
                                            <p:cond delay="0"/>
                                          </p:stCondLst>
                                        </p:cTn>
                                        <p:tgtEl>
                                          <p:spTgt spid="392"/>
                                        </p:tgtEl>
                                        <p:attrNameLst>
                                          <p:attrName>style.visibility</p:attrName>
                                        </p:attrNameLst>
                                      </p:cBhvr>
                                      <p:to>
                                        <p:strVal val="visible"/>
                                      </p:to>
                                    </p:set>
                                    <p:animEffect transition="in" filter="fade">
                                      <p:cBhvr>
                                        <p:cTn id="261" dur="50"/>
                                        <p:tgtEl>
                                          <p:spTgt spid="392"/>
                                        </p:tgtEl>
                                      </p:cBhvr>
                                    </p:animEffect>
                                  </p:childTnLst>
                                </p:cTn>
                              </p:par>
                            </p:childTnLst>
                          </p:cTn>
                        </p:par>
                        <p:par>
                          <p:cTn id="262" fill="hold">
                            <p:stCondLst>
                              <p:cond delay="1800"/>
                            </p:stCondLst>
                            <p:childTnLst>
                              <p:par>
                                <p:cTn id="263" presetID="10" presetClass="entr" presetSubtype="0" fill="hold" nodeType="afterEffect">
                                  <p:stCondLst>
                                    <p:cond delay="0"/>
                                  </p:stCondLst>
                                  <p:childTnLst>
                                    <p:set>
                                      <p:cBhvr>
                                        <p:cTn id="264" dur="1" fill="hold">
                                          <p:stCondLst>
                                            <p:cond delay="0"/>
                                          </p:stCondLst>
                                        </p:cTn>
                                        <p:tgtEl>
                                          <p:spTgt spid="389"/>
                                        </p:tgtEl>
                                        <p:attrNameLst>
                                          <p:attrName>style.visibility</p:attrName>
                                        </p:attrNameLst>
                                      </p:cBhvr>
                                      <p:to>
                                        <p:strVal val="visible"/>
                                      </p:to>
                                    </p:set>
                                    <p:animEffect transition="in" filter="fade">
                                      <p:cBhvr>
                                        <p:cTn id="265" dur="50"/>
                                        <p:tgtEl>
                                          <p:spTgt spid="389"/>
                                        </p:tgtEl>
                                      </p:cBhvr>
                                    </p:animEffect>
                                  </p:childTnLst>
                                </p:cTn>
                              </p:par>
                            </p:childTnLst>
                          </p:cTn>
                        </p:par>
                        <p:par>
                          <p:cTn id="266" fill="hold">
                            <p:stCondLst>
                              <p:cond delay="1850"/>
                            </p:stCondLst>
                            <p:childTnLst>
                              <p:par>
                                <p:cTn id="267" presetID="10" presetClass="entr" presetSubtype="0" fill="hold" nodeType="afterEffect">
                                  <p:stCondLst>
                                    <p:cond delay="0"/>
                                  </p:stCondLst>
                                  <p:childTnLst>
                                    <p:set>
                                      <p:cBhvr>
                                        <p:cTn id="268" dur="1" fill="hold">
                                          <p:stCondLst>
                                            <p:cond delay="0"/>
                                          </p:stCondLst>
                                        </p:cTn>
                                        <p:tgtEl>
                                          <p:spTgt spid="401"/>
                                        </p:tgtEl>
                                        <p:attrNameLst>
                                          <p:attrName>style.visibility</p:attrName>
                                        </p:attrNameLst>
                                      </p:cBhvr>
                                      <p:to>
                                        <p:strVal val="visible"/>
                                      </p:to>
                                    </p:set>
                                    <p:animEffect transition="in" filter="fade">
                                      <p:cBhvr>
                                        <p:cTn id="269" dur="50"/>
                                        <p:tgtEl>
                                          <p:spTgt spid="401"/>
                                        </p:tgtEl>
                                      </p:cBhvr>
                                    </p:animEffect>
                                  </p:childTnLst>
                                </p:cTn>
                              </p:par>
                            </p:childTnLst>
                          </p:cTn>
                        </p:par>
                        <p:par>
                          <p:cTn id="270" fill="hold">
                            <p:stCondLst>
                              <p:cond delay="1900"/>
                            </p:stCondLst>
                            <p:childTnLst>
                              <p:par>
                                <p:cTn id="271" presetID="10" presetClass="entr" presetSubtype="0" fill="hold" nodeType="afterEffect">
                                  <p:stCondLst>
                                    <p:cond delay="0"/>
                                  </p:stCondLst>
                                  <p:childTnLst>
                                    <p:set>
                                      <p:cBhvr>
                                        <p:cTn id="272" dur="1" fill="hold">
                                          <p:stCondLst>
                                            <p:cond delay="0"/>
                                          </p:stCondLst>
                                        </p:cTn>
                                        <p:tgtEl>
                                          <p:spTgt spid="398"/>
                                        </p:tgtEl>
                                        <p:attrNameLst>
                                          <p:attrName>style.visibility</p:attrName>
                                        </p:attrNameLst>
                                      </p:cBhvr>
                                      <p:to>
                                        <p:strVal val="visible"/>
                                      </p:to>
                                    </p:set>
                                    <p:animEffect transition="in" filter="fade">
                                      <p:cBhvr>
                                        <p:cTn id="273" dur="50"/>
                                        <p:tgtEl>
                                          <p:spTgt spid="398"/>
                                        </p:tgtEl>
                                      </p:cBhvr>
                                    </p:animEffect>
                                  </p:childTnLst>
                                </p:cTn>
                              </p:par>
                            </p:childTnLst>
                          </p:cTn>
                        </p:par>
                        <p:par>
                          <p:cTn id="274" fill="hold">
                            <p:stCondLst>
                              <p:cond delay="1950"/>
                            </p:stCondLst>
                            <p:childTnLst>
                              <p:par>
                                <p:cTn id="275" presetID="10" presetClass="entr" presetSubtype="0" fill="hold" nodeType="afterEffect">
                                  <p:stCondLst>
                                    <p:cond delay="0"/>
                                  </p:stCondLst>
                                  <p:childTnLst>
                                    <p:set>
                                      <p:cBhvr>
                                        <p:cTn id="276" dur="1" fill="hold">
                                          <p:stCondLst>
                                            <p:cond delay="0"/>
                                          </p:stCondLst>
                                        </p:cTn>
                                        <p:tgtEl>
                                          <p:spTgt spid="404"/>
                                        </p:tgtEl>
                                        <p:attrNameLst>
                                          <p:attrName>style.visibility</p:attrName>
                                        </p:attrNameLst>
                                      </p:cBhvr>
                                      <p:to>
                                        <p:strVal val="visible"/>
                                      </p:to>
                                    </p:set>
                                    <p:animEffect transition="in" filter="fade">
                                      <p:cBhvr>
                                        <p:cTn id="277" dur="50"/>
                                        <p:tgtEl>
                                          <p:spTgt spid="404"/>
                                        </p:tgtEl>
                                      </p:cBhvr>
                                    </p:animEffect>
                                  </p:childTnLst>
                                </p:cTn>
                              </p:par>
                            </p:childTnLst>
                          </p:cTn>
                        </p:par>
                        <p:par>
                          <p:cTn id="278" fill="hold">
                            <p:stCondLst>
                              <p:cond delay="2000"/>
                            </p:stCondLst>
                            <p:childTnLst>
                              <p:par>
                                <p:cTn id="279" presetID="10" presetClass="entr" presetSubtype="0" fill="hold" nodeType="afterEffect">
                                  <p:stCondLst>
                                    <p:cond delay="0"/>
                                  </p:stCondLst>
                                  <p:childTnLst>
                                    <p:set>
                                      <p:cBhvr>
                                        <p:cTn id="280" dur="1" fill="hold">
                                          <p:stCondLst>
                                            <p:cond delay="0"/>
                                          </p:stCondLst>
                                        </p:cTn>
                                        <p:tgtEl>
                                          <p:spTgt spid="407"/>
                                        </p:tgtEl>
                                        <p:attrNameLst>
                                          <p:attrName>style.visibility</p:attrName>
                                        </p:attrNameLst>
                                      </p:cBhvr>
                                      <p:to>
                                        <p:strVal val="visible"/>
                                      </p:to>
                                    </p:set>
                                    <p:animEffect transition="in" filter="fade">
                                      <p:cBhvr>
                                        <p:cTn id="281" dur="50"/>
                                        <p:tgtEl>
                                          <p:spTgt spid="407"/>
                                        </p:tgtEl>
                                      </p:cBhvr>
                                    </p:animEffect>
                                  </p:childTnLst>
                                </p:cTn>
                              </p:par>
                            </p:childTnLst>
                          </p:cTn>
                        </p:par>
                        <p:par>
                          <p:cTn id="282" fill="hold">
                            <p:stCondLst>
                              <p:cond delay="2050"/>
                            </p:stCondLst>
                            <p:childTnLst>
                              <p:par>
                                <p:cTn id="283" presetID="10" presetClass="entr" presetSubtype="0" fill="hold" nodeType="afterEffect">
                                  <p:stCondLst>
                                    <p:cond delay="0"/>
                                  </p:stCondLst>
                                  <p:childTnLst>
                                    <p:set>
                                      <p:cBhvr>
                                        <p:cTn id="284" dur="1" fill="hold">
                                          <p:stCondLst>
                                            <p:cond delay="0"/>
                                          </p:stCondLst>
                                        </p:cTn>
                                        <p:tgtEl>
                                          <p:spTgt spid="410"/>
                                        </p:tgtEl>
                                        <p:attrNameLst>
                                          <p:attrName>style.visibility</p:attrName>
                                        </p:attrNameLst>
                                      </p:cBhvr>
                                      <p:to>
                                        <p:strVal val="visible"/>
                                      </p:to>
                                    </p:set>
                                    <p:animEffect transition="in" filter="fade">
                                      <p:cBhvr>
                                        <p:cTn id="285" dur="50"/>
                                        <p:tgtEl>
                                          <p:spTgt spid="410"/>
                                        </p:tgtEl>
                                      </p:cBhvr>
                                    </p:animEffect>
                                  </p:childTnLst>
                                </p:cTn>
                              </p:par>
                            </p:childTnLst>
                          </p:cTn>
                        </p:par>
                        <p:par>
                          <p:cTn id="286" fill="hold">
                            <p:stCondLst>
                              <p:cond delay="2100"/>
                            </p:stCondLst>
                            <p:childTnLst>
                              <p:par>
                                <p:cTn id="287" presetID="10" presetClass="entr" presetSubtype="0" fill="hold" nodeType="afterEffect">
                                  <p:stCondLst>
                                    <p:cond delay="0"/>
                                  </p:stCondLst>
                                  <p:childTnLst>
                                    <p:set>
                                      <p:cBhvr>
                                        <p:cTn id="288" dur="1" fill="hold">
                                          <p:stCondLst>
                                            <p:cond delay="0"/>
                                          </p:stCondLst>
                                        </p:cTn>
                                        <p:tgtEl>
                                          <p:spTgt spid="413"/>
                                        </p:tgtEl>
                                        <p:attrNameLst>
                                          <p:attrName>style.visibility</p:attrName>
                                        </p:attrNameLst>
                                      </p:cBhvr>
                                      <p:to>
                                        <p:strVal val="visible"/>
                                      </p:to>
                                    </p:set>
                                    <p:animEffect transition="in" filter="fade">
                                      <p:cBhvr>
                                        <p:cTn id="289" dur="50"/>
                                        <p:tgtEl>
                                          <p:spTgt spid="413"/>
                                        </p:tgtEl>
                                      </p:cBhvr>
                                    </p:animEffect>
                                  </p:childTnLst>
                                </p:cTn>
                              </p:par>
                            </p:childTnLst>
                          </p:cTn>
                        </p:par>
                        <p:par>
                          <p:cTn id="290" fill="hold">
                            <p:stCondLst>
                              <p:cond delay="2150"/>
                            </p:stCondLst>
                            <p:childTnLst>
                              <p:par>
                                <p:cTn id="291" presetID="10" presetClass="entr" presetSubtype="0" fill="hold" nodeType="afterEffect">
                                  <p:stCondLst>
                                    <p:cond delay="0"/>
                                  </p:stCondLst>
                                  <p:childTnLst>
                                    <p:set>
                                      <p:cBhvr>
                                        <p:cTn id="292" dur="1" fill="hold">
                                          <p:stCondLst>
                                            <p:cond delay="0"/>
                                          </p:stCondLst>
                                        </p:cTn>
                                        <p:tgtEl>
                                          <p:spTgt spid="623"/>
                                        </p:tgtEl>
                                        <p:attrNameLst>
                                          <p:attrName>style.visibility</p:attrName>
                                        </p:attrNameLst>
                                      </p:cBhvr>
                                      <p:to>
                                        <p:strVal val="visible"/>
                                      </p:to>
                                    </p:set>
                                    <p:animEffect transition="in" filter="fade">
                                      <p:cBhvr>
                                        <p:cTn id="293" dur="50"/>
                                        <p:tgtEl>
                                          <p:spTgt spid="623"/>
                                        </p:tgtEl>
                                      </p:cBhvr>
                                    </p:animEffect>
                                  </p:childTnLst>
                                </p:cTn>
                              </p:par>
                            </p:childTnLst>
                          </p:cTn>
                        </p:par>
                        <p:par>
                          <p:cTn id="294" fill="hold">
                            <p:stCondLst>
                              <p:cond delay="2200"/>
                            </p:stCondLst>
                            <p:childTnLst>
                              <p:par>
                                <p:cTn id="295" presetID="10" presetClass="entr" presetSubtype="0" fill="hold" nodeType="afterEffect">
                                  <p:stCondLst>
                                    <p:cond delay="0"/>
                                  </p:stCondLst>
                                  <p:childTnLst>
                                    <p:set>
                                      <p:cBhvr>
                                        <p:cTn id="296" dur="1" fill="hold">
                                          <p:stCondLst>
                                            <p:cond delay="0"/>
                                          </p:stCondLst>
                                        </p:cTn>
                                        <p:tgtEl>
                                          <p:spTgt spid="245"/>
                                        </p:tgtEl>
                                        <p:attrNameLst>
                                          <p:attrName>style.visibility</p:attrName>
                                        </p:attrNameLst>
                                      </p:cBhvr>
                                      <p:to>
                                        <p:strVal val="visible"/>
                                      </p:to>
                                    </p:set>
                                    <p:animEffect transition="in" filter="fade">
                                      <p:cBhvr>
                                        <p:cTn id="297" dur="50"/>
                                        <p:tgtEl>
                                          <p:spTgt spid="245"/>
                                        </p:tgtEl>
                                      </p:cBhvr>
                                    </p:animEffect>
                                  </p:childTnLst>
                                </p:cTn>
                              </p:par>
                            </p:childTnLst>
                          </p:cTn>
                        </p:par>
                        <p:par>
                          <p:cTn id="298" fill="hold">
                            <p:stCondLst>
                              <p:cond delay="2250"/>
                            </p:stCondLst>
                            <p:childTnLst>
                              <p:par>
                                <p:cTn id="299" presetID="10" presetClass="entr" presetSubtype="0" fill="hold" nodeType="afterEffect">
                                  <p:stCondLst>
                                    <p:cond delay="0"/>
                                  </p:stCondLst>
                                  <p:childTnLst>
                                    <p:set>
                                      <p:cBhvr>
                                        <p:cTn id="300" dur="1" fill="hold">
                                          <p:stCondLst>
                                            <p:cond delay="0"/>
                                          </p:stCondLst>
                                        </p:cTn>
                                        <p:tgtEl>
                                          <p:spTgt spid="332"/>
                                        </p:tgtEl>
                                        <p:attrNameLst>
                                          <p:attrName>style.visibility</p:attrName>
                                        </p:attrNameLst>
                                      </p:cBhvr>
                                      <p:to>
                                        <p:strVal val="visible"/>
                                      </p:to>
                                    </p:set>
                                    <p:animEffect transition="in" filter="fade">
                                      <p:cBhvr>
                                        <p:cTn id="301" dur="50"/>
                                        <p:tgtEl>
                                          <p:spTgt spid="332"/>
                                        </p:tgtEl>
                                      </p:cBhvr>
                                    </p:animEffect>
                                  </p:childTnLst>
                                </p:cTn>
                              </p:par>
                            </p:childTnLst>
                          </p:cTn>
                        </p:par>
                        <p:par>
                          <p:cTn id="302" fill="hold">
                            <p:stCondLst>
                              <p:cond delay="2300"/>
                            </p:stCondLst>
                            <p:childTnLst>
                              <p:par>
                                <p:cTn id="303" presetID="10" presetClass="entr" presetSubtype="0" fill="hold" nodeType="afterEffect">
                                  <p:stCondLst>
                                    <p:cond delay="0"/>
                                  </p:stCondLst>
                                  <p:childTnLst>
                                    <p:set>
                                      <p:cBhvr>
                                        <p:cTn id="304" dur="1" fill="hold">
                                          <p:stCondLst>
                                            <p:cond delay="0"/>
                                          </p:stCondLst>
                                        </p:cTn>
                                        <p:tgtEl>
                                          <p:spTgt spid="341"/>
                                        </p:tgtEl>
                                        <p:attrNameLst>
                                          <p:attrName>style.visibility</p:attrName>
                                        </p:attrNameLst>
                                      </p:cBhvr>
                                      <p:to>
                                        <p:strVal val="visible"/>
                                      </p:to>
                                    </p:set>
                                    <p:animEffect transition="in" filter="fade">
                                      <p:cBhvr>
                                        <p:cTn id="305" dur="50"/>
                                        <p:tgtEl>
                                          <p:spTgt spid="341"/>
                                        </p:tgtEl>
                                      </p:cBhvr>
                                    </p:animEffect>
                                  </p:childTnLst>
                                </p:cTn>
                              </p:par>
                            </p:childTnLst>
                          </p:cTn>
                        </p:par>
                        <p:par>
                          <p:cTn id="306" fill="hold">
                            <p:stCondLst>
                              <p:cond delay="2350"/>
                            </p:stCondLst>
                            <p:childTnLst>
                              <p:par>
                                <p:cTn id="307" presetID="10" presetClass="entr" presetSubtype="0" fill="hold" nodeType="afterEffect">
                                  <p:stCondLst>
                                    <p:cond delay="0"/>
                                  </p:stCondLst>
                                  <p:childTnLst>
                                    <p:set>
                                      <p:cBhvr>
                                        <p:cTn id="308" dur="1" fill="hold">
                                          <p:stCondLst>
                                            <p:cond delay="0"/>
                                          </p:stCondLst>
                                        </p:cTn>
                                        <p:tgtEl>
                                          <p:spTgt spid="338"/>
                                        </p:tgtEl>
                                        <p:attrNameLst>
                                          <p:attrName>style.visibility</p:attrName>
                                        </p:attrNameLst>
                                      </p:cBhvr>
                                      <p:to>
                                        <p:strVal val="visible"/>
                                      </p:to>
                                    </p:set>
                                    <p:animEffect transition="in" filter="fade">
                                      <p:cBhvr>
                                        <p:cTn id="309" dur="50"/>
                                        <p:tgtEl>
                                          <p:spTgt spid="338"/>
                                        </p:tgtEl>
                                      </p:cBhvr>
                                    </p:animEffect>
                                  </p:childTnLst>
                                </p:cTn>
                              </p:par>
                            </p:childTnLst>
                          </p:cTn>
                        </p:par>
                        <p:par>
                          <p:cTn id="310" fill="hold">
                            <p:stCondLst>
                              <p:cond delay="2400"/>
                            </p:stCondLst>
                            <p:childTnLst>
                              <p:par>
                                <p:cTn id="311" presetID="10" presetClass="entr" presetSubtype="0" fill="hold" nodeType="afterEffect">
                                  <p:stCondLst>
                                    <p:cond delay="0"/>
                                  </p:stCondLst>
                                  <p:childTnLst>
                                    <p:set>
                                      <p:cBhvr>
                                        <p:cTn id="312" dur="1" fill="hold">
                                          <p:stCondLst>
                                            <p:cond delay="0"/>
                                          </p:stCondLst>
                                        </p:cTn>
                                        <p:tgtEl>
                                          <p:spTgt spid="632"/>
                                        </p:tgtEl>
                                        <p:attrNameLst>
                                          <p:attrName>style.visibility</p:attrName>
                                        </p:attrNameLst>
                                      </p:cBhvr>
                                      <p:to>
                                        <p:strVal val="visible"/>
                                      </p:to>
                                    </p:set>
                                    <p:animEffect transition="in" filter="fade">
                                      <p:cBhvr>
                                        <p:cTn id="313" dur="50"/>
                                        <p:tgtEl>
                                          <p:spTgt spid="632"/>
                                        </p:tgtEl>
                                      </p:cBhvr>
                                    </p:animEffect>
                                  </p:childTnLst>
                                </p:cTn>
                              </p:par>
                            </p:childTnLst>
                          </p:cTn>
                        </p:par>
                        <p:par>
                          <p:cTn id="314" fill="hold">
                            <p:stCondLst>
                              <p:cond delay="2450"/>
                            </p:stCondLst>
                            <p:childTnLst>
                              <p:par>
                                <p:cTn id="315" presetID="10" presetClass="entr" presetSubtype="0" fill="hold" nodeType="afterEffect">
                                  <p:stCondLst>
                                    <p:cond delay="0"/>
                                  </p:stCondLst>
                                  <p:childTnLst>
                                    <p:set>
                                      <p:cBhvr>
                                        <p:cTn id="316" dur="1" fill="hold">
                                          <p:stCondLst>
                                            <p:cond delay="0"/>
                                          </p:stCondLst>
                                        </p:cTn>
                                        <p:tgtEl>
                                          <p:spTgt spid="638"/>
                                        </p:tgtEl>
                                        <p:attrNameLst>
                                          <p:attrName>style.visibility</p:attrName>
                                        </p:attrNameLst>
                                      </p:cBhvr>
                                      <p:to>
                                        <p:strVal val="visible"/>
                                      </p:to>
                                    </p:set>
                                    <p:animEffect transition="in" filter="fade">
                                      <p:cBhvr>
                                        <p:cTn id="317" dur="50"/>
                                        <p:tgtEl>
                                          <p:spTgt spid="638"/>
                                        </p:tgtEl>
                                      </p:cBhvr>
                                    </p:animEffect>
                                  </p:childTnLst>
                                </p:cTn>
                              </p:par>
                            </p:childTnLst>
                          </p:cTn>
                        </p:par>
                        <p:par>
                          <p:cTn id="318" fill="hold">
                            <p:stCondLst>
                              <p:cond delay="2500"/>
                            </p:stCondLst>
                            <p:childTnLst>
                              <p:par>
                                <p:cTn id="319" presetID="10" presetClass="entr" presetSubtype="0" fill="hold" nodeType="afterEffect">
                                  <p:stCondLst>
                                    <p:cond delay="0"/>
                                  </p:stCondLst>
                                  <p:childTnLst>
                                    <p:set>
                                      <p:cBhvr>
                                        <p:cTn id="320" dur="1" fill="hold">
                                          <p:stCondLst>
                                            <p:cond delay="0"/>
                                          </p:stCondLst>
                                        </p:cTn>
                                        <p:tgtEl>
                                          <p:spTgt spid="644"/>
                                        </p:tgtEl>
                                        <p:attrNameLst>
                                          <p:attrName>style.visibility</p:attrName>
                                        </p:attrNameLst>
                                      </p:cBhvr>
                                      <p:to>
                                        <p:strVal val="visible"/>
                                      </p:to>
                                    </p:set>
                                    <p:animEffect transition="in" filter="fade">
                                      <p:cBhvr>
                                        <p:cTn id="321" dur="50"/>
                                        <p:tgtEl>
                                          <p:spTgt spid="644"/>
                                        </p:tgtEl>
                                      </p:cBhvr>
                                    </p:animEffect>
                                  </p:childTnLst>
                                </p:cTn>
                              </p:par>
                            </p:childTnLst>
                          </p:cTn>
                        </p:par>
                        <p:par>
                          <p:cTn id="322" fill="hold">
                            <p:stCondLst>
                              <p:cond delay="2550"/>
                            </p:stCondLst>
                            <p:childTnLst>
                              <p:par>
                                <p:cTn id="323" presetID="10" presetClass="entr" presetSubtype="0" fill="hold" nodeType="afterEffect">
                                  <p:stCondLst>
                                    <p:cond delay="0"/>
                                  </p:stCondLst>
                                  <p:childTnLst>
                                    <p:set>
                                      <p:cBhvr>
                                        <p:cTn id="324" dur="1" fill="hold">
                                          <p:stCondLst>
                                            <p:cond delay="0"/>
                                          </p:stCondLst>
                                        </p:cTn>
                                        <p:tgtEl>
                                          <p:spTgt spid="650"/>
                                        </p:tgtEl>
                                        <p:attrNameLst>
                                          <p:attrName>style.visibility</p:attrName>
                                        </p:attrNameLst>
                                      </p:cBhvr>
                                      <p:to>
                                        <p:strVal val="visible"/>
                                      </p:to>
                                    </p:set>
                                    <p:animEffect transition="in" filter="fade">
                                      <p:cBhvr>
                                        <p:cTn id="325" dur="50"/>
                                        <p:tgtEl>
                                          <p:spTgt spid="650"/>
                                        </p:tgtEl>
                                      </p:cBhvr>
                                    </p:animEffect>
                                  </p:childTnLst>
                                </p:cTn>
                              </p:par>
                            </p:childTnLst>
                          </p:cTn>
                        </p:par>
                        <p:par>
                          <p:cTn id="326" fill="hold">
                            <p:stCondLst>
                              <p:cond delay="2600"/>
                            </p:stCondLst>
                            <p:childTnLst>
                              <p:par>
                                <p:cTn id="327" presetID="10" presetClass="entr" presetSubtype="0" fill="hold" nodeType="afterEffect">
                                  <p:stCondLst>
                                    <p:cond delay="0"/>
                                  </p:stCondLst>
                                  <p:childTnLst>
                                    <p:set>
                                      <p:cBhvr>
                                        <p:cTn id="328" dur="1" fill="hold">
                                          <p:stCondLst>
                                            <p:cond delay="0"/>
                                          </p:stCondLst>
                                        </p:cTn>
                                        <p:tgtEl>
                                          <p:spTgt spid="656"/>
                                        </p:tgtEl>
                                        <p:attrNameLst>
                                          <p:attrName>style.visibility</p:attrName>
                                        </p:attrNameLst>
                                      </p:cBhvr>
                                      <p:to>
                                        <p:strVal val="visible"/>
                                      </p:to>
                                    </p:set>
                                    <p:animEffect transition="in" filter="fade">
                                      <p:cBhvr>
                                        <p:cTn id="329" dur="50"/>
                                        <p:tgtEl>
                                          <p:spTgt spid="656"/>
                                        </p:tgtEl>
                                      </p:cBhvr>
                                    </p:animEffect>
                                  </p:childTnLst>
                                </p:cTn>
                              </p:par>
                            </p:childTnLst>
                          </p:cTn>
                        </p:par>
                        <p:par>
                          <p:cTn id="330" fill="hold">
                            <p:stCondLst>
                              <p:cond delay="2650"/>
                            </p:stCondLst>
                            <p:childTnLst>
                              <p:par>
                                <p:cTn id="331" presetID="10" presetClass="entr" presetSubtype="0" fill="hold" nodeType="afterEffect">
                                  <p:stCondLst>
                                    <p:cond delay="0"/>
                                  </p:stCondLst>
                                  <p:childTnLst>
                                    <p:set>
                                      <p:cBhvr>
                                        <p:cTn id="332" dur="1" fill="hold">
                                          <p:stCondLst>
                                            <p:cond delay="0"/>
                                          </p:stCondLst>
                                        </p:cTn>
                                        <p:tgtEl>
                                          <p:spTgt spid="662"/>
                                        </p:tgtEl>
                                        <p:attrNameLst>
                                          <p:attrName>style.visibility</p:attrName>
                                        </p:attrNameLst>
                                      </p:cBhvr>
                                      <p:to>
                                        <p:strVal val="visible"/>
                                      </p:to>
                                    </p:set>
                                    <p:animEffect transition="in" filter="fade">
                                      <p:cBhvr>
                                        <p:cTn id="333" dur="50"/>
                                        <p:tgtEl>
                                          <p:spTgt spid="662"/>
                                        </p:tgtEl>
                                      </p:cBhvr>
                                    </p:animEffect>
                                  </p:childTnLst>
                                </p:cTn>
                              </p:par>
                            </p:childTnLst>
                          </p:cTn>
                        </p:par>
                        <p:par>
                          <p:cTn id="334" fill="hold">
                            <p:stCondLst>
                              <p:cond delay="2700"/>
                            </p:stCondLst>
                            <p:childTnLst>
                              <p:par>
                                <p:cTn id="335" presetID="10" presetClass="entr" presetSubtype="0" fill="hold" nodeType="afterEffect">
                                  <p:stCondLst>
                                    <p:cond delay="0"/>
                                  </p:stCondLst>
                                  <p:childTnLst>
                                    <p:set>
                                      <p:cBhvr>
                                        <p:cTn id="336" dur="1" fill="hold">
                                          <p:stCondLst>
                                            <p:cond delay="0"/>
                                          </p:stCondLst>
                                        </p:cTn>
                                        <p:tgtEl>
                                          <p:spTgt spid="668"/>
                                        </p:tgtEl>
                                        <p:attrNameLst>
                                          <p:attrName>style.visibility</p:attrName>
                                        </p:attrNameLst>
                                      </p:cBhvr>
                                      <p:to>
                                        <p:strVal val="visible"/>
                                      </p:to>
                                    </p:set>
                                    <p:animEffect transition="in" filter="fade">
                                      <p:cBhvr>
                                        <p:cTn id="337" dur="50"/>
                                        <p:tgtEl>
                                          <p:spTgt spid="668"/>
                                        </p:tgtEl>
                                      </p:cBhvr>
                                    </p:animEffect>
                                  </p:childTnLst>
                                </p:cTn>
                              </p:par>
                            </p:childTnLst>
                          </p:cTn>
                        </p:par>
                        <p:par>
                          <p:cTn id="338" fill="hold">
                            <p:stCondLst>
                              <p:cond delay="2750"/>
                            </p:stCondLst>
                            <p:childTnLst>
                              <p:par>
                                <p:cTn id="339" presetID="10" presetClass="entr" presetSubtype="0" fill="hold" nodeType="afterEffect">
                                  <p:stCondLst>
                                    <p:cond delay="0"/>
                                  </p:stCondLst>
                                  <p:childTnLst>
                                    <p:set>
                                      <p:cBhvr>
                                        <p:cTn id="340" dur="1" fill="hold">
                                          <p:stCondLst>
                                            <p:cond delay="0"/>
                                          </p:stCondLst>
                                        </p:cTn>
                                        <p:tgtEl>
                                          <p:spTgt spid="674"/>
                                        </p:tgtEl>
                                        <p:attrNameLst>
                                          <p:attrName>style.visibility</p:attrName>
                                        </p:attrNameLst>
                                      </p:cBhvr>
                                      <p:to>
                                        <p:strVal val="visible"/>
                                      </p:to>
                                    </p:set>
                                    <p:animEffect transition="in" filter="fade">
                                      <p:cBhvr>
                                        <p:cTn id="341" dur="50"/>
                                        <p:tgtEl>
                                          <p:spTgt spid="674"/>
                                        </p:tgtEl>
                                      </p:cBhvr>
                                    </p:animEffect>
                                  </p:childTnLst>
                                </p:cTn>
                              </p:par>
                            </p:childTnLst>
                          </p:cTn>
                        </p:par>
                        <p:par>
                          <p:cTn id="342" fill="hold">
                            <p:stCondLst>
                              <p:cond delay="2800"/>
                            </p:stCondLst>
                            <p:childTnLst>
                              <p:par>
                                <p:cTn id="343" presetID="10" presetClass="entr" presetSubtype="0" fill="hold" nodeType="afterEffect">
                                  <p:stCondLst>
                                    <p:cond delay="0"/>
                                  </p:stCondLst>
                                  <p:childTnLst>
                                    <p:set>
                                      <p:cBhvr>
                                        <p:cTn id="344" dur="1" fill="hold">
                                          <p:stCondLst>
                                            <p:cond delay="0"/>
                                          </p:stCondLst>
                                        </p:cTn>
                                        <p:tgtEl>
                                          <p:spTgt spid="416"/>
                                        </p:tgtEl>
                                        <p:attrNameLst>
                                          <p:attrName>style.visibility</p:attrName>
                                        </p:attrNameLst>
                                      </p:cBhvr>
                                      <p:to>
                                        <p:strVal val="visible"/>
                                      </p:to>
                                    </p:set>
                                    <p:animEffect transition="in" filter="fade">
                                      <p:cBhvr>
                                        <p:cTn id="345" dur="50"/>
                                        <p:tgtEl>
                                          <p:spTgt spid="416"/>
                                        </p:tgtEl>
                                      </p:cBhvr>
                                    </p:animEffect>
                                  </p:childTnLst>
                                </p:cTn>
                              </p:par>
                            </p:childTnLst>
                          </p:cTn>
                        </p:par>
                        <p:par>
                          <p:cTn id="346" fill="hold">
                            <p:stCondLst>
                              <p:cond delay="2850"/>
                            </p:stCondLst>
                            <p:childTnLst>
                              <p:par>
                                <p:cTn id="347" presetID="10" presetClass="entr" presetSubtype="0" fill="hold" nodeType="afterEffect">
                                  <p:stCondLst>
                                    <p:cond delay="0"/>
                                  </p:stCondLst>
                                  <p:childTnLst>
                                    <p:set>
                                      <p:cBhvr>
                                        <p:cTn id="348" dur="1" fill="hold">
                                          <p:stCondLst>
                                            <p:cond delay="0"/>
                                          </p:stCondLst>
                                        </p:cTn>
                                        <p:tgtEl>
                                          <p:spTgt spid="593"/>
                                        </p:tgtEl>
                                        <p:attrNameLst>
                                          <p:attrName>style.visibility</p:attrName>
                                        </p:attrNameLst>
                                      </p:cBhvr>
                                      <p:to>
                                        <p:strVal val="visible"/>
                                      </p:to>
                                    </p:set>
                                    <p:animEffect transition="in" filter="fade">
                                      <p:cBhvr>
                                        <p:cTn id="349" dur="50"/>
                                        <p:tgtEl>
                                          <p:spTgt spid="593"/>
                                        </p:tgtEl>
                                      </p:cBhvr>
                                    </p:animEffect>
                                  </p:childTnLst>
                                </p:cTn>
                              </p:par>
                            </p:childTnLst>
                          </p:cTn>
                        </p:par>
                        <p:par>
                          <p:cTn id="350" fill="hold">
                            <p:stCondLst>
                              <p:cond delay="2900"/>
                            </p:stCondLst>
                            <p:childTnLst>
                              <p:par>
                                <p:cTn id="351" presetID="10" presetClass="entr" presetSubtype="0" fill="hold" nodeType="afterEffect">
                                  <p:stCondLst>
                                    <p:cond delay="0"/>
                                  </p:stCondLst>
                                  <p:childTnLst>
                                    <p:set>
                                      <p:cBhvr>
                                        <p:cTn id="352" dur="1" fill="hold">
                                          <p:stCondLst>
                                            <p:cond delay="0"/>
                                          </p:stCondLst>
                                        </p:cTn>
                                        <p:tgtEl>
                                          <p:spTgt spid="596"/>
                                        </p:tgtEl>
                                        <p:attrNameLst>
                                          <p:attrName>style.visibility</p:attrName>
                                        </p:attrNameLst>
                                      </p:cBhvr>
                                      <p:to>
                                        <p:strVal val="visible"/>
                                      </p:to>
                                    </p:set>
                                    <p:animEffect transition="in" filter="fade">
                                      <p:cBhvr>
                                        <p:cTn id="353" dur="50"/>
                                        <p:tgtEl>
                                          <p:spTgt spid="596"/>
                                        </p:tgtEl>
                                      </p:cBhvr>
                                    </p:animEffect>
                                  </p:childTnLst>
                                </p:cTn>
                              </p:par>
                            </p:childTnLst>
                          </p:cTn>
                        </p:par>
                        <p:par>
                          <p:cTn id="354" fill="hold">
                            <p:stCondLst>
                              <p:cond delay="2950"/>
                            </p:stCondLst>
                            <p:childTnLst>
                              <p:par>
                                <p:cTn id="355" presetID="10" presetClass="entr" presetSubtype="0" fill="hold" nodeType="afterEffect">
                                  <p:stCondLst>
                                    <p:cond delay="0"/>
                                  </p:stCondLst>
                                  <p:childTnLst>
                                    <p:set>
                                      <p:cBhvr>
                                        <p:cTn id="356" dur="1" fill="hold">
                                          <p:stCondLst>
                                            <p:cond delay="0"/>
                                          </p:stCondLst>
                                        </p:cTn>
                                        <p:tgtEl>
                                          <p:spTgt spid="599"/>
                                        </p:tgtEl>
                                        <p:attrNameLst>
                                          <p:attrName>style.visibility</p:attrName>
                                        </p:attrNameLst>
                                      </p:cBhvr>
                                      <p:to>
                                        <p:strVal val="visible"/>
                                      </p:to>
                                    </p:set>
                                    <p:animEffect transition="in" filter="fade">
                                      <p:cBhvr>
                                        <p:cTn id="357" dur="50"/>
                                        <p:tgtEl>
                                          <p:spTgt spid="599"/>
                                        </p:tgtEl>
                                      </p:cBhvr>
                                    </p:animEffect>
                                  </p:childTnLst>
                                </p:cTn>
                              </p:par>
                            </p:childTnLst>
                          </p:cTn>
                        </p:par>
                        <p:par>
                          <p:cTn id="358" fill="hold">
                            <p:stCondLst>
                              <p:cond delay="3000"/>
                            </p:stCondLst>
                            <p:childTnLst>
                              <p:par>
                                <p:cTn id="359" presetID="10" presetClass="entr" presetSubtype="0" fill="hold" nodeType="afterEffect">
                                  <p:stCondLst>
                                    <p:cond delay="0"/>
                                  </p:stCondLst>
                                  <p:childTnLst>
                                    <p:set>
                                      <p:cBhvr>
                                        <p:cTn id="360" dur="1" fill="hold">
                                          <p:stCondLst>
                                            <p:cond delay="0"/>
                                          </p:stCondLst>
                                        </p:cTn>
                                        <p:tgtEl>
                                          <p:spTgt spid="602"/>
                                        </p:tgtEl>
                                        <p:attrNameLst>
                                          <p:attrName>style.visibility</p:attrName>
                                        </p:attrNameLst>
                                      </p:cBhvr>
                                      <p:to>
                                        <p:strVal val="visible"/>
                                      </p:to>
                                    </p:set>
                                    <p:animEffect transition="in" filter="fade">
                                      <p:cBhvr>
                                        <p:cTn id="361" dur="50"/>
                                        <p:tgtEl>
                                          <p:spTgt spid="602"/>
                                        </p:tgtEl>
                                      </p:cBhvr>
                                    </p:animEffect>
                                  </p:childTnLst>
                                </p:cTn>
                              </p:par>
                            </p:childTnLst>
                          </p:cTn>
                        </p:par>
                        <p:par>
                          <p:cTn id="362" fill="hold">
                            <p:stCondLst>
                              <p:cond delay="3050"/>
                            </p:stCondLst>
                            <p:childTnLst>
                              <p:par>
                                <p:cTn id="363" presetID="10" presetClass="entr" presetSubtype="0" fill="hold" nodeType="afterEffect">
                                  <p:stCondLst>
                                    <p:cond delay="0"/>
                                  </p:stCondLst>
                                  <p:childTnLst>
                                    <p:set>
                                      <p:cBhvr>
                                        <p:cTn id="364" dur="1" fill="hold">
                                          <p:stCondLst>
                                            <p:cond delay="0"/>
                                          </p:stCondLst>
                                        </p:cTn>
                                        <p:tgtEl>
                                          <p:spTgt spid="605"/>
                                        </p:tgtEl>
                                        <p:attrNameLst>
                                          <p:attrName>style.visibility</p:attrName>
                                        </p:attrNameLst>
                                      </p:cBhvr>
                                      <p:to>
                                        <p:strVal val="visible"/>
                                      </p:to>
                                    </p:set>
                                    <p:animEffect transition="in" filter="fade">
                                      <p:cBhvr>
                                        <p:cTn id="365" dur="50"/>
                                        <p:tgtEl>
                                          <p:spTgt spid="605"/>
                                        </p:tgtEl>
                                      </p:cBhvr>
                                    </p:animEffect>
                                  </p:childTnLst>
                                </p:cTn>
                              </p:par>
                            </p:childTnLst>
                          </p:cTn>
                        </p:par>
                        <p:par>
                          <p:cTn id="366" fill="hold">
                            <p:stCondLst>
                              <p:cond delay="3100"/>
                            </p:stCondLst>
                            <p:childTnLst>
                              <p:par>
                                <p:cTn id="367" presetID="10" presetClass="entr" presetSubtype="0" fill="hold" nodeType="afterEffect">
                                  <p:stCondLst>
                                    <p:cond delay="0"/>
                                  </p:stCondLst>
                                  <p:childTnLst>
                                    <p:set>
                                      <p:cBhvr>
                                        <p:cTn id="368" dur="1" fill="hold">
                                          <p:stCondLst>
                                            <p:cond delay="0"/>
                                          </p:stCondLst>
                                        </p:cTn>
                                        <p:tgtEl>
                                          <p:spTgt spid="608"/>
                                        </p:tgtEl>
                                        <p:attrNameLst>
                                          <p:attrName>style.visibility</p:attrName>
                                        </p:attrNameLst>
                                      </p:cBhvr>
                                      <p:to>
                                        <p:strVal val="visible"/>
                                      </p:to>
                                    </p:set>
                                    <p:animEffect transition="in" filter="fade">
                                      <p:cBhvr>
                                        <p:cTn id="369" dur="50"/>
                                        <p:tgtEl>
                                          <p:spTgt spid="608"/>
                                        </p:tgtEl>
                                      </p:cBhvr>
                                    </p:animEffect>
                                  </p:childTnLst>
                                </p:cTn>
                              </p:par>
                            </p:childTnLst>
                          </p:cTn>
                        </p:par>
                        <p:par>
                          <p:cTn id="370" fill="hold">
                            <p:stCondLst>
                              <p:cond delay="3150"/>
                            </p:stCondLst>
                            <p:childTnLst>
                              <p:par>
                                <p:cTn id="371" presetID="10" presetClass="entr" presetSubtype="0" fill="hold" nodeType="afterEffect">
                                  <p:stCondLst>
                                    <p:cond delay="0"/>
                                  </p:stCondLst>
                                  <p:childTnLst>
                                    <p:set>
                                      <p:cBhvr>
                                        <p:cTn id="372" dur="1" fill="hold">
                                          <p:stCondLst>
                                            <p:cond delay="0"/>
                                          </p:stCondLst>
                                        </p:cTn>
                                        <p:tgtEl>
                                          <p:spTgt spid="611"/>
                                        </p:tgtEl>
                                        <p:attrNameLst>
                                          <p:attrName>style.visibility</p:attrName>
                                        </p:attrNameLst>
                                      </p:cBhvr>
                                      <p:to>
                                        <p:strVal val="visible"/>
                                      </p:to>
                                    </p:set>
                                    <p:animEffect transition="in" filter="fade">
                                      <p:cBhvr>
                                        <p:cTn id="373" dur="50"/>
                                        <p:tgtEl>
                                          <p:spTgt spid="611"/>
                                        </p:tgtEl>
                                      </p:cBhvr>
                                    </p:animEffect>
                                  </p:childTnLst>
                                </p:cTn>
                              </p:par>
                            </p:childTnLst>
                          </p:cTn>
                        </p:par>
                        <p:par>
                          <p:cTn id="374" fill="hold">
                            <p:stCondLst>
                              <p:cond delay="3200"/>
                            </p:stCondLst>
                            <p:childTnLst>
                              <p:par>
                                <p:cTn id="375" presetID="10" presetClass="entr" presetSubtype="0" fill="hold" nodeType="afterEffect">
                                  <p:stCondLst>
                                    <p:cond delay="0"/>
                                  </p:stCondLst>
                                  <p:childTnLst>
                                    <p:set>
                                      <p:cBhvr>
                                        <p:cTn id="376" dur="1" fill="hold">
                                          <p:stCondLst>
                                            <p:cond delay="0"/>
                                          </p:stCondLst>
                                        </p:cTn>
                                        <p:tgtEl>
                                          <p:spTgt spid="614"/>
                                        </p:tgtEl>
                                        <p:attrNameLst>
                                          <p:attrName>style.visibility</p:attrName>
                                        </p:attrNameLst>
                                      </p:cBhvr>
                                      <p:to>
                                        <p:strVal val="visible"/>
                                      </p:to>
                                    </p:set>
                                    <p:animEffect transition="in" filter="fade">
                                      <p:cBhvr>
                                        <p:cTn id="377" dur="50"/>
                                        <p:tgtEl>
                                          <p:spTgt spid="614"/>
                                        </p:tgtEl>
                                      </p:cBhvr>
                                    </p:animEffect>
                                  </p:childTnLst>
                                </p:cTn>
                              </p:par>
                            </p:childTnLst>
                          </p:cTn>
                        </p:par>
                      </p:childTnLst>
                    </p:cTn>
                  </p:par>
                  <p:par>
                    <p:cTn id="378" fill="hold">
                      <p:stCondLst>
                        <p:cond delay="indefinite"/>
                      </p:stCondLst>
                      <p:childTnLst>
                        <p:par>
                          <p:cTn id="379" fill="hold">
                            <p:stCondLst>
                              <p:cond delay="0"/>
                            </p:stCondLst>
                            <p:childTnLst>
                              <p:par>
                                <p:cTn id="380" presetID="10" presetClass="entr" presetSubtype="0" fill="hold" nodeType="clickEffect">
                                  <p:stCondLst>
                                    <p:cond delay="0"/>
                                  </p:stCondLst>
                                  <p:childTnLst>
                                    <p:set>
                                      <p:cBhvr>
                                        <p:cTn id="381" dur="1" fill="hold">
                                          <p:stCondLst>
                                            <p:cond delay="0"/>
                                          </p:stCondLst>
                                        </p:cTn>
                                        <p:tgtEl>
                                          <p:spTgt spid="18"/>
                                        </p:tgtEl>
                                        <p:attrNameLst>
                                          <p:attrName>style.visibility</p:attrName>
                                        </p:attrNameLst>
                                      </p:cBhvr>
                                      <p:to>
                                        <p:strVal val="visible"/>
                                      </p:to>
                                    </p:set>
                                    <p:animEffect transition="in" filter="fade">
                                      <p:cBhvr>
                                        <p:cTn id="382" dur="200"/>
                                        <p:tgtEl>
                                          <p:spTgt spid="18"/>
                                        </p:tgtEl>
                                      </p:cBhvr>
                                    </p:animEffect>
                                  </p:childTnLst>
                                </p:cTn>
                              </p:par>
                            </p:childTnLst>
                          </p:cTn>
                        </p:par>
                        <p:par>
                          <p:cTn id="383" fill="hold">
                            <p:stCondLst>
                              <p:cond delay="200"/>
                            </p:stCondLst>
                            <p:childTnLst>
                              <p:par>
                                <p:cTn id="384" presetID="10" presetClass="entr" presetSubtype="0" fill="hold" nodeType="afterEffect">
                                  <p:stCondLst>
                                    <p:cond delay="0"/>
                                  </p:stCondLst>
                                  <p:childTnLst>
                                    <p:set>
                                      <p:cBhvr>
                                        <p:cTn id="385" dur="1" fill="hold">
                                          <p:stCondLst>
                                            <p:cond delay="0"/>
                                          </p:stCondLst>
                                        </p:cTn>
                                        <p:tgtEl>
                                          <p:spTgt spid="1001"/>
                                        </p:tgtEl>
                                        <p:attrNameLst>
                                          <p:attrName>style.visibility</p:attrName>
                                        </p:attrNameLst>
                                      </p:cBhvr>
                                      <p:to>
                                        <p:strVal val="visible"/>
                                      </p:to>
                                    </p:set>
                                    <p:animEffect transition="in" filter="fade">
                                      <p:cBhvr>
                                        <p:cTn id="386" dur="50"/>
                                        <p:tgtEl>
                                          <p:spTgt spid="1001"/>
                                        </p:tgtEl>
                                      </p:cBhvr>
                                    </p:animEffect>
                                  </p:childTnLst>
                                </p:cTn>
                              </p:par>
                            </p:childTnLst>
                          </p:cTn>
                        </p:par>
                        <p:par>
                          <p:cTn id="387" fill="hold">
                            <p:stCondLst>
                              <p:cond delay="250"/>
                            </p:stCondLst>
                            <p:childTnLst>
                              <p:par>
                                <p:cTn id="388" presetID="10" presetClass="entr" presetSubtype="0" fill="hold" nodeType="afterEffect">
                                  <p:stCondLst>
                                    <p:cond delay="0"/>
                                  </p:stCondLst>
                                  <p:childTnLst>
                                    <p:set>
                                      <p:cBhvr>
                                        <p:cTn id="389" dur="1" fill="hold">
                                          <p:stCondLst>
                                            <p:cond delay="0"/>
                                          </p:stCondLst>
                                        </p:cTn>
                                        <p:tgtEl>
                                          <p:spTgt spid="995"/>
                                        </p:tgtEl>
                                        <p:attrNameLst>
                                          <p:attrName>style.visibility</p:attrName>
                                        </p:attrNameLst>
                                      </p:cBhvr>
                                      <p:to>
                                        <p:strVal val="visible"/>
                                      </p:to>
                                    </p:set>
                                    <p:animEffect transition="in" filter="fade">
                                      <p:cBhvr>
                                        <p:cTn id="390" dur="50"/>
                                        <p:tgtEl>
                                          <p:spTgt spid="995"/>
                                        </p:tgtEl>
                                      </p:cBhvr>
                                    </p:animEffect>
                                  </p:childTnLst>
                                </p:cTn>
                              </p:par>
                            </p:childTnLst>
                          </p:cTn>
                        </p:par>
                        <p:par>
                          <p:cTn id="391" fill="hold">
                            <p:stCondLst>
                              <p:cond delay="300"/>
                            </p:stCondLst>
                            <p:childTnLst>
                              <p:par>
                                <p:cTn id="392" presetID="10" presetClass="entr" presetSubtype="0" fill="hold" nodeType="afterEffect">
                                  <p:stCondLst>
                                    <p:cond delay="0"/>
                                  </p:stCondLst>
                                  <p:childTnLst>
                                    <p:set>
                                      <p:cBhvr>
                                        <p:cTn id="393" dur="1" fill="hold">
                                          <p:stCondLst>
                                            <p:cond delay="0"/>
                                          </p:stCondLst>
                                        </p:cTn>
                                        <p:tgtEl>
                                          <p:spTgt spid="989"/>
                                        </p:tgtEl>
                                        <p:attrNameLst>
                                          <p:attrName>style.visibility</p:attrName>
                                        </p:attrNameLst>
                                      </p:cBhvr>
                                      <p:to>
                                        <p:strVal val="visible"/>
                                      </p:to>
                                    </p:set>
                                    <p:animEffect transition="in" filter="fade">
                                      <p:cBhvr>
                                        <p:cTn id="394" dur="50"/>
                                        <p:tgtEl>
                                          <p:spTgt spid="989"/>
                                        </p:tgtEl>
                                      </p:cBhvr>
                                    </p:animEffect>
                                  </p:childTnLst>
                                </p:cTn>
                              </p:par>
                            </p:childTnLst>
                          </p:cTn>
                        </p:par>
                        <p:par>
                          <p:cTn id="395" fill="hold">
                            <p:stCondLst>
                              <p:cond delay="350"/>
                            </p:stCondLst>
                            <p:childTnLst>
                              <p:par>
                                <p:cTn id="396" presetID="10" presetClass="entr" presetSubtype="0" fill="hold" nodeType="afterEffect">
                                  <p:stCondLst>
                                    <p:cond delay="0"/>
                                  </p:stCondLst>
                                  <p:childTnLst>
                                    <p:set>
                                      <p:cBhvr>
                                        <p:cTn id="397" dur="1" fill="hold">
                                          <p:stCondLst>
                                            <p:cond delay="0"/>
                                          </p:stCondLst>
                                        </p:cTn>
                                        <p:tgtEl>
                                          <p:spTgt spid="983"/>
                                        </p:tgtEl>
                                        <p:attrNameLst>
                                          <p:attrName>style.visibility</p:attrName>
                                        </p:attrNameLst>
                                      </p:cBhvr>
                                      <p:to>
                                        <p:strVal val="visible"/>
                                      </p:to>
                                    </p:set>
                                    <p:animEffect transition="in" filter="fade">
                                      <p:cBhvr>
                                        <p:cTn id="398" dur="50"/>
                                        <p:tgtEl>
                                          <p:spTgt spid="983"/>
                                        </p:tgtEl>
                                      </p:cBhvr>
                                    </p:animEffect>
                                  </p:childTnLst>
                                </p:cTn>
                              </p:par>
                            </p:childTnLst>
                          </p:cTn>
                        </p:par>
                        <p:par>
                          <p:cTn id="399" fill="hold">
                            <p:stCondLst>
                              <p:cond delay="400"/>
                            </p:stCondLst>
                            <p:childTnLst>
                              <p:par>
                                <p:cTn id="400" presetID="10" presetClass="entr" presetSubtype="0" fill="hold" nodeType="afterEffect">
                                  <p:stCondLst>
                                    <p:cond delay="0"/>
                                  </p:stCondLst>
                                  <p:childTnLst>
                                    <p:set>
                                      <p:cBhvr>
                                        <p:cTn id="401" dur="1" fill="hold">
                                          <p:stCondLst>
                                            <p:cond delay="0"/>
                                          </p:stCondLst>
                                        </p:cTn>
                                        <p:tgtEl>
                                          <p:spTgt spid="977"/>
                                        </p:tgtEl>
                                        <p:attrNameLst>
                                          <p:attrName>style.visibility</p:attrName>
                                        </p:attrNameLst>
                                      </p:cBhvr>
                                      <p:to>
                                        <p:strVal val="visible"/>
                                      </p:to>
                                    </p:set>
                                    <p:animEffect transition="in" filter="fade">
                                      <p:cBhvr>
                                        <p:cTn id="402" dur="50"/>
                                        <p:tgtEl>
                                          <p:spTgt spid="977"/>
                                        </p:tgtEl>
                                      </p:cBhvr>
                                    </p:animEffect>
                                  </p:childTnLst>
                                </p:cTn>
                              </p:par>
                            </p:childTnLst>
                          </p:cTn>
                        </p:par>
                        <p:par>
                          <p:cTn id="403" fill="hold">
                            <p:stCondLst>
                              <p:cond delay="450"/>
                            </p:stCondLst>
                            <p:childTnLst>
                              <p:par>
                                <p:cTn id="404" presetID="10" presetClass="entr" presetSubtype="0" fill="hold" nodeType="afterEffect">
                                  <p:stCondLst>
                                    <p:cond delay="0"/>
                                  </p:stCondLst>
                                  <p:childTnLst>
                                    <p:set>
                                      <p:cBhvr>
                                        <p:cTn id="405" dur="1" fill="hold">
                                          <p:stCondLst>
                                            <p:cond delay="0"/>
                                          </p:stCondLst>
                                        </p:cTn>
                                        <p:tgtEl>
                                          <p:spTgt spid="854"/>
                                        </p:tgtEl>
                                        <p:attrNameLst>
                                          <p:attrName>style.visibility</p:attrName>
                                        </p:attrNameLst>
                                      </p:cBhvr>
                                      <p:to>
                                        <p:strVal val="visible"/>
                                      </p:to>
                                    </p:set>
                                    <p:animEffect transition="in" filter="fade">
                                      <p:cBhvr>
                                        <p:cTn id="406" dur="50"/>
                                        <p:tgtEl>
                                          <p:spTgt spid="854"/>
                                        </p:tgtEl>
                                      </p:cBhvr>
                                    </p:animEffect>
                                  </p:childTnLst>
                                </p:cTn>
                              </p:par>
                            </p:childTnLst>
                          </p:cTn>
                        </p:par>
                        <p:par>
                          <p:cTn id="407" fill="hold">
                            <p:stCondLst>
                              <p:cond delay="500"/>
                            </p:stCondLst>
                            <p:childTnLst>
                              <p:par>
                                <p:cTn id="408" presetID="10" presetClass="entr" presetSubtype="0" fill="hold" nodeType="afterEffect">
                                  <p:stCondLst>
                                    <p:cond delay="0"/>
                                  </p:stCondLst>
                                  <p:childTnLst>
                                    <p:set>
                                      <p:cBhvr>
                                        <p:cTn id="409" dur="1" fill="hold">
                                          <p:stCondLst>
                                            <p:cond delay="0"/>
                                          </p:stCondLst>
                                        </p:cTn>
                                        <p:tgtEl>
                                          <p:spTgt spid="848"/>
                                        </p:tgtEl>
                                        <p:attrNameLst>
                                          <p:attrName>style.visibility</p:attrName>
                                        </p:attrNameLst>
                                      </p:cBhvr>
                                      <p:to>
                                        <p:strVal val="visible"/>
                                      </p:to>
                                    </p:set>
                                    <p:animEffect transition="in" filter="fade">
                                      <p:cBhvr>
                                        <p:cTn id="410" dur="50"/>
                                        <p:tgtEl>
                                          <p:spTgt spid="848"/>
                                        </p:tgtEl>
                                      </p:cBhvr>
                                    </p:animEffect>
                                  </p:childTnLst>
                                </p:cTn>
                              </p:par>
                            </p:childTnLst>
                          </p:cTn>
                        </p:par>
                        <p:par>
                          <p:cTn id="411" fill="hold">
                            <p:stCondLst>
                              <p:cond delay="550"/>
                            </p:stCondLst>
                            <p:childTnLst>
                              <p:par>
                                <p:cTn id="412" presetID="10" presetClass="entr" presetSubtype="0" fill="hold" nodeType="afterEffect">
                                  <p:stCondLst>
                                    <p:cond delay="0"/>
                                  </p:stCondLst>
                                  <p:childTnLst>
                                    <p:set>
                                      <p:cBhvr>
                                        <p:cTn id="413" dur="1" fill="hold">
                                          <p:stCondLst>
                                            <p:cond delay="0"/>
                                          </p:stCondLst>
                                        </p:cTn>
                                        <p:tgtEl>
                                          <p:spTgt spid="971"/>
                                        </p:tgtEl>
                                        <p:attrNameLst>
                                          <p:attrName>style.visibility</p:attrName>
                                        </p:attrNameLst>
                                      </p:cBhvr>
                                      <p:to>
                                        <p:strVal val="visible"/>
                                      </p:to>
                                    </p:set>
                                    <p:animEffect transition="in" filter="fade">
                                      <p:cBhvr>
                                        <p:cTn id="414" dur="50"/>
                                        <p:tgtEl>
                                          <p:spTgt spid="971"/>
                                        </p:tgtEl>
                                      </p:cBhvr>
                                    </p:animEffect>
                                  </p:childTnLst>
                                </p:cTn>
                              </p:par>
                            </p:childTnLst>
                          </p:cTn>
                        </p:par>
                        <p:par>
                          <p:cTn id="415" fill="hold">
                            <p:stCondLst>
                              <p:cond delay="600"/>
                            </p:stCondLst>
                            <p:childTnLst>
                              <p:par>
                                <p:cTn id="416" presetID="10" presetClass="entr" presetSubtype="0" fill="hold" nodeType="afterEffect">
                                  <p:stCondLst>
                                    <p:cond delay="0"/>
                                  </p:stCondLst>
                                  <p:childTnLst>
                                    <p:set>
                                      <p:cBhvr>
                                        <p:cTn id="417" dur="1" fill="hold">
                                          <p:stCondLst>
                                            <p:cond delay="0"/>
                                          </p:stCondLst>
                                        </p:cTn>
                                        <p:tgtEl>
                                          <p:spTgt spid="965"/>
                                        </p:tgtEl>
                                        <p:attrNameLst>
                                          <p:attrName>style.visibility</p:attrName>
                                        </p:attrNameLst>
                                      </p:cBhvr>
                                      <p:to>
                                        <p:strVal val="visible"/>
                                      </p:to>
                                    </p:set>
                                    <p:animEffect transition="in" filter="fade">
                                      <p:cBhvr>
                                        <p:cTn id="418" dur="50"/>
                                        <p:tgtEl>
                                          <p:spTgt spid="965"/>
                                        </p:tgtEl>
                                      </p:cBhvr>
                                    </p:animEffect>
                                  </p:childTnLst>
                                </p:cTn>
                              </p:par>
                            </p:childTnLst>
                          </p:cTn>
                        </p:par>
                        <p:par>
                          <p:cTn id="419" fill="hold">
                            <p:stCondLst>
                              <p:cond delay="650"/>
                            </p:stCondLst>
                            <p:childTnLst>
                              <p:par>
                                <p:cTn id="420" presetID="10" presetClass="entr" presetSubtype="0" fill="hold" nodeType="afterEffect">
                                  <p:stCondLst>
                                    <p:cond delay="0"/>
                                  </p:stCondLst>
                                  <p:childTnLst>
                                    <p:set>
                                      <p:cBhvr>
                                        <p:cTn id="421" dur="1" fill="hold">
                                          <p:stCondLst>
                                            <p:cond delay="0"/>
                                          </p:stCondLst>
                                        </p:cTn>
                                        <p:tgtEl>
                                          <p:spTgt spid="959"/>
                                        </p:tgtEl>
                                        <p:attrNameLst>
                                          <p:attrName>style.visibility</p:attrName>
                                        </p:attrNameLst>
                                      </p:cBhvr>
                                      <p:to>
                                        <p:strVal val="visible"/>
                                      </p:to>
                                    </p:set>
                                    <p:animEffect transition="in" filter="fade">
                                      <p:cBhvr>
                                        <p:cTn id="422" dur="50"/>
                                        <p:tgtEl>
                                          <p:spTgt spid="959"/>
                                        </p:tgtEl>
                                      </p:cBhvr>
                                    </p:animEffect>
                                  </p:childTnLst>
                                </p:cTn>
                              </p:par>
                            </p:childTnLst>
                          </p:cTn>
                        </p:par>
                        <p:par>
                          <p:cTn id="423" fill="hold">
                            <p:stCondLst>
                              <p:cond delay="700"/>
                            </p:stCondLst>
                            <p:childTnLst>
                              <p:par>
                                <p:cTn id="424" presetID="10" presetClass="entr" presetSubtype="0" fill="hold" nodeType="afterEffect">
                                  <p:stCondLst>
                                    <p:cond delay="0"/>
                                  </p:stCondLst>
                                  <p:childTnLst>
                                    <p:set>
                                      <p:cBhvr>
                                        <p:cTn id="425" dur="1" fill="hold">
                                          <p:stCondLst>
                                            <p:cond delay="0"/>
                                          </p:stCondLst>
                                        </p:cTn>
                                        <p:tgtEl>
                                          <p:spTgt spid="953"/>
                                        </p:tgtEl>
                                        <p:attrNameLst>
                                          <p:attrName>style.visibility</p:attrName>
                                        </p:attrNameLst>
                                      </p:cBhvr>
                                      <p:to>
                                        <p:strVal val="visible"/>
                                      </p:to>
                                    </p:set>
                                    <p:animEffect transition="in" filter="fade">
                                      <p:cBhvr>
                                        <p:cTn id="426" dur="50"/>
                                        <p:tgtEl>
                                          <p:spTgt spid="953"/>
                                        </p:tgtEl>
                                      </p:cBhvr>
                                    </p:animEffect>
                                  </p:childTnLst>
                                </p:cTn>
                              </p:par>
                            </p:childTnLst>
                          </p:cTn>
                        </p:par>
                        <p:par>
                          <p:cTn id="427" fill="hold">
                            <p:stCondLst>
                              <p:cond delay="750"/>
                            </p:stCondLst>
                            <p:childTnLst>
                              <p:par>
                                <p:cTn id="428" presetID="10" presetClass="entr" presetSubtype="0" fill="hold" nodeType="afterEffect">
                                  <p:stCondLst>
                                    <p:cond delay="0"/>
                                  </p:stCondLst>
                                  <p:childTnLst>
                                    <p:set>
                                      <p:cBhvr>
                                        <p:cTn id="429" dur="1" fill="hold">
                                          <p:stCondLst>
                                            <p:cond delay="0"/>
                                          </p:stCondLst>
                                        </p:cTn>
                                        <p:tgtEl>
                                          <p:spTgt spid="950"/>
                                        </p:tgtEl>
                                        <p:attrNameLst>
                                          <p:attrName>style.visibility</p:attrName>
                                        </p:attrNameLst>
                                      </p:cBhvr>
                                      <p:to>
                                        <p:strVal val="visible"/>
                                      </p:to>
                                    </p:set>
                                    <p:animEffect transition="in" filter="fade">
                                      <p:cBhvr>
                                        <p:cTn id="430" dur="50"/>
                                        <p:tgtEl>
                                          <p:spTgt spid="950"/>
                                        </p:tgtEl>
                                      </p:cBhvr>
                                    </p:animEffect>
                                  </p:childTnLst>
                                </p:cTn>
                              </p:par>
                            </p:childTnLst>
                          </p:cTn>
                        </p:par>
                        <p:par>
                          <p:cTn id="431" fill="hold">
                            <p:stCondLst>
                              <p:cond delay="800"/>
                            </p:stCondLst>
                            <p:childTnLst>
                              <p:par>
                                <p:cTn id="432" presetID="10" presetClass="entr" presetSubtype="0" fill="hold" nodeType="afterEffect">
                                  <p:stCondLst>
                                    <p:cond delay="0"/>
                                  </p:stCondLst>
                                  <p:childTnLst>
                                    <p:set>
                                      <p:cBhvr>
                                        <p:cTn id="433" dur="1" fill="hold">
                                          <p:stCondLst>
                                            <p:cond delay="0"/>
                                          </p:stCondLst>
                                        </p:cTn>
                                        <p:tgtEl>
                                          <p:spTgt spid="947"/>
                                        </p:tgtEl>
                                        <p:attrNameLst>
                                          <p:attrName>style.visibility</p:attrName>
                                        </p:attrNameLst>
                                      </p:cBhvr>
                                      <p:to>
                                        <p:strVal val="visible"/>
                                      </p:to>
                                    </p:set>
                                    <p:animEffect transition="in" filter="fade">
                                      <p:cBhvr>
                                        <p:cTn id="434" dur="50"/>
                                        <p:tgtEl>
                                          <p:spTgt spid="947"/>
                                        </p:tgtEl>
                                      </p:cBhvr>
                                    </p:animEffect>
                                  </p:childTnLst>
                                </p:cTn>
                              </p:par>
                            </p:childTnLst>
                          </p:cTn>
                        </p:par>
                        <p:par>
                          <p:cTn id="435" fill="hold">
                            <p:stCondLst>
                              <p:cond delay="850"/>
                            </p:stCondLst>
                            <p:childTnLst>
                              <p:par>
                                <p:cTn id="436" presetID="10" presetClass="entr" presetSubtype="0" fill="hold" nodeType="afterEffect">
                                  <p:stCondLst>
                                    <p:cond delay="0"/>
                                  </p:stCondLst>
                                  <p:childTnLst>
                                    <p:set>
                                      <p:cBhvr>
                                        <p:cTn id="437" dur="1" fill="hold">
                                          <p:stCondLst>
                                            <p:cond delay="0"/>
                                          </p:stCondLst>
                                        </p:cTn>
                                        <p:tgtEl>
                                          <p:spTgt spid="944"/>
                                        </p:tgtEl>
                                        <p:attrNameLst>
                                          <p:attrName>style.visibility</p:attrName>
                                        </p:attrNameLst>
                                      </p:cBhvr>
                                      <p:to>
                                        <p:strVal val="visible"/>
                                      </p:to>
                                    </p:set>
                                    <p:animEffect transition="in" filter="fade">
                                      <p:cBhvr>
                                        <p:cTn id="438" dur="50"/>
                                        <p:tgtEl>
                                          <p:spTgt spid="944"/>
                                        </p:tgtEl>
                                      </p:cBhvr>
                                    </p:animEffect>
                                  </p:childTnLst>
                                </p:cTn>
                              </p:par>
                            </p:childTnLst>
                          </p:cTn>
                        </p:par>
                        <p:par>
                          <p:cTn id="439" fill="hold">
                            <p:stCondLst>
                              <p:cond delay="900"/>
                            </p:stCondLst>
                            <p:childTnLst>
                              <p:par>
                                <p:cTn id="440" presetID="10" presetClass="entr" presetSubtype="0" fill="hold" nodeType="afterEffect">
                                  <p:stCondLst>
                                    <p:cond delay="0"/>
                                  </p:stCondLst>
                                  <p:childTnLst>
                                    <p:set>
                                      <p:cBhvr>
                                        <p:cTn id="441" dur="1" fill="hold">
                                          <p:stCondLst>
                                            <p:cond delay="0"/>
                                          </p:stCondLst>
                                        </p:cTn>
                                        <p:tgtEl>
                                          <p:spTgt spid="938"/>
                                        </p:tgtEl>
                                        <p:attrNameLst>
                                          <p:attrName>style.visibility</p:attrName>
                                        </p:attrNameLst>
                                      </p:cBhvr>
                                      <p:to>
                                        <p:strVal val="visible"/>
                                      </p:to>
                                    </p:set>
                                    <p:animEffect transition="in" filter="fade">
                                      <p:cBhvr>
                                        <p:cTn id="442" dur="50"/>
                                        <p:tgtEl>
                                          <p:spTgt spid="938"/>
                                        </p:tgtEl>
                                      </p:cBhvr>
                                    </p:animEffect>
                                  </p:childTnLst>
                                </p:cTn>
                              </p:par>
                            </p:childTnLst>
                          </p:cTn>
                        </p:par>
                        <p:par>
                          <p:cTn id="443" fill="hold">
                            <p:stCondLst>
                              <p:cond delay="950"/>
                            </p:stCondLst>
                            <p:childTnLst>
                              <p:par>
                                <p:cTn id="444" presetID="10" presetClass="entr" presetSubtype="0" fill="hold" nodeType="afterEffect">
                                  <p:stCondLst>
                                    <p:cond delay="0"/>
                                  </p:stCondLst>
                                  <p:childTnLst>
                                    <p:set>
                                      <p:cBhvr>
                                        <p:cTn id="445" dur="1" fill="hold">
                                          <p:stCondLst>
                                            <p:cond delay="0"/>
                                          </p:stCondLst>
                                        </p:cTn>
                                        <p:tgtEl>
                                          <p:spTgt spid="908"/>
                                        </p:tgtEl>
                                        <p:attrNameLst>
                                          <p:attrName>style.visibility</p:attrName>
                                        </p:attrNameLst>
                                      </p:cBhvr>
                                      <p:to>
                                        <p:strVal val="visible"/>
                                      </p:to>
                                    </p:set>
                                    <p:animEffect transition="in" filter="fade">
                                      <p:cBhvr>
                                        <p:cTn id="446" dur="50"/>
                                        <p:tgtEl>
                                          <p:spTgt spid="908"/>
                                        </p:tgtEl>
                                      </p:cBhvr>
                                    </p:animEffect>
                                  </p:childTnLst>
                                </p:cTn>
                              </p:par>
                            </p:childTnLst>
                          </p:cTn>
                        </p:par>
                        <p:par>
                          <p:cTn id="447" fill="hold">
                            <p:stCondLst>
                              <p:cond delay="1000"/>
                            </p:stCondLst>
                            <p:childTnLst>
                              <p:par>
                                <p:cTn id="448" presetID="10" presetClass="entr" presetSubtype="0" fill="hold" nodeType="afterEffect">
                                  <p:stCondLst>
                                    <p:cond delay="0"/>
                                  </p:stCondLst>
                                  <p:childTnLst>
                                    <p:set>
                                      <p:cBhvr>
                                        <p:cTn id="449" dur="1" fill="hold">
                                          <p:stCondLst>
                                            <p:cond delay="0"/>
                                          </p:stCondLst>
                                        </p:cTn>
                                        <p:tgtEl>
                                          <p:spTgt spid="896"/>
                                        </p:tgtEl>
                                        <p:attrNameLst>
                                          <p:attrName>style.visibility</p:attrName>
                                        </p:attrNameLst>
                                      </p:cBhvr>
                                      <p:to>
                                        <p:strVal val="visible"/>
                                      </p:to>
                                    </p:set>
                                    <p:animEffect transition="in" filter="fade">
                                      <p:cBhvr>
                                        <p:cTn id="450" dur="50"/>
                                        <p:tgtEl>
                                          <p:spTgt spid="896"/>
                                        </p:tgtEl>
                                      </p:cBhvr>
                                    </p:animEffect>
                                  </p:childTnLst>
                                </p:cTn>
                              </p:par>
                            </p:childTnLst>
                          </p:cTn>
                        </p:par>
                        <p:par>
                          <p:cTn id="451" fill="hold">
                            <p:stCondLst>
                              <p:cond delay="1050"/>
                            </p:stCondLst>
                            <p:childTnLst>
                              <p:par>
                                <p:cTn id="452" presetID="10" presetClass="entr" presetSubtype="0" fill="hold" nodeType="afterEffect">
                                  <p:stCondLst>
                                    <p:cond delay="0"/>
                                  </p:stCondLst>
                                  <p:childTnLst>
                                    <p:set>
                                      <p:cBhvr>
                                        <p:cTn id="453" dur="1" fill="hold">
                                          <p:stCondLst>
                                            <p:cond delay="0"/>
                                          </p:stCondLst>
                                        </p:cTn>
                                        <p:tgtEl>
                                          <p:spTgt spid="890"/>
                                        </p:tgtEl>
                                        <p:attrNameLst>
                                          <p:attrName>style.visibility</p:attrName>
                                        </p:attrNameLst>
                                      </p:cBhvr>
                                      <p:to>
                                        <p:strVal val="visible"/>
                                      </p:to>
                                    </p:set>
                                    <p:animEffect transition="in" filter="fade">
                                      <p:cBhvr>
                                        <p:cTn id="454" dur="50"/>
                                        <p:tgtEl>
                                          <p:spTgt spid="890"/>
                                        </p:tgtEl>
                                      </p:cBhvr>
                                    </p:animEffect>
                                  </p:childTnLst>
                                </p:cTn>
                              </p:par>
                            </p:childTnLst>
                          </p:cTn>
                        </p:par>
                        <p:par>
                          <p:cTn id="455" fill="hold">
                            <p:stCondLst>
                              <p:cond delay="1100"/>
                            </p:stCondLst>
                            <p:childTnLst>
                              <p:par>
                                <p:cTn id="456" presetID="10" presetClass="entr" presetSubtype="0" fill="hold" nodeType="afterEffect">
                                  <p:stCondLst>
                                    <p:cond delay="0"/>
                                  </p:stCondLst>
                                  <p:childTnLst>
                                    <p:set>
                                      <p:cBhvr>
                                        <p:cTn id="457" dur="1" fill="hold">
                                          <p:stCondLst>
                                            <p:cond delay="0"/>
                                          </p:stCondLst>
                                        </p:cTn>
                                        <p:tgtEl>
                                          <p:spTgt spid="884"/>
                                        </p:tgtEl>
                                        <p:attrNameLst>
                                          <p:attrName>style.visibility</p:attrName>
                                        </p:attrNameLst>
                                      </p:cBhvr>
                                      <p:to>
                                        <p:strVal val="visible"/>
                                      </p:to>
                                    </p:set>
                                    <p:animEffect transition="in" filter="fade">
                                      <p:cBhvr>
                                        <p:cTn id="458" dur="50"/>
                                        <p:tgtEl>
                                          <p:spTgt spid="884"/>
                                        </p:tgtEl>
                                      </p:cBhvr>
                                    </p:animEffect>
                                  </p:childTnLst>
                                </p:cTn>
                              </p:par>
                            </p:childTnLst>
                          </p:cTn>
                        </p:par>
                        <p:par>
                          <p:cTn id="459" fill="hold">
                            <p:stCondLst>
                              <p:cond delay="1150"/>
                            </p:stCondLst>
                            <p:childTnLst>
                              <p:par>
                                <p:cTn id="460" presetID="10" presetClass="entr" presetSubtype="0" fill="hold" nodeType="afterEffect">
                                  <p:stCondLst>
                                    <p:cond delay="0"/>
                                  </p:stCondLst>
                                  <p:childTnLst>
                                    <p:set>
                                      <p:cBhvr>
                                        <p:cTn id="461" dur="1" fill="hold">
                                          <p:stCondLst>
                                            <p:cond delay="0"/>
                                          </p:stCondLst>
                                        </p:cTn>
                                        <p:tgtEl>
                                          <p:spTgt spid="857"/>
                                        </p:tgtEl>
                                        <p:attrNameLst>
                                          <p:attrName>style.visibility</p:attrName>
                                        </p:attrNameLst>
                                      </p:cBhvr>
                                      <p:to>
                                        <p:strVal val="visible"/>
                                      </p:to>
                                    </p:set>
                                    <p:animEffect transition="in" filter="fade">
                                      <p:cBhvr>
                                        <p:cTn id="462" dur="50"/>
                                        <p:tgtEl>
                                          <p:spTgt spid="857"/>
                                        </p:tgtEl>
                                      </p:cBhvr>
                                    </p:animEffect>
                                  </p:childTnLst>
                                </p:cTn>
                              </p:par>
                            </p:childTnLst>
                          </p:cTn>
                        </p:par>
                        <p:par>
                          <p:cTn id="463" fill="hold">
                            <p:stCondLst>
                              <p:cond delay="1200"/>
                            </p:stCondLst>
                            <p:childTnLst>
                              <p:par>
                                <p:cTn id="464" presetID="10" presetClass="entr" presetSubtype="0" fill="hold" nodeType="afterEffect">
                                  <p:stCondLst>
                                    <p:cond delay="0"/>
                                  </p:stCondLst>
                                  <p:childTnLst>
                                    <p:set>
                                      <p:cBhvr>
                                        <p:cTn id="465" dur="1" fill="hold">
                                          <p:stCondLst>
                                            <p:cond delay="0"/>
                                          </p:stCondLst>
                                        </p:cTn>
                                        <p:tgtEl>
                                          <p:spTgt spid="839"/>
                                        </p:tgtEl>
                                        <p:attrNameLst>
                                          <p:attrName>style.visibility</p:attrName>
                                        </p:attrNameLst>
                                      </p:cBhvr>
                                      <p:to>
                                        <p:strVal val="visible"/>
                                      </p:to>
                                    </p:set>
                                    <p:animEffect transition="in" filter="fade">
                                      <p:cBhvr>
                                        <p:cTn id="466" dur="50"/>
                                        <p:tgtEl>
                                          <p:spTgt spid="839"/>
                                        </p:tgtEl>
                                      </p:cBhvr>
                                    </p:animEffect>
                                  </p:childTnLst>
                                </p:cTn>
                              </p:par>
                            </p:childTnLst>
                          </p:cTn>
                        </p:par>
                        <p:par>
                          <p:cTn id="467" fill="hold">
                            <p:stCondLst>
                              <p:cond delay="1250"/>
                            </p:stCondLst>
                            <p:childTnLst>
                              <p:par>
                                <p:cTn id="468" presetID="10" presetClass="entr" presetSubtype="0" fill="hold" nodeType="afterEffect">
                                  <p:stCondLst>
                                    <p:cond delay="0"/>
                                  </p:stCondLst>
                                  <p:childTnLst>
                                    <p:set>
                                      <p:cBhvr>
                                        <p:cTn id="469" dur="1" fill="hold">
                                          <p:stCondLst>
                                            <p:cond delay="0"/>
                                          </p:stCondLst>
                                        </p:cTn>
                                        <p:tgtEl>
                                          <p:spTgt spid="833"/>
                                        </p:tgtEl>
                                        <p:attrNameLst>
                                          <p:attrName>style.visibility</p:attrName>
                                        </p:attrNameLst>
                                      </p:cBhvr>
                                      <p:to>
                                        <p:strVal val="visible"/>
                                      </p:to>
                                    </p:set>
                                    <p:animEffect transition="in" filter="fade">
                                      <p:cBhvr>
                                        <p:cTn id="470" dur="50"/>
                                        <p:tgtEl>
                                          <p:spTgt spid="833"/>
                                        </p:tgtEl>
                                      </p:cBhvr>
                                    </p:animEffect>
                                  </p:childTnLst>
                                </p:cTn>
                              </p:par>
                            </p:childTnLst>
                          </p:cTn>
                        </p:par>
                        <p:par>
                          <p:cTn id="471" fill="hold">
                            <p:stCondLst>
                              <p:cond delay="1300"/>
                            </p:stCondLst>
                            <p:childTnLst>
                              <p:par>
                                <p:cTn id="472" presetID="10" presetClass="entr" presetSubtype="0" fill="hold" nodeType="afterEffect">
                                  <p:stCondLst>
                                    <p:cond delay="0"/>
                                  </p:stCondLst>
                                  <p:childTnLst>
                                    <p:set>
                                      <p:cBhvr>
                                        <p:cTn id="473" dur="1" fill="hold">
                                          <p:stCondLst>
                                            <p:cond delay="0"/>
                                          </p:stCondLst>
                                        </p:cTn>
                                        <p:tgtEl>
                                          <p:spTgt spid="827"/>
                                        </p:tgtEl>
                                        <p:attrNameLst>
                                          <p:attrName>style.visibility</p:attrName>
                                        </p:attrNameLst>
                                      </p:cBhvr>
                                      <p:to>
                                        <p:strVal val="visible"/>
                                      </p:to>
                                    </p:set>
                                    <p:animEffect transition="in" filter="fade">
                                      <p:cBhvr>
                                        <p:cTn id="474" dur="50"/>
                                        <p:tgtEl>
                                          <p:spTgt spid="827"/>
                                        </p:tgtEl>
                                      </p:cBhvr>
                                    </p:animEffect>
                                  </p:childTnLst>
                                </p:cTn>
                              </p:par>
                            </p:childTnLst>
                          </p:cTn>
                        </p:par>
                        <p:par>
                          <p:cTn id="475" fill="hold">
                            <p:stCondLst>
                              <p:cond delay="1350"/>
                            </p:stCondLst>
                            <p:childTnLst>
                              <p:par>
                                <p:cTn id="476" presetID="10" presetClass="entr" presetSubtype="0" fill="hold" nodeType="afterEffect">
                                  <p:stCondLst>
                                    <p:cond delay="0"/>
                                  </p:stCondLst>
                                  <p:childTnLst>
                                    <p:set>
                                      <p:cBhvr>
                                        <p:cTn id="477" dur="1" fill="hold">
                                          <p:stCondLst>
                                            <p:cond delay="0"/>
                                          </p:stCondLst>
                                        </p:cTn>
                                        <p:tgtEl>
                                          <p:spTgt spid="821"/>
                                        </p:tgtEl>
                                        <p:attrNameLst>
                                          <p:attrName>style.visibility</p:attrName>
                                        </p:attrNameLst>
                                      </p:cBhvr>
                                      <p:to>
                                        <p:strVal val="visible"/>
                                      </p:to>
                                    </p:set>
                                    <p:animEffect transition="in" filter="fade">
                                      <p:cBhvr>
                                        <p:cTn id="478" dur="50"/>
                                        <p:tgtEl>
                                          <p:spTgt spid="821"/>
                                        </p:tgtEl>
                                      </p:cBhvr>
                                    </p:animEffect>
                                  </p:childTnLst>
                                </p:cTn>
                              </p:par>
                            </p:childTnLst>
                          </p:cTn>
                        </p:par>
                        <p:par>
                          <p:cTn id="479" fill="hold">
                            <p:stCondLst>
                              <p:cond delay="1400"/>
                            </p:stCondLst>
                            <p:childTnLst>
                              <p:par>
                                <p:cTn id="480" presetID="10" presetClass="entr" presetSubtype="0" fill="hold" nodeType="afterEffect">
                                  <p:stCondLst>
                                    <p:cond delay="0"/>
                                  </p:stCondLst>
                                  <p:childTnLst>
                                    <p:set>
                                      <p:cBhvr>
                                        <p:cTn id="481" dur="1" fill="hold">
                                          <p:stCondLst>
                                            <p:cond delay="0"/>
                                          </p:stCondLst>
                                        </p:cTn>
                                        <p:tgtEl>
                                          <p:spTgt spid="815"/>
                                        </p:tgtEl>
                                        <p:attrNameLst>
                                          <p:attrName>style.visibility</p:attrName>
                                        </p:attrNameLst>
                                      </p:cBhvr>
                                      <p:to>
                                        <p:strVal val="visible"/>
                                      </p:to>
                                    </p:set>
                                    <p:animEffect transition="in" filter="fade">
                                      <p:cBhvr>
                                        <p:cTn id="482" dur="50"/>
                                        <p:tgtEl>
                                          <p:spTgt spid="815"/>
                                        </p:tgtEl>
                                      </p:cBhvr>
                                    </p:animEffect>
                                  </p:childTnLst>
                                </p:cTn>
                              </p:par>
                            </p:childTnLst>
                          </p:cTn>
                        </p:par>
                        <p:par>
                          <p:cTn id="483" fill="hold">
                            <p:stCondLst>
                              <p:cond delay="1450"/>
                            </p:stCondLst>
                            <p:childTnLst>
                              <p:par>
                                <p:cTn id="484" presetID="10" presetClass="entr" presetSubtype="0" fill="hold" nodeType="afterEffect">
                                  <p:stCondLst>
                                    <p:cond delay="0"/>
                                  </p:stCondLst>
                                  <p:childTnLst>
                                    <p:set>
                                      <p:cBhvr>
                                        <p:cTn id="485" dur="1" fill="hold">
                                          <p:stCondLst>
                                            <p:cond delay="0"/>
                                          </p:stCondLst>
                                        </p:cTn>
                                        <p:tgtEl>
                                          <p:spTgt spid="878"/>
                                        </p:tgtEl>
                                        <p:attrNameLst>
                                          <p:attrName>style.visibility</p:attrName>
                                        </p:attrNameLst>
                                      </p:cBhvr>
                                      <p:to>
                                        <p:strVal val="visible"/>
                                      </p:to>
                                    </p:set>
                                    <p:animEffect transition="in" filter="fade">
                                      <p:cBhvr>
                                        <p:cTn id="486" dur="50"/>
                                        <p:tgtEl>
                                          <p:spTgt spid="878"/>
                                        </p:tgtEl>
                                      </p:cBhvr>
                                    </p:animEffect>
                                  </p:childTnLst>
                                </p:cTn>
                              </p:par>
                            </p:childTnLst>
                          </p:cTn>
                        </p:par>
                        <p:par>
                          <p:cTn id="487" fill="hold">
                            <p:stCondLst>
                              <p:cond delay="1500"/>
                            </p:stCondLst>
                            <p:childTnLst>
                              <p:par>
                                <p:cTn id="488" presetID="10" presetClass="entr" presetSubtype="0" fill="hold" nodeType="afterEffect">
                                  <p:stCondLst>
                                    <p:cond delay="0"/>
                                  </p:stCondLst>
                                  <p:childTnLst>
                                    <p:set>
                                      <p:cBhvr>
                                        <p:cTn id="489" dur="1" fill="hold">
                                          <p:stCondLst>
                                            <p:cond delay="0"/>
                                          </p:stCondLst>
                                        </p:cTn>
                                        <p:tgtEl>
                                          <p:spTgt spid="872"/>
                                        </p:tgtEl>
                                        <p:attrNameLst>
                                          <p:attrName>style.visibility</p:attrName>
                                        </p:attrNameLst>
                                      </p:cBhvr>
                                      <p:to>
                                        <p:strVal val="visible"/>
                                      </p:to>
                                    </p:set>
                                    <p:animEffect transition="in" filter="fade">
                                      <p:cBhvr>
                                        <p:cTn id="490" dur="50"/>
                                        <p:tgtEl>
                                          <p:spTgt spid="872"/>
                                        </p:tgtEl>
                                      </p:cBhvr>
                                    </p:animEffect>
                                  </p:childTnLst>
                                </p:cTn>
                              </p:par>
                            </p:childTnLst>
                          </p:cTn>
                        </p:par>
                        <p:par>
                          <p:cTn id="491" fill="hold">
                            <p:stCondLst>
                              <p:cond delay="1550"/>
                            </p:stCondLst>
                            <p:childTnLst>
                              <p:par>
                                <p:cTn id="492" presetID="10" presetClass="entr" presetSubtype="0" fill="hold" nodeType="afterEffect">
                                  <p:stCondLst>
                                    <p:cond delay="0"/>
                                  </p:stCondLst>
                                  <p:childTnLst>
                                    <p:set>
                                      <p:cBhvr>
                                        <p:cTn id="493" dur="1" fill="hold">
                                          <p:stCondLst>
                                            <p:cond delay="0"/>
                                          </p:stCondLst>
                                        </p:cTn>
                                        <p:tgtEl>
                                          <p:spTgt spid="257"/>
                                        </p:tgtEl>
                                        <p:attrNameLst>
                                          <p:attrName>style.visibility</p:attrName>
                                        </p:attrNameLst>
                                      </p:cBhvr>
                                      <p:to>
                                        <p:strVal val="visible"/>
                                      </p:to>
                                    </p:set>
                                    <p:animEffect transition="in" filter="fade">
                                      <p:cBhvr>
                                        <p:cTn id="494" dur="50"/>
                                        <p:tgtEl>
                                          <p:spTgt spid="257"/>
                                        </p:tgtEl>
                                      </p:cBhvr>
                                    </p:animEffect>
                                  </p:childTnLst>
                                </p:cTn>
                              </p:par>
                            </p:childTnLst>
                          </p:cTn>
                        </p:par>
                        <p:par>
                          <p:cTn id="495" fill="hold">
                            <p:stCondLst>
                              <p:cond delay="1600"/>
                            </p:stCondLst>
                            <p:childTnLst>
                              <p:par>
                                <p:cTn id="496" presetID="10" presetClass="entr" presetSubtype="0" fill="hold" nodeType="afterEffect">
                                  <p:stCondLst>
                                    <p:cond delay="0"/>
                                  </p:stCondLst>
                                  <p:childTnLst>
                                    <p:set>
                                      <p:cBhvr>
                                        <p:cTn id="497" dur="1" fill="hold">
                                          <p:stCondLst>
                                            <p:cond delay="0"/>
                                          </p:stCondLst>
                                        </p:cTn>
                                        <p:tgtEl>
                                          <p:spTgt spid="785"/>
                                        </p:tgtEl>
                                        <p:attrNameLst>
                                          <p:attrName>style.visibility</p:attrName>
                                        </p:attrNameLst>
                                      </p:cBhvr>
                                      <p:to>
                                        <p:strVal val="visible"/>
                                      </p:to>
                                    </p:set>
                                    <p:animEffect transition="in" filter="fade">
                                      <p:cBhvr>
                                        <p:cTn id="498" dur="50"/>
                                        <p:tgtEl>
                                          <p:spTgt spid="785"/>
                                        </p:tgtEl>
                                      </p:cBhvr>
                                    </p:animEffect>
                                  </p:childTnLst>
                                </p:cTn>
                              </p:par>
                            </p:childTnLst>
                          </p:cTn>
                        </p:par>
                        <p:par>
                          <p:cTn id="499" fill="hold">
                            <p:stCondLst>
                              <p:cond delay="1650"/>
                            </p:stCondLst>
                            <p:childTnLst>
                              <p:par>
                                <p:cTn id="500" presetID="10" presetClass="entr" presetSubtype="0" fill="hold" nodeType="afterEffect">
                                  <p:stCondLst>
                                    <p:cond delay="0"/>
                                  </p:stCondLst>
                                  <p:childTnLst>
                                    <p:set>
                                      <p:cBhvr>
                                        <p:cTn id="501" dur="1" fill="hold">
                                          <p:stCondLst>
                                            <p:cond delay="0"/>
                                          </p:stCondLst>
                                        </p:cTn>
                                        <p:tgtEl>
                                          <p:spTgt spid="779"/>
                                        </p:tgtEl>
                                        <p:attrNameLst>
                                          <p:attrName>style.visibility</p:attrName>
                                        </p:attrNameLst>
                                      </p:cBhvr>
                                      <p:to>
                                        <p:strVal val="visible"/>
                                      </p:to>
                                    </p:set>
                                    <p:animEffect transition="in" filter="fade">
                                      <p:cBhvr>
                                        <p:cTn id="502" dur="50"/>
                                        <p:tgtEl>
                                          <p:spTgt spid="779"/>
                                        </p:tgtEl>
                                      </p:cBhvr>
                                    </p:animEffect>
                                  </p:childTnLst>
                                </p:cTn>
                              </p:par>
                            </p:childTnLst>
                          </p:cTn>
                        </p:par>
                        <p:par>
                          <p:cTn id="503" fill="hold">
                            <p:stCondLst>
                              <p:cond delay="1700"/>
                            </p:stCondLst>
                            <p:childTnLst>
                              <p:par>
                                <p:cTn id="504" presetID="10" presetClass="entr" presetSubtype="0" fill="hold" nodeType="afterEffect">
                                  <p:stCondLst>
                                    <p:cond delay="0"/>
                                  </p:stCondLst>
                                  <p:childTnLst>
                                    <p:set>
                                      <p:cBhvr>
                                        <p:cTn id="505" dur="1" fill="hold">
                                          <p:stCondLst>
                                            <p:cond delay="0"/>
                                          </p:stCondLst>
                                        </p:cTn>
                                        <p:tgtEl>
                                          <p:spTgt spid="773"/>
                                        </p:tgtEl>
                                        <p:attrNameLst>
                                          <p:attrName>style.visibility</p:attrName>
                                        </p:attrNameLst>
                                      </p:cBhvr>
                                      <p:to>
                                        <p:strVal val="visible"/>
                                      </p:to>
                                    </p:set>
                                    <p:animEffect transition="in" filter="fade">
                                      <p:cBhvr>
                                        <p:cTn id="506" dur="50"/>
                                        <p:tgtEl>
                                          <p:spTgt spid="773"/>
                                        </p:tgtEl>
                                      </p:cBhvr>
                                    </p:animEffect>
                                  </p:childTnLst>
                                </p:cTn>
                              </p:par>
                            </p:childTnLst>
                          </p:cTn>
                        </p:par>
                        <p:par>
                          <p:cTn id="507" fill="hold">
                            <p:stCondLst>
                              <p:cond delay="1750"/>
                            </p:stCondLst>
                            <p:childTnLst>
                              <p:par>
                                <p:cTn id="508" presetID="10" presetClass="entr" presetSubtype="0" fill="hold" nodeType="afterEffect">
                                  <p:stCondLst>
                                    <p:cond delay="0"/>
                                  </p:stCondLst>
                                  <p:childTnLst>
                                    <p:set>
                                      <p:cBhvr>
                                        <p:cTn id="509" dur="1" fill="hold">
                                          <p:stCondLst>
                                            <p:cond delay="0"/>
                                          </p:stCondLst>
                                        </p:cTn>
                                        <p:tgtEl>
                                          <p:spTgt spid="812"/>
                                        </p:tgtEl>
                                        <p:attrNameLst>
                                          <p:attrName>style.visibility</p:attrName>
                                        </p:attrNameLst>
                                      </p:cBhvr>
                                      <p:to>
                                        <p:strVal val="visible"/>
                                      </p:to>
                                    </p:set>
                                    <p:animEffect transition="in" filter="fade">
                                      <p:cBhvr>
                                        <p:cTn id="510" dur="50"/>
                                        <p:tgtEl>
                                          <p:spTgt spid="812"/>
                                        </p:tgtEl>
                                      </p:cBhvr>
                                    </p:animEffect>
                                  </p:childTnLst>
                                </p:cTn>
                              </p:par>
                            </p:childTnLst>
                          </p:cTn>
                        </p:par>
                        <p:par>
                          <p:cTn id="511" fill="hold">
                            <p:stCondLst>
                              <p:cond delay="1800"/>
                            </p:stCondLst>
                            <p:childTnLst>
                              <p:par>
                                <p:cTn id="512" presetID="10" presetClass="entr" presetSubtype="0" fill="hold" nodeType="afterEffect">
                                  <p:stCondLst>
                                    <p:cond delay="0"/>
                                  </p:stCondLst>
                                  <p:childTnLst>
                                    <p:set>
                                      <p:cBhvr>
                                        <p:cTn id="513" dur="1" fill="hold">
                                          <p:stCondLst>
                                            <p:cond delay="0"/>
                                          </p:stCondLst>
                                        </p:cTn>
                                        <p:tgtEl>
                                          <p:spTgt spid="806"/>
                                        </p:tgtEl>
                                        <p:attrNameLst>
                                          <p:attrName>style.visibility</p:attrName>
                                        </p:attrNameLst>
                                      </p:cBhvr>
                                      <p:to>
                                        <p:strVal val="visible"/>
                                      </p:to>
                                    </p:set>
                                    <p:animEffect transition="in" filter="fade">
                                      <p:cBhvr>
                                        <p:cTn id="514" dur="50"/>
                                        <p:tgtEl>
                                          <p:spTgt spid="806"/>
                                        </p:tgtEl>
                                      </p:cBhvr>
                                    </p:animEffect>
                                  </p:childTnLst>
                                </p:cTn>
                              </p:par>
                            </p:childTnLst>
                          </p:cTn>
                        </p:par>
                        <p:par>
                          <p:cTn id="515" fill="hold">
                            <p:stCondLst>
                              <p:cond delay="1850"/>
                            </p:stCondLst>
                            <p:childTnLst>
                              <p:par>
                                <p:cTn id="516" presetID="10" presetClass="entr" presetSubtype="0" fill="hold" nodeType="afterEffect">
                                  <p:stCondLst>
                                    <p:cond delay="0"/>
                                  </p:stCondLst>
                                  <p:childTnLst>
                                    <p:set>
                                      <p:cBhvr>
                                        <p:cTn id="517" dur="1" fill="hold">
                                          <p:stCondLst>
                                            <p:cond delay="0"/>
                                          </p:stCondLst>
                                        </p:cTn>
                                        <p:tgtEl>
                                          <p:spTgt spid="788"/>
                                        </p:tgtEl>
                                        <p:attrNameLst>
                                          <p:attrName>style.visibility</p:attrName>
                                        </p:attrNameLst>
                                      </p:cBhvr>
                                      <p:to>
                                        <p:strVal val="visible"/>
                                      </p:to>
                                    </p:set>
                                    <p:animEffect transition="in" filter="fade">
                                      <p:cBhvr>
                                        <p:cTn id="518" dur="50"/>
                                        <p:tgtEl>
                                          <p:spTgt spid="788"/>
                                        </p:tgtEl>
                                      </p:cBhvr>
                                    </p:animEffect>
                                  </p:childTnLst>
                                </p:cTn>
                              </p:par>
                            </p:childTnLst>
                          </p:cTn>
                        </p:par>
                        <p:par>
                          <p:cTn id="519" fill="hold">
                            <p:stCondLst>
                              <p:cond delay="1900"/>
                            </p:stCondLst>
                            <p:childTnLst>
                              <p:par>
                                <p:cTn id="520" presetID="10" presetClass="entr" presetSubtype="0" fill="hold" nodeType="afterEffect">
                                  <p:stCondLst>
                                    <p:cond delay="0"/>
                                  </p:stCondLst>
                                  <p:childTnLst>
                                    <p:set>
                                      <p:cBhvr>
                                        <p:cTn id="521" dur="1" fill="hold">
                                          <p:stCondLst>
                                            <p:cond delay="0"/>
                                          </p:stCondLst>
                                        </p:cTn>
                                        <p:tgtEl>
                                          <p:spTgt spid="278"/>
                                        </p:tgtEl>
                                        <p:attrNameLst>
                                          <p:attrName>style.visibility</p:attrName>
                                        </p:attrNameLst>
                                      </p:cBhvr>
                                      <p:to>
                                        <p:strVal val="visible"/>
                                      </p:to>
                                    </p:set>
                                    <p:animEffect transition="in" filter="fade">
                                      <p:cBhvr>
                                        <p:cTn id="522" dur="50"/>
                                        <p:tgtEl>
                                          <p:spTgt spid="278"/>
                                        </p:tgtEl>
                                      </p:cBhvr>
                                    </p:animEffect>
                                  </p:childTnLst>
                                </p:cTn>
                              </p:par>
                            </p:childTnLst>
                          </p:cTn>
                        </p:par>
                        <p:par>
                          <p:cTn id="523" fill="hold">
                            <p:stCondLst>
                              <p:cond delay="1950"/>
                            </p:stCondLst>
                            <p:childTnLst>
                              <p:par>
                                <p:cTn id="524" presetID="10" presetClass="entr" presetSubtype="0" fill="hold" nodeType="afterEffect">
                                  <p:stCondLst>
                                    <p:cond delay="0"/>
                                  </p:stCondLst>
                                  <p:childTnLst>
                                    <p:set>
                                      <p:cBhvr>
                                        <p:cTn id="525" dur="1" fill="hold">
                                          <p:stCondLst>
                                            <p:cond delay="0"/>
                                          </p:stCondLst>
                                        </p:cTn>
                                        <p:tgtEl>
                                          <p:spTgt spid="266"/>
                                        </p:tgtEl>
                                        <p:attrNameLst>
                                          <p:attrName>style.visibility</p:attrName>
                                        </p:attrNameLst>
                                      </p:cBhvr>
                                      <p:to>
                                        <p:strVal val="visible"/>
                                      </p:to>
                                    </p:set>
                                    <p:animEffect transition="in" filter="fade">
                                      <p:cBhvr>
                                        <p:cTn id="526" dur="50"/>
                                        <p:tgtEl>
                                          <p:spTgt spid="266"/>
                                        </p:tgtEl>
                                      </p:cBhvr>
                                    </p:animEffect>
                                  </p:childTnLst>
                                </p:cTn>
                              </p:par>
                            </p:childTnLst>
                          </p:cTn>
                        </p:par>
                        <p:par>
                          <p:cTn id="527" fill="hold">
                            <p:stCondLst>
                              <p:cond delay="2000"/>
                            </p:stCondLst>
                            <p:childTnLst>
                              <p:par>
                                <p:cTn id="528" presetID="10" presetClass="entr" presetSubtype="0" fill="hold" nodeType="afterEffect">
                                  <p:stCondLst>
                                    <p:cond delay="0"/>
                                  </p:stCondLst>
                                  <p:childTnLst>
                                    <p:set>
                                      <p:cBhvr>
                                        <p:cTn id="529" dur="1" fill="hold">
                                          <p:stCondLst>
                                            <p:cond delay="0"/>
                                          </p:stCondLst>
                                        </p:cTn>
                                        <p:tgtEl>
                                          <p:spTgt spid="260"/>
                                        </p:tgtEl>
                                        <p:attrNameLst>
                                          <p:attrName>style.visibility</p:attrName>
                                        </p:attrNameLst>
                                      </p:cBhvr>
                                      <p:to>
                                        <p:strVal val="visible"/>
                                      </p:to>
                                    </p:set>
                                    <p:animEffect transition="in" filter="fade">
                                      <p:cBhvr>
                                        <p:cTn id="530" dur="50"/>
                                        <p:tgtEl>
                                          <p:spTgt spid="260"/>
                                        </p:tgtEl>
                                      </p:cBhvr>
                                    </p:animEffect>
                                  </p:childTnLst>
                                </p:cTn>
                              </p:par>
                            </p:childTnLst>
                          </p:cTn>
                        </p:par>
                        <p:par>
                          <p:cTn id="531" fill="hold">
                            <p:stCondLst>
                              <p:cond delay="2050"/>
                            </p:stCondLst>
                            <p:childTnLst>
                              <p:par>
                                <p:cTn id="532" presetID="10" presetClass="entr" presetSubtype="0" fill="hold" nodeType="afterEffect">
                                  <p:stCondLst>
                                    <p:cond delay="0"/>
                                  </p:stCondLst>
                                  <p:childTnLst>
                                    <p:set>
                                      <p:cBhvr>
                                        <p:cTn id="533" dur="1" fill="hold">
                                          <p:stCondLst>
                                            <p:cond delay="0"/>
                                          </p:stCondLst>
                                        </p:cTn>
                                        <p:tgtEl>
                                          <p:spTgt spid="767"/>
                                        </p:tgtEl>
                                        <p:attrNameLst>
                                          <p:attrName>style.visibility</p:attrName>
                                        </p:attrNameLst>
                                      </p:cBhvr>
                                      <p:to>
                                        <p:strVal val="visible"/>
                                      </p:to>
                                    </p:set>
                                    <p:animEffect transition="in" filter="fade">
                                      <p:cBhvr>
                                        <p:cTn id="534" dur="50"/>
                                        <p:tgtEl>
                                          <p:spTgt spid="767"/>
                                        </p:tgtEl>
                                      </p:cBhvr>
                                    </p:animEffect>
                                  </p:childTnLst>
                                </p:cTn>
                              </p:par>
                            </p:childTnLst>
                          </p:cTn>
                        </p:par>
                        <p:par>
                          <p:cTn id="535" fill="hold">
                            <p:stCondLst>
                              <p:cond delay="2100"/>
                            </p:stCondLst>
                            <p:childTnLst>
                              <p:par>
                                <p:cTn id="536" presetID="10" presetClass="entr" presetSubtype="0" fill="hold" nodeType="afterEffect">
                                  <p:stCondLst>
                                    <p:cond delay="0"/>
                                  </p:stCondLst>
                                  <p:childTnLst>
                                    <p:set>
                                      <p:cBhvr>
                                        <p:cTn id="537" dur="1" fill="hold">
                                          <p:stCondLst>
                                            <p:cond delay="0"/>
                                          </p:stCondLst>
                                        </p:cTn>
                                        <p:tgtEl>
                                          <p:spTgt spid="761"/>
                                        </p:tgtEl>
                                        <p:attrNameLst>
                                          <p:attrName>style.visibility</p:attrName>
                                        </p:attrNameLst>
                                      </p:cBhvr>
                                      <p:to>
                                        <p:strVal val="visible"/>
                                      </p:to>
                                    </p:set>
                                    <p:animEffect transition="in" filter="fade">
                                      <p:cBhvr>
                                        <p:cTn id="538" dur="50"/>
                                        <p:tgtEl>
                                          <p:spTgt spid="761"/>
                                        </p:tgtEl>
                                      </p:cBhvr>
                                    </p:animEffect>
                                  </p:childTnLst>
                                </p:cTn>
                              </p:par>
                            </p:childTnLst>
                          </p:cTn>
                        </p:par>
                        <p:par>
                          <p:cTn id="539" fill="hold">
                            <p:stCondLst>
                              <p:cond delay="2150"/>
                            </p:stCondLst>
                            <p:childTnLst>
                              <p:par>
                                <p:cTn id="540" presetID="10" presetClass="entr" presetSubtype="0" fill="hold" nodeType="afterEffect">
                                  <p:stCondLst>
                                    <p:cond delay="0"/>
                                  </p:stCondLst>
                                  <p:childTnLst>
                                    <p:set>
                                      <p:cBhvr>
                                        <p:cTn id="541" dur="1" fill="hold">
                                          <p:stCondLst>
                                            <p:cond delay="0"/>
                                          </p:stCondLst>
                                        </p:cTn>
                                        <p:tgtEl>
                                          <p:spTgt spid="755"/>
                                        </p:tgtEl>
                                        <p:attrNameLst>
                                          <p:attrName>style.visibility</p:attrName>
                                        </p:attrNameLst>
                                      </p:cBhvr>
                                      <p:to>
                                        <p:strVal val="visible"/>
                                      </p:to>
                                    </p:set>
                                    <p:animEffect transition="in" filter="fade">
                                      <p:cBhvr>
                                        <p:cTn id="542" dur="50"/>
                                        <p:tgtEl>
                                          <p:spTgt spid="755"/>
                                        </p:tgtEl>
                                      </p:cBhvr>
                                    </p:animEffect>
                                  </p:childTnLst>
                                </p:cTn>
                              </p:par>
                            </p:childTnLst>
                          </p:cTn>
                        </p:par>
                        <p:par>
                          <p:cTn id="543" fill="hold">
                            <p:stCondLst>
                              <p:cond delay="2200"/>
                            </p:stCondLst>
                            <p:childTnLst>
                              <p:par>
                                <p:cTn id="544" presetID="10" presetClass="entr" presetSubtype="0" fill="hold" nodeType="afterEffect">
                                  <p:stCondLst>
                                    <p:cond delay="0"/>
                                  </p:stCondLst>
                                  <p:childTnLst>
                                    <p:set>
                                      <p:cBhvr>
                                        <p:cTn id="545" dur="1" fill="hold">
                                          <p:stCondLst>
                                            <p:cond delay="0"/>
                                          </p:stCondLst>
                                        </p:cTn>
                                        <p:tgtEl>
                                          <p:spTgt spid="749"/>
                                        </p:tgtEl>
                                        <p:attrNameLst>
                                          <p:attrName>style.visibility</p:attrName>
                                        </p:attrNameLst>
                                      </p:cBhvr>
                                      <p:to>
                                        <p:strVal val="visible"/>
                                      </p:to>
                                    </p:set>
                                    <p:animEffect transition="in" filter="fade">
                                      <p:cBhvr>
                                        <p:cTn id="546" dur="50"/>
                                        <p:tgtEl>
                                          <p:spTgt spid="749"/>
                                        </p:tgtEl>
                                      </p:cBhvr>
                                    </p:animEffect>
                                  </p:childTnLst>
                                </p:cTn>
                              </p:par>
                            </p:childTnLst>
                          </p:cTn>
                        </p:par>
                        <p:par>
                          <p:cTn id="547" fill="hold">
                            <p:stCondLst>
                              <p:cond delay="2250"/>
                            </p:stCondLst>
                            <p:childTnLst>
                              <p:par>
                                <p:cTn id="548" presetID="10" presetClass="entr" presetSubtype="0" fill="hold" nodeType="afterEffect">
                                  <p:stCondLst>
                                    <p:cond delay="0"/>
                                  </p:stCondLst>
                                  <p:childTnLst>
                                    <p:set>
                                      <p:cBhvr>
                                        <p:cTn id="549" dur="1" fill="hold">
                                          <p:stCondLst>
                                            <p:cond delay="0"/>
                                          </p:stCondLst>
                                        </p:cTn>
                                        <p:tgtEl>
                                          <p:spTgt spid="797"/>
                                        </p:tgtEl>
                                        <p:attrNameLst>
                                          <p:attrName>style.visibility</p:attrName>
                                        </p:attrNameLst>
                                      </p:cBhvr>
                                      <p:to>
                                        <p:strVal val="visible"/>
                                      </p:to>
                                    </p:set>
                                    <p:animEffect transition="in" filter="fade">
                                      <p:cBhvr>
                                        <p:cTn id="550" dur="50"/>
                                        <p:tgtEl>
                                          <p:spTgt spid="797"/>
                                        </p:tgtEl>
                                      </p:cBhvr>
                                    </p:animEffect>
                                  </p:childTnLst>
                                </p:cTn>
                              </p:par>
                            </p:childTnLst>
                          </p:cTn>
                        </p:par>
                        <p:par>
                          <p:cTn id="551" fill="hold">
                            <p:stCondLst>
                              <p:cond delay="2300"/>
                            </p:stCondLst>
                            <p:childTnLst>
                              <p:par>
                                <p:cTn id="552" presetID="10" presetClass="entr" presetSubtype="0" fill="hold" nodeType="afterEffect">
                                  <p:stCondLst>
                                    <p:cond delay="0"/>
                                  </p:stCondLst>
                                  <p:childTnLst>
                                    <p:set>
                                      <p:cBhvr>
                                        <p:cTn id="553" dur="1" fill="hold">
                                          <p:stCondLst>
                                            <p:cond delay="0"/>
                                          </p:stCondLst>
                                        </p:cTn>
                                        <p:tgtEl>
                                          <p:spTgt spid="791"/>
                                        </p:tgtEl>
                                        <p:attrNameLst>
                                          <p:attrName>style.visibility</p:attrName>
                                        </p:attrNameLst>
                                      </p:cBhvr>
                                      <p:to>
                                        <p:strVal val="visible"/>
                                      </p:to>
                                    </p:set>
                                    <p:animEffect transition="in" filter="fade">
                                      <p:cBhvr>
                                        <p:cTn id="554" dur="50"/>
                                        <p:tgtEl>
                                          <p:spTgt spid="791"/>
                                        </p:tgtEl>
                                      </p:cBhvr>
                                    </p:animEffect>
                                  </p:childTnLst>
                                </p:cTn>
                              </p:par>
                            </p:childTnLst>
                          </p:cTn>
                        </p:par>
                        <p:par>
                          <p:cTn id="555" fill="hold">
                            <p:stCondLst>
                              <p:cond delay="2350"/>
                            </p:stCondLst>
                            <p:childTnLst>
                              <p:par>
                                <p:cTn id="556" presetID="10" presetClass="entr" presetSubtype="0" fill="hold" nodeType="afterEffect">
                                  <p:stCondLst>
                                    <p:cond delay="0"/>
                                  </p:stCondLst>
                                  <p:childTnLst>
                                    <p:set>
                                      <p:cBhvr>
                                        <p:cTn id="557" dur="1" fill="hold">
                                          <p:stCondLst>
                                            <p:cond delay="0"/>
                                          </p:stCondLst>
                                        </p:cTn>
                                        <p:tgtEl>
                                          <p:spTgt spid="743"/>
                                        </p:tgtEl>
                                        <p:attrNameLst>
                                          <p:attrName>style.visibility</p:attrName>
                                        </p:attrNameLst>
                                      </p:cBhvr>
                                      <p:to>
                                        <p:strVal val="visible"/>
                                      </p:to>
                                    </p:set>
                                    <p:animEffect transition="in" filter="fade">
                                      <p:cBhvr>
                                        <p:cTn id="558" dur="50"/>
                                        <p:tgtEl>
                                          <p:spTgt spid="743"/>
                                        </p:tgtEl>
                                      </p:cBhvr>
                                    </p:animEffect>
                                  </p:childTnLst>
                                </p:cTn>
                              </p:par>
                            </p:childTnLst>
                          </p:cTn>
                        </p:par>
                        <p:par>
                          <p:cTn id="559" fill="hold">
                            <p:stCondLst>
                              <p:cond delay="2400"/>
                            </p:stCondLst>
                            <p:childTnLst>
                              <p:par>
                                <p:cTn id="560" presetID="10" presetClass="entr" presetSubtype="0" fill="hold" nodeType="afterEffect">
                                  <p:stCondLst>
                                    <p:cond delay="0"/>
                                  </p:stCondLst>
                                  <p:childTnLst>
                                    <p:set>
                                      <p:cBhvr>
                                        <p:cTn id="561" dur="1" fill="hold">
                                          <p:stCondLst>
                                            <p:cond delay="0"/>
                                          </p:stCondLst>
                                        </p:cTn>
                                        <p:tgtEl>
                                          <p:spTgt spid="737"/>
                                        </p:tgtEl>
                                        <p:attrNameLst>
                                          <p:attrName>style.visibility</p:attrName>
                                        </p:attrNameLst>
                                      </p:cBhvr>
                                      <p:to>
                                        <p:strVal val="visible"/>
                                      </p:to>
                                    </p:set>
                                    <p:animEffect transition="in" filter="fade">
                                      <p:cBhvr>
                                        <p:cTn id="562" dur="50"/>
                                        <p:tgtEl>
                                          <p:spTgt spid="737"/>
                                        </p:tgtEl>
                                      </p:cBhvr>
                                    </p:animEffect>
                                  </p:childTnLst>
                                </p:cTn>
                              </p:par>
                            </p:childTnLst>
                          </p:cTn>
                        </p:par>
                        <p:par>
                          <p:cTn id="563" fill="hold">
                            <p:stCondLst>
                              <p:cond delay="2450"/>
                            </p:stCondLst>
                            <p:childTnLst>
                              <p:par>
                                <p:cTn id="564" presetID="10" presetClass="entr" presetSubtype="0" fill="hold" nodeType="afterEffect">
                                  <p:stCondLst>
                                    <p:cond delay="0"/>
                                  </p:stCondLst>
                                  <p:childTnLst>
                                    <p:set>
                                      <p:cBhvr>
                                        <p:cTn id="565" dur="1" fill="hold">
                                          <p:stCondLst>
                                            <p:cond delay="0"/>
                                          </p:stCondLst>
                                        </p:cTn>
                                        <p:tgtEl>
                                          <p:spTgt spid="731"/>
                                        </p:tgtEl>
                                        <p:attrNameLst>
                                          <p:attrName>style.visibility</p:attrName>
                                        </p:attrNameLst>
                                      </p:cBhvr>
                                      <p:to>
                                        <p:strVal val="visible"/>
                                      </p:to>
                                    </p:set>
                                    <p:animEffect transition="in" filter="fade">
                                      <p:cBhvr>
                                        <p:cTn id="566" dur="50"/>
                                        <p:tgtEl>
                                          <p:spTgt spid="731"/>
                                        </p:tgtEl>
                                      </p:cBhvr>
                                    </p:animEffect>
                                  </p:childTnLst>
                                </p:cTn>
                              </p:par>
                            </p:childTnLst>
                          </p:cTn>
                        </p:par>
                        <p:par>
                          <p:cTn id="567" fill="hold">
                            <p:stCondLst>
                              <p:cond delay="2500"/>
                            </p:stCondLst>
                            <p:childTnLst>
                              <p:par>
                                <p:cTn id="568" presetID="10" presetClass="entr" presetSubtype="0" fill="hold" nodeType="afterEffect">
                                  <p:stCondLst>
                                    <p:cond delay="0"/>
                                  </p:stCondLst>
                                  <p:childTnLst>
                                    <p:set>
                                      <p:cBhvr>
                                        <p:cTn id="569" dur="1" fill="hold">
                                          <p:stCondLst>
                                            <p:cond delay="0"/>
                                          </p:stCondLst>
                                        </p:cTn>
                                        <p:tgtEl>
                                          <p:spTgt spid="725"/>
                                        </p:tgtEl>
                                        <p:attrNameLst>
                                          <p:attrName>style.visibility</p:attrName>
                                        </p:attrNameLst>
                                      </p:cBhvr>
                                      <p:to>
                                        <p:strVal val="visible"/>
                                      </p:to>
                                    </p:set>
                                    <p:animEffect transition="in" filter="fade">
                                      <p:cBhvr>
                                        <p:cTn id="570" dur="50"/>
                                        <p:tgtEl>
                                          <p:spTgt spid="725"/>
                                        </p:tgtEl>
                                      </p:cBhvr>
                                    </p:animEffect>
                                  </p:childTnLst>
                                </p:cTn>
                              </p:par>
                            </p:childTnLst>
                          </p:cTn>
                        </p:par>
                        <p:par>
                          <p:cTn id="571" fill="hold">
                            <p:stCondLst>
                              <p:cond delay="2550"/>
                            </p:stCondLst>
                            <p:childTnLst>
                              <p:par>
                                <p:cTn id="572" presetID="10" presetClass="entr" presetSubtype="0" fill="hold" nodeType="afterEffect">
                                  <p:stCondLst>
                                    <p:cond delay="0"/>
                                  </p:stCondLst>
                                  <p:childTnLst>
                                    <p:set>
                                      <p:cBhvr>
                                        <p:cTn id="573" dur="1" fill="hold">
                                          <p:stCondLst>
                                            <p:cond delay="0"/>
                                          </p:stCondLst>
                                        </p:cTn>
                                        <p:tgtEl>
                                          <p:spTgt spid="719"/>
                                        </p:tgtEl>
                                        <p:attrNameLst>
                                          <p:attrName>style.visibility</p:attrName>
                                        </p:attrNameLst>
                                      </p:cBhvr>
                                      <p:to>
                                        <p:strVal val="visible"/>
                                      </p:to>
                                    </p:set>
                                    <p:animEffect transition="in" filter="fade">
                                      <p:cBhvr>
                                        <p:cTn id="574" dur="50"/>
                                        <p:tgtEl>
                                          <p:spTgt spid="719"/>
                                        </p:tgtEl>
                                      </p:cBhvr>
                                    </p:animEffect>
                                  </p:childTnLst>
                                </p:cTn>
                              </p:par>
                            </p:childTnLst>
                          </p:cTn>
                        </p:par>
                        <p:par>
                          <p:cTn id="575" fill="hold">
                            <p:stCondLst>
                              <p:cond delay="2600"/>
                            </p:stCondLst>
                            <p:childTnLst>
                              <p:par>
                                <p:cTn id="576" presetID="10" presetClass="entr" presetSubtype="0" fill="hold" nodeType="afterEffect">
                                  <p:stCondLst>
                                    <p:cond delay="0"/>
                                  </p:stCondLst>
                                  <p:childTnLst>
                                    <p:set>
                                      <p:cBhvr>
                                        <p:cTn id="577" dur="1" fill="hold">
                                          <p:stCondLst>
                                            <p:cond delay="0"/>
                                          </p:stCondLst>
                                        </p:cTn>
                                        <p:tgtEl>
                                          <p:spTgt spid="713"/>
                                        </p:tgtEl>
                                        <p:attrNameLst>
                                          <p:attrName>style.visibility</p:attrName>
                                        </p:attrNameLst>
                                      </p:cBhvr>
                                      <p:to>
                                        <p:strVal val="visible"/>
                                      </p:to>
                                    </p:set>
                                    <p:animEffect transition="in" filter="fade">
                                      <p:cBhvr>
                                        <p:cTn id="578" dur="50"/>
                                        <p:tgtEl>
                                          <p:spTgt spid="713"/>
                                        </p:tgtEl>
                                      </p:cBhvr>
                                    </p:animEffect>
                                  </p:childTnLst>
                                </p:cTn>
                              </p:par>
                            </p:childTnLst>
                          </p:cTn>
                        </p:par>
                        <p:par>
                          <p:cTn id="579" fill="hold">
                            <p:stCondLst>
                              <p:cond delay="2650"/>
                            </p:stCondLst>
                            <p:childTnLst>
                              <p:par>
                                <p:cTn id="580" presetID="10" presetClass="entr" presetSubtype="0" fill="hold" nodeType="afterEffect">
                                  <p:stCondLst>
                                    <p:cond delay="0"/>
                                  </p:stCondLst>
                                  <p:childTnLst>
                                    <p:set>
                                      <p:cBhvr>
                                        <p:cTn id="581" dur="1" fill="hold">
                                          <p:stCondLst>
                                            <p:cond delay="0"/>
                                          </p:stCondLst>
                                        </p:cTn>
                                        <p:tgtEl>
                                          <p:spTgt spid="707"/>
                                        </p:tgtEl>
                                        <p:attrNameLst>
                                          <p:attrName>style.visibility</p:attrName>
                                        </p:attrNameLst>
                                      </p:cBhvr>
                                      <p:to>
                                        <p:strVal val="visible"/>
                                      </p:to>
                                    </p:set>
                                    <p:animEffect transition="in" filter="fade">
                                      <p:cBhvr>
                                        <p:cTn id="582" dur="50"/>
                                        <p:tgtEl>
                                          <p:spTgt spid="707"/>
                                        </p:tgtEl>
                                      </p:cBhvr>
                                    </p:animEffect>
                                  </p:childTnLst>
                                </p:cTn>
                              </p:par>
                            </p:childTnLst>
                          </p:cTn>
                        </p:par>
                        <p:par>
                          <p:cTn id="583" fill="hold">
                            <p:stCondLst>
                              <p:cond delay="2700"/>
                            </p:stCondLst>
                            <p:childTnLst>
                              <p:par>
                                <p:cTn id="584" presetID="10" presetClass="entr" presetSubtype="0" fill="hold" nodeType="afterEffect">
                                  <p:stCondLst>
                                    <p:cond delay="0"/>
                                  </p:stCondLst>
                                  <p:childTnLst>
                                    <p:set>
                                      <p:cBhvr>
                                        <p:cTn id="585" dur="1" fill="hold">
                                          <p:stCondLst>
                                            <p:cond delay="0"/>
                                          </p:stCondLst>
                                        </p:cTn>
                                        <p:tgtEl>
                                          <p:spTgt spid="701"/>
                                        </p:tgtEl>
                                        <p:attrNameLst>
                                          <p:attrName>style.visibility</p:attrName>
                                        </p:attrNameLst>
                                      </p:cBhvr>
                                      <p:to>
                                        <p:strVal val="visible"/>
                                      </p:to>
                                    </p:set>
                                    <p:animEffect transition="in" filter="fade">
                                      <p:cBhvr>
                                        <p:cTn id="586" dur="50"/>
                                        <p:tgtEl>
                                          <p:spTgt spid="701"/>
                                        </p:tgtEl>
                                      </p:cBhvr>
                                    </p:animEffect>
                                  </p:childTnLst>
                                </p:cTn>
                              </p:par>
                            </p:childTnLst>
                          </p:cTn>
                        </p:par>
                        <p:par>
                          <p:cTn id="587" fill="hold">
                            <p:stCondLst>
                              <p:cond delay="2750"/>
                            </p:stCondLst>
                            <p:childTnLst>
                              <p:par>
                                <p:cTn id="588" presetID="10" presetClass="entr" presetSubtype="0" fill="hold" nodeType="afterEffect">
                                  <p:stCondLst>
                                    <p:cond delay="0"/>
                                  </p:stCondLst>
                                  <p:childTnLst>
                                    <p:set>
                                      <p:cBhvr>
                                        <p:cTn id="589" dur="1" fill="hold">
                                          <p:stCondLst>
                                            <p:cond delay="0"/>
                                          </p:stCondLst>
                                        </p:cTn>
                                        <p:tgtEl>
                                          <p:spTgt spid="695"/>
                                        </p:tgtEl>
                                        <p:attrNameLst>
                                          <p:attrName>style.visibility</p:attrName>
                                        </p:attrNameLst>
                                      </p:cBhvr>
                                      <p:to>
                                        <p:strVal val="visible"/>
                                      </p:to>
                                    </p:set>
                                    <p:animEffect transition="in" filter="fade">
                                      <p:cBhvr>
                                        <p:cTn id="590" dur="50"/>
                                        <p:tgtEl>
                                          <p:spTgt spid="695"/>
                                        </p:tgtEl>
                                      </p:cBhvr>
                                    </p:animEffect>
                                  </p:childTnLst>
                                </p:cTn>
                              </p:par>
                            </p:childTnLst>
                          </p:cTn>
                        </p:par>
                        <p:par>
                          <p:cTn id="591" fill="hold">
                            <p:stCondLst>
                              <p:cond delay="2800"/>
                            </p:stCondLst>
                            <p:childTnLst>
                              <p:par>
                                <p:cTn id="592" presetID="10" presetClass="entr" presetSubtype="0" fill="hold" nodeType="afterEffect">
                                  <p:stCondLst>
                                    <p:cond delay="0"/>
                                  </p:stCondLst>
                                  <p:childTnLst>
                                    <p:set>
                                      <p:cBhvr>
                                        <p:cTn id="593" dur="1" fill="hold">
                                          <p:stCondLst>
                                            <p:cond delay="0"/>
                                          </p:stCondLst>
                                        </p:cTn>
                                        <p:tgtEl>
                                          <p:spTgt spid="689"/>
                                        </p:tgtEl>
                                        <p:attrNameLst>
                                          <p:attrName>style.visibility</p:attrName>
                                        </p:attrNameLst>
                                      </p:cBhvr>
                                      <p:to>
                                        <p:strVal val="visible"/>
                                      </p:to>
                                    </p:set>
                                    <p:animEffect transition="in" filter="fade">
                                      <p:cBhvr>
                                        <p:cTn id="594" dur="50"/>
                                        <p:tgtEl>
                                          <p:spTgt spid="689"/>
                                        </p:tgtEl>
                                      </p:cBhvr>
                                    </p:animEffect>
                                  </p:childTnLst>
                                </p:cTn>
                              </p:par>
                            </p:childTnLst>
                          </p:cTn>
                        </p:par>
                        <p:par>
                          <p:cTn id="595" fill="hold">
                            <p:stCondLst>
                              <p:cond delay="2850"/>
                            </p:stCondLst>
                            <p:childTnLst>
                              <p:par>
                                <p:cTn id="596" presetID="10" presetClass="entr" presetSubtype="0" fill="hold" nodeType="afterEffect">
                                  <p:stCondLst>
                                    <p:cond delay="0"/>
                                  </p:stCondLst>
                                  <p:childTnLst>
                                    <p:set>
                                      <p:cBhvr>
                                        <p:cTn id="597" dur="1" fill="hold">
                                          <p:stCondLst>
                                            <p:cond delay="0"/>
                                          </p:stCondLst>
                                        </p:cTn>
                                        <p:tgtEl>
                                          <p:spTgt spid="683"/>
                                        </p:tgtEl>
                                        <p:attrNameLst>
                                          <p:attrName>style.visibility</p:attrName>
                                        </p:attrNameLst>
                                      </p:cBhvr>
                                      <p:to>
                                        <p:strVal val="visible"/>
                                      </p:to>
                                    </p:set>
                                    <p:animEffect transition="in" filter="fade">
                                      <p:cBhvr>
                                        <p:cTn id="598" dur="50"/>
                                        <p:tgtEl>
                                          <p:spTgt spid="683"/>
                                        </p:tgtEl>
                                      </p:cBhvr>
                                    </p:animEffect>
                                  </p:childTnLst>
                                </p:cTn>
                              </p:par>
                            </p:childTnLst>
                          </p:cTn>
                        </p:par>
                        <p:par>
                          <p:cTn id="599" fill="hold">
                            <p:stCondLst>
                              <p:cond delay="2900"/>
                            </p:stCondLst>
                            <p:childTnLst>
                              <p:par>
                                <p:cTn id="600" presetID="10" presetClass="entr" presetSubtype="0" fill="hold" nodeType="afterEffect">
                                  <p:stCondLst>
                                    <p:cond delay="0"/>
                                  </p:stCondLst>
                                  <p:childTnLst>
                                    <p:set>
                                      <p:cBhvr>
                                        <p:cTn id="601" dur="1" fill="hold">
                                          <p:stCondLst>
                                            <p:cond delay="0"/>
                                          </p:stCondLst>
                                        </p:cTn>
                                        <p:tgtEl>
                                          <p:spTgt spid="932"/>
                                        </p:tgtEl>
                                        <p:attrNameLst>
                                          <p:attrName>style.visibility</p:attrName>
                                        </p:attrNameLst>
                                      </p:cBhvr>
                                      <p:to>
                                        <p:strVal val="visible"/>
                                      </p:to>
                                    </p:set>
                                    <p:animEffect transition="in" filter="fade">
                                      <p:cBhvr>
                                        <p:cTn id="602" dur="50"/>
                                        <p:tgtEl>
                                          <p:spTgt spid="932"/>
                                        </p:tgtEl>
                                      </p:cBhvr>
                                    </p:animEffect>
                                  </p:childTnLst>
                                </p:cTn>
                              </p:par>
                            </p:childTnLst>
                          </p:cTn>
                        </p:par>
                        <p:par>
                          <p:cTn id="603" fill="hold">
                            <p:stCondLst>
                              <p:cond delay="2950"/>
                            </p:stCondLst>
                            <p:childTnLst>
                              <p:par>
                                <p:cTn id="604" presetID="10" presetClass="entr" presetSubtype="0" fill="hold" nodeType="afterEffect">
                                  <p:stCondLst>
                                    <p:cond delay="0"/>
                                  </p:stCondLst>
                                  <p:childTnLst>
                                    <p:set>
                                      <p:cBhvr>
                                        <p:cTn id="605" dur="1" fill="hold">
                                          <p:stCondLst>
                                            <p:cond delay="0"/>
                                          </p:stCondLst>
                                        </p:cTn>
                                        <p:tgtEl>
                                          <p:spTgt spid="926"/>
                                        </p:tgtEl>
                                        <p:attrNameLst>
                                          <p:attrName>style.visibility</p:attrName>
                                        </p:attrNameLst>
                                      </p:cBhvr>
                                      <p:to>
                                        <p:strVal val="visible"/>
                                      </p:to>
                                    </p:set>
                                    <p:animEffect transition="in" filter="fade">
                                      <p:cBhvr>
                                        <p:cTn id="606" dur="50"/>
                                        <p:tgtEl>
                                          <p:spTgt spid="926"/>
                                        </p:tgtEl>
                                      </p:cBhvr>
                                    </p:animEffect>
                                  </p:childTnLst>
                                </p:cTn>
                              </p:par>
                            </p:childTnLst>
                          </p:cTn>
                        </p:par>
                        <p:par>
                          <p:cTn id="607" fill="hold">
                            <p:stCondLst>
                              <p:cond delay="3000"/>
                            </p:stCondLst>
                            <p:childTnLst>
                              <p:par>
                                <p:cTn id="608" presetID="10" presetClass="entr" presetSubtype="0" fill="hold" nodeType="afterEffect">
                                  <p:stCondLst>
                                    <p:cond delay="0"/>
                                  </p:stCondLst>
                                  <p:childTnLst>
                                    <p:set>
                                      <p:cBhvr>
                                        <p:cTn id="609" dur="1" fill="hold">
                                          <p:stCondLst>
                                            <p:cond delay="0"/>
                                          </p:stCondLst>
                                        </p:cTn>
                                        <p:tgtEl>
                                          <p:spTgt spid="917"/>
                                        </p:tgtEl>
                                        <p:attrNameLst>
                                          <p:attrName>style.visibility</p:attrName>
                                        </p:attrNameLst>
                                      </p:cBhvr>
                                      <p:to>
                                        <p:strVal val="visible"/>
                                      </p:to>
                                    </p:set>
                                    <p:animEffect transition="in" filter="fade">
                                      <p:cBhvr>
                                        <p:cTn id="610" dur="50"/>
                                        <p:tgtEl>
                                          <p:spTgt spid="917"/>
                                        </p:tgtEl>
                                      </p:cBhvr>
                                    </p:animEffect>
                                  </p:childTnLst>
                                </p:cTn>
                              </p:par>
                            </p:childTnLst>
                          </p:cTn>
                        </p:par>
                        <p:par>
                          <p:cTn id="611" fill="hold">
                            <p:stCondLst>
                              <p:cond delay="3050"/>
                            </p:stCondLst>
                            <p:childTnLst>
                              <p:par>
                                <p:cTn id="612" presetID="10" presetClass="entr" presetSubtype="0" fill="hold" nodeType="afterEffect">
                                  <p:stCondLst>
                                    <p:cond delay="0"/>
                                  </p:stCondLst>
                                  <p:childTnLst>
                                    <p:set>
                                      <p:cBhvr>
                                        <p:cTn id="613" dur="1" fill="hold">
                                          <p:stCondLst>
                                            <p:cond delay="0"/>
                                          </p:stCondLst>
                                        </p:cTn>
                                        <p:tgtEl>
                                          <p:spTgt spid="302"/>
                                        </p:tgtEl>
                                        <p:attrNameLst>
                                          <p:attrName>style.visibility</p:attrName>
                                        </p:attrNameLst>
                                      </p:cBhvr>
                                      <p:to>
                                        <p:strVal val="visible"/>
                                      </p:to>
                                    </p:set>
                                    <p:animEffect transition="in" filter="fade">
                                      <p:cBhvr>
                                        <p:cTn id="614" dur="50"/>
                                        <p:tgtEl>
                                          <p:spTgt spid="302"/>
                                        </p:tgtEl>
                                      </p:cBhvr>
                                    </p:animEffect>
                                  </p:childTnLst>
                                </p:cTn>
                              </p:par>
                            </p:childTnLst>
                          </p:cTn>
                        </p:par>
                        <p:par>
                          <p:cTn id="615" fill="hold">
                            <p:stCondLst>
                              <p:cond delay="3100"/>
                            </p:stCondLst>
                            <p:childTnLst>
                              <p:par>
                                <p:cTn id="616" presetID="10" presetClass="entr" presetSubtype="0" fill="hold" nodeType="afterEffect">
                                  <p:stCondLst>
                                    <p:cond delay="0"/>
                                  </p:stCondLst>
                                  <p:childTnLst>
                                    <p:set>
                                      <p:cBhvr>
                                        <p:cTn id="617" dur="1" fill="hold">
                                          <p:stCondLst>
                                            <p:cond delay="0"/>
                                          </p:stCondLst>
                                        </p:cTn>
                                        <p:tgtEl>
                                          <p:spTgt spid="314"/>
                                        </p:tgtEl>
                                        <p:attrNameLst>
                                          <p:attrName>style.visibility</p:attrName>
                                        </p:attrNameLst>
                                      </p:cBhvr>
                                      <p:to>
                                        <p:strVal val="visible"/>
                                      </p:to>
                                    </p:set>
                                    <p:animEffect transition="in" filter="fade">
                                      <p:cBhvr>
                                        <p:cTn id="618" dur="50"/>
                                        <p:tgtEl>
                                          <p:spTgt spid="314"/>
                                        </p:tgtEl>
                                      </p:cBhvr>
                                    </p:animEffect>
                                  </p:childTnLst>
                                </p:cTn>
                              </p:par>
                            </p:childTnLst>
                          </p:cTn>
                        </p:par>
                        <p:par>
                          <p:cTn id="619" fill="hold">
                            <p:stCondLst>
                              <p:cond delay="3150"/>
                            </p:stCondLst>
                            <p:childTnLst>
                              <p:par>
                                <p:cTn id="620" presetID="10" presetClass="entr" presetSubtype="0" fill="hold" nodeType="afterEffect">
                                  <p:stCondLst>
                                    <p:cond delay="0"/>
                                  </p:stCondLst>
                                  <p:childTnLst>
                                    <p:set>
                                      <p:cBhvr>
                                        <p:cTn id="621" dur="1" fill="hold">
                                          <p:stCondLst>
                                            <p:cond delay="0"/>
                                          </p:stCondLst>
                                        </p:cTn>
                                        <p:tgtEl>
                                          <p:spTgt spid="311"/>
                                        </p:tgtEl>
                                        <p:attrNameLst>
                                          <p:attrName>style.visibility</p:attrName>
                                        </p:attrNameLst>
                                      </p:cBhvr>
                                      <p:to>
                                        <p:strVal val="visible"/>
                                      </p:to>
                                    </p:set>
                                    <p:animEffect transition="in" filter="fade">
                                      <p:cBhvr>
                                        <p:cTn id="622" dur="50"/>
                                        <p:tgtEl>
                                          <p:spTgt spid="311"/>
                                        </p:tgtEl>
                                      </p:cBhvr>
                                    </p:animEffect>
                                  </p:childTnLst>
                                </p:cTn>
                              </p:par>
                            </p:childTnLst>
                          </p:cTn>
                        </p:par>
                        <p:par>
                          <p:cTn id="623" fill="hold">
                            <p:stCondLst>
                              <p:cond delay="3200"/>
                            </p:stCondLst>
                            <p:childTnLst>
                              <p:par>
                                <p:cTn id="624" presetID="10" presetClass="entr" presetSubtype="0" fill="hold" nodeType="afterEffect">
                                  <p:stCondLst>
                                    <p:cond delay="0"/>
                                  </p:stCondLst>
                                  <p:childTnLst>
                                    <p:set>
                                      <p:cBhvr>
                                        <p:cTn id="625" dur="1" fill="hold">
                                          <p:stCondLst>
                                            <p:cond delay="0"/>
                                          </p:stCondLst>
                                        </p:cTn>
                                        <p:tgtEl>
                                          <p:spTgt spid="305"/>
                                        </p:tgtEl>
                                        <p:attrNameLst>
                                          <p:attrName>style.visibility</p:attrName>
                                        </p:attrNameLst>
                                      </p:cBhvr>
                                      <p:to>
                                        <p:strVal val="visible"/>
                                      </p:to>
                                    </p:set>
                                    <p:animEffect transition="in" filter="fade">
                                      <p:cBhvr>
                                        <p:cTn id="626" dur="50"/>
                                        <p:tgtEl>
                                          <p:spTgt spid="305"/>
                                        </p:tgtEl>
                                      </p:cBhvr>
                                    </p:animEffect>
                                  </p:childTnLst>
                                </p:cTn>
                              </p:par>
                            </p:childTnLst>
                          </p:cTn>
                        </p:par>
                        <p:par>
                          <p:cTn id="627" fill="hold">
                            <p:stCondLst>
                              <p:cond delay="3250"/>
                            </p:stCondLst>
                            <p:childTnLst>
                              <p:par>
                                <p:cTn id="628" presetID="10" presetClass="entr" presetSubtype="0" fill="hold" nodeType="afterEffect">
                                  <p:stCondLst>
                                    <p:cond delay="0"/>
                                  </p:stCondLst>
                                  <p:childTnLst>
                                    <p:set>
                                      <p:cBhvr>
                                        <p:cTn id="629" dur="1" fill="hold">
                                          <p:stCondLst>
                                            <p:cond delay="0"/>
                                          </p:stCondLst>
                                        </p:cTn>
                                        <p:tgtEl>
                                          <p:spTgt spid="308"/>
                                        </p:tgtEl>
                                        <p:attrNameLst>
                                          <p:attrName>style.visibility</p:attrName>
                                        </p:attrNameLst>
                                      </p:cBhvr>
                                      <p:to>
                                        <p:strVal val="visible"/>
                                      </p:to>
                                    </p:set>
                                    <p:animEffect transition="in" filter="fade">
                                      <p:cBhvr>
                                        <p:cTn id="630" dur="50"/>
                                        <p:tgtEl>
                                          <p:spTgt spid="308"/>
                                        </p:tgtEl>
                                      </p:cBhvr>
                                    </p:animEffect>
                                  </p:childTnLst>
                                </p:cTn>
                              </p:par>
                            </p:childTnLst>
                          </p:cTn>
                        </p:par>
                        <p:par>
                          <p:cTn id="631" fill="hold">
                            <p:stCondLst>
                              <p:cond delay="3300"/>
                            </p:stCondLst>
                            <p:childTnLst>
                              <p:par>
                                <p:cTn id="632" presetID="10" presetClass="entr" presetSubtype="0" fill="hold" nodeType="afterEffect">
                                  <p:stCondLst>
                                    <p:cond delay="0"/>
                                  </p:stCondLst>
                                  <p:childTnLst>
                                    <p:set>
                                      <p:cBhvr>
                                        <p:cTn id="633" dur="1" fill="hold">
                                          <p:stCondLst>
                                            <p:cond delay="0"/>
                                          </p:stCondLst>
                                        </p:cTn>
                                        <p:tgtEl>
                                          <p:spTgt spid="317"/>
                                        </p:tgtEl>
                                        <p:attrNameLst>
                                          <p:attrName>style.visibility</p:attrName>
                                        </p:attrNameLst>
                                      </p:cBhvr>
                                      <p:to>
                                        <p:strVal val="visible"/>
                                      </p:to>
                                    </p:set>
                                    <p:animEffect transition="in" filter="fade">
                                      <p:cBhvr>
                                        <p:cTn id="634" dur="50"/>
                                        <p:tgtEl>
                                          <p:spTgt spid="317"/>
                                        </p:tgtEl>
                                      </p:cBhvr>
                                    </p:animEffect>
                                  </p:childTnLst>
                                </p:cTn>
                              </p:par>
                            </p:childTnLst>
                          </p:cTn>
                        </p:par>
                        <p:par>
                          <p:cTn id="635" fill="hold">
                            <p:stCondLst>
                              <p:cond delay="3350"/>
                            </p:stCondLst>
                            <p:childTnLst>
                              <p:par>
                                <p:cTn id="636" presetID="10" presetClass="entr" presetSubtype="0" fill="hold" nodeType="afterEffect">
                                  <p:stCondLst>
                                    <p:cond delay="0"/>
                                  </p:stCondLst>
                                  <p:childTnLst>
                                    <p:set>
                                      <p:cBhvr>
                                        <p:cTn id="637" dur="1" fill="hold">
                                          <p:stCondLst>
                                            <p:cond delay="0"/>
                                          </p:stCondLst>
                                        </p:cTn>
                                        <p:tgtEl>
                                          <p:spTgt spid="320"/>
                                        </p:tgtEl>
                                        <p:attrNameLst>
                                          <p:attrName>style.visibility</p:attrName>
                                        </p:attrNameLst>
                                      </p:cBhvr>
                                      <p:to>
                                        <p:strVal val="visible"/>
                                      </p:to>
                                    </p:set>
                                    <p:animEffect transition="in" filter="fade">
                                      <p:cBhvr>
                                        <p:cTn id="638" dur="50"/>
                                        <p:tgtEl>
                                          <p:spTgt spid="320"/>
                                        </p:tgtEl>
                                      </p:cBhvr>
                                    </p:animEffect>
                                  </p:childTnLst>
                                </p:cTn>
                              </p:par>
                            </p:childTnLst>
                          </p:cTn>
                        </p:par>
                        <p:par>
                          <p:cTn id="639" fill="hold">
                            <p:stCondLst>
                              <p:cond delay="3400"/>
                            </p:stCondLst>
                            <p:childTnLst>
                              <p:par>
                                <p:cTn id="640" presetID="10" presetClass="entr" presetSubtype="0" fill="hold" nodeType="afterEffect">
                                  <p:stCondLst>
                                    <p:cond delay="0"/>
                                  </p:stCondLst>
                                  <p:childTnLst>
                                    <p:set>
                                      <p:cBhvr>
                                        <p:cTn id="641" dur="1" fill="hold">
                                          <p:stCondLst>
                                            <p:cond delay="0"/>
                                          </p:stCondLst>
                                        </p:cTn>
                                        <p:tgtEl>
                                          <p:spTgt spid="323"/>
                                        </p:tgtEl>
                                        <p:attrNameLst>
                                          <p:attrName>style.visibility</p:attrName>
                                        </p:attrNameLst>
                                      </p:cBhvr>
                                      <p:to>
                                        <p:strVal val="visible"/>
                                      </p:to>
                                    </p:set>
                                    <p:animEffect transition="in" filter="fade">
                                      <p:cBhvr>
                                        <p:cTn id="642" dur="50"/>
                                        <p:tgtEl>
                                          <p:spTgt spid="323"/>
                                        </p:tgtEl>
                                      </p:cBhvr>
                                    </p:animEffect>
                                  </p:childTnLst>
                                </p:cTn>
                              </p:par>
                            </p:childTnLst>
                          </p:cTn>
                        </p:par>
                        <p:par>
                          <p:cTn id="643" fill="hold">
                            <p:stCondLst>
                              <p:cond delay="3450"/>
                            </p:stCondLst>
                            <p:childTnLst>
                              <p:par>
                                <p:cTn id="644" presetID="10" presetClass="entr" presetSubtype="0" fill="hold" nodeType="afterEffect">
                                  <p:stCondLst>
                                    <p:cond delay="0"/>
                                  </p:stCondLst>
                                  <p:childTnLst>
                                    <p:set>
                                      <p:cBhvr>
                                        <p:cTn id="645" dur="1" fill="hold">
                                          <p:stCondLst>
                                            <p:cond delay="0"/>
                                          </p:stCondLst>
                                        </p:cTn>
                                        <p:tgtEl>
                                          <p:spTgt spid="326"/>
                                        </p:tgtEl>
                                        <p:attrNameLst>
                                          <p:attrName>style.visibility</p:attrName>
                                        </p:attrNameLst>
                                      </p:cBhvr>
                                      <p:to>
                                        <p:strVal val="visible"/>
                                      </p:to>
                                    </p:set>
                                    <p:animEffect transition="in" filter="fade">
                                      <p:cBhvr>
                                        <p:cTn id="646" dur="50"/>
                                        <p:tgtEl>
                                          <p:spTgt spid="326"/>
                                        </p:tgtEl>
                                      </p:cBhvr>
                                    </p:animEffect>
                                  </p:childTnLst>
                                </p:cTn>
                              </p:par>
                            </p:childTnLst>
                          </p:cTn>
                        </p:par>
                        <p:par>
                          <p:cTn id="647" fill="hold">
                            <p:stCondLst>
                              <p:cond delay="3500"/>
                            </p:stCondLst>
                            <p:childTnLst>
                              <p:par>
                                <p:cTn id="648" presetID="10" presetClass="entr" presetSubtype="0" fill="hold" nodeType="afterEffect">
                                  <p:stCondLst>
                                    <p:cond delay="0"/>
                                  </p:stCondLst>
                                  <p:childTnLst>
                                    <p:set>
                                      <p:cBhvr>
                                        <p:cTn id="649" dur="1" fill="hold">
                                          <p:stCondLst>
                                            <p:cond delay="0"/>
                                          </p:stCondLst>
                                        </p:cTn>
                                        <p:tgtEl>
                                          <p:spTgt spid="248"/>
                                        </p:tgtEl>
                                        <p:attrNameLst>
                                          <p:attrName>style.visibility</p:attrName>
                                        </p:attrNameLst>
                                      </p:cBhvr>
                                      <p:to>
                                        <p:strVal val="visible"/>
                                      </p:to>
                                    </p:set>
                                    <p:animEffect transition="in" filter="fade">
                                      <p:cBhvr>
                                        <p:cTn id="650" dur="50"/>
                                        <p:tgtEl>
                                          <p:spTgt spid="248"/>
                                        </p:tgtEl>
                                      </p:cBhvr>
                                    </p:animEffect>
                                  </p:childTnLst>
                                </p:cTn>
                              </p:par>
                            </p:childTnLst>
                          </p:cTn>
                        </p:par>
                        <p:par>
                          <p:cTn id="651" fill="hold">
                            <p:stCondLst>
                              <p:cond delay="3550"/>
                            </p:stCondLst>
                            <p:childTnLst>
                              <p:par>
                                <p:cTn id="652" presetID="10" presetClass="entr" presetSubtype="0" fill="hold" nodeType="afterEffect">
                                  <p:stCondLst>
                                    <p:cond delay="0"/>
                                  </p:stCondLst>
                                  <p:childTnLst>
                                    <p:set>
                                      <p:cBhvr>
                                        <p:cTn id="653" dur="1" fill="hold">
                                          <p:stCondLst>
                                            <p:cond delay="0"/>
                                          </p:stCondLst>
                                        </p:cTn>
                                        <p:tgtEl>
                                          <p:spTgt spid="251"/>
                                        </p:tgtEl>
                                        <p:attrNameLst>
                                          <p:attrName>style.visibility</p:attrName>
                                        </p:attrNameLst>
                                      </p:cBhvr>
                                      <p:to>
                                        <p:strVal val="visible"/>
                                      </p:to>
                                    </p:set>
                                    <p:animEffect transition="in" filter="fade">
                                      <p:cBhvr>
                                        <p:cTn id="654" dur="50"/>
                                        <p:tgtEl>
                                          <p:spTgt spid="251"/>
                                        </p:tgtEl>
                                      </p:cBhvr>
                                    </p:animEffect>
                                  </p:childTnLst>
                                </p:cTn>
                              </p:par>
                            </p:childTnLst>
                          </p:cTn>
                        </p:par>
                        <p:par>
                          <p:cTn id="655" fill="hold">
                            <p:stCondLst>
                              <p:cond delay="3600"/>
                            </p:stCondLst>
                            <p:childTnLst>
                              <p:par>
                                <p:cTn id="656" presetID="10" presetClass="entr" presetSubtype="0" fill="hold" nodeType="afterEffect">
                                  <p:stCondLst>
                                    <p:cond delay="0"/>
                                  </p:stCondLst>
                                  <p:childTnLst>
                                    <p:set>
                                      <p:cBhvr>
                                        <p:cTn id="657" dur="1" fill="hold">
                                          <p:stCondLst>
                                            <p:cond delay="0"/>
                                          </p:stCondLst>
                                        </p:cTn>
                                        <p:tgtEl>
                                          <p:spTgt spid="272"/>
                                        </p:tgtEl>
                                        <p:attrNameLst>
                                          <p:attrName>style.visibility</p:attrName>
                                        </p:attrNameLst>
                                      </p:cBhvr>
                                      <p:to>
                                        <p:strVal val="visible"/>
                                      </p:to>
                                    </p:set>
                                    <p:animEffect transition="in" filter="fade">
                                      <p:cBhvr>
                                        <p:cTn id="658" dur="50"/>
                                        <p:tgtEl>
                                          <p:spTgt spid="272"/>
                                        </p:tgtEl>
                                      </p:cBhvr>
                                    </p:animEffect>
                                  </p:childTnLst>
                                </p:cTn>
                              </p:par>
                            </p:childTnLst>
                          </p:cTn>
                        </p:par>
                        <p:par>
                          <p:cTn id="659" fill="hold">
                            <p:stCondLst>
                              <p:cond delay="3650"/>
                            </p:stCondLst>
                            <p:childTnLst>
                              <p:par>
                                <p:cTn id="660" presetID="10" presetClass="entr" presetSubtype="0" fill="hold" nodeType="afterEffect">
                                  <p:stCondLst>
                                    <p:cond delay="0"/>
                                  </p:stCondLst>
                                  <p:childTnLst>
                                    <p:set>
                                      <p:cBhvr>
                                        <p:cTn id="661" dur="1" fill="hold">
                                          <p:stCondLst>
                                            <p:cond delay="0"/>
                                          </p:stCondLst>
                                        </p:cTn>
                                        <p:tgtEl>
                                          <p:spTgt spid="281"/>
                                        </p:tgtEl>
                                        <p:attrNameLst>
                                          <p:attrName>style.visibility</p:attrName>
                                        </p:attrNameLst>
                                      </p:cBhvr>
                                      <p:to>
                                        <p:strVal val="visible"/>
                                      </p:to>
                                    </p:set>
                                    <p:animEffect transition="in" filter="fade">
                                      <p:cBhvr>
                                        <p:cTn id="662" dur="50"/>
                                        <p:tgtEl>
                                          <p:spTgt spid="281"/>
                                        </p:tgtEl>
                                      </p:cBhvr>
                                    </p:animEffect>
                                  </p:childTnLst>
                                </p:cTn>
                              </p:par>
                            </p:childTnLst>
                          </p:cTn>
                        </p:par>
                        <p:par>
                          <p:cTn id="663" fill="hold">
                            <p:stCondLst>
                              <p:cond delay="3700"/>
                            </p:stCondLst>
                            <p:childTnLst>
                              <p:par>
                                <p:cTn id="664" presetID="10" presetClass="entr" presetSubtype="0" fill="hold" nodeType="afterEffect">
                                  <p:stCondLst>
                                    <p:cond delay="0"/>
                                  </p:stCondLst>
                                  <p:childTnLst>
                                    <p:set>
                                      <p:cBhvr>
                                        <p:cTn id="665" dur="1" fill="hold">
                                          <p:stCondLst>
                                            <p:cond delay="0"/>
                                          </p:stCondLst>
                                        </p:cTn>
                                        <p:tgtEl>
                                          <p:spTgt spid="284"/>
                                        </p:tgtEl>
                                        <p:attrNameLst>
                                          <p:attrName>style.visibility</p:attrName>
                                        </p:attrNameLst>
                                      </p:cBhvr>
                                      <p:to>
                                        <p:strVal val="visible"/>
                                      </p:to>
                                    </p:set>
                                    <p:animEffect transition="in" filter="fade">
                                      <p:cBhvr>
                                        <p:cTn id="666" dur="50"/>
                                        <p:tgtEl>
                                          <p:spTgt spid="284"/>
                                        </p:tgtEl>
                                      </p:cBhvr>
                                    </p:animEffect>
                                  </p:childTnLst>
                                </p:cTn>
                              </p:par>
                            </p:childTnLst>
                          </p:cTn>
                        </p:par>
                        <p:par>
                          <p:cTn id="667" fill="hold">
                            <p:stCondLst>
                              <p:cond delay="3750"/>
                            </p:stCondLst>
                            <p:childTnLst>
                              <p:par>
                                <p:cTn id="668" presetID="10" presetClass="entr" presetSubtype="0" fill="hold" nodeType="afterEffect">
                                  <p:stCondLst>
                                    <p:cond delay="0"/>
                                  </p:stCondLst>
                                  <p:childTnLst>
                                    <p:set>
                                      <p:cBhvr>
                                        <p:cTn id="669" dur="1" fill="hold">
                                          <p:stCondLst>
                                            <p:cond delay="0"/>
                                          </p:stCondLst>
                                        </p:cTn>
                                        <p:tgtEl>
                                          <p:spTgt spid="287"/>
                                        </p:tgtEl>
                                        <p:attrNameLst>
                                          <p:attrName>style.visibility</p:attrName>
                                        </p:attrNameLst>
                                      </p:cBhvr>
                                      <p:to>
                                        <p:strVal val="visible"/>
                                      </p:to>
                                    </p:set>
                                    <p:animEffect transition="in" filter="fade">
                                      <p:cBhvr>
                                        <p:cTn id="670" dur="50"/>
                                        <p:tgtEl>
                                          <p:spTgt spid="287"/>
                                        </p:tgtEl>
                                      </p:cBhvr>
                                    </p:animEffect>
                                  </p:childTnLst>
                                </p:cTn>
                              </p:par>
                            </p:childTnLst>
                          </p:cTn>
                        </p:par>
                        <p:par>
                          <p:cTn id="671" fill="hold">
                            <p:stCondLst>
                              <p:cond delay="3800"/>
                            </p:stCondLst>
                            <p:childTnLst>
                              <p:par>
                                <p:cTn id="672" presetID="10" presetClass="entr" presetSubtype="0" fill="hold" nodeType="afterEffect">
                                  <p:stCondLst>
                                    <p:cond delay="0"/>
                                  </p:stCondLst>
                                  <p:childTnLst>
                                    <p:set>
                                      <p:cBhvr>
                                        <p:cTn id="673" dur="1" fill="hold">
                                          <p:stCondLst>
                                            <p:cond delay="0"/>
                                          </p:stCondLst>
                                        </p:cTn>
                                        <p:tgtEl>
                                          <p:spTgt spid="290"/>
                                        </p:tgtEl>
                                        <p:attrNameLst>
                                          <p:attrName>style.visibility</p:attrName>
                                        </p:attrNameLst>
                                      </p:cBhvr>
                                      <p:to>
                                        <p:strVal val="visible"/>
                                      </p:to>
                                    </p:set>
                                    <p:animEffect transition="in" filter="fade">
                                      <p:cBhvr>
                                        <p:cTn id="674" dur="50"/>
                                        <p:tgtEl>
                                          <p:spTgt spid="290"/>
                                        </p:tgtEl>
                                      </p:cBhvr>
                                    </p:animEffect>
                                  </p:childTnLst>
                                </p:cTn>
                              </p:par>
                            </p:childTnLst>
                          </p:cTn>
                        </p:par>
                        <p:par>
                          <p:cTn id="675" fill="hold">
                            <p:stCondLst>
                              <p:cond delay="3850"/>
                            </p:stCondLst>
                            <p:childTnLst>
                              <p:par>
                                <p:cTn id="676" presetID="10" presetClass="entr" presetSubtype="0" fill="hold" nodeType="afterEffect">
                                  <p:stCondLst>
                                    <p:cond delay="0"/>
                                  </p:stCondLst>
                                  <p:childTnLst>
                                    <p:set>
                                      <p:cBhvr>
                                        <p:cTn id="677" dur="1" fill="hold">
                                          <p:stCondLst>
                                            <p:cond delay="0"/>
                                          </p:stCondLst>
                                        </p:cTn>
                                        <p:tgtEl>
                                          <p:spTgt spid="293"/>
                                        </p:tgtEl>
                                        <p:attrNameLst>
                                          <p:attrName>style.visibility</p:attrName>
                                        </p:attrNameLst>
                                      </p:cBhvr>
                                      <p:to>
                                        <p:strVal val="visible"/>
                                      </p:to>
                                    </p:set>
                                    <p:animEffect transition="in" filter="fade">
                                      <p:cBhvr>
                                        <p:cTn id="678" dur="50"/>
                                        <p:tgtEl>
                                          <p:spTgt spid="293"/>
                                        </p:tgtEl>
                                      </p:cBhvr>
                                    </p:animEffect>
                                  </p:childTnLst>
                                </p:cTn>
                              </p:par>
                            </p:childTnLst>
                          </p:cTn>
                        </p:par>
                        <p:par>
                          <p:cTn id="679" fill="hold">
                            <p:stCondLst>
                              <p:cond delay="3900"/>
                            </p:stCondLst>
                            <p:childTnLst>
                              <p:par>
                                <p:cTn id="680" presetID="10" presetClass="entr" presetSubtype="0" fill="hold" nodeType="afterEffect">
                                  <p:stCondLst>
                                    <p:cond delay="0"/>
                                  </p:stCondLst>
                                  <p:childTnLst>
                                    <p:set>
                                      <p:cBhvr>
                                        <p:cTn id="681" dur="1" fill="hold">
                                          <p:stCondLst>
                                            <p:cond delay="0"/>
                                          </p:stCondLst>
                                        </p:cTn>
                                        <p:tgtEl>
                                          <p:spTgt spid="296"/>
                                        </p:tgtEl>
                                        <p:attrNameLst>
                                          <p:attrName>style.visibility</p:attrName>
                                        </p:attrNameLst>
                                      </p:cBhvr>
                                      <p:to>
                                        <p:strVal val="visible"/>
                                      </p:to>
                                    </p:set>
                                    <p:animEffect transition="in" filter="fade">
                                      <p:cBhvr>
                                        <p:cTn id="682" dur="50"/>
                                        <p:tgtEl>
                                          <p:spTgt spid="296"/>
                                        </p:tgtEl>
                                      </p:cBhvr>
                                    </p:animEffect>
                                  </p:childTnLst>
                                </p:cTn>
                              </p:par>
                            </p:childTnLst>
                          </p:cTn>
                        </p:par>
                        <p:par>
                          <p:cTn id="683" fill="hold">
                            <p:stCondLst>
                              <p:cond delay="3950"/>
                            </p:stCondLst>
                            <p:childTnLst>
                              <p:par>
                                <p:cTn id="684" presetID="10" presetClass="entr" presetSubtype="0" fill="hold" nodeType="afterEffect">
                                  <p:stCondLst>
                                    <p:cond delay="0"/>
                                  </p:stCondLst>
                                  <p:childTnLst>
                                    <p:set>
                                      <p:cBhvr>
                                        <p:cTn id="685" dur="1" fill="hold">
                                          <p:stCondLst>
                                            <p:cond delay="0"/>
                                          </p:stCondLst>
                                        </p:cTn>
                                        <p:tgtEl>
                                          <p:spTgt spid="299"/>
                                        </p:tgtEl>
                                        <p:attrNameLst>
                                          <p:attrName>style.visibility</p:attrName>
                                        </p:attrNameLst>
                                      </p:cBhvr>
                                      <p:to>
                                        <p:strVal val="visible"/>
                                      </p:to>
                                    </p:set>
                                    <p:animEffect transition="in" filter="fade">
                                      <p:cBhvr>
                                        <p:cTn id="686" dur="50"/>
                                        <p:tgtEl>
                                          <p:spTgt spid="299"/>
                                        </p:tgtEl>
                                      </p:cBhvr>
                                    </p:animEffect>
                                  </p:childTnLst>
                                </p:cTn>
                              </p:par>
                            </p:childTnLst>
                          </p:cTn>
                        </p:par>
                        <p:par>
                          <p:cTn id="687" fill="hold">
                            <p:stCondLst>
                              <p:cond delay="4000"/>
                            </p:stCondLst>
                            <p:childTnLst>
                              <p:par>
                                <p:cTn id="688" presetID="10" presetClass="entr" presetSubtype="0" fill="hold" nodeType="afterEffect">
                                  <p:stCondLst>
                                    <p:cond delay="0"/>
                                  </p:stCondLst>
                                  <p:childTnLst>
                                    <p:set>
                                      <p:cBhvr>
                                        <p:cTn id="689" dur="1" fill="hold">
                                          <p:stCondLst>
                                            <p:cond delay="0"/>
                                          </p:stCondLst>
                                        </p:cTn>
                                        <p:tgtEl>
                                          <p:spTgt spid="914"/>
                                        </p:tgtEl>
                                        <p:attrNameLst>
                                          <p:attrName>style.visibility</p:attrName>
                                        </p:attrNameLst>
                                      </p:cBhvr>
                                      <p:to>
                                        <p:strVal val="visible"/>
                                      </p:to>
                                    </p:set>
                                    <p:animEffect transition="in" filter="fade">
                                      <p:cBhvr>
                                        <p:cTn id="690" dur="50"/>
                                        <p:tgtEl>
                                          <p:spTgt spid="914"/>
                                        </p:tgtEl>
                                      </p:cBhvr>
                                    </p:animEffect>
                                  </p:childTnLst>
                                </p:cTn>
                              </p:par>
                            </p:childTnLst>
                          </p:cTn>
                        </p:par>
                        <p:par>
                          <p:cTn id="691" fill="hold">
                            <p:stCondLst>
                              <p:cond delay="4050"/>
                            </p:stCondLst>
                            <p:childTnLst>
                              <p:par>
                                <p:cTn id="692" presetID="10" presetClass="entr" presetSubtype="0" fill="hold" nodeType="afterEffect">
                                  <p:stCondLst>
                                    <p:cond delay="0"/>
                                  </p:stCondLst>
                                  <p:childTnLst>
                                    <p:set>
                                      <p:cBhvr>
                                        <p:cTn id="693" dur="1" fill="hold">
                                          <p:stCondLst>
                                            <p:cond delay="0"/>
                                          </p:stCondLst>
                                        </p:cTn>
                                        <p:tgtEl>
                                          <p:spTgt spid="920"/>
                                        </p:tgtEl>
                                        <p:attrNameLst>
                                          <p:attrName>style.visibility</p:attrName>
                                        </p:attrNameLst>
                                      </p:cBhvr>
                                      <p:to>
                                        <p:strVal val="visible"/>
                                      </p:to>
                                    </p:set>
                                    <p:animEffect transition="in" filter="fade">
                                      <p:cBhvr>
                                        <p:cTn id="694" dur="50"/>
                                        <p:tgtEl>
                                          <p:spTgt spid="920"/>
                                        </p:tgtEl>
                                      </p:cBhvr>
                                    </p:animEffect>
                                  </p:childTnLst>
                                </p:cTn>
                              </p:par>
                            </p:childTnLst>
                          </p:cTn>
                        </p:par>
                        <p:par>
                          <p:cTn id="695" fill="hold">
                            <p:stCondLst>
                              <p:cond delay="4100"/>
                            </p:stCondLst>
                            <p:childTnLst>
                              <p:par>
                                <p:cTn id="696" presetID="10" presetClass="entr" presetSubtype="0" fill="hold" nodeType="afterEffect">
                                  <p:stCondLst>
                                    <p:cond delay="0"/>
                                  </p:stCondLst>
                                  <p:childTnLst>
                                    <p:set>
                                      <p:cBhvr>
                                        <p:cTn id="697" dur="1" fill="hold">
                                          <p:stCondLst>
                                            <p:cond delay="0"/>
                                          </p:stCondLst>
                                        </p:cTn>
                                        <p:tgtEl>
                                          <p:spTgt spid="923"/>
                                        </p:tgtEl>
                                        <p:attrNameLst>
                                          <p:attrName>style.visibility</p:attrName>
                                        </p:attrNameLst>
                                      </p:cBhvr>
                                      <p:to>
                                        <p:strVal val="visible"/>
                                      </p:to>
                                    </p:set>
                                    <p:animEffect transition="in" filter="fade">
                                      <p:cBhvr>
                                        <p:cTn id="698" dur="50"/>
                                        <p:tgtEl>
                                          <p:spTgt spid="923"/>
                                        </p:tgtEl>
                                      </p:cBhvr>
                                    </p:animEffect>
                                  </p:childTnLst>
                                </p:cTn>
                              </p:par>
                            </p:childTnLst>
                          </p:cTn>
                        </p:par>
                        <p:par>
                          <p:cTn id="699" fill="hold">
                            <p:stCondLst>
                              <p:cond delay="4150"/>
                            </p:stCondLst>
                            <p:childTnLst>
                              <p:par>
                                <p:cTn id="700" presetID="10" presetClass="entr" presetSubtype="0" fill="hold" nodeType="afterEffect">
                                  <p:stCondLst>
                                    <p:cond delay="0"/>
                                  </p:stCondLst>
                                  <p:childTnLst>
                                    <p:set>
                                      <p:cBhvr>
                                        <p:cTn id="701" dur="1" fill="hold">
                                          <p:stCondLst>
                                            <p:cond delay="0"/>
                                          </p:stCondLst>
                                        </p:cTn>
                                        <p:tgtEl>
                                          <p:spTgt spid="929"/>
                                        </p:tgtEl>
                                        <p:attrNameLst>
                                          <p:attrName>style.visibility</p:attrName>
                                        </p:attrNameLst>
                                      </p:cBhvr>
                                      <p:to>
                                        <p:strVal val="visible"/>
                                      </p:to>
                                    </p:set>
                                    <p:animEffect transition="in" filter="fade">
                                      <p:cBhvr>
                                        <p:cTn id="702" dur="50"/>
                                        <p:tgtEl>
                                          <p:spTgt spid="929"/>
                                        </p:tgtEl>
                                      </p:cBhvr>
                                    </p:animEffect>
                                  </p:childTnLst>
                                </p:cTn>
                              </p:par>
                            </p:childTnLst>
                          </p:cTn>
                        </p:par>
                        <p:par>
                          <p:cTn id="703" fill="hold">
                            <p:stCondLst>
                              <p:cond delay="4200"/>
                            </p:stCondLst>
                            <p:childTnLst>
                              <p:par>
                                <p:cTn id="704" presetID="10" presetClass="entr" presetSubtype="0" fill="hold" nodeType="afterEffect">
                                  <p:stCondLst>
                                    <p:cond delay="0"/>
                                  </p:stCondLst>
                                  <p:childTnLst>
                                    <p:set>
                                      <p:cBhvr>
                                        <p:cTn id="705" dur="1" fill="hold">
                                          <p:stCondLst>
                                            <p:cond delay="0"/>
                                          </p:stCondLst>
                                        </p:cTn>
                                        <p:tgtEl>
                                          <p:spTgt spid="935"/>
                                        </p:tgtEl>
                                        <p:attrNameLst>
                                          <p:attrName>style.visibility</p:attrName>
                                        </p:attrNameLst>
                                      </p:cBhvr>
                                      <p:to>
                                        <p:strVal val="visible"/>
                                      </p:to>
                                    </p:set>
                                    <p:animEffect transition="in" filter="fade">
                                      <p:cBhvr>
                                        <p:cTn id="706" dur="50"/>
                                        <p:tgtEl>
                                          <p:spTgt spid="935"/>
                                        </p:tgtEl>
                                      </p:cBhvr>
                                    </p:animEffect>
                                  </p:childTnLst>
                                </p:cTn>
                              </p:par>
                            </p:childTnLst>
                          </p:cTn>
                        </p:par>
                        <p:par>
                          <p:cTn id="707" fill="hold">
                            <p:stCondLst>
                              <p:cond delay="4250"/>
                            </p:stCondLst>
                            <p:childTnLst>
                              <p:par>
                                <p:cTn id="708" presetID="10" presetClass="entr" presetSubtype="0" fill="hold" nodeType="afterEffect">
                                  <p:stCondLst>
                                    <p:cond delay="0"/>
                                  </p:stCondLst>
                                  <p:childTnLst>
                                    <p:set>
                                      <p:cBhvr>
                                        <p:cTn id="709" dur="1" fill="hold">
                                          <p:stCondLst>
                                            <p:cond delay="0"/>
                                          </p:stCondLst>
                                        </p:cTn>
                                        <p:tgtEl>
                                          <p:spTgt spid="680"/>
                                        </p:tgtEl>
                                        <p:attrNameLst>
                                          <p:attrName>style.visibility</p:attrName>
                                        </p:attrNameLst>
                                      </p:cBhvr>
                                      <p:to>
                                        <p:strVal val="visible"/>
                                      </p:to>
                                    </p:set>
                                    <p:animEffect transition="in" filter="fade">
                                      <p:cBhvr>
                                        <p:cTn id="710" dur="50"/>
                                        <p:tgtEl>
                                          <p:spTgt spid="680"/>
                                        </p:tgtEl>
                                      </p:cBhvr>
                                    </p:animEffect>
                                  </p:childTnLst>
                                </p:cTn>
                              </p:par>
                            </p:childTnLst>
                          </p:cTn>
                        </p:par>
                        <p:par>
                          <p:cTn id="711" fill="hold">
                            <p:stCondLst>
                              <p:cond delay="4300"/>
                            </p:stCondLst>
                            <p:childTnLst>
                              <p:par>
                                <p:cTn id="712" presetID="10" presetClass="entr" presetSubtype="0" fill="hold" nodeType="afterEffect">
                                  <p:stCondLst>
                                    <p:cond delay="0"/>
                                  </p:stCondLst>
                                  <p:childTnLst>
                                    <p:set>
                                      <p:cBhvr>
                                        <p:cTn id="713" dur="1" fill="hold">
                                          <p:stCondLst>
                                            <p:cond delay="0"/>
                                          </p:stCondLst>
                                        </p:cTn>
                                        <p:tgtEl>
                                          <p:spTgt spid="686"/>
                                        </p:tgtEl>
                                        <p:attrNameLst>
                                          <p:attrName>style.visibility</p:attrName>
                                        </p:attrNameLst>
                                      </p:cBhvr>
                                      <p:to>
                                        <p:strVal val="visible"/>
                                      </p:to>
                                    </p:set>
                                    <p:animEffect transition="in" filter="fade">
                                      <p:cBhvr>
                                        <p:cTn id="714" dur="50"/>
                                        <p:tgtEl>
                                          <p:spTgt spid="686"/>
                                        </p:tgtEl>
                                      </p:cBhvr>
                                    </p:animEffect>
                                  </p:childTnLst>
                                </p:cTn>
                              </p:par>
                            </p:childTnLst>
                          </p:cTn>
                        </p:par>
                        <p:par>
                          <p:cTn id="715" fill="hold">
                            <p:stCondLst>
                              <p:cond delay="4350"/>
                            </p:stCondLst>
                            <p:childTnLst>
                              <p:par>
                                <p:cTn id="716" presetID="10" presetClass="entr" presetSubtype="0" fill="hold" nodeType="afterEffect">
                                  <p:stCondLst>
                                    <p:cond delay="0"/>
                                  </p:stCondLst>
                                  <p:childTnLst>
                                    <p:set>
                                      <p:cBhvr>
                                        <p:cTn id="717" dur="1" fill="hold">
                                          <p:stCondLst>
                                            <p:cond delay="0"/>
                                          </p:stCondLst>
                                        </p:cTn>
                                        <p:tgtEl>
                                          <p:spTgt spid="692"/>
                                        </p:tgtEl>
                                        <p:attrNameLst>
                                          <p:attrName>style.visibility</p:attrName>
                                        </p:attrNameLst>
                                      </p:cBhvr>
                                      <p:to>
                                        <p:strVal val="visible"/>
                                      </p:to>
                                    </p:set>
                                    <p:animEffect transition="in" filter="fade">
                                      <p:cBhvr>
                                        <p:cTn id="718" dur="50"/>
                                        <p:tgtEl>
                                          <p:spTgt spid="692"/>
                                        </p:tgtEl>
                                      </p:cBhvr>
                                    </p:animEffect>
                                  </p:childTnLst>
                                </p:cTn>
                              </p:par>
                            </p:childTnLst>
                          </p:cTn>
                        </p:par>
                        <p:par>
                          <p:cTn id="719" fill="hold">
                            <p:stCondLst>
                              <p:cond delay="4400"/>
                            </p:stCondLst>
                            <p:childTnLst>
                              <p:par>
                                <p:cTn id="720" presetID="10" presetClass="entr" presetSubtype="0" fill="hold" nodeType="afterEffect">
                                  <p:stCondLst>
                                    <p:cond delay="0"/>
                                  </p:stCondLst>
                                  <p:childTnLst>
                                    <p:set>
                                      <p:cBhvr>
                                        <p:cTn id="721" dur="1" fill="hold">
                                          <p:stCondLst>
                                            <p:cond delay="0"/>
                                          </p:stCondLst>
                                        </p:cTn>
                                        <p:tgtEl>
                                          <p:spTgt spid="698"/>
                                        </p:tgtEl>
                                        <p:attrNameLst>
                                          <p:attrName>style.visibility</p:attrName>
                                        </p:attrNameLst>
                                      </p:cBhvr>
                                      <p:to>
                                        <p:strVal val="visible"/>
                                      </p:to>
                                    </p:set>
                                    <p:animEffect transition="in" filter="fade">
                                      <p:cBhvr>
                                        <p:cTn id="722" dur="50"/>
                                        <p:tgtEl>
                                          <p:spTgt spid="698"/>
                                        </p:tgtEl>
                                      </p:cBhvr>
                                    </p:animEffect>
                                  </p:childTnLst>
                                </p:cTn>
                              </p:par>
                            </p:childTnLst>
                          </p:cTn>
                        </p:par>
                        <p:par>
                          <p:cTn id="723" fill="hold">
                            <p:stCondLst>
                              <p:cond delay="4450"/>
                            </p:stCondLst>
                            <p:childTnLst>
                              <p:par>
                                <p:cTn id="724" presetID="10" presetClass="entr" presetSubtype="0" fill="hold" nodeType="afterEffect">
                                  <p:stCondLst>
                                    <p:cond delay="0"/>
                                  </p:stCondLst>
                                  <p:childTnLst>
                                    <p:set>
                                      <p:cBhvr>
                                        <p:cTn id="725" dur="1" fill="hold">
                                          <p:stCondLst>
                                            <p:cond delay="0"/>
                                          </p:stCondLst>
                                        </p:cTn>
                                        <p:tgtEl>
                                          <p:spTgt spid="704"/>
                                        </p:tgtEl>
                                        <p:attrNameLst>
                                          <p:attrName>style.visibility</p:attrName>
                                        </p:attrNameLst>
                                      </p:cBhvr>
                                      <p:to>
                                        <p:strVal val="visible"/>
                                      </p:to>
                                    </p:set>
                                    <p:animEffect transition="in" filter="fade">
                                      <p:cBhvr>
                                        <p:cTn id="726" dur="50"/>
                                        <p:tgtEl>
                                          <p:spTgt spid="704"/>
                                        </p:tgtEl>
                                      </p:cBhvr>
                                    </p:animEffect>
                                  </p:childTnLst>
                                </p:cTn>
                              </p:par>
                            </p:childTnLst>
                          </p:cTn>
                        </p:par>
                        <p:par>
                          <p:cTn id="727" fill="hold">
                            <p:stCondLst>
                              <p:cond delay="4500"/>
                            </p:stCondLst>
                            <p:childTnLst>
                              <p:par>
                                <p:cTn id="728" presetID="10" presetClass="entr" presetSubtype="0" fill="hold" nodeType="afterEffect">
                                  <p:stCondLst>
                                    <p:cond delay="0"/>
                                  </p:stCondLst>
                                  <p:childTnLst>
                                    <p:set>
                                      <p:cBhvr>
                                        <p:cTn id="729" dur="1" fill="hold">
                                          <p:stCondLst>
                                            <p:cond delay="0"/>
                                          </p:stCondLst>
                                        </p:cTn>
                                        <p:tgtEl>
                                          <p:spTgt spid="710"/>
                                        </p:tgtEl>
                                        <p:attrNameLst>
                                          <p:attrName>style.visibility</p:attrName>
                                        </p:attrNameLst>
                                      </p:cBhvr>
                                      <p:to>
                                        <p:strVal val="visible"/>
                                      </p:to>
                                    </p:set>
                                    <p:animEffect transition="in" filter="fade">
                                      <p:cBhvr>
                                        <p:cTn id="730" dur="50"/>
                                        <p:tgtEl>
                                          <p:spTgt spid="710"/>
                                        </p:tgtEl>
                                      </p:cBhvr>
                                    </p:animEffect>
                                  </p:childTnLst>
                                </p:cTn>
                              </p:par>
                            </p:childTnLst>
                          </p:cTn>
                        </p:par>
                        <p:par>
                          <p:cTn id="731" fill="hold">
                            <p:stCondLst>
                              <p:cond delay="4550"/>
                            </p:stCondLst>
                            <p:childTnLst>
                              <p:par>
                                <p:cTn id="732" presetID="10" presetClass="entr" presetSubtype="0" fill="hold" nodeType="afterEffect">
                                  <p:stCondLst>
                                    <p:cond delay="0"/>
                                  </p:stCondLst>
                                  <p:childTnLst>
                                    <p:set>
                                      <p:cBhvr>
                                        <p:cTn id="733" dur="1" fill="hold">
                                          <p:stCondLst>
                                            <p:cond delay="0"/>
                                          </p:stCondLst>
                                        </p:cTn>
                                        <p:tgtEl>
                                          <p:spTgt spid="716"/>
                                        </p:tgtEl>
                                        <p:attrNameLst>
                                          <p:attrName>style.visibility</p:attrName>
                                        </p:attrNameLst>
                                      </p:cBhvr>
                                      <p:to>
                                        <p:strVal val="visible"/>
                                      </p:to>
                                    </p:set>
                                    <p:animEffect transition="in" filter="fade">
                                      <p:cBhvr>
                                        <p:cTn id="734" dur="50"/>
                                        <p:tgtEl>
                                          <p:spTgt spid="716"/>
                                        </p:tgtEl>
                                      </p:cBhvr>
                                    </p:animEffect>
                                  </p:childTnLst>
                                </p:cTn>
                              </p:par>
                            </p:childTnLst>
                          </p:cTn>
                        </p:par>
                        <p:par>
                          <p:cTn id="735" fill="hold">
                            <p:stCondLst>
                              <p:cond delay="4600"/>
                            </p:stCondLst>
                            <p:childTnLst>
                              <p:par>
                                <p:cTn id="736" presetID="10" presetClass="entr" presetSubtype="0" fill="hold" nodeType="afterEffect">
                                  <p:stCondLst>
                                    <p:cond delay="0"/>
                                  </p:stCondLst>
                                  <p:childTnLst>
                                    <p:set>
                                      <p:cBhvr>
                                        <p:cTn id="737" dur="1" fill="hold">
                                          <p:stCondLst>
                                            <p:cond delay="0"/>
                                          </p:stCondLst>
                                        </p:cTn>
                                        <p:tgtEl>
                                          <p:spTgt spid="722"/>
                                        </p:tgtEl>
                                        <p:attrNameLst>
                                          <p:attrName>style.visibility</p:attrName>
                                        </p:attrNameLst>
                                      </p:cBhvr>
                                      <p:to>
                                        <p:strVal val="visible"/>
                                      </p:to>
                                    </p:set>
                                    <p:animEffect transition="in" filter="fade">
                                      <p:cBhvr>
                                        <p:cTn id="738" dur="50"/>
                                        <p:tgtEl>
                                          <p:spTgt spid="722"/>
                                        </p:tgtEl>
                                      </p:cBhvr>
                                    </p:animEffect>
                                  </p:childTnLst>
                                </p:cTn>
                              </p:par>
                            </p:childTnLst>
                          </p:cTn>
                        </p:par>
                        <p:par>
                          <p:cTn id="739" fill="hold">
                            <p:stCondLst>
                              <p:cond delay="4650"/>
                            </p:stCondLst>
                            <p:childTnLst>
                              <p:par>
                                <p:cTn id="740" presetID="10" presetClass="entr" presetSubtype="0" fill="hold" nodeType="afterEffect">
                                  <p:stCondLst>
                                    <p:cond delay="0"/>
                                  </p:stCondLst>
                                  <p:childTnLst>
                                    <p:set>
                                      <p:cBhvr>
                                        <p:cTn id="741" dur="1" fill="hold">
                                          <p:stCondLst>
                                            <p:cond delay="0"/>
                                          </p:stCondLst>
                                        </p:cTn>
                                        <p:tgtEl>
                                          <p:spTgt spid="728"/>
                                        </p:tgtEl>
                                        <p:attrNameLst>
                                          <p:attrName>style.visibility</p:attrName>
                                        </p:attrNameLst>
                                      </p:cBhvr>
                                      <p:to>
                                        <p:strVal val="visible"/>
                                      </p:to>
                                    </p:set>
                                    <p:animEffect transition="in" filter="fade">
                                      <p:cBhvr>
                                        <p:cTn id="742" dur="50"/>
                                        <p:tgtEl>
                                          <p:spTgt spid="728"/>
                                        </p:tgtEl>
                                      </p:cBhvr>
                                    </p:animEffect>
                                  </p:childTnLst>
                                </p:cTn>
                              </p:par>
                            </p:childTnLst>
                          </p:cTn>
                        </p:par>
                        <p:par>
                          <p:cTn id="743" fill="hold">
                            <p:stCondLst>
                              <p:cond delay="4700"/>
                            </p:stCondLst>
                            <p:childTnLst>
                              <p:par>
                                <p:cTn id="744" presetID="10" presetClass="entr" presetSubtype="0" fill="hold" nodeType="afterEffect">
                                  <p:stCondLst>
                                    <p:cond delay="0"/>
                                  </p:stCondLst>
                                  <p:childTnLst>
                                    <p:set>
                                      <p:cBhvr>
                                        <p:cTn id="745" dur="1" fill="hold">
                                          <p:stCondLst>
                                            <p:cond delay="0"/>
                                          </p:stCondLst>
                                        </p:cTn>
                                        <p:tgtEl>
                                          <p:spTgt spid="734"/>
                                        </p:tgtEl>
                                        <p:attrNameLst>
                                          <p:attrName>style.visibility</p:attrName>
                                        </p:attrNameLst>
                                      </p:cBhvr>
                                      <p:to>
                                        <p:strVal val="visible"/>
                                      </p:to>
                                    </p:set>
                                    <p:animEffect transition="in" filter="fade">
                                      <p:cBhvr>
                                        <p:cTn id="746" dur="50"/>
                                        <p:tgtEl>
                                          <p:spTgt spid="734"/>
                                        </p:tgtEl>
                                      </p:cBhvr>
                                    </p:animEffect>
                                  </p:childTnLst>
                                </p:cTn>
                              </p:par>
                            </p:childTnLst>
                          </p:cTn>
                        </p:par>
                        <p:par>
                          <p:cTn id="747" fill="hold">
                            <p:stCondLst>
                              <p:cond delay="4750"/>
                            </p:stCondLst>
                            <p:childTnLst>
                              <p:par>
                                <p:cTn id="748" presetID="10" presetClass="entr" presetSubtype="0" fill="hold" nodeType="afterEffect">
                                  <p:stCondLst>
                                    <p:cond delay="0"/>
                                  </p:stCondLst>
                                  <p:childTnLst>
                                    <p:set>
                                      <p:cBhvr>
                                        <p:cTn id="749" dur="1" fill="hold">
                                          <p:stCondLst>
                                            <p:cond delay="0"/>
                                          </p:stCondLst>
                                        </p:cTn>
                                        <p:tgtEl>
                                          <p:spTgt spid="740"/>
                                        </p:tgtEl>
                                        <p:attrNameLst>
                                          <p:attrName>style.visibility</p:attrName>
                                        </p:attrNameLst>
                                      </p:cBhvr>
                                      <p:to>
                                        <p:strVal val="visible"/>
                                      </p:to>
                                    </p:set>
                                    <p:animEffect transition="in" filter="fade">
                                      <p:cBhvr>
                                        <p:cTn id="750" dur="50"/>
                                        <p:tgtEl>
                                          <p:spTgt spid="740"/>
                                        </p:tgtEl>
                                      </p:cBhvr>
                                    </p:animEffect>
                                  </p:childTnLst>
                                </p:cTn>
                              </p:par>
                            </p:childTnLst>
                          </p:cTn>
                        </p:par>
                        <p:par>
                          <p:cTn id="751" fill="hold">
                            <p:stCondLst>
                              <p:cond delay="4800"/>
                            </p:stCondLst>
                            <p:childTnLst>
                              <p:par>
                                <p:cTn id="752" presetID="10" presetClass="entr" presetSubtype="0" fill="hold" nodeType="afterEffect">
                                  <p:stCondLst>
                                    <p:cond delay="0"/>
                                  </p:stCondLst>
                                  <p:childTnLst>
                                    <p:set>
                                      <p:cBhvr>
                                        <p:cTn id="753" dur="1" fill="hold">
                                          <p:stCondLst>
                                            <p:cond delay="0"/>
                                          </p:stCondLst>
                                        </p:cTn>
                                        <p:tgtEl>
                                          <p:spTgt spid="746"/>
                                        </p:tgtEl>
                                        <p:attrNameLst>
                                          <p:attrName>style.visibility</p:attrName>
                                        </p:attrNameLst>
                                      </p:cBhvr>
                                      <p:to>
                                        <p:strVal val="visible"/>
                                      </p:to>
                                    </p:set>
                                    <p:animEffect transition="in" filter="fade">
                                      <p:cBhvr>
                                        <p:cTn id="754" dur="50"/>
                                        <p:tgtEl>
                                          <p:spTgt spid="746"/>
                                        </p:tgtEl>
                                      </p:cBhvr>
                                    </p:animEffect>
                                  </p:childTnLst>
                                </p:cTn>
                              </p:par>
                            </p:childTnLst>
                          </p:cTn>
                        </p:par>
                        <p:par>
                          <p:cTn id="755" fill="hold">
                            <p:stCondLst>
                              <p:cond delay="4850"/>
                            </p:stCondLst>
                            <p:childTnLst>
                              <p:par>
                                <p:cTn id="756" presetID="10" presetClass="entr" presetSubtype="0" fill="hold" nodeType="afterEffect">
                                  <p:stCondLst>
                                    <p:cond delay="0"/>
                                  </p:stCondLst>
                                  <p:childTnLst>
                                    <p:set>
                                      <p:cBhvr>
                                        <p:cTn id="757" dur="1" fill="hold">
                                          <p:stCondLst>
                                            <p:cond delay="0"/>
                                          </p:stCondLst>
                                        </p:cTn>
                                        <p:tgtEl>
                                          <p:spTgt spid="794"/>
                                        </p:tgtEl>
                                        <p:attrNameLst>
                                          <p:attrName>style.visibility</p:attrName>
                                        </p:attrNameLst>
                                      </p:cBhvr>
                                      <p:to>
                                        <p:strVal val="visible"/>
                                      </p:to>
                                    </p:set>
                                    <p:animEffect transition="in" filter="fade">
                                      <p:cBhvr>
                                        <p:cTn id="758" dur="50"/>
                                        <p:tgtEl>
                                          <p:spTgt spid="794"/>
                                        </p:tgtEl>
                                      </p:cBhvr>
                                    </p:animEffect>
                                  </p:childTnLst>
                                </p:cTn>
                              </p:par>
                            </p:childTnLst>
                          </p:cTn>
                        </p:par>
                        <p:par>
                          <p:cTn id="759" fill="hold">
                            <p:stCondLst>
                              <p:cond delay="4900"/>
                            </p:stCondLst>
                            <p:childTnLst>
                              <p:par>
                                <p:cTn id="760" presetID="10" presetClass="entr" presetSubtype="0" fill="hold" nodeType="afterEffect">
                                  <p:stCondLst>
                                    <p:cond delay="0"/>
                                  </p:stCondLst>
                                  <p:childTnLst>
                                    <p:set>
                                      <p:cBhvr>
                                        <p:cTn id="761" dur="1" fill="hold">
                                          <p:stCondLst>
                                            <p:cond delay="0"/>
                                          </p:stCondLst>
                                        </p:cTn>
                                        <p:tgtEl>
                                          <p:spTgt spid="800"/>
                                        </p:tgtEl>
                                        <p:attrNameLst>
                                          <p:attrName>style.visibility</p:attrName>
                                        </p:attrNameLst>
                                      </p:cBhvr>
                                      <p:to>
                                        <p:strVal val="visible"/>
                                      </p:to>
                                    </p:set>
                                    <p:animEffect transition="in" filter="fade">
                                      <p:cBhvr>
                                        <p:cTn id="762" dur="50"/>
                                        <p:tgtEl>
                                          <p:spTgt spid="800"/>
                                        </p:tgtEl>
                                      </p:cBhvr>
                                    </p:animEffect>
                                  </p:childTnLst>
                                </p:cTn>
                              </p:par>
                            </p:childTnLst>
                          </p:cTn>
                        </p:par>
                        <p:par>
                          <p:cTn id="763" fill="hold">
                            <p:stCondLst>
                              <p:cond delay="4950"/>
                            </p:stCondLst>
                            <p:childTnLst>
                              <p:par>
                                <p:cTn id="764" presetID="10" presetClass="entr" presetSubtype="0" fill="hold" nodeType="afterEffect">
                                  <p:stCondLst>
                                    <p:cond delay="0"/>
                                  </p:stCondLst>
                                  <p:childTnLst>
                                    <p:set>
                                      <p:cBhvr>
                                        <p:cTn id="765" dur="1" fill="hold">
                                          <p:stCondLst>
                                            <p:cond delay="0"/>
                                          </p:stCondLst>
                                        </p:cTn>
                                        <p:tgtEl>
                                          <p:spTgt spid="752"/>
                                        </p:tgtEl>
                                        <p:attrNameLst>
                                          <p:attrName>style.visibility</p:attrName>
                                        </p:attrNameLst>
                                      </p:cBhvr>
                                      <p:to>
                                        <p:strVal val="visible"/>
                                      </p:to>
                                    </p:set>
                                    <p:animEffect transition="in" filter="fade">
                                      <p:cBhvr>
                                        <p:cTn id="766" dur="50"/>
                                        <p:tgtEl>
                                          <p:spTgt spid="752"/>
                                        </p:tgtEl>
                                      </p:cBhvr>
                                    </p:animEffect>
                                  </p:childTnLst>
                                </p:cTn>
                              </p:par>
                            </p:childTnLst>
                          </p:cTn>
                        </p:par>
                        <p:par>
                          <p:cTn id="767" fill="hold">
                            <p:stCondLst>
                              <p:cond delay="5000"/>
                            </p:stCondLst>
                            <p:childTnLst>
                              <p:par>
                                <p:cTn id="768" presetID="10" presetClass="entr" presetSubtype="0" fill="hold" nodeType="afterEffect">
                                  <p:stCondLst>
                                    <p:cond delay="0"/>
                                  </p:stCondLst>
                                  <p:childTnLst>
                                    <p:set>
                                      <p:cBhvr>
                                        <p:cTn id="769" dur="1" fill="hold">
                                          <p:stCondLst>
                                            <p:cond delay="0"/>
                                          </p:stCondLst>
                                        </p:cTn>
                                        <p:tgtEl>
                                          <p:spTgt spid="758"/>
                                        </p:tgtEl>
                                        <p:attrNameLst>
                                          <p:attrName>style.visibility</p:attrName>
                                        </p:attrNameLst>
                                      </p:cBhvr>
                                      <p:to>
                                        <p:strVal val="visible"/>
                                      </p:to>
                                    </p:set>
                                    <p:animEffect transition="in" filter="fade">
                                      <p:cBhvr>
                                        <p:cTn id="770" dur="50"/>
                                        <p:tgtEl>
                                          <p:spTgt spid="758"/>
                                        </p:tgtEl>
                                      </p:cBhvr>
                                    </p:animEffect>
                                  </p:childTnLst>
                                </p:cTn>
                              </p:par>
                            </p:childTnLst>
                          </p:cTn>
                        </p:par>
                        <p:par>
                          <p:cTn id="771" fill="hold">
                            <p:stCondLst>
                              <p:cond delay="5050"/>
                            </p:stCondLst>
                            <p:childTnLst>
                              <p:par>
                                <p:cTn id="772" presetID="10" presetClass="entr" presetSubtype="0" fill="hold" nodeType="afterEffect">
                                  <p:stCondLst>
                                    <p:cond delay="0"/>
                                  </p:stCondLst>
                                  <p:childTnLst>
                                    <p:set>
                                      <p:cBhvr>
                                        <p:cTn id="773" dur="1" fill="hold">
                                          <p:stCondLst>
                                            <p:cond delay="0"/>
                                          </p:stCondLst>
                                        </p:cTn>
                                        <p:tgtEl>
                                          <p:spTgt spid="764"/>
                                        </p:tgtEl>
                                        <p:attrNameLst>
                                          <p:attrName>style.visibility</p:attrName>
                                        </p:attrNameLst>
                                      </p:cBhvr>
                                      <p:to>
                                        <p:strVal val="visible"/>
                                      </p:to>
                                    </p:set>
                                    <p:animEffect transition="in" filter="fade">
                                      <p:cBhvr>
                                        <p:cTn id="774" dur="50"/>
                                        <p:tgtEl>
                                          <p:spTgt spid="764"/>
                                        </p:tgtEl>
                                      </p:cBhvr>
                                    </p:animEffect>
                                  </p:childTnLst>
                                </p:cTn>
                              </p:par>
                            </p:childTnLst>
                          </p:cTn>
                        </p:par>
                        <p:par>
                          <p:cTn id="775" fill="hold">
                            <p:stCondLst>
                              <p:cond delay="5100"/>
                            </p:stCondLst>
                            <p:childTnLst>
                              <p:par>
                                <p:cTn id="776" presetID="10" presetClass="entr" presetSubtype="0" fill="hold" nodeType="afterEffect">
                                  <p:stCondLst>
                                    <p:cond delay="0"/>
                                  </p:stCondLst>
                                  <p:childTnLst>
                                    <p:set>
                                      <p:cBhvr>
                                        <p:cTn id="777" dur="1" fill="hold">
                                          <p:stCondLst>
                                            <p:cond delay="0"/>
                                          </p:stCondLst>
                                        </p:cTn>
                                        <p:tgtEl>
                                          <p:spTgt spid="770"/>
                                        </p:tgtEl>
                                        <p:attrNameLst>
                                          <p:attrName>style.visibility</p:attrName>
                                        </p:attrNameLst>
                                      </p:cBhvr>
                                      <p:to>
                                        <p:strVal val="visible"/>
                                      </p:to>
                                    </p:set>
                                    <p:animEffect transition="in" filter="fade">
                                      <p:cBhvr>
                                        <p:cTn id="778" dur="50"/>
                                        <p:tgtEl>
                                          <p:spTgt spid="770"/>
                                        </p:tgtEl>
                                      </p:cBhvr>
                                    </p:animEffect>
                                  </p:childTnLst>
                                </p:cTn>
                              </p:par>
                            </p:childTnLst>
                          </p:cTn>
                        </p:par>
                        <p:par>
                          <p:cTn id="779" fill="hold">
                            <p:stCondLst>
                              <p:cond delay="5150"/>
                            </p:stCondLst>
                            <p:childTnLst>
                              <p:par>
                                <p:cTn id="780" presetID="10" presetClass="entr" presetSubtype="0" fill="hold" nodeType="afterEffect">
                                  <p:stCondLst>
                                    <p:cond delay="0"/>
                                  </p:stCondLst>
                                  <p:childTnLst>
                                    <p:set>
                                      <p:cBhvr>
                                        <p:cTn id="781" dur="1" fill="hold">
                                          <p:stCondLst>
                                            <p:cond delay="0"/>
                                          </p:stCondLst>
                                        </p:cTn>
                                        <p:tgtEl>
                                          <p:spTgt spid="263"/>
                                        </p:tgtEl>
                                        <p:attrNameLst>
                                          <p:attrName>style.visibility</p:attrName>
                                        </p:attrNameLst>
                                      </p:cBhvr>
                                      <p:to>
                                        <p:strVal val="visible"/>
                                      </p:to>
                                    </p:set>
                                    <p:animEffect transition="in" filter="fade">
                                      <p:cBhvr>
                                        <p:cTn id="782" dur="50"/>
                                        <p:tgtEl>
                                          <p:spTgt spid="263"/>
                                        </p:tgtEl>
                                      </p:cBhvr>
                                    </p:animEffect>
                                  </p:childTnLst>
                                </p:cTn>
                              </p:par>
                            </p:childTnLst>
                          </p:cTn>
                        </p:par>
                        <p:par>
                          <p:cTn id="783" fill="hold">
                            <p:stCondLst>
                              <p:cond delay="5200"/>
                            </p:stCondLst>
                            <p:childTnLst>
                              <p:par>
                                <p:cTn id="784" presetID="10" presetClass="entr" presetSubtype="0" fill="hold" nodeType="afterEffect">
                                  <p:stCondLst>
                                    <p:cond delay="0"/>
                                  </p:stCondLst>
                                  <p:childTnLst>
                                    <p:set>
                                      <p:cBhvr>
                                        <p:cTn id="785" dur="1" fill="hold">
                                          <p:stCondLst>
                                            <p:cond delay="0"/>
                                          </p:stCondLst>
                                        </p:cTn>
                                        <p:tgtEl>
                                          <p:spTgt spid="269"/>
                                        </p:tgtEl>
                                        <p:attrNameLst>
                                          <p:attrName>style.visibility</p:attrName>
                                        </p:attrNameLst>
                                      </p:cBhvr>
                                      <p:to>
                                        <p:strVal val="visible"/>
                                      </p:to>
                                    </p:set>
                                    <p:animEffect transition="in" filter="fade">
                                      <p:cBhvr>
                                        <p:cTn id="786" dur="50"/>
                                        <p:tgtEl>
                                          <p:spTgt spid="269"/>
                                        </p:tgtEl>
                                      </p:cBhvr>
                                    </p:animEffect>
                                  </p:childTnLst>
                                </p:cTn>
                              </p:par>
                            </p:childTnLst>
                          </p:cTn>
                        </p:par>
                        <p:par>
                          <p:cTn id="787" fill="hold">
                            <p:stCondLst>
                              <p:cond delay="5250"/>
                            </p:stCondLst>
                            <p:childTnLst>
                              <p:par>
                                <p:cTn id="788" presetID="10" presetClass="entr" presetSubtype="0" fill="hold" nodeType="afterEffect">
                                  <p:stCondLst>
                                    <p:cond delay="0"/>
                                  </p:stCondLst>
                                  <p:childTnLst>
                                    <p:set>
                                      <p:cBhvr>
                                        <p:cTn id="789" dur="1" fill="hold">
                                          <p:stCondLst>
                                            <p:cond delay="0"/>
                                          </p:stCondLst>
                                        </p:cTn>
                                        <p:tgtEl>
                                          <p:spTgt spid="275"/>
                                        </p:tgtEl>
                                        <p:attrNameLst>
                                          <p:attrName>style.visibility</p:attrName>
                                        </p:attrNameLst>
                                      </p:cBhvr>
                                      <p:to>
                                        <p:strVal val="visible"/>
                                      </p:to>
                                    </p:set>
                                    <p:animEffect transition="in" filter="fade">
                                      <p:cBhvr>
                                        <p:cTn id="790" dur="50"/>
                                        <p:tgtEl>
                                          <p:spTgt spid="275"/>
                                        </p:tgtEl>
                                      </p:cBhvr>
                                    </p:animEffect>
                                  </p:childTnLst>
                                </p:cTn>
                              </p:par>
                            </p:childTnLst>
                          </p:cTn>
                        </p:par>
                        <p:par>
                          <p:cTn id="791" fill="hold">
                            <p:stCondLst>
                              <p:cond delay="5300"/>
                            </p:stCondLst>
                            <p:childTnLst>
                              <p:par>
                                <p:cTn id="792" presetID="10" presetClass="entr" presetSubtype="0" fill="hold" nodeType="afterEffect">
                                  <p:stCondLst>
                                    <p:cond delay="0"/>
                                  </p:stCondLst>
                                  <p:childTnLst>
                                    <p:set>
                                      <p:cBhvr>
                                        <p:cTn id="793" dur="1" fill="hold">
                                          <p:stCondLst>
                                            <p:cond delay="0"/>
                                          </p:stCondLst>
                                        </p:cTn>
                                        <p:tgtEl>
                                          <p:spTgt spid="803"/>
                                        </p:tgtEl>
                                        <p:attrNameLst>
                                          <p:attrName>style.visibility</p:attrName>
                                        </p:attrNameLst>
                                      </p:cBhvr>
                                      <p:to>
                                        <p:strVal val="visible"/>
                                      </p:to>
                                    </p:set>
                                    <p:animEffect transition="in" filter="fade">
                                      <p:cBhvr>
                                        <p:cTn id="794" dur="50"/>
                                        <p:tgtEl>
                                          <p:spTgt spid="803"/>
                                        </p:tgtEl>
                                      </p:cBhvr>
                                    </p:animEffect>
                                  </p:childTnLst>
                                </p:cTn>
                              </p:par>
                            </p:childTnLst>
                          </p:cTn>
                        </p:par>
                        <p:par>
                          <p:cTn id="795" fill="hold">
                            <p:stCondLst>
                              <p:cond delay="5350"/>
                            </p:stCondLst>
                            <p:childTnLst>
                              <p:par>
                                <p:cTn id="796" presetID="10" presetClass="entr" presetSubtype="0" fill="hold" nodeType="afterEffect">
                                  <p:stCondLst>
                                    <p:cond delay="0"/>
                                  </p:stCondLst>
                                  <p:childTnLst>
                                    <p:set>
                                      <p:cBhvr>
                                        <p:cTn id="797" dur="1" fill="hold">
                                          <p:stCondLst>
                                            <p:cond delay="0"/>
                                          </p:stCondLst>
                                        </p:cTn>
                                        <p:tgtEl>
                                          <p:spTgt spid="809"/>
                                        </p:tgtEl>
                                        <p:attrNameLst>
                                          <p:attrName>style.visibility</p:attrName>
                                        </p:attrNameLst>
                                      </p:cBhvr>
                                      <p:to>
                                        <p:strVal val="visible"/>
                                      </p:to>
                                    </p:set>
                                    <p:animEffect transition="in" filter="fade">
                                      <p:cBhvr>
                                        <p:cTn id="798" dur="50"/>
                                        <p:tgtEl>
                                          <p:spTgt spid="809"/>
                                        </p:tgtEl>
                                      </p:cBhvr>
                                    </p:animEffect>
                                  </p:childTnLst>
                                </p:cTn>
                              </p:par>
                            </p:childTnLst>
                          </p:cTn>
                        </p:par>
                        <p:par>
                          <p:cTn id="799" fill="hold">
                            <p:stCondLst>
                              <p:cond delay="5400"/>
                            </p:stCondLst>
                            <p:childTnLst>
                              <p:par>
                                <p:cTn id="800" presetID="10" presetClass="entr" presetSubtype="0" fill="hold" nodeType="afterEffect">
                                  <p:stCondLst>
                                    <p:cond delay="0"/>
                                  </p:stCondLst>
                                  <p:childTnLst>
                                    <p:set>
                                      <p:cBhvr>
                                        <p:cTn id="801" dur="1" fill="hold">
                                          <p:stCondLst>
                                            <p:cond delay="0"/>
                                          </p:stCondLst>
                                        </p:cTn>
                                        <p:tgtEl>
                                          <p:spTgt spid="863"/>
                                        </p:tgtEl>
                                        <p:attrNameLst>
                                          <p:attrName>style.visibility</p:attrName>
                                        </p:attrNameLst>
                                      </p:cBhvr>
                                      <p:to>
                                        <p:strVal val="visible"/>
                                      </p:to>
                                    </p:set>
                                    <p:animEffect transition="in" filter="fade">
                                      <p:cBhvr>
                                        <p:cTn id="802" dur="50"/>
                                        <p:tgtEl>
                                          <p:spTgt spid="863"/>
                                        </p:tgtEl>
                                      </p:cBhvr>
                                    </p:animEffect>
                                  </p:childTnLst>
                                </p:cTn>
                              </p:par>
                            </p:childTnLst>
                          </p:cTn>
                        </p:par>
                        <p:par>
                          <p:cTn id="803" fill="hold">
                            <p:stCondLst>
                              <p:cond delay="5450"/>
                            </p:stCondLst>
                            <p:childTnLst>
                              <p:par>
                                <p:cTn id="804" presetID="10" presetClass="entr" presetSubtype="0" fill="hold" nodeType="afterEffect">
                                  <p:stCondLst>
                                    <p:cond delay="0"/>
                                  </p:stCondLst>
                                  <p:childTnLst>
                                    <p:set>
                                      <p:cBhvr>
                                        <p:cTn id="805" dur="1" fill="hold">
                                          <p:stCondLst>
                                            <p:cond delay="0"/>
                                          </p:stCondLst>
                                        </p:cTn>
                                        <p:tgtEl>
                                          <p:spTgt spid="866"/>
                                        </p:tgtEl>
                                        <p:attrNameLst>
                                          <p:attrName>style.visibility</p:attrName>
                                        </p:attrNameLst>
                                      </p:cBhvr>
                                      <p:to>
                                        <p:strVal val="visible"/>
                                      </p:to>
                                    </p:set>
                                    <p:animEffect transition="in" filter="fade">
                                      <p:cBhvr>
                                        <p:cTn id="806" dur="50"/>
                                        <p:tgtEl>
                                          <p:spTgt spid="866"/>
                                        </p:tgtEl>
                                      </p:cBhvr>
                                    </p:animEffect>
                                  </p:childTnLst>
                                </p:cTn>
                              </p:par>
                            </p:childTnLst>
                          </p:cTn>
                        </p:par>
                        <p:par>
                          <p:cTn id="807" fill="hold">
                            <p:stCondLst>
                              <p:cond delay="5500"/>
                            </p:stCondLst>
                            <p:childTnLst>
                              <p:par>
                                <p:cTn id="808" presetID="10" presetClass="entr" presetSubtype="0" fill="hold" nodeType="afterEffect">
                                  <p:stCondLst>
                                    <p:cond delay="0"/>
                                  </p:stCondLst>
                                  <p:childTnLst>
                                    <p:set>
                                      <p:cBhvr>
                                        <p:cTn id="809" dur="1" fill="hold">
                                          <p:stCondLst>
                                            <p:cond delay="0"/>
                                          </p:stCondLst>
                                        </p:cTn>
                                        <p:tgtEl>
                                          <p:spTgt spid="776"/>
                                        </p:tgtEl>
                                        <p:attrNameLst>
                                          <p:attrName>style.visibility</p:attrName>
                                        </p:attrNameLst>
                                      </p:cBhvr>
                                      <p:to>
                                        <p:strVal val="visible"/>
                                      </p:to>
                                    </p:set>
                                    <p:animEffect transition="in" filter="fade">
                                      <p:cBhvr>
                                        <p:cTn id="810" dur="50"/>
                                        <p:tgtEl>
                                          <p:spTgt spid="776"/>
                                        </p:tgtEl>
                                      </p:cBhvr>
                                    </p:animEffect>
                                  </p:childTnLst>
                                </p:cTn>
                              </p:par>
                            </p:childTnLst>
                          </p:cTn>
                        </p:par>
                        <p:par>
                          <p:cTn id="811" fill="hold">
                            <p:stCondLst>
                              <p:cond delay="5550"/>
                            </p:stCondLst>
                            <p:childTnLst>
                              <p:par>
                                <p:cTn id="812" presetID="10" presetClass="entr" presetSubtype="0" fill="hold" nodeType="afterEffect">
                                  <p:stCondLst>
                                    <p:cond delay="0"/>
                                  </p:stCondLst>
                                  <p:childTnLst>
                                    <p:set>
                                      <p:cBhvr>
                                        <p:cTn id="813" dur="1" fill="hold">
                                          <p:stCondLst>
                                            <p:cond delay="0"/>
                                          </p:stCondLst>
                                        </p:cTn>
                                        <p:tgtEl>
                                          <p:spTgt spid="782"/>
                                        </p:tgtEl>
                                        <p:attrNameLst>
                                          <p:attrName>style.visibility</p:attrName>
                                        </p:attrNameLst>
                                      </p:cBhvr>
                                      <p:to>
                                        <p:strVal val="visible"/>
                                      </p:to>
                                    </p:set>
                                    <p:animEffect transition="in" filter="fade">
                                      <p:cBhvr>
                                        <p:cTn id="814" dur="50"/>
                                        <p:tgtEl>
                                          <p:spTgt spid="782"/>
                                        </p:tgtEl>
                                      </p:cBhvr>
                                    </p:animEffect>
                                  </p:childTnLst>
                                </p:cTn>
                              </p:par>
                            </p:childTnLst>
                          </p:cTn>
                        </p:par>
                        <p:par>
                          <p:cTn id="815" fill="hold">
                            <p:stCondLst>
                              <p:cond delay="5600"/>
                            </p:stCondLst>
                            <p:childTnLst>
                              <p:par>
                                <p:cTn id="816" presetID="10" presetClass="entr" presetSubtype="0" fill="hold" nodeType="afterEffect">
                                  <p:stCondLst>
                                    <p:cond delay="0"/>
                                  </p:stCondLst>
                                  <p:childTnLst>
                                    <p:set>
                                      <p:cBhvr>
                                        <p:cTn id="817" dur="1" fill="hold">
                                          <p:stCondLst>
                                            <p:cond delay="0"/>
                                          </p:stCondLst>
                                        </p:cTn>
                                        <p:tgtEl>
                                          <p:spTgt spid="254"/>
                                        </p:tgtEl>
                                        <p:attrNameLst>
                                          <p:attrName>style.visibility</p:attrName>
                                        </p:attrNameLst>
                                      </p:cBhvr>
                                      <p:to>
                                        <p:strVal val="visible"/>
                                      </p:to>
                                    </p:set>
                                    <p:animEffect transition="in" filter="fade">
                                      <p:cBhvr>
                                        <p:cTn id="818" dur="50"/>
                                        <p:tgtEl>
                                          <p:spTgt spid="254"/>
                                        </p:tgtEl>
                                      </p:cBhvr>
                                    </p:animEffect>
                                  </p:childTnLst>
                                </p:cTn>
                              </p:par>
                            </p:childTnLst>
                          </p:cTn>
                        </p:par>
                        <p:par>
                          <p:cTn id="819" fill="hold">
                            <p:stCondLst>
                              <p:cond delay="5650"/>
                            </p:stCondLst>
                            <p:childTnLst>
                              <p:par>
                                <p:cTn id="820" presetID="10" presetClass="entr" presetSubtype="0" fill="hold" nodeType="afterEffect">
                                  <p:stCondLst>
                                    <p:cond delay="0"/>
                                  </p:stCondLst>
                                  <p:childTnLst>
                                    <p:set>
                                      <p:cBhvr>
                                        <p:cTn id="821" dur="1" fill="hold">
                                          <p:stCondLst>
                                            <p:cond delay="0"/>
                                          </p:stCondLst>
                                        </p:cTn>
                                        <p:tgtEl>
                                          <p:spTgt spid="869"/>
                                        </p:tgtEl>
                                        <p:attrNameLst>
                                          <p:attrName>style.visibility</p:attrName>
                                        </p:attrNameLst>
                                      </p:cBhvr>
                                      <p:to>
                                        <p:strVal val="visible"/>
                                      </p:to>
                                    </p:set>
                                    <p:animEffect transition="in" filter="fade">
                                      <p:cBhvr>
                                        <p:cTn id="822" dur="50"/>
                                        <p:tgtEl>
                                          <p:spTgt spid="869"/>
                                        </p:tgtEl>
                                      </p:cBhvr>
                                    </p:animEffect>
                                  </p:childTnLst>
                                </p:cTn>
                              </p:par>
                            </p:childTnLst>
                          </p:cTn>
                        </p:par>
                        <p:par>
                          <p:cTn id="823" fill="hold">
                            <p:stCondLst>
                              <p:cond delay="5700"/>
                            </p:stCondLst>
                            <p:childTnLst>
                              <p:par>
                                <p:cTn id="824" presetID="10" presetClass="entr" presetSubtype="0" fill="hold" nodeType="afterEffect">
                                  <p:stCondLst>
                                    <p:cond delay="0"/>
                                  </p:stCondLst>
                                  <p:childTnLst>
                                    <p:set>
                                      <p:cBhvr>
                                        <p:cTn id="825" dur="1" fill="hold">
                                          <p:stCondLst>
                                            <p:cond delay="0"/>
                                          </p:stCondLst>
                                        </p:cTn>
                                        <p:tgtEl>
                                          <p:spTgt spid="875"/>
                                        </p:tgtEl>
                                        <p:attrNameLst>
                                          <p:attrName>style.visibility</p:attrName>
                                        </p:attrNameLst>
                                      </p:cBhvr>
                                      <p:to>
                                        <p:strVal val="visible"/>
                                      </p:to>
                                    </p:set>
                                    <p:animEffect transition="in" filter="fade">
                                      <p:cBhvr>
                                        <p:cTn id="826" dur="50"/>
                                        <p:tgtEl>
                                          <p:spTgt spid="875"/>
                                        </p:tgtEl>
                                      </p:cBhvr>
                                    </p:animEffect>
                                  </p:childTnLst>
                                </p:cTn>
                              </p:par>
                            </p:childTnLst>
                          </p:cTn>
                        </p:par>
                        <p:par>
                          <p:cTn id="827" fill="hold">
                            <p:stCondLst>
                              <p:cond delay="5750"/>
                            </p:stCondLst>
                            <p:childTnLst>
                              <p:par>
                                <p:cTn id="828" presetID="10" presetClass="entr" presetSubtype="0" fill="hold" nodeType="afterEffect">
                                  <p:stCondLst>
                                    <p:cond delay="0"/>
                                  </p:stCondLst>
                                  <p:childTnLst>
                                    <p:set>
                                      <p:cBhvr>
                                        <p:cTn id="829" dur="1" fill="hold">
                                          <p:stCondLst>
                                            <p:cond delay="0"/>
                                          </p:stCondLst>
                                        </p:cTn>
                                        <p:tgtEl>
                                          <p:spTgt spid="881"/>
                                        </p:tgtEl>
                                        <p:attrNameLst>
                                          <p:attrName>style.visibility</p:attrName>
                                        </p:attrNameLst>
                                      </p:cBhvr>
                                      <p:to>
                                        <p:strVal val="visible"/>
                                      </p:to>
                                    </p:set>
                                    <p:animEffect transition="in" filter="fade">
                                      <p:cBhvr>
                                        <p:cTn id="830" dur="50"/>
                                        <p:tgtEl>
                                          <p:spTgt spid="881"/>
                                        </p:tgtEl>
                                      </p:cBhvr>
                                    </p:animEffect>
                                  </p:childTnLst>
                                </p:cTn>
                              </p:par>
                            </p:childTnLst>
                          </p:cTn>
                        </p:par>
                        <p:par>
                          <p:cTn id="831" fill="hold">
                            <p:stCondLst>
                              <p:cond delay="5800"/>
                            </p:stCondLst>
                            <p:childTnLst>
                              <p:par>
                                <p:cTn id="832" presetID="10" presetClass="entr" presetSubtype="0" fill="hold" nodeType="afterEffect">
                                  <p:stCondLst>
                                    <p:cond delay="0"/>
                                  </p:stCondLst>
                                  <p:childTnLst>
                                    <p:set>
                                      <p:cBhvr>
                                        <p:cTn id="833" dur="1" fill="hold">
                                          <p:stCondLst>
                                            <p:cond delay="0"/>
                                          </p:stCondLst>
                                        </p:cTn>
                                        <p:tgtEl>
                                          <p:spTgt spid="818"/>
                                        </p:tgtEl>
                                        <p:attrNameLst>
                                          <p:attrName>style.visibility</p:attrName>
                                        </p:attrNameLst>
                                      </p:cBhvr>
                                      <p:to>
                                        <p:strVal val="visible"/>
                                      </p:to>
                                    </p:set>
                                    <p:animEffect transition="in" filter="fade">
                                      <p:cBhvr>
                                        <p:cTn id="834" dur="50"/>
                                        <p:tgtEl>
                                          <p:spTgt spid="818"/>
                                        </p:tgtEl>
                                      </p:cBhvr>
                                    </p:animEffect>
                                  </p:childTnLst>
                                </p:cTn>
                              </p:par>
                            </p:childTnLst>
                          </p:cTn>
                        </p:par>
                        <p:par>
                          <p:cTn id="835" fill="hold">
                            <p:stCondLst>
                              <p:cond delay="5850"/>
                            </p:stCondLst>
                            <p:childTnLst>
                              <p:par>
                                <p:cTn id="836" presetID="10" presetClass="entr" presetSubtype="0" fill="hold" nodeType="afterEffect">
                                  <p:stCondLst>
                                    <p:cond delay="0"/>
                                  </p:stCondLst>
                                  <p:childTnLst>
                                    <p:set>
                                      <p:cBhvr>
                                        <p:cTn id="837" dur="1" fill="hold">
                                          <p:stCondLst>
                                            <p:cond delay="0"/>
                                          </p:stCondLst>
                                        </p:cTn>
                                        <p:tgtEl>
                                          <p:spTgt spid="824"/>
                                        </p:tgtEl>
                                        <p:attrNameLst>
                                          <p:attrName>style.visibility</p:attrName>
                                        </p:attrNameLst>
                                      </p:cBhvr>
                                      <p:to>
                                        <p:strVal val="visible"/>
                                      </p:to>
                                    </p:set>
                                    <p:animEffect transition="in" filter="fade">
                                      <p:cBhvr>
                                        <p:cTn id="838" dur="50"/>
                                        <p:tgtEl>
                                          <p:spTgt spid="824"/>
                                        </p:tgtEl>
                                      </p:cBhvr>
                                    </p:animEffect>
                                  </p:childTnLst>
                                </p:cTn>
                              </p:par>
                            </p:childTnLst>
                          </p:cTn>
                        </p:par>
                        <p:par>
                          <p:cTn id="839" fill="hold">
                            <p:stCondLst>
                              <p:cond delay="5900"/>
                            </p:stCondLst>
                            <p:childTnLst>
                              <p:par>
                                <p:cTn id="840" presetID="10" presetClass="entr" presetSubtype="0" fill="hold" nodeType="afterEffect">
                                  <p:stCondLst>
                                    <p:cond delay="0"/>
                                  </p:stCondLst>
                                  <p:childTnLst>
                                    <p:set>
                                      <p:cBhvr>
                                        <p:cTn id="841" dur="1" fill="hold">
                                          <p:stCondLst>
                                            <p:cond delay="0"/>
                                          </p:stCondLst>
                                        </p:cTn>
                                        <p:tgtEl>
                                          <p:spTgt spid="830"/>
                                        </p:tgtEl>
                                        <p:attrNameLst>
                                          <p:attrName>style.visibility</p:attrName>
                                        </p:attrNameLst>
                                      </p:cBhvr>
                                      <p:to>
                                        <p:strVal val="visible"/>
                                      </p:to>
                                    </p:set>
                                    <p:animEffect transition="in" filter="fade">
                                      <p:cBhvr>
                                        <p:cTn id="842" dur="50"/>
                                        <p:tgtEl>
                                          <p:spTgt spid="830"/>
                                        </p:tgtEl>
                                      </p:cBhvr>
                                    </p:animEffect>
                                  </p:childTnLst>
                                </p:cTn>
                              </p:par>
                            </p:childTnLst>
                          </p:cTn>
                        </p:par>
                        <p:par>
                          <p:cTn id="843" fill="hold">
                            <p:stCondLst>
                              <p:cond delay="5950"/>
                            </p:stCondLst>
                            <p:childTnLst>
                              <p:par>
                                <p:cTn id="844" presetID="10" presetClass="entr" presetSubtype="0" fill="hold" nodeType="afterEffect">
                                  <p:stCondLst>
                                    <p:cond delay="0"/>
                                  </p:stCondLst>
                                  <p:childTnLst>
                                    <p:set>
                                      <p:cBhvr>
                                        <p:cTn id="845" dur="1" fill="hold">
                                          <p:stCondLst>
                                            <p:cond delay="0"/>
                                          </p:stCondLst>
                                        </p:cTn>
                                        <p:tgtEl>
                                          <p:spTgt spid="836"/>
                                        </p:tgtEl>
                                        <p:attrNameLst>
                                          <p:attrName>style.visibility</p:attrName>
                                        </p:attrNameLst>
                                      </p:cBhvr>
                                      <p:to>
                                        <p:strVal val="visible"/>
                                      </p:to>
                                    </p:set>
                                    <p:animEffect transition="in" filter="fade">
                                      <p:cBhvr>
                                        <p:cTn id="846" dur="50"/>
                                        <p:tgtEl>
                                          <p:spTgt spid="836"/>
                                        </p:tgtEl>
                                      </p:cBhvr>
                                    </p:animEffect>
                                  </p:childTnLst>
                                </p:cTn>
                              </p:par>
                            </p:childTnLst>
                          </p:cTn>
                        </p:par>
                        <p:par>
                          <p:cTn id="847" fill="hold">
                            <p:stCondLst>
                              <p:cond delay="6000"/>
                            </p:stCondLst>
                            <p:childTnLst>
                              <p:par>
                                <p:cTn id="848" presetID="10" presetClass="entr" presetSubtype="0" fill="hold" nodeType="afterEffect">
                                  <p:stCondLst>
                                    <p:cond delay="0"/>
                                  </p:stCondLst>
                                  <p:childTnLst>
                                    <p:set>
                                      <p:cBhvr>
                                        <p:cTn id="849" dur="1" fill="hold">
                                          <p:stCondLst>
                                            <p:cond delay="0"/>
                                          </p:stCondLst>
                                        </p:cTn>
                                        <p:tgtEl>
                                          <p:spTgt spid="842"/>
                                        </p:tgtEl>
                                        <p:attrNameLst>
                                          <p:attrName>style.visibility</p:attrName>
                                        </p:attrNameLst>
                                      </p:cBhvr>
                                      <p:to>
                                        <p:strVal val="visible"/>
                                      </p:to>
                                    </p:set>
                                    <p:animEffect transition="in" filter="fade">
                                      <p:cBhvr>
                                        <p:cTn id="850" dur="50"/>
                                        <p:tgtEl>
                                          <p:spTgt spid="842"/>
                                        </p:tgtEl>
                                      </p:cBhvr>
                                    </p:animEffect>
                                  </p:childTnLst>
                                </p:cTn>
                              </p:par>
                            </p:childTnLst>
                          </p:cTn>
                        </p:par>
                        <p:par>
                          <p:cTn id="851" fill="hold">
                            <p:stCondLst>
                              <p:cond delay="6050"/>
                            </p:stCondLst>
                            <p:childTnLst>
                              <p:par>
                                <p:cTn id="852" presetID="10" presetClass="entr" presetSubtype="0" fill="hold" nodeType="afterEffect">
                                  <p:stCondLst>
                                    <p:cond delay="0"/>
                                  </p:stCondLst>
                                  <p:childTnLst>
                                    <p:set>
                                      <p:cBhvr>
                                        <p:cTn id="853" dur="1" fill="hold">
                                          <p:stCondLst>
                                            <p:cond delay="0"/>
                                          </p:stCondLst>
                                        </p:cTn>
                                        <p:tgtEl>
                                          <p:spTgt spid="860"/>
                                        </p:tgtEl>
                                        <p:attrNameLst>
                                          <p:attrName>style.visibility</p:attrName>
                                        </p:attrNameLst>
                                      </p:cBhvr>
                                      <p:to>
                                        <p:strVal val="visible"/>
                                      </p:to>
                                    </p:set>
                                    <p:animEffect transition="in" filter="fade">
                                      <p:cBhvr>
                                        <p:cTn id="854" dur="50"/>
                                        <p:tgtEl>
                                          <p:spTgt spid="860"/>
                                        </p:tgtEl>
                                      </p:cBhvr>
                                    </p:animEffect>
                                  </p:childTnLst>
                                </p:cTn>
                              </p:par>
                            </p:childTnLst>
                          </p:cTn>
                        </p:par>
                        <p:par>
                          <p:cTn id="855" fill="hold">
                            <p:stCondLst>
                              <p:cond delay="6100"/>
                            </p:stCondLst>
                            <p:childTnLst>
                              <p:par>
                                <p:cTn id="856" presetID="10" presetClass="entr" presetSubtype="0" fill="hold" nodeType="afterEffect">
                                  <p:stCondLst>
                                    <p:cond delay="0"/>
                                  </p:stCondLst>
                                  <p:childTnLst>
                                    <p:set>
                                      <p:cBhvr>
                                        <p:cTn id="857" dur="1" fill="hold">
                                          <p:stCondLst>
                                            <p:cond delay="0"/>
                                          </p:stCondLst>
                                        </p:cTn>
                                        <p:tgtEl>
                                          <p:spTgt spid="887"/>
                                        </p:tgtEl>
                                        <p:attrNameLst>
                                          <p:attrName>style.visibility</p:attrName>
                                        </p:attrNameLst>
                                      </p:cBhvr>
                                      <p:to>
                                        <p:strVal val="visible"/>
                                      </p:to>
                                    </p:set>
                                    <p:animEffect transition="in" filter="fade">
                                      <p:cBhvr>
                                        <p:cTn id="858" dur="50"/>
                                        <p:tgtEl>
                                          <p:spTgt spid="887"/>
                                        </p:tgtEl>
                                      </p:cBhvr>
                                    </p:animEffect>
                                  </p:childTnLst>
                                </p:cTn>
                              </p:par>
                            </p:childTnLst>
                          </p:cTn>
                        </p:par>
                        <p:par>
                          <p:cTn id="859" fill="hold">
                            <p:stCondLst>
                              <p:cond delay="6150"/>
                            </p:stCondLst>
                            <p:childTnLst>
                              <p:par>
                                <p:cTn id="860" presetID="10" presetClass="entr" presetSubtype="0" fill="hold" nodeType="afterEffect">
                                  <p:stCondLst>
                                    <p:cond delay="0"/>
                                  </p:stCondLst>
                                  <p:childTnLst>
                                    <p:set>
                                      <p:cBhvr>
                                        <p:cTn id="861" dur="1" fill="hold">
                                          <p:stCondLst>
                                            <p:cond delay="0"/>
                                          </p:stCondLst>
                                        </p:cTn>
                                        <p:tgtEl>
                                          <p:spTgt spid="893"/>
                                        </p:tgtEl>
                                        <p:attrNameLst>
                                          <p:attrName>style.visibility</p:attrName>
                                        </p:attrNameLst>
                                      </p:cBhvr>
                                      <p:to>
                                        <p:strVal val="visible"/>
                                      </p:to>
                                    </p:set>
                                    <p:animEffect transition="in" filter="fade">
                                      <p:cBhvr>
                                        <p:cTn id="862" dur="50"/>
                                        <p:tgtEl>
                                          <p:spTgt spid="893"/>
                                        </p:tgtEl>
                                      </p:cBhvr>
                                    </p:animEffect>
                                  </p:childTnLst>
                                </p:cTn>
                              </p:par>
                            </p:childTnLst>
                          </p:cTn>
                        </p:par>
                        <p:par>
                          <p:cTn id="863" fill="hold">
                            <p:stCondLst>
                              <p:cond delay="6200"/>
                            </p:stCondLst>
                            <p:childTnLst>
                              <p:par>
                                <p:cTn id="864" presetID="10" presetClass="entr" presetSubtype="0" fill="hold" nodeType="afterEffect">
                                  <p:stCondLst>
                                    <p:cond delay="0"/>
                                  </p:stCondLst>
                                  <p:childTnLst>
                                    <p:set>
                                      <p:cBhvr>
                                        <p:cTn id="865" dur="1" fill="hold">
                                          <p:stCondLst>
                                            <p:cond delay="0"/>
                                          </p:stCondLst>
                                        </p:cTn>
                                        <p:tgtEl>
                                          <p:spTgt spid="899"/>
                                        </p:tgtEl>
                                        <p:attrNameLst>
                                          <p:attrName>style.visibility</p:attrName>
                                        </p:attrNameLst>
                                      </p:cBhvr>
                                      <p:to>
                                        <p:strVal val="visible"/>
                                      </p:to>
                                    </p:set>
                                    <p:animEffect transition="in" filter="fade">
                                      <p:cBhvr>
                                        <p:cTn id="866" dur="50"/>
                                        <p:tgtEl>
                                          <p:spTgt spid="899"/>
                                        </p:tgtEl>
                                      </p:cBhvr>
                                    </p:animEffect>
                                  </p:childTnLst>
                                </p:cTn>
                              </p:par>
                            </p:childTnLst>
                          </p:cTn>
                        </p:par>
                        <p:par>
                          <p:cTn id="867" fill="hold">
                            <p:stCondLst>
                              <p:cond delay="6250"/>
                            </p:stCondLst>
                            <p:childTnLst>
                              <p:par>
                                <p:cTn id="868" presetID="10" presetClass="entr" presetSubtype="0" fill="hold" nodeType="afterEffect">
                                  <p:stCondLst>
                                    <p:cond delay="0"/>
                                  </p:stCondLst>
                                  <p:childTnLst>
                                    <p:set>
                                      <p:cBhvr>
                                        <p:cTn id="869" dur="1" fill="hold">
                                          <p:stCondLst>
                                            <p:cond delay="0"/>
                                          </p:stCondLst>
                                        </p:cTn>
                                        <p:tgtEl>
                                          <p:spTgt spid="905"/>
                                        </p:tgtEl>
                                        <p:attrNameLst>
                                          <p:attrName>style.visibility</p:attrName>
                                        </p:attrNameLst>
                                      </p:cBhvr>
                                      <p:to>
                                        <p:strVal val="visible"/>
                                      </p:to>
                                    </p:set>
                                    <p:animEffect transition="in" filter="fade">
                                      <p:cBhvr>
                                        <p:cTn id="870" dur="50"/>
                                        <p:tgtEl>
                                          <p:spTgt spid="905"/>
                                        </p:tgtEl>
                                      </p:cBhvr>
                                    </p:animEffect>
                                  </p:childTnLst>
                                </p:cTn>
                              </p:par>
                            </p:childTnLst>
                          </p:cTn>
                        </p:par>
                        <p:par>
                          <p:cTn id="871" fill="hold">
                            <p:stCondLst>
                              <p:cond delay="6300"/>
                            </p:stCondLst>
                            <p:childTnLst>
                              <p:par>
                                <p:cTn id="872" presetID="10" presetClass="entr" presetSubtype="0" fill="hold" nodeType="afterEffect">
                                  <p:stCondLst>
                                    <p:cond delay="0"/>
                                  </p:stCondLst>
                                  <p:childTnLst>
                                    <p:set>
                                      <p:cBhvr>
                                        <p:cTn id="873" dur="1" fill="hold">
                                          <p:stCondLst>
                                            <p:cond delay="0"/>
                                          </p:stCondLst>
                                        </p:cTn>
                                        <p:tgtEl>
                                          <p:spTgt spid="911"/>
                                        </p:tgtEl>
                                        <p:attrNameLst>
                                          <p:attrName>style.visibility</p:attrName>
                                        </p:attrNameLst>
                                      </p:cBhvr>
                                      <p:to>
                                        <p:strVal val="visible"/>
                                      </p:to>
                                    </p:set>
                                    <p:animEffect transition="in" filter="fade">
                                      <p:cBhvr>
                                        <p:cTn id="874" dur="50"/>
                                        <p:tgtEl>
                                          <p:spTgt spid="911"/>
                                        </p:tgtEl>
                                      </p:cBhvr>
                                    </p:animEffect>
                                  </p:childTnLst>
                                </p:cTn>
                              </p:par>
                            </p:childTnLst>
                          </p:cTn>
                        </p:par>
                        <p:par>
                          <p:cTn id="875" fill="hold">
                            <p:stCondLst>
                              <p:cond delay="6350"/>
                            </p:stCondLst>
                            <p:childTnLst>
                              <p:par>
                                <p:cTn id="876" presetID="10" presetClass="entr" presetSubtype="0" fill="hold" nodeType="afterEffect">
                                  <p:stCondLst>
                                    <p:cond delay="0"/>
                                  </p:stCondLst>
                                  <p:childTnLst>
                                    <p:set>
                                      <p:cBhvr>
                                        <p:cTn id="877" dur="1" fill="hold">
                                          <p:stCondLst>
                                            <p:cond delay="0"/>
                                          </p:stCondLst>
                                        </p:cTn>
                                        <p:tgtEl>
                                          <p:spTgt spid="941"/>
                                        </p:tgtEl>
                                        <p:attrNameLst>
                                          <p:attrName>style.visibility</p:attrName>
                                        </p:attrNameLst>
                                      </p:cBhvr>
                                      <p:to>
                                        <p:strVal val="visible"/>
                                      </p:to>
                                    </p:set>
                                    <p:animEffect transition="in" filter="fade">
                                      <p:cBhvr>
                                        <p:cTn id="878" dur="50"/>
                                        <p:tgtEl>
                                          <p:spTgt spid="941"/>
                                        </p:tgtEl>
                                      </p:cBhvr>
                                    </p:animEffect>
                                  </p:childTnLst>
                                </p:cTn>
                              </p:par>
                            </p:childTnLst>
                          </p:cTn>
                        </p:par>
                        <p:par>
                          <p:cTn id="879" fill="hold">
                            <p:stCondLst>
                              <p:cond delay="6400"/>
                            </p:stCondLst>
                            <p:childTnLst>
                              <p:par>
                                <p:cTn id="880" presetID="10" presetClass="entr" presetSubtype="0" fill="hold" nodeType="afterEffect">
                                  <p:stCondLst>
                                    <p:cond delay="0"/>
                                  </p:stCondLst>
                                  <p:childTnLst>
                                    <p:set>
                                      <p:cBhvr>
                                        <p:cTn id="881" dur="1" fill="hold">
                                          <p:stCondLst>
                                            <p:cond delay="0"/>
                                          </p:stCondLst>
                                        </p:cTn>
                                        <p:tgtEl>
                                          <p:spTgt spid="956"/>
                                        </p:tgtEl>
                                        <p:attrNameLst>
                                          <p:attrName>style.visibility</p:attrName>
                                        </p:attrNameLst>
                                      </p:cBhvr>
                                      <p:to>
                                        <p:strVal val="visible"/>
                                      </p:to>
                                    </p:set>
                                    <p:animEffect transition="in" filter="fade">
                                      <p:cBhvr>
                                        <p:cTn id="882" dur="50"/>
                                        <p:tgtEl>
                                          <p:spTgt spid="956"/>
                                        </p:tgtEl>
                                      </p:cBhvr>
                                    </p:animEffect>
                                  </p:childTnLst>
                                </p:cTn>
                              </p:par>
                            </p:childTnLst>
                          </p:cTn>
                        </p:par>
                        <p:par>
                          <p:cTn id="883" fill="hold">
                            <p:stCondLst>
                              <p:cond delay="6450"/>
                            </p:stCondLst>
                            <p:childTnLst>
                              <p:par>
                                <p:cTn id="884" presetID="10" presetClass="entr" presetSubtype="0" fill="hold" nodeType="afterEffect">
                                  <p:stCondLst>
                                    <p:cond delay="0"/>
                                  </p:stCondLst>
                                  <p:childTnLst>
                                    <p:set>
                                      <p:cBhvr>
                                        <p:cTn id="885" dur="1" fill="hold">
                                          <p:stCondLst>
                                            <p:cond delay="0"/>
                                          </p:stCondLst>
                                        </p:cTn>
                                        <p:tgtEl>
                                          <p:spTgt spid="962"/>
                                        </p:tgtEl>
                                        <p:attrNameLst>
                                          <p:attrName>style.visibility</p:attrName>
                                        </p:attrNameLst>
                                      </p:cBhvr>
                                      <p:to>
                                        <p:strVal val="visible"/>
                                      </p:to>
                                    </p:set>
                                    <p:animEffect transition="in" filter="fade">
                                      <p:cBhvr>
                                        <p:cTn id="886" dur="50"/>
                                        <p:tgtEl>
                                          <p:spTgt spid="962"/>
                                        </p:tgtEl>
                                      </p:cBhvr>
                                    </p:animEffect>
                                  </p:childTnLst>
                                </p:cTn>
                              </p:par>
                            </p:childTnLst>
                          </p:cTn>
                        </p:par>
                        <p:par>
                          <p:cTn id="887" fill="hold">
                            <p:stCondLst>
                              <p:cond delay="6500"/>
                            </p:stCondLst>
                            <p:childTnLst>
                              <p:par>
                                <p:cTn id="888" presetID="10" presetClass="entr" presetSubtype="0" fill="hold" nodeType="afterEffect">
                                  <p:stCondLst>
                                    <p:cond delay="0"/>
                                  </p:stCondLst>
                                  <p:childTnLst>
                                    <p:set>
                                      <p:cBhvr>
                                        <p:cTn id="889" dur="1" fill="hold">
                                          <p:stCondLst>
                                            <p:cond delay="0"/>
                                          </p:stCondLst>
                                        </p:cTn>
                                        <p:tgtEl>
                                          <p:spTgt spid="968"/>
                                        </p:tgtEl>
                                        <p:attrNameLst>
                                          <p:attrName>style.visibility</p:attrName>
                                        </p:attrNameLst>
                                      </p:cBhvr>
                                      <p:to>
                                        <p:strVal val="visible"/>
                                      </p:to>
                                    </p:set>
                                    <p:animEffect transition="in" filter="fade">
                                      <p:cBhvr>
                                        <p:cTn id="890" dur="50"/>
                                        <p:tgtEl>
                                          <p:spTgt spid="968"/>
                                        </p:tgtEl>
                                      </p:cBhvr>
                                    </p:animEffect>
                                  </p:childTnLst>
                                </p:cTn>
                              </p:par>
                            </p:childTnLst>
                          </p:cTn>
                        </p:par>
                        <p:par>
                          <p:cTn id="891" fill="hold">
                            <p:stCondLst>
                              <p:cond delay="6550"/>
                            </p:stCondLst>
                            <p:childTnLst>
                              <p:par>
                                <p:cTn id="892" presetID="10" presetClass="entr" presetSubtype="0" fill="hold" nodeType="afterEffect">
                                  <p:stCondLst>
                                    <p:cond delay="0"/>
                                  </p:stCondLst>
                                  <p:childTnLst>
                                    <p:set>
                                      <p:cBhvr>
                                        <p:cTn id="893" dur="1" fill="hold">
                                          <p:stCondLst>
                                            <p:cond delay="0"/>
                                          </p:stCondLst>
                                        </p:cTn>
                                        <p:tgtEl>
                                          <p:spTgt spid="845"/>
                                        </p:tgtEl>
                                        <p:attrNameLst>
                                          <p:attrName>style.visibility</p:attrName>
                                        </p:attrNameLst>
                                      </p:cBhvr>
                                      <p:to>
                                        <p:strVal val="visible"/>
                                      </p:to>
                                    </p:set>
                                    <p:animEffect transition="in" filter="fade">
                                      <p:cBhvr>
                                        <p:cTn id="894" dur="50"/>
                                        <p:tgtEl>
                                          <p:spTgt spid="845"/>
                                        </p:tgtEl>
                                      </p:cBhvr>
                                    </p:animEffect>
                                  </p:childTnLst>
                                </p:cTn>
                              </p:par>
                            </p:childTnLst>
                          </p:cTn>
                        </p:par>
                        <p:par>
                          <p:cTn id="895" fill="hold">
                            <p:stCondLst>
                              <p:cond delay="6600"/>
                            </p:stCondLst>
                            <p:childTnLst>
                              <p:par>
                                <p:cTn id="896" presetID="10" presetClass="entr" presetSubtype="0" fill="hold" nodeType="afterEffect">
                                  <p:stCondLst>
                                    <p:cond delay="0"/>
                                  </p:stCondLst>
                                  <p:childTnLst>
                                    <p:set>
                                      <p:cBhvr>
                                        <p:cTn id="897" dur="1" fill="hold">
                                          <p:stCondLst>
                                            <p:cond delay="0"/>
                                          </p:stCondLst>
                                        </p:cTn>
                                        <p:tgtEl>
                                          <p:spTgt spid="851"/>
                                        </p:tgtEl>
                                        <p:attrNameLst>
                                          <p:attrName>style.visibility</p:attrName>
                                        </p:attrNameLst>
                                      </p:cBhvr>
                                      <p:to>
                                        <p:strVal val="visible"/>
                                      </p:to>
                                    </p:set>
                                    <p:animEffect transition="in" filter="fade">
                                      <p:cBhvr>
                                        <p:cTn id="898" dur="50"/>
                                        <p:tgtEl>
                                          <p:spTgt spid="851"/>
                                        </p:tgtEl>
                                      </p:cBhvr>
                                    </p:animEffect>
                                  </p:childTnLst>
                                </p:cTn>
                              </p:par>
                            </p:childTnLst>
                          </p:cTn>
                        </p:par>
                        <p:par>
                          <p:cTn id="899" fill="hold">
                            <p:stCondLst>
                              <p:cond delay="6650"/>
                            </p:stCondLst>
                            <p:childTnLst>
                              <p:par>
                                <p:cTn id="900" presetID="10" presetClass="entr" presetSubtype="0" fill="hold" nodeType="afterEffect">
                                  <p:stCondLst>
                                    <p:cond delay="0"/>
                                  </p:stCondLst>
                                  <p:childTnLst>
                                    <p:set>
                                      <p:cBhvr>
                                        <p:cTn id="901" dur="1" fill="hold">
                                          <p:stCondLst>
                                            <p:cond delay="0"/>
                                          </p:stCondLst>
                                        </p:cTn>
                                        <p:tgtEl>
                                          <p:spTgt spid="974"/>
                                        </p:tgtEl>
                                        <p:attrNameLst>
                                          <p:attrName>style.visibility</p:attrName>
                                        </p:attrNameLst>
                                      </p:cBhvr>
                                      <p:to>
                                        <p:strVal val="visible"/>
                                      </p:to>
                                    </p:set>
                                    <p:animEffect transition="in" filter="fade">
                                      <p:cBhvr>
                                        <p:cTn id="902" dur="50"/>
                                        <p:tgtEl>
                                          <p:spTgt spid="974"/>
                                        </p:tgtEl>
                                      </p:cBhvr>
                                    </p:animEffect>
                                  </p:childTnLst>
                                </p:cTn>
                              </p:par>
                            </p:childTnLst>
                          </p:cTn>
                        </p:par>
                        <p:par>
                          <p:cTn id="903" fill="hold">
                            <p:stCondLst>
                              <p:cond delay="6700"/>
                            </p:stCondLst>
                            <p:childTnLst>
                              <p:par>
                                <p:cTn id="904" presetID="10" presetClass="entr" presetSubtype="0" fill="hold" nodeType="afterEffect">
                                  <p:stCondLst>
                                    <p:cond delay="0"/>
                                  </p:stCondLst>
                                  <p:childTnLst>
                                    <p:set>
                                      <p:cBhvr>
                                        <p:cTn id="905" dur="1" fill="hold">
                                          <p:stCondLst>
                                            <p:cond delay="0"/>
                                          </p:stCondLst>
                                        </p:cTn>
                                        <p:tgtEl>
                                          <p:spTgt spid="980"/>
                                        </p:tgtEl>
                                        <p:attrNameLst>
                                          <p:attrName>style.visibility</p:attrName>
                                        </p:attrNameLst>
                                      </p:cBhvr>
                                      <p:to>
                                        <p:strVal val="visible"/>
                                      </p:to>
                                    </p:set>
                                    <p:animEffect transition="in" filter="fade">
                                      <p:cBhvr>
                                        <p:cTn id="906" dur="50"/>
                                        <p:tgtEl>
                                          <p:spTgt spid="980"/>
                                        </p:tgtEl>
                                      </p:cBhvr>
                                    </p:animEffect>
                                  </p:childTnLst>
                                </p:cTn>
                              </p:par>
                            </p:childTnLst>
                          </p:cTn>
                        </p:par>
                        <p:par>
                          <p:cTn id="907" fill="hold">
                            <p:stCondLst>
                              <p:cond delay="6750"/>
                            </p:stCondLst>
                            <p:childTnLst>
                              <p:par>
                                <p:cTn id="908" presetID="10" presetClass="entr" presetSubtype="0" fill="hold" nodeType="afterEffect">
                                  <p:stCondLst>
                                    <p:cond delay="0"/>
                                  </p:stCondLst>
                                  <p:childTnLst>
                                    <p:set>
                                      <p:cBhvr>
                                        <p:cTn id="909" dur="1" fill="hold">
                                          <p:stCondLst>
                                            <p:cond delay="0"/>
                                          </p:stCondLst>
                                        </p:cTn>
                                        <p:tgtEl>
                                          <p:spTgt spid="986"/>
                                        </p:tgtEl>
                                        <p:attrNameLst>
                                          <p:attrName>style.visibility</p:attrName>
                                        </p:attrNameLst>
                                      </p:cBhvr>
                                      <p:to>
                                        <p:strVal val="visible"/>
                                      </p:to>
                                    </p:set>
                                    <p:animEffect transition="in" filter="fade">
                                      <p:cBhvr>
                                        <p:cTn id="910" dur="50"/>
                                        <p:tgtEl>
                                          <p:spTgt spid="986"/>
                                        </p:tgtEl>
                                      </p:cBhvr>
                                    </p:animEffect>
                                  </p:childTnLst>
                                </p:cTn>
                              </p:par>
                            </p:childTnLst>
                          </p:cTn>
                        </p:par>
                        <p:par>
                          <p:cTn id="911" fill="hold">
                            <p:stCondLst>
                              <p:cond delay="6800"/>
                            </p:stCondLst>
                            <p:childTnLst>
                              <p:par>
                                <p:cTn id="912" presetID="10" presetClass="entr" presetSubtype="0" fill="hold" nodeType="afterEffect">
                                  <p:stCondLst>
                                    <p:cond delay="0"/>
                                  </p:stCondLst>
                                  <p:childTnLst>
                                    <p:set>
                                      <p:cBhvr>
                                        <p:cTn id="913" dur="1" fill="hold">
                                          <p:stCondLst>
                                            <p:cond delay="0"/>
                                          </p:stCondLst>
                                        </p:cTn>
                                        <p:tgtEl>
                                          <p:spTgt spid="992"/>
                                        </p:tgtEl>
                                        <p:attrNameLst>
                                          <p:attrName>style.visibility</p:attrName>
                                        </p:attrNameLst>
                                      </p:cBhvr>
                                      <p:to>
                                        <p:strVal val="visible"/>
                                      </p:to>
                                    </p:set>
                                    <p:animEffect transition="in" filter="fade">
                                      <p:cBhvr>
                                        <p:cTn id="914" dur="50"/>
                                        <p:tgtEl>
                                          <p:spTgt spid="992"/>
                                        </p:tgtEl>
                                      </p:cBhvr>
                                    </p:animEffect>
                                  </p:childTnLst>
                                </p:cTn>
                              </p:par>
                            </p:childTnLst>
                          </p:cTn>
                        </p:par>
                        <p:par>
                          <p:cTn id="915" fill="hold">
                            <p:stCondLst>
                              <p:cond delay="6850"/>
                            </p:stCondLst>
                            <p:childTnLst>
                              <p:par>
                                <p:cTn id="916" presetID="10" presetClass="entr" presetSubtype="0" fill="hold" nodeType="afterEffect">
                                  <p:stCondLst>
                                    <p:cond delay="0"/>
                                  </p:stCondLst>
                                  <p:childTnLst>
                                    <p:set>
                                      <p:cBhvr>
                                        <p:cTn id="917" dur="1" fill="hold">
                                          <p:stCondLst>
                                            <p:cond delay="0"/>
                                          </p:stCondLst>
                                        </p:cTn>
                                        <p:tgtEl>
                                          <p:spTgt spid="998"/>
                                        </p:tgtEl>
                                        <p:attrNameLst>
                                          <p:attrName>style.visibility</p:attrName>
                                        </p:attrNameLst>
                                      </p:cBhvr>
                                      <p:to>
                                        <p:strVal val="visible"/>
                                      </p:to>
                                    </p:set>
                                    <p:animEffect transition="in" filter="fade">
                                      <p:cBhvr>
                                        <p:cTn id="918" dur="50"/>
                                        <p:tgtEl>
                                          <p:spTgt spid="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64" grpId="0" animBg="1"/>
      <p:bldP spid="65" grpId="0" animBg="1"/>
      <p:bldP spid="66" grpId="0" animBg="1"/>
      <p:bldP spid="67" grpId="0" animBg="1"/>
      <p:bldP spid="68" grpId="0" animBg="1"/>
      <p:bldP spid="69"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4" grpId="0" animBg="1"/>
      <p:bldP spid="95" grpId="0" animBg="1"/>
      <p:bldP spid="37" grpId="0" animBg="1"/>
      <p:bldP spid="38" grpId="0" animBg="1"/>
      <p:bldP spid="41" grpId="0" animBg="1"/>
      <p:bldP spid="42" grpId="0" animBg="1"/>
      <p:bldP spid="1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8" name="Picture 6" descr="http://cdn.slashgear.com/wp-content/uploads/2012/10/google-datacenter-tech-1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4163" y="-922338"/>
            <a:ext cx="14097000" cy="8658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474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Log in to </a:t>
            </a:r>
            <a:r>
              <a:rPr lang="en-US" sz="6000" b="1" i="1" dirty="0"/>
              <a:t>Microsoft 365</a:t>
            </a:r>
            <a:endParaRPr lang="en-GB" dirty="0"/>
          </a:p>
        </p:txBody>
      </p:sp>
      <p:sp>
        <p:nvSpPr>
          <p:cNvPr id="3" name="Content Placeholder 2"/>
          <p:cNvSpPr>
            <a:spLocks noGrp="1"/>
          </p:cNvSpPr>
          <p:nvPr>
            <p:ph idx="1"/>
          </p:nvPr>
        </p:nvSpPr>
        <p:spPr/>
        <p:txBody>
          <a:bodyPr/>
          <a:lstStyle/>
          <a:p>
            <a:pPr marL="0" indent="0">
              <a:buNone/>
            </a:pPr>
            <a:r>
              <a:rPr lang="en-GB" dirty="0"/>
              <a:t>Open your browser and go to </a:t>
            </a:r>
            <a:r>
              <a:rPr lang="en-GB" dirty="0">
                <a:hlinkClick r:id="rId2"/>
              </a:rPr>
              <a:t>https://login.microsoftonline.com</a:t>
            </a:r>
            <a:r>
              <a:rPr lang="en-GB" dirty="0"/>
              <a:t>(portal.office.com)</a:t>
            </a:r>
          </a:p>
          <a:p>
            <a:pPr marL="0" indent="0">
              <a:buNone/>
            </a:pPr>
            <a:r>
              <a:rPr lang="en-GB" dirty="0"/>
              <a:t> </a:t>
            </a:r>
          </a:p>
        </p:txBody>
      </p:sp>
      <p:pic>
        <p:nvPicPr>
          <p:cNvPr id="5" name="Picture 4"/>
          <p:cNvPicPr>
            <a:picLocks noChangeAspect="1"/>
          </p:cNvPicPr>
          <p:nvPr/>
        </p:nvPicPr>
        <p:blipFill>
          <a:blip r:embed="rId3"/>
          <a:stretch>
            <a:fillRect/>
          </a:stretch>
        </p:blipFill>
        <p:spPr>
          <a:xfrm>
            <a:off x="1392015" y="1859179"/>
            <a:ext cx="8768362" cy="4301372"/>
          </a:xfrm>
          <a:prstGeom prst="rect">
            <a:avLst/>
          </a:prstGeom>
        </p:spPr>
      </p:pic>
    </p:spTree>
    <p:extLst>
      <p:ext uri="{BB962C8B-B14F-4D97-AF65-F5344CB8AC3E}">
        <p14:creationId xmlns:p14="http://schemas.microsoft.com/office/powerpoint/2010/main" val="4095911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3827549" y="1023454"/>
            <a:ext cx="10439127" cy="909288"/>
          </a:xfrm>
        </p:spPr>
        <p:txBody>
          <a:bodyPr>
            <a:normAutofit/>
          </a:bodyPr>
          <a:lstStyle/>
          <a:p>
            <a:r>
              <a:rPr lang="en-GB" dirty="0"/>
              <a:t>Why use Office 365?</a:t>
            </a:r>
          </a:p>
        </p:txBody>
      </p:sp>
      <p:pic>
        <p:nvPicPr>
          <p:cNvPr id="5" name="Content Placeholder 4"/>
          <p:cNvPicPr>
            <a:picLocks noGrp="1" noChangeAspect="1"/>
          </p:cNvPicPr>
          <p:nvPr>
            <p:ph idx="1"/>
          </p:nvPr>
        </p:nvPicPr>
        <p:blipFill>
          <a:blip r:embed="rId2"/>
          <a:stretch>
            <a:fillRect/>
          </a:stretch>
        </p:blipFill>
        <p:spPr>
          <a:xfrm>
            <a:off x="2180318" y="55936"/>
            <a:ext cx="6291292" cy="6230042"/>
          </a:xfrm>
          <a:prstGeom prst="rect">
            <a:avLst/>
          </a:prstGeom>
        </p:spPr>
      </p:pic>
      <p:sp>
        <p:nvSpPr>
          <p:cNvPr id="3" name="TextBox 2"/>
          <p:cNvSpPr txBox="1"/>
          <p:nvPr/>
        </p:nvSpPr>
        <p:spPr>
          <a:xfrm>
            <a:off x="8637965" y="234354"/>
            <a:ext cx="2752440" cy="6463308"/>
          </a:xfrm>
          <a:prstGeom prst="rect">
            <a:avLst/>
          </a:prstGeom>
          <a:solidFill>
            <a:srgbClr val="002060"/>
          </a:solidFill>
        </p:spPr>
        <p:txBody>
          <a:bodyPr wrap="squar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505050"/>
                </a:solidFill>
                <a:effectLst/>
                <a:uLnTx/>
                <a:uFillTx/>
                <a:latin typeface="Segoe UI"/>
                <a:ea typeface="+mn-ea"/>
                <a:cs typeface="+mn-cs"/>
              </a:rPr>
              <a:t>Office 365 let’s you use your suite of Office apps on any device in any location.</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05050"/>
              </a:solidFill>
              <a:effectLst/>
              <a:uLnTx/>
              <a:uFillTx/>
              <a:latin typeface="Segoe UI"/>
              <a:ea typeface="+mn-ea"/>
              <a:cs typeface="+mn-cs"/>
            </a:endParaRP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505050"/>
                </a:solidFill>
                <a:effectLst/>
                <a:uLnTx/>
                <a:uFillTx/>
                <a:latin typeface="Segoe UI"/>
                <a:ea typeface="+mn-ea"/>
                <a:cs typeface="+mn-cs"/>
              </a:rPr>
              <a:t>It allows you to communicate and collaborate with people in your organisation and beyond.</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05050"/>
              </a:solidFill>
              <a:effectLst/>
              <a:uLnTx/>
              <a:uFillTx/>
              <a:latin typeface="Segoe UI"/>
              <a:ea typeface="+mn-ea"/>
              <a:cs typeface="+mn-cs"/>
            </a:endParaRP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505050"/>
                </a:solidFill>
                <a:effectLst/>
                <a:uLnTx/>
                <a:uFillTx/>
                <a:latin typeface="Segoe UI"/>
                <a:ea typeface="+mn-ea"/>
                <a:cs typeface="+mn-cs"/>
              </a:rPr>
              <a:t>It is a secure environment facilitated by Microsoft.</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05050"/>
              </a:solidFill>
              <a:effectLst/>
              <a:uLnTx/>
              <a:uFillTx/>
              <a:latin typeface="Segoe UI"/>
              <a:ea typeface="+mn-ea"/>
              <a:cs typeface="+mn-cs"/>
            </a:endParaRP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505050"/>
                </a:solidFill>
                <a:effectLst/>
                <a:uLnTx/>
                <a:uFillTx/>
                <a:latin typeface="Segoe UI"/>
                <a:ea typeface="+mn-ea"/>
                <a:cs typeface="+mn-cs"/>
              </a:rPr>
              <a:t>As a Cloud based service it diminishes the need for on-site infrastructure and engineer support. It is managed locally through web based management console so you can customise it.</a:t>
            </a:r>
          </a:p>
        </p:txBody>
      </p:sp>
    </p:spTree>
    <p:extLst>
      <p:ext uri="{BB962C8B-B14F-4D97-AF65-F5344CB8AC3E}">
        <p14:creationId xmlns:p14="http://schemas.microsoft.com/office/powerpoint/2010/main" val="1462458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492207"/>
            <a:ext cx="11605730" cy="725358"/>
          </a:xfrm>
        </p:spPr>
        <p:txBody>
          <a:bodyPr>
            <a:noAutofit/>
          </a:bodyPr>
          <a:lstStyle/>
          <a:p>
            <a:br>
              <a:rPr lang="en-US" sz="4896" b="1" dirty="0">
                <a:latin typeface="+mn-lt"/>
              </a:rPr>
            </a:br>
            <a:br>
              <a:rPr lang="en-US" sz="5984" b="1" dirty="0">
                <a:latin typeface="+mn-lt"/>
              </a:rPr>
            </a:br>
            <a:endParaRPr lang="en-US" sz="5984" b="1" dirty="0">
              <a:latin typeface="+mn-lt"/>
            </a:endParaRPr>
          </a:p>
        </p:txBody>
      </p:sp>
      <p:sp>
        <p:nvSpPr>
          <p:cNvPr id="3" name="Rectangle 2"/>
          <p:cNvSpPr/>
          <p:nvPr/>
        </p:nvSpPr>
        <p:spPr>
          <a:xfrm>
            <a:off x="518995" y="492207"/>
            <a:ext cx="11087617" cy="678327"/>
          </a:xfrm>
          <a:prstGeom prst="rect">
            <a:avLst/>
          </a:prstGeom>
        </p:spPr>
        <p:txBody>
          <a:bodyPr wrap="square">
            <a:spAutoFit/>
          </a:bodyPr>
          <a:lstStyle/>
          <a:p>
            <a:r>
              <a:rPr lang="en-US" sz="3808" b="1" i="1" dirty="0">
                <a:solidFill>
                  <a:schemeClr val="tx2">
                    <a:lumMod val="50000"/>
                  </a:schemeClr>
                </a:solidFill>
                <a:latin typeface="Arial Narrow" panose="020B0606020202030204" pitchFamily="34" charset="0"/>
              </a:rPr>
              <a:t>Office 2016 vs Office 365:What’s the difference?</a:t>
            </a:r>
            <a:endParaRPr lang="en-US" sz="3808" dirty="0"/>
          </a:p>
        </p:txBody>
      </p:sp>
      <p:sp>
        <p:nvSpPr>
          <p:cNvPr id="4" name="Content Placeholder 2"/>
          <p:cNvSpPr>
            <a:spLocks noGrp="1"/>
          </p:cNvSpPr>
          <p:nvPr>
            <p:ph idx="1"/>
          </p:nvPr>
        </p:nvSpPr>
        <p:spPr>
          <a:xfrm>
            <a:off x="726239" y="994453"/>
            <a:ext cx="10776750" cy="5611486"/>
          </a:xfrm>
        </p:spPr>
        <p:txBody>
          <a:bodyPr>
            <a:normAutofit/>
          </a:bodyPr>
          <a:lstStyle/>
          <a:p>
            <a:pPr algn="just"/>
            <a:endParaRPr lang="en-US" sz="2856" i="1" u="sng" dirty="0"/>
          </a:p>
          <a:p>
            <a:pPr algn="just"/>
            <a:r>
              <a:rPr lang="en-US" sz="2856" i="1" u="sng" dirty="0"/>
              <a:t>Office 2016 </a:t>
            </a:r>
          </a:p>
          <a:p>
            <a:pPr lvl="1" algn="just"/>
            <a:r>
              <a:rPr lang="en-US" sz="2176" dirty="0"/>
              <a:t>One time purchase and includes the following:</a:t>
            </a:r>
          </a:p>
          <a:p>
            <a:pPr lvl="2"/>
            <a:r>
              <a:rPr lang="en-US" sz="2176" dirty="0"/>
              <a:t>Word, PowerPoint, Excel, Access, Publisher and Outlook</a:t>
            </a:r>
          </a:p>
          <a:p>
            <a:pPr lvl="2"/>
            <a:r>
              <a:rPr lang="en-US" sz="2176" dirty="0"/>
              <a:t>You have to purchase a new version</a:t>
            </a:r>
          </a:p>
          <a:p>
            <a:pPr algn="just"/>
            <a:endParaRPr lang="en-US" sz="2856" i="1" u="sng" dirty="0"/>
          </a:p>
          <a:p>
            <a:pPr algn="just"/>
            <a:r>
              <a:rPr lang="en-US" sz="2856" i="1" u="sng" dirty="0"/>
              <a:t>Office 365 </a:t>
            </a:r>
            <a:endParaRPr lang="en-US" sz="2856" u="sng" dirty="0"/>
          </a:p>
          <a:p>
            <a:pPr lvl="1" algn="just"/>
            <a:r>
              <a:rPr lang="en-US" sz="2312" dirty="0"/>
              <a:t>Is a subscription service includes the following:</a:t>
            </a:r>
          </a:p>
          <a:p>
            <a:pPr lvl="2"/>
            <a:r>
              <a:rPr lang="en-US" sz="2176" dirty="0"/>
              <a:t>Word, PowerPoint, Excel, Access, Publisher, Outlook, OneDrive, OneNote, SharePoint, Teams and Skype for Business</a:t>
            </a:r>
          </a:p>
          <a:p>
            <a:pPr lvl="2" algn="just"/>
            <a:r>
              <a:rPr lang="en-US" sz="2176" dirty="0"/>
              <a:t>Automatically receive the latest version</a:t>
            </a:r>
          </a:p>
          <a:p>
            <a:pPr marL="1243493" lvl="2" indent="0" algn="just">
              <a:buNone/>
            </a:pPr>
            <a:endParaRPr lang="en-US" dirty="0"/>
          </a:p>
          <a:p>
            <a:pPr lvl="2" algn="just"/>
            <a:endParaRPr lang="en-US" dirty="0"/>
          </a:p>
        </p:txBody>
      </p:sp>
    </p:spTree>
    <p:extLst>
      <p:ext uri="{BB962C8B-B14F-4D97-AF65-F5344CB8AC3E}">
        <p14:creationId xmlns:p14="http://schemas.microsoft.com/office/powerpoint/2010/main" val="1358024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44352" y="284962"/>
            <a:ext cx="9222411" cy="707886"/>
          </a:xfrm>
          <a:prstGeom prst="rect">
            <a:avLst/>
          </a:prstGeom>
        </p:spPr>
        <p:txBody>
          <a:bodyPr wrap="square">
            <a:spAutoFit/>
          </a:bodyPr>
          <a:lstStyle/>
          <a:p>
            <a:r>
              <a:rPr lang="en-US" sz="4000" b="1" i="1" dirty="0"/>
              <a:t>Microsoft 365 </a:t>
            </a:r>
            <a:r>
              <a:rPr lang="en-US" sz="3808" b="1" i="1" dirty="0">
                <a:solidFill>
                  <a:schemeClr val="tx2">
                    <a:lumMod val="50000"/>
                  </a:schemeClr>
                </a:solidFill>
              </a:rPr>
              <a:t>: Built for Teamwork</a:t>
            </a:r>
            <a:endParaRPr lang="en-US" sz="3808" dirty="0"/>
          </a:p>
        </p:txBody>
      </p:sp>
      <p:pic>
        <p:nvPicPr>
          <p:cNvPr id="2" name="Picture 1"/>
          <p:cNvPicPr>
            <a:picLocks noChangeAspect="1"/>
          </p:cNvPicPr>
          <p:nvPr/>
        </p:nvPicPr>
        <p:blipFill>
          <a:blip r:embed="rId3"/>
          <a:stretch>
            <a:fillRect/>
          </a:stretch>
        </p:blipFill>
        <p:spPr>
          <a:xfrm>
            <a:off x="3316805" y="1735678"/>
            <a:ext cx="5082877" cy="3626791"/>
          </a:xfrm>
          <a:prstGeom prst="rect">
            <a:avLst/>
          </a:prstGeom>
        </p:spPr>
      </p:pic>
    </p:spTree>
    <p:extLst>
      <p:ext uri="{BB962C8B-B14F-4D97-AF65-F5344CB8AC3E}">
        <p14:creationId xmlns:p14="http://schemas.microsoft.com/office/powerpoint/2010/main" val="3495006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622617" y="496525"/>
            <a:ext cx="11191240" cy="824663"/>
          </a:xfrm>
        </p:spPr>
        <p:txBody>
          <a:bodyPr>
            <a:noAutofit/>
          </a:bodyPr>
          <a:lstStyle/>
          <a:p>
            <a:r>
              <a:rPr lang="en-US" sz="4000" b="1" i="1" dirty="0"/>
              <a:t>Microsoft 365 </a:t>
            </a:r>
            <a:r>
              <a:rPr lang="en-US" sz="3808" b="1" i="1" dirty="0">
                <a:solidFill>
                  <a:schemeClr val="tx2"/>
                </a:solidFill>
              </a:rPr>
              <a:t>: Collaborate with Office Online</a:t>
            </a:r>
          </a:p>
        </p:txBody>
      </p:sp>
      <p:pic>
        <p:nvPicPr>
          <p:cNvPr id="8" name="Content Placeholder 7"/>
          <p:cNvPicPr>
            <a:picLocks noGrp="1" noChangeAspect="1"/>
          </p:cNvPicPr>
          <p:nvPr>
            <p:ph sz="quarter" idx="4"/>
          </p:nvPr>
        </p:nvPicPr>
        <p:blipFill>
          <a:blip r:embed="rId3"/>
          <a:stretch>
            <a:fillRect/>
          </a:stretch>
        </p:blipFill>
        <p:spPr>
          <a:xfrm>
            <a:off x="1037108" y="1528433"/>
            <a:ext cx="9429655" cy="4336770"/>
          </a:xfrm>
          <a:prstGeom prst="rect">
            <a:avLst/>
          </a:prstGeom>
        </p:spPr>
      </p:pic>
    </p:spTree>
    <p:extLst>
      <p:ext uri="{BB962C8B-B14F-4D97-AF65-F5344CB8AC3E}">
        <p14:creationId xmlns:p14="http://schemas.microsoft.com/office/powerpoint/2010/main" val="3926004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98DD179-20A5-4DC5-957B-13804658C730}"/>
              </a:ext>
            </a:extLst>
          </p:cNvPr>
          <p:cNvSpPr txBox="1">
            <a:spLocks/>
          </p:cNvSpPr>
          <p:nvPr/>
        </p:nvSpPr>
        <p:spPr>
          <a:xfrm>
            <a:off x="726240" y="1942923"/>
            <a:ext cx="11191240" cy="828981"/>
          </a:xfrm>
          <a:prstGeom prst="rect">
            <a:avLst/>
          </a:prstGeom>
        </p:spPr>
        <p:txBody>
          <a:bodyPr vert="horz" wrap="square" lIns="146304" tIns="91440" rIns="146304" bIns="91440" rtlCol="0" anchor="t">
            <a:noAutofit/>
          </a:bodyPr>
          <a:lstStyle>
            <a:lvl1pPr algn="l" defTabSz="932205" rtl="0" eaLnBrk="1" latinLnBrk="0" hangingPunct="1">
              <a:lnSpc>
                <a:spcPct val="90000"/>
              </a:lnSpc>
              <a:spcBef>
                <a:spcPct val="0"/>
              </a:spcBef>
              <a:buNone/>
              <a:defRPr lang="en-US" sz="4797"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ctr"/>
            <a:r>
              <a:rPr lang="en-US" sz="3808" b="1" i="1" dirty="0"/>
              <a:t>Office Suite: Word 365</a:t>
            </a:r>
            <a:endParaRPr lang="en-US" sz="3808" b="1" i="1" dirty="0">
              <a:solidFill>
                <a:schemeClr val="tx2"/>
              </a:solidFill>
            </a:endParaRPr>
          </a:p>
        </p:txBody>
      </p:sp>
      <p:pic>
        <p:nvPicPr>
          <p:cNvPr id="8" name="Picture 7" descr="d-teq - &lt;strong&gt;Word&lt;/strong&gt; Jobs">
            <a:extLst>
              <a:ext uri="{FF2B5EF4-FFF2-40B4-BE49-F238E27FC236}">
                <a16:creationId xmlns:a16="http://schemas.microsoft.com/office/drawing/2014/main" id="{46C09AB4-CDAA-484D-9386-589FD52A49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1918" y="2771905"/>
            <a:ext cx="7512638" cy="3076295"/>
          </a:xfrm>
          <a:prstGeom prst="rect">
            <a:avLst/>
          </a:prstGeom>
        </p:spPr>
      </p:pic>
    </p:spTree>
    <p:extLst>
      <p:ext uri="{BB962C8B-B14F-4D97-AF65-F5344CB8AC3E}">
        <p14:creationId xmlns:p14="http://schemas.microsoft.com/office/powerpoint/2010/main" val="1685281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496525"/>
            <a:ext cx="11191240" cy="824663"/>
          </a:xfrm>
        </p:spPr>
        <p:txBody>
          <a:bodyPr>
            <a:noAutofit/>
          </a:bodyPr>
          <a:lstStyle/>
          <a:p>
            <a:r>
              <a:rPr lang="en-US" sz="3808" b="1" i="1" dirty="0"/>
              <a:t>Office Suite: Word 365</a:t>
            </a:r>
            <a:endParaRPr lang="en-US" sz="3808" b="1" i="1" dirty="0">
              <a:solidFill>
                <a:schemeClr val="tx2"/>
              </a:solidFill>
            </a:endParaRPr>
          </a:p>
        </p:txBody>
      </p:sp>
      <p:pic>
        <p:nvPicPr>
          <p:cNvPr id="5" name="Picture 4"/>
          <p:cNvPicPr>
            <a:picLocks noChangeAspect="1"/>
          </p:cNvPicPr>
          <p:nvPr/>
        </p:nvPicPr>
        <p:blipFill>
          <a:blip r:embed="rId3"/>
          <a:stretch>
            <a:fillRect/>
          </a:stretch>
        </p:blipFill>
        <p:spPr>
          <a:xfrm>
            <a:off x="415372" y="1217565"/>
            <a:ext cx="11502108" cy="5699243"/>
          </a:xfrm>
          <a:prstGeom prst="rect">
            <a:avLst/>
          </a:prstGeom>
        </p:spPr>
      </p:pic>
    </p:spTree>
    <p:extLst>
      <p:ext uri="{BB962C8B-B14F-4D97-AF65-F5344CB8AC3E}">
        <p14:creationId xmlns:p14="http://schemas.microsoft.com/office/powerpoint/2010/main" val="298568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AF8A4-40F4-4E6B-9F77-58A3DC744C18}"/>
              </a:ext>
            </a:extLst>
          </p:cNvPr>
          <p:cNvSpPr>
            <a:spLocks noGrp="1"/>
          </p:cNvSpPr>
          <p:nvPr>
            <p:ph type="title"/>
          </p:nvPr>
        </p:nvSpPr>
        <p:spPr>
          <a:xfrm>
            <a:off x="726240" y="1942923"/>
            <a:ext cx="11191240" cy="828981"/>
          </a:xfrm>
        </p:spPr>
        <p:txBody>
          <a:bodyPr>
            <a:noAutofit/>
          </a:bodyPr>
          <a:lstStyle/>
          <a:p>
            <a:pPr algn="ctr"/>
            <a:r>
              <a:rPr lang="en-US" sz="3808" b="1" i="1" dirty="0"/>
              <a:t>Office Suite: Excel 365</a:t>
            </a:r>
            <a:endParaRPr lang="en-US" sz="3808" b="1" i="1" dirty="0">
              <a:solidFill>
                <a:schemeClr val="tx2"/>
              </a:solidFill>
            </a:endParaRPr>
          </a:p>
        </p:txBody>
      </p:sp>
      <p:pic>
        <p:nvPicPr>
          <p:cNvPr id="3" name="Picture 2" descr="File:Microsoft &lt;strong&gt;Excel&lt;/strong&gt; 2013 logo.svg - Wikimedia Commons">
            <a:extLst>
              <a:ext uri="{FF2B5EF4-FFF2-40B4-BE49-F238E27FC236}">
                <a16:creationId xmlns:a16="http://schemas.microsoft.com/office/drawing/2014/main" id="{5FA1701E-1E66-4922-924C-C8A759A5B2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61041" y="3290017"/>
            <a:ext cx="2510546" cy="2464812"/>
          </a:xfrm>
          <a:prstGeom prst="rect">
            <a:avLst/>
          </a:prstGeom>
        </p:spPr>
      </p:pic>
    </p:spTree>
    <p:extLst>
      <p:ext uri="{BB962C8B-B14F-4D97-AF65-F5344CB8AC3E}">
        <p14:creationId xmlns:p14="http://schemas.microsoft.com/office/powerpoint/2010/main" val="1615527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12774" y="296862"/>
            <a:ext cx="11191240" cy="824663"/>
          </a:xfrm>
        </p:spPr>
        <p:txBody>
          <a:bodyPr>
            <a:noAutofit/>
          </a:bodyPr>
          <a:lstStyle/>
          <a:p>
            <a:r>
              <a:rPr lang="en-US" sz="3808" b="1" i="1" dirty="0"/>
              <a:t>Office Suite: Excel 365</a:t>
            </a:r>
            <a:endParaRPr lang="en-US" sz="3808" b="1" i="1" dirty="0">
              <a:solidFill>
                <a:schemeClr val="tx2"/>
              </a:solidFill>
            </a:endParaRPr>
          </a:p>
        </p:txBody>
      </p:sp>
      <p:pic>
        <p:nvPicPr>
          <p:cNvPr id="2" name="Picture 1"/>
          <p:cNvPicPr>
            <a:picLocks noChangeAspect="1"/>
          </p:cNvPicPr>
          <p:nvPr/>
        </p:nvPicPr>
        <p:blipFill>
          <a:blip r:embed="rId3"/>
          <a:stretch>
            <a:fillRect/>
          </a:stretch>
        </p:blipFill>
        <p:spPr>
          <a:xfrm>
            <a:off x="415372" y="1058862"/>
            <a:ext cx="11398485" cy="5699243"/>
          </a:xfrm>
          <a:prstGeom prst="rect">
            <a:avLst/>
          </a:prstGeom>
        </p:spPr>
      </p:pic>
    </p:spTree>
    <p:extLst>
      <p:ext uri="{BB962C8B-B14F-4D97-AF65-F5344CB8AC3E}">
        <p14:creationId xmlns:p14="http://schemas.microsoft.com/office/powerpoint/2010/main" val="1824397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E931492-C982-4925-984A-361657155877}"/>
              </a:ext>
            </a:extLst>
          </p:cNvPr>
          <p:cNvSpPr>
            <a:spLocks noGrp="1"/>
          </p:cNvSpPr>
          <p:nvPr>
            <p:ph type="title"/>
          </p:nvPr>
        </p:nvSpPr>
        <p:spPr>
          <a:xfrm>
            <a:off x="726240" y="1942923"/>
            <a:ext cx="11191240" cy="828981"/>
          </a:xfrm>
        </p:spPr>
        <p:txBody>
          <a:bodyPr>
            <a:noAutofit/>
          </a:bodyPr>
          <a:lstStyle/>
          <a:p>
            <a:pPr algn="ctr"/>
            <a:r>
              <a:rPr lang="en-US" sz="3808" b="1" i="1" dirty="0"/>
              <a:t>Office Suite: PowerPoint 365</a:t>
            </a:r>
            <a:endParaRPr lang="en-US" sz="3808" b="1" i="1" dirty="0">
              <a:solidFill>
                <a:schemeClr val="tx2"/>
              </a:solidFill>
            </a:endParaRPr>
          </a:p>
        </p:txBody>
      </p:sp>
      <p:pic>
        <p:nvPicPr>
          <p:cNvPr id="6" name="Picture 5" descr="Fichier:Logo Microsoft &lt;strong&gt;PowerPoint&lt;/strong&gt; 2013.png — Wikipédia">
            <a:extLst>
              <a:ext uri="{FF2B5EF4-FFF2-40B4-BE49-F238E27FC236}">
                <a16:creationId xmlns:a16="http://schemas.microsoft.com/office/drawing/2014/main" id="{C7A5F14C-6C51-46E0-A7A1-B3E79F01D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9256" y="2771904"/>
            <a:ext cx="2383551" cy="2383551"/>
          </a:xfrm>
          <a:prstGeom prst="rect">
            <a:avLst/>
          </a:prstGeom>
        </p:spPr>
      </p:pic>
    </p:spTree>
    <p:extLst>
      <p:ext uri="{BB962C8B-B14F-4D97-AF65-F5344CB8AC3E}">
        <p14:creationId xmlns:p14="http://schemas.microsoft.com/office/powerpoint/2010/main" val="2781911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496525"/>
            <a:ext cx="11191240" cy="824663"/>
          </a:xfrm>
        </p:spPr>
        <p:txBody>
          <a:bodyPr>
            <a:noAutofit/>
          </a:bodyPr>
          <a:lstStyle/>
          <a:p>
            <a:r>
              <a:rPr lang="en-US" sz="3808" b="1" i="1" dirty="0"/>
              <a:t>Office Suite: PowerPoint 365</a:t>
            </a:r>
            <a:endParaRPr lang="en-US" sz="3808" b="1" i="1" dirty="0">
              <a:solidFill>
                <a:schemeClr val="tx2"/>
              </a:solidFill>
            </a:endParaRPr>
          </a:p>
        </p:txBody>
      </p:sp>
      <p:pic>
        <p:nvPicPr>
          <p:cNvPr id="2" name="Picture 1"/>
          <p:cNvPicPr>
            <a:picLocks noChangeAspect="1"/>
          </p:cNvPicPr>
          <p:nvPr/>
        </p:nvPicPr>
        <p:blipFill>
          <a:blip r:embed="rId3"/>
          <a:stretch>
            <a:fillRect/>
          </a:stretch>
        </p:blipFill>
        <p:spPr>
          <a:xfrm>
            <a:off x="311749" y="1321189"/>
            <a:ext cx="11812976" cy="5595619"/>
          </a:xfrm>
          <a:prstGeom prst="rect">
            <a:avLst/>
          </a:prstGeom>
        </p:spPr>
      </p:pic>
    </p:spTree>
    <p:extLst>
      <p:ext uri="{BB962C8B-B14F-4D97-AF65-F5344CB8AC3E}">
        <p14:creationId xmlns:p14="http://schemas.microsoft.com/office/powerpoint/2010/main" val="3053233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726240" y="1942923"/>
            <a:ext cx="11191240" cy="828981"/>
          </a:xfrm>
        </p:spPr>
        <p:txBody>
          <a:bodyPr>
            <a:noAutofit/>
          </a:bodyPr>
          <a:lstStyle/>
          <a:p>
            <a:pPr algn="ctr"/>
            <a:r>
              <a:rPr lang="en-US" sz="3808" b="1" i="1" dirty="0"/>
              <a:t>Office Suite: Outlook 365</a:t>
            </a:r>
            <a:endParaRPr lang="en-US" sz="3808" b="1" i="1" dirty="0">
              <a:solidFill>
                <a:schemeClr val="tx2"/>
              </a:solidFill>
            </a:endParaRPr>
          </a:p>
        </p:txBody>
      </p:sp>
      <p:pic>
        <p:nvPicPr>
          <p:cNvPr id="2" name="Picture 1" descr="Original file ‎ (SVG file, nominally 110 × 108 pixels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7521" y="2979149"/>
            <a:ext cx="2901433" cy="2848577"/>
          </a:xfrm>
          <a:prstGeom prst="rect">
            <a:avLst/>
          </a:prstGeom>
        </p:spPr>
      </p:pic>
    </p:spTree>
    <p:extLst>
      <p:ext uri="{BB962C8B-B14F-4D97-AF65-F5344CB8AC3E}">
        <p14:creationId xmlns:p14="http://schemas.microsoft.com/office/powerpoint/2010/main" val="608056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496525"/>
            <a:ext cx="11191240" cy="824663"/>
          </a:xfrm>
        </p:spPr>
        <p:txBody>
          <a:bodyPr>
            <a:noAutofit/>
          </a:bodyPr>
          <a:lstStyle/>
          <a:p>
            <a:r>
              <a:rPr lang="en-US" sz="3808" b="1" i="1" dirty="0"/>
              <a:t>Office Suite: Outlook 365</a:t>
            </a:r>
            <a:endParaRPr lang="en-US" sz="3808" b="1" i="1" dirty="0">
              <a:solidFill>
                <a:schemeClr val="tx2"/>
              </a:solidFill>
            </a:endParaRPr>
          </a:p>
        </p:txBody>
      </p:sp>
      <p:pic>
        <p:nvPicPr>
          <p:cNvPr id="4" name="Picture 3"/>
          <p:cNvPicPr>
            <a:picLocks noChangeAspect="1"/>
          </p:cNvPicPr>
          <p:nvPr/>
        </p:nvPicPr>
        <p:blipFill>
          <a:blip r:embed="rId3"/>
          <a:stretch>
            <a:fillRect/>
          </a:stretch>
        </p:blipFill>
        <p:spPr>
          <a:xfrm>
            <a:off x="311750" y="1217566"/>
            <a:ext cx="11812974" cy="5622824"/>
          </a:xfrm>
          <a:prstGeom prst="rect">
            <a:avLst/>
          </a:prstGeom>
        </p:spPr>
      </p:pic>
    </p:spTree>
    <p:extLst>
      <p:ext uri="{BB962C8B-B14F-4D97-AF65-F5344CB8AC3E}">
        <p14:creationId xmlns:p14="http://schemas.microsoft.com/office/powerpoint/2010/main" val="1586188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3631" y="529786"/>
            <a:ext cx="9813405" cy="831088"/>
          </a:xfrm>
        </p:spPr>
        <p:txBody>
          <a:bodyPr>
            <a:normAutofit fontScale="90000"/>
          </a:bodyPr>
          <a:lstStyle/>
          <a:p>
            <a:r>
              <a:rPr lang="en-CA" dirty="0"/>
              <a:t>Outlook Web App</a:t>
            </a:r>
            <a:endParaRPr lang="en-US" dirty="0"/>
          </a:p>
        </p:txBody>
      </p:sp>
      <p:sp>
        <p:nvSpPr>
          <p:cNvPr id="3" name="TextBox 2"/>
          <p:cNvSpPr txBox="1"/>
          <p:nvPr/>
        </p:nvSpPr>
        <p:spPr>
          <a:xfrm>
            <a:off x="1764756" y="2017501"/>
            <a:ext cx="8791158" cy="3834006"/>
          </a:xfrm>
          <a:prstGeom prst="rect">
            <a:avLst/>
          </a:prstGeom>
        </p:spPr>
        <p:txBody>
          <a:bodyPr vert="horz" lIns="93260" tIns="46630" rIns="93260" bIns="46630" rtlCol="0">
            <a:normAutofit/>
          </a:bodyPr>
          <a:lstStyle>
            <a:lvl1pPr marL="228600" indent="-228600">
              <a:lnSpc>
                <a:spcPct val="120000"/>
              </a:lnSpc>
              <a:spcBef>
                <a:spcPts val="0"/>
              </a:spcBef>
              <a:buClr>
                <a:schemeClr val="tx1"/>
              </a:buClr>
              <a:buFont typeface="Arial" panose="020B0604020202020204" pitchFamily="34" charset="0"/>
              <a:buChar char="•"/>
              <a:defRPr sz="2000" cap="none" baseline="0">
                <a:effectLst/>
              </a:defRPr>
            </a:lvl1pPr>
            <a:lvl2pPr lvl="1" indent="0">
              <a:lnSpc>
                <a:spcPct val="120000"/>
              </a:lnSpc>
              <a:spcBef>
                <a:spcPts val="0"/>
              </a:spcBef>
              <a:buClr>
                <a:schemeClr val="tx1"/>
              </a:buClr>
              <a:buFont typeface="Arial" panose="020B0604020202020204" pitchFamily="34" charset="0"/>
              <a:buNone/>
              <a:defRPr cap="none" baseline="0">
                <a:effectLst/>
              </a:defRPr>
            </a:lvl2pPr>
            <a:lvl3pPr marL="1143000" indent="-228600">
              <a:lnSpc>
                <a:spcPct val="120000"/>
              </a:lnSpc>
              <a:spcBef>
                <a:spcPts val="500"/>
              </a:spcBef>
              <a:buClr>
                <a:schemeClr val="tx1"/>
              </a:buClr>
              <a:buFont typeface="Arial" panose="020B0604020202020204" pitchFamily="34" charset="0"/>
              <a:buChar char="•"/>
              <a:defRPr sz="1600" cap="all" baseline="0">
                <a:effectLst/>
              </a:defRPr>
            </a:lvl3pPr>
            <a:lvl4pPr marL="1600200" indent="-228600">
              <a:lnSpc>
                <a:spcPct val="120000"/>
              </a:lnSpc>
              <a:spcBef>
                <a:spcPts val="500"/>
              </a:spcBef>
              <a:buClr>
                <a:schemeClr val="tx1"/>
              </a:buClr>
              <a:buFont typeface="Arial" panose="020B0604020202020204" pitchFamily="34" charset="0"/>
              <a:buChar char="•"/>
              <a:defRPr sz="1400" cap="all" baseline="0">
                <a:effectLst/>
              </a:defRPr>
            </a:lvl4pPr>
            <a:lvl5pPr marL="2057400" indent="-228600">
              <a:lnSpc>
                <a:spcPct val="120000"/>
              </a:lnSpc>
              <a:spcBef>
                <a:spcPts val="500"/>
              </a:spcBef>
              <a:buClr>
                <a:schemeClr val="tx1"/>
              </a:buClr>
              <a:buFont typeface="Arial" panose="020B0604020202020204" pitchFamily="34" charset="0"/>
              <a:buChar char="•"/>
              <a:defRPr sz="1400" cap="all" baseline="0">
                <a:effectLst/>
              </a:defRPr>
            </a:lvl5pPr>
            <a:lvl6pPr marL="2514600" indent="-228600">
              <a:lnSpc>
                <a:spcPct val="120000"/>
              </a:lnSpc>
              <a:spcBef>
                <a:spcPts val="500"/>
              </a:spcBef>
              <a:buClr>
                <a:schemeClr val="tx1"/>
              </a:buClr>
              <a:buFont typeface="Arial" panose="020B0604020202020204" pitchFamily="34" charset="0"/>
              <a:buChar char="•"/>
              <a:defRPr sz="1400" cap="all" baseline="0">
                <a:effectLst/>
              </a:defRPr>
            </a:lvl6pPr>
            <a:lvl7pPr marL="2971800" indent="-228600">
              <a:lnSpc>
                <a:spcPct val="120000"/>
              </a:lnSpc>
              <a:spcBef>
                <a:spcPts val="500"/>
              </a:spcBef>
              <a:buClr>
                <a:schemeClr val="tx1"/>
              </a:buClr>
              <a:buFont typeface="Arial" panose="020B0604020202020204" pitchFamily="34" charset="0"/>
              <a:buChar char="•"/>
              <a:defRPr sz="1400" cap="all" baseline="0">
                <a:effectLst/>
              </a:defRPr>
            </a:lvl7pPr>
            <a:lvl8pPr marL="3429000" indent="-228600">
              <a:lnSpc>
                <a:spcPct val="120000"/>
              </a:lnSpc>
              <a:spcBef>
                <a:spcPts val="500"/>
              </a:spcBef>
              <a:buClr>
                <a:schemeClr val="tx1"/>
              </a:buClr>
              <a:buFont typeface="Arial" panose="020B0604020202020204" pitchFamily="34" charset="0"/>
              <a:buChar char="•"/>
              <a:defRPr sz="1400" cap="all" baseline="0">
                <a:effectLst/>
              </a:defRPr>
            </a:lvl8pPr>
            <a:lvl9pPr marL="3886200" indent="-228600">
              <a:lnSpc>
                <a:spcPct val="120000"/>
              </a:lnSpc>
              <a:spcBef>
                <a:spcPts val="500"/>
              </a:spcBef>
              <a:buClr>
                <a:schemeClr val="tx1"/>
              </a:buClr>
              <a:buFont typeface="Arial" panose="020B0604020202020204" pitchFamily="34" charset="0"/>
              <a:buChar char="•"/>
              <a:defRPr sz="1400" cap="all" baseline="0">
                <a:effectLst/>
              </a:defRPr>
            </a:lvl9pPr>
          </a:lstStyle>
          <a:p>
            <a:pPr marL="0" indent="0">
              <a:buNone/>
            </a:pPr>
            <a:endParaRPr lang="en-US" sz="2040" dirty="0"/>
          </a:p>
        </p:txBody>
      </p:sp>
      <p:sp>
        <p:nvSpPr>
          <p:cNvPr id="4" name="TextBox 3"/>
          <p:cNvSpPr txBox="1"/>
          <p:nvPr/>
        </p:nvSpPr>
        <p:spPr>
          <a:xfrm>
            <a:off x="1523220" y="1618340"/>
            <a:ext cx="9353462" cy="4951027"/>
          </a:xfrm>
          <a:prstGeom prst="rect">
            <a:avLst/>
          </a:prstGeom>
        </p:spPr>
        <p:txBody>
          <a:bodyPr vert="horz" lIns="93260" tIns="46630" rIns="93260" bIns="46630" rtlCol="0">
            <a:noAutofit/>
          </a:bodyPr>
          <a:lstStyle>
            <a:lvl1pPr marL="228600" indent="-228600">
              <a:lnSpc>
                <a:spcPct val="120000"/>
              </a:lnSpc>
              <a:spcBef>
                <a:spcPts val="0"/>
              </a:spcBef>
              <a:buClr>
                <a:schemeClr val="tx1"/>
              </a:buClr>
              <a:buFont typeface="Arial" panose="020B0604020202020204" pitchFamily="34" charset="0"/>
              <a:buChar char="•"/>
              <a:defRPr sz="2000" cap="none" baseline="0">
                <a:effectLst/>
              </a:defRPr>
            </a:lvl1pPr>
            <a:lvl2pPr lvl="1" indent="0">
              <a:lnSpc>
                <a:spcPct val="120000"/>
              </a:lnSpc>
              <a:spcBef>
                <a:spcPts val="0"/>
              </a:spcBef>
              <a:buClr>
                <a:schemeClr val="tx1"/>
              </a:buClr>
              <a:buFont typeface="Arial" panose="020B0604020202020204" pitchFamily="34" charset="0"/>
              <a:buNone/>
              <a:defRPr cap="none" baseline="0">
                <a:effectLst/>
              </a:defRPr>
            </a:lvl2pPr>
            <a:lvl3pPr marL="1143000" indent="-228600">
              <a:lnSpc>
                <a:spcPct val="120000"/>
              </a:lnSpc>
              <a:spcBef>
                <a:spcPts val="500"/>
              </a:spcBef>
              <a:buClr>
                <a:schemeClr val="tx1"/>
              </a:buClr>
              <a:buFont typeface="Arial" panose="020B0604020202020204" pitchFamily="34" charset="0"/>
              <a:buChar char="•"/>
              <a:defRPr sz="1600" cap="all" baseline="0">
                <a:effectLst/>
              </a:defRPr>
            </a:lvl3pPr>
            <a:lvl4pPr marL="1600200" indent="-228600">
              <a:lnSpc>
                <a:spcPct val="120000"/>
              </a:lnSpc>
              <a:spcBef>
                <a:spcPts val="500"/>
              </a:spcBef>
              <a:buClr>
                <a:schemeClr val="tx1"/>
              </a:buClr>
              <a:buFont typeface="Arial" panose="020B0604020202020204" pitchFamily="34" charset="0"/>
              <a:buChar char="•"/>
              <a:defRPr sz="1400" cap="all" baseline="0">
                <a:effectLst/>
              </a:defRPr>
            </a:lvl4pPr>
            <a:lvl5pPr marL="2057400" indent="-228600">
              <a:lnSpc>
                <a:spcPct val="120000"/>
              </a:lnSpc>
              <a:spcBef>
                <a:spcPts val="500"/>
              </a:spcBef>
              <a:buClr>
                <a:schemeClr val="tx1"/>
              </a:buClr>
              <a:buFont typeface="Arial" panose="020B0604020202020204" pitchFamily="34" charset="0"/>
              <a:buChar char="•"/>
              <a:defRPr sz="1400" cap="all" baseline="0">
                <a:effectLst/>
              </a:defRPr>
            </a:lvl5pPr>
            <a:lvl6pPr marL="2514600" indent="-228600">
              <a:lnSpc>
                <a:spcPct val="120000"/>
              </a:lnSpc>
              <a:spcBef>
                <a:spcPts val="500"/>
              </a:spcBef>
              <a:buClr>
                <a:schemeClr val="tx1"/>
              </a:buClr>
              <a:buFont typeface="Arial" panose="020B0604020202020204" pitchFamily="34" charset="0"/>
              <a:buChar char="•"/>
              <a:defRPr sz="1400" cap="all" baseline="0">
                <a:effectLst/>
              </a:defRPr>
            </a:lvl6pPr>
            <a:lvl7pPr marL="2971800" indent="-228600">
              <a:lnSpc>
                <a:spcPct val="120000"/>
              </a:lnSpc>
              <a:spcBef>
                <a:spcPts val="500"/>
              </a:spcBef>
              <a:buClr>
                <a:schemeClr val="tx1"/>
              </a:buClr>
              <a:buFont typeface="Arial" panose="020B0604020202020204" pitchFamily="34" charset="0"/>
              <a:buChar char="•"/>
              <a:defRPr sz="1400" cap="all" baseline="0">
                <a:effectLst/>
              </a:defRPr>
            </a:lvl7pPr>
            <a:lvl8pPr marL="3429000" indent="-228600">
              <a:lnSpc>
                <a:spcPct val="120000"/>
              </a:lnSpc>
              <a:spcBef>
                <a:spcPts val="500"/>
              </a:spcBef>
              <a:buClr>
                <a:schemeClr val="tx1"/>
              </a:buClr>
              <a:buFont typeface="Arial" panose="020B0604020202020204" pitchFamily="34" charset="0"/>
              <a:buChar char="•"/>
              <a:defRPr sz="1400" cap="all" baseline="0">
                <a:effectLst/>
              </a:defRPr>
            </a:lvl8pPr>
            <a:lvl9pPr marL="3886200" indent="-228600">
              <a:lnSpc>
                <a:spcPct val="120000"/>
              </a:lnSpc>
              <a:spcBef>
                <a:spcPts val="500"/>
              </a:spcBef>
              <a:buClr>
                <a:schemeClr val="tx1"/>
              </a:buClr>
              <a:buFont typeface="Arial" panose="020B0604020202020204" pitchFamily="34" charset="0"/>
              <a:buChar char="•"/>
              <a:defRPr sz="1400" cap="all" baseline="0">
                <a:effectLst/>
              </a:defRPr>
            </a:lvl9pPr>
          </a:lstStyle>
          <a:p>
            <a:r>
              <a:rPr lang="en-CA" sz="1836" dirty="0"/>
              <a:t>The </a:t>
            </a:r>
            <a:r>
              <a:rPr lang="en-CA" sz="1836" b="1" dirty="0"/>
              <a:t>Outlook Web App (OWA)</a:t>
            </a:r>
            <a:r>
              <a:rPr lang="en-CA" sz="1836" dirty="0"/>
              <a:t> allows you to check and manage your Outlook from your Web browser, whether you’re inside or outside of the office.</a:t>
            </a:r>
          </a:p>
          <a:p>
            <a:endParaRPr lang="en-CA" sz="1836" dirty="0"/>
          </a:p>
          <a:p>
            <a:r>
              <a:rPr lang="en-CA" sz="1836" dirty="0"/>
              <a:t>Any changes you make in your OWA will be synced to your Outlook application, and vice versa.</a:t>
            </a:r>
          </a:p>
          <a:p>
            <a:endParaRPr lang="en-US" sz="1836" dirty="0"/>
          </a:p>
          <a:p>
            <a:r>
              <a:rPr lang="en-US" sz="1836" dirty="0"/>
              <a:t>To </a:t>
            </a:r>
            <a:r>
              <a:rPr lang="en-US" sz="1836" b="1" dirty="0"/>
              <a:t>access your OWA</a:t>
            </a:r>
            <a:r>
              <a:rPr lang="en-US" sz="1836" dirty="0"/>
              <a:t>, visit </a:t>
            </a:r>
            <a:r>
              <a:rPr lang="en-US" sz="1836" b="1" dirty="0">
                <a:hlinkClick r:id="rId2"/>
              </a:rPr>
              <a:t>https://outlook.office365.com</a:t>
            </a:r>
            <a:r>
              <a:rPr lang="en-US" sz="1836" b="1" dirty="0"/>
              <a:t> </a:t>
            </a:r>
            <a:r>
              <a:rPr lang="en-US" sz="1836" dirty="0"/>
              <a:t>and log in using your credentials.</a:t>
            </a:r>
          </a:p>
        </p:txBody>
      </p:sp>
    </p:spTree>
    <p:extLst>
      <p:ext uri="{BB962C8B-B14F-4D97-AF65-F5344CB8AC3E}">
        <p14:creationId xmlns:p14="http://schemas.microsoft.com/office/powerpoint/2010/main" val="720859352"/>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726240" y="1942923"/>
            <a:ext cx="11191240" cy="828981"/>
          </a:xfrm>
        </p:spPr>
        <p:txBody>
          <a:bodyPr>
            <a:noAutofit/>
          </a:bodyPr>
          <a:lstStyle/>
          <a:p>
            <a:pPr algn="ctr"/>
            <a:r>
              <a:rPr lang="en-US" sz="4000" b="1" i="1" dirty="0"/>
              <a:t>Microsoft 365 </a:t>
            </a:r>
            <a:r>
              <a:rPr lang="en-US" sz="3808" b="1" i="1" dirty="0"/>
              <a:t>: OneDrive for Business</a:t>
            </a:r>
            <a:endParaRPr lang="en-US" sz="3808" b="1" i="1" dirty="0">
              <a:solidFill>
                <a:schemeClr val="tx2"/>
              </a:solidFill>
            </a:endParaRPr>
          </a:p>
        </p:txBody>
      </p:sp>
      <p:pic>
        <p:nvPicPr>
          <p:cNvPr id="2" name="Picture 1" descr="O mundo de lunga: &lt;strong&gt;OneDrive&lt;/strong&gt; no Windows 10 sem os &quot;smart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1143" y="3082771"/>
            <a:ext cx="2461037" cy="2461037"/>
          </a:xfrm>
          <a:prstGeom prst="rect">
            <a:avLst/>
          </a:prstGeom>
        </p:spPr>
      </p:pic>
    </p:spTree>
    <p:extLst>
      <p:ext uri="{BB962C8B-B14F-4D97-AF65-F5344CB8AC3E}">
        <p14:creationId xmlns:p14="http://schemas.microsoft.com/office/powerpoint/2010/main" val="327218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496525"/>
            <a:ext cx="11191240" cy="824663"/>
          </a:xfrm>
        </p:spPr>
        <p:txBody>
          <a:bodyPr>
            <a:noAutofit/>
          </a:bodyPr>
          <a:lstStyle/>
          <a:p>
            <a:r>
              <a:rPr lang="en-US" sz="4000" b="1" i="1" dirty="0"/>
              <a:t>Microsoft 365 </a:t>
            </a:r>
            <a:r>
              <a:rPr lang="en-US" sz="3808" b="1" i="1" dirty="0"/>
              <a:t>: OneDrive for Business</a:t>
            </a:r>
            <a:endParaRPr lang="en-US" sz="3808" b="1" i="1" dirty="0">
              <a:solidFill>
                <a:schemeClr val="tx2"/>
              </a:solidFill>
            </a:endParaRPr>
          </a:p>
        </p:txBody>
      </p:sp>
      <p:sp>
        <p:nvSpPr>
          <p:cNvPr id="10" name="Content Placeholder 2"/>
          <p:cNvSpPr>
            <a:spLocks noGrp="1"/>
          </p:cNvSpPr>
          <p:nvPr>
            <p:ph idx="1"/>
          </p:nvPr>
        </p:nvSpPr>
        <p:spPr>
          <a:xfrm>
            <a:off x="829862" y="1321188"/>
            <a:ext cx="10465882" cy="4352148"/>
          </a:xfrm>
        </p:spPr>
        <p:txBody>
          <a:bodyPr>
            <a:normAutofit/>
          </a:bodyPr>
          <a:lstStyle/>
          <a:p>
            <a:pPr algn="just"/>
            <a:r>
              <a:rPr lang="en-US" sz="1904" b="1" dirty="0">
                <a:latin typeface="Arial Narrow" panose="020B0606020202030204" pitchFamily="34" charset="0"/>
              </a:rPr>
              <a:t>Integral part of Office 365 </a:t>
            </a:r>
          </a:p>
          <a:p>
            <a:pPr algn="just"/>
            <a:r>
              <a:rPr lang="en-US" sz="1904" b="1" dirty="0">
                <a:latin typeface="Arial Narrow" panose="020B0606020202030204" pitchFamily="34" charset="0"/>
              </a:rPr>
              <a:t>Provides a place in the cloud where you can store, share and sync your work files</a:t>
            </a:r>
          </a:p>
          <a:p>
            <a:pPr algn="just"/>
            <a:r>
              <a:rPr lang="en-US" sz="1904" b="1" dirty="0">
                <a:latin typeface="Arial Narrow" panose="020B0606020202030204" pitchFamily="34" charset="0"/>
              </a:rPr>
              <a:t>Update and share your files from any device with OneDrive </a:t>
            </a:r>
          </a:p>
          <a:p>
            <a:pPr marL="0" indent="0" algn="just">
              <a:buNone/>
            </a:pPr>
            <a:endParaRPr lang="en-US" sz="2720" b="1" dirty="0">
              <a:latin typeface="Arial Narrow" panose="020B0606020202030204" pitchFamily="34" charset="0"/>
            </a:endParaRPr>
          </a:p>
        </p:txBody>
      </p:sp>
      <p:pic>
        <p:nvPicPr>
          <p:cNvPr id="2" name="xkL809MBY54"/>
          <p:cNvPicPr>
            <a:picLocks noRot="1" noChangeAspect="1"/>
          </p:cNvPicPr>
          <p:nvPr>
            <a:videoFile r:link="rId1"/>
          </p:nvPr>
        </p:nvPicPr>
        <p:blipFill>
          <a:blip r:embed="rId4"/>
          <a:stretch>
            <a:fillRect/>
          </a:stretch>
        </p:blipFill>
        <p:spPr>
          <a:xfrm>
            <a:off x="1969711" y="2771904"/>
            <a:ext cx="7253581" cy="3726094"/>
          </a:xfrm>
          <a:prstGeom prst="rect">
            <a:avLst/>
          </a:prstGeom>
        </p:spPr>
      </p:pic>
    </p:spTree>
    <p:extLst>
      <p:ext uri="{BB962C8B-B14F-4D97-AF65-F5344CB8AC3E}">
        <p14:creationId xmlns:p14="http://schemas.microsoft.com/office/powerpoint/2010/main" val="1192568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726240" y="1942923"/>
            <a:ext cx="11191240" cy="828981"/>
          </a:xfrm>
        </p:spPr>
        <p:txBody>
          <a:bodyPr>
            <a:noAutofit/>
          </a:bodyPr>
          <a:lstStyle/>
          <a:p>
            <a:pPr algn="ctr"/>
            <a:r>
              <a:rPr lang="en-US" sz="4000" b="1" i="1" dirty="0"/>
              <a:t>Microsoft 365 </a:t>
            </a:r>
            <a:r>
              <a:rPr lang="en-US" sz="3808" b="1" i="1" dirty="0"/>
              <a:t>: OneNote</a:t>
            </a:r>
            <a:endParaRPr lang="en-US" sz="3808" b="1" i="1" dirty="0">
              <a:solidFill>
                <a:schemeClr val="tx2"/>
              </a:solidFill>
            </a:endParaRPr>
          </a:p>
        </p:txBody>
      </p:sp>
      <p:pic>
        <p:nvPicPr>
          <p:cNvPr id="2" name="Picture 1" descr="Fichier:Logo Microsoft &lt;strong&gt;OneNote&lt;/strong&gt; 2013.png — Wikipédi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2879" y="2979149"/>
            <a:ext cx="2176074" cy="2176074"/>
          </a:xfrm>
          <a:prstGeom prst="rect">
            <a:avLst/>
          </a:prstGeom>
        </p:spPr>
      </p:pic>
    </p:spTree>
    <p:extLst>
      <p:ext uri="{BB962C8B-B14F-4D97-AF65-F5344CB8AC3E}">
        <p14:creationId xmlns:p14="http://schemas.microsoft.com/office/powerpoint/2010/main" val="487746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496525"/>
            <a:ext cx="11191240" cy="824663"/>
          </a:xfrm>
        </p:spPr>
        <p:txBody>
          <a:bodyPr>
            <a:noAutofit/>
          </a:bodyPr>
          <a:lstStyle/>
          <a:p>
            <a:r>
              <a:rPr lang="en-US" sz="4000" b="1" i="1" dirty="0"/>
              <a:t>Microsoft 365 </a:t>
            </a:r>
            <a:r>
              <a:rPr lang="en-US" sz="3808" b="1" i="1" dirty="0"/>
              <a:t>: OneNote </a:t>
            </a:r>
            <a:endParaRPr lang="en-US" sz="3808" b="1" i="1" dirty="0">
              <a:solidFill>
                <a:schemeClr val="tx2"/>
              </a:solidFill>
            </a:endParaRPr>
          </a:p>
        </p:txBody>
      </p:sp>
      <p:pic>
        <p:nvPicPr>
          <p:cNvPr id="2" name="Content Placeholder 1"/>
          <p:cNvPicPr>
            <a:picLocks noGrp="1" noChangeAspect="1"/>
          </p:cNvPicPr>
          <p:nvPr>
            <p:ph idx="1"/>
          </p:nvPr>
        </p:nvPicPr>
        <p:blipFill>
          <a:blip r:embed="rId3"/>
          <a:stretch>
            <a:fillRect/>
          </a:stretch>
        </p:blipFill>
        <p:spPr>
          <a:xfrm>
            <a:off x="726240" y="1217565"/>
            <a:ext cx="10880372" cy="4452663"/>
          </a:xfrm>
          <a:prstGeom prst="rect">
            <a:avLst/>
          </a:prstGeom>
        </p:spPr>
      </p:pic>
    </p:spTree>
    <p:extLst>
      <p:ext uri="{BB962C8B-B14F-4D97-AF65-F5344CB8AC3E}">
        <p14:creationId xmlns:p14="http://schemas.microsoft.com/office/powerpoint/2010/main" val="1541283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525462"/>
            <a:ext cx="11191240" cy="790937"/>
          </a:xfrm>
        </p:spPr>
        <p:txBody>
          <a:bodyPr>
            <a:noAutofit/>
          </a:bodyPr>
          <a:lstStyle/>
          <a:p>
            <a:pPr algn="ctr"/>
            <a:r>
              <a:rPr lang="en-US" sz="4000" b="1" i="1" dirty="0"/>
              <a:t>Microsoft 365 </a:t>
            </a:r>
            <a:r>
              <a:rPr lang="en-US" sz="3808" b="1" i="1" dirty="0"/>
              <a:t>: Office Online </a:t>
            </a:r>
            <a:endParaRPr lang="en-US" sz="3808" b="1" i="1" dirty="0">
              <a:solidFill>
                <a:schemeClr val="tx2"/>
              </a:solidFill>
            </a:endParaRPr>
          </a:p>
        </p:txBody>
      </p:sp>
      <p:sp>
        <p:nvSpPr>
          <p:cNvPr id="4" name="Rectangle 3">
            <a:extLst>
              <a:ext uri="{FF2B5EF4-FFF2-40B4-BE49-F238E27FC236}">
                <a16:creationId xmlns:a16="http://schemas.microsoft.com/office/drawing/2014/main" id="{7E54B24B-E72B-4D5C-89D5-ADA12059CA88}"/>
              </a:ext>
            </a:extLst>
          </p:cNvPr>
          <p:cNvSpPr/>
          <p:nvPr/>
        </p:nvSpPr>
        <p:spPr>
          <a:xfrm>
            <a:off x="731837" y="2481601"/>
            <a:ext cx="10820400" cy="1938992"/>
          </a:xfrm>
          <a:prstGeom prst="rect">
            <a:avLst/>
          </a:prstGeom>
        </p:spPr>
        <p:txBody>
          <a:bodyPr wrap="square">
            <a:spAutoFit/>
          </a:bodyPr>
          <a:lstStyle/>
          <a:p>
            <a:r>
              <a:rPr lang="en-GB" sz="2400" b="1" dirty="0">
                <a:solidFill>
                  <a:schemeClr val="accent4">
                    <a:lumMod val="60000"/>
                    <a:lumOff val="40000"/>
                  </a:schemeClr>
                </a:solidFill>
                <a:latin typeface="Arial" panose="020B0604020202020204" pitchFamily="34" charset="0"/>
              </a:rPr>
              <a:t>Office Online is an online office suite offered by Microsoft, which allows users to create and edit files using lightweight Microsoft Office web apps: Word, Excel, PowerPoint and OneNote. The offering also includes Outlook.com, People, Calendar and OneDrive, all of which are accessible from a unified app switcher.</a:t>
            </a:r>
            <a:endParaRPr lang="en-US" sz="2400" b="1" dirty="0">
              <a:solidFill>
                <a:schemeClr val="accent4">
                  <a:lumMod val="60000"/>
                  <a:lumOff val="40000"/>
                </a:schemeClr>
              </a:solidFill>
              <a:latin typeface="Arial" panose="020B0604020202020204" pitchFamily="34" charset="0"/>
            </a:endParaRPr>
          </a:p>
        </p:txBody>
      </p:sp>
    </p:spTree>
    <p:extLst>
      <p:ext uri="{BB962C8B-B14F-4D97-AF65-F5344CB8AC3E}">
        <p14:creationId xmlns:p14="http://schemas.microsoft.com/office/powerpoint/2010/main" val="3869937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496525"/>
            <a:ext cx="11191240" cy="2689870"/>
          </a:xfrm>
        </p:spPr>
        <p:txBody>
          <a:bodyPr>
            <a:noAutofit/>
          </a:bodyPr>
          <a:lstStyle/>
          <a:p>
            <a:pPr algn="ctr"/>
            <a:r>
              <a:rPr lang="en-US" sz="4000" b="1" i="1" dirty="0"/>
              <a:t>Microsoft 365 </a:t>
            </a:r>
            <a:r>
              <a:rPr lang="en-US" sz="3808" b="1" i="1" dirty="0"/>
              <a:t>: SharePoint Online </a:t>
            </a:r>
            <a:endParaRPr lang="en-US" sz="3808" b="1" i="1" dirty="0">
              <a:solidFill>
                <a:schemeClr val="tx2"/>
              </a:solidFill>
            </a:endParaRPr>
          </a:p>
        </p:txBody>
      </p:sp>
      <p:pic>
        <p:nvPicPr>
          <p:cNvPr id="2" name="Picture 1" descr="Office 365 – Use Right Management Services - Benoit's corn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6775" y="3393639"/>
            <a:ext cx="1942924" cy="1942924"/>
          </a:xfrm>
          <a:prstGeom prst="rect">
            <a:avLst/>
          </a:prstGeom>
        </p:spPr>
      </p:pic>
    </p:spTree>
    <p:extLst>
      <p:ext uri="{BB962C8B-B14F-4D97-AF65-F5344CB8AC3E}">
        <p14:creationId xmlns:p14="http://schemas.microsoft.com/office/powerpoint/2010/main" val="70390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388585"/>
            <a:ext cx="11191240" cy="828981"/>
          </a:xfrm>
        </p:spPr>
        <p:txBody>
          <a:bodyPr>
            <a:noAutofit/>
          </a:bodyPr>
          <a:lstStyle/>
          <a:p>
            <a:r>
              <a:rPr lang="en-US" sz="4000" b="1" i="1" dirty="0"/>
              <a:t>Microsoft 365 </a:t>
            </a:r>
            <a:r>
              <a:rPr lang="en-US" sz="3808" b="1" i="1" dirty="0"/>
              <a:t>: SharePoint </a:t>
            </a:r>
            <a:endParaRPr lang="en-US" sz="3808" b="1" i="1" dirty="0">
              <a:solidFill>
                <a:schemeClr val="tx2"/>
              </a:solidFill>
            </a:endParaRPr>
          </a:p>
        </p:txBody>
      </p:sp>
      <p:sp>
        <p:nvSpPr>
          <p:cNvPr id="4" name="TextBox 3"/>
          <p:cNvSpPr txBox="1"/>
          <p:nvPr/>
        </p:nvSpPr>
        <p:spPr>
          <a:xfrm>
            <a:off x="933485" y="1528433"/>
            <a:ext cx="9947769" cy="4236096"/>
          </a:xfrm>
          <a:prstGeom prst="rect">
            <a:avLst/>
          </a:prstGeom>
          <a:noFill/>
        </p:spPr>
        <p:txBody>
          <a:bodyPr wrap="square" rtlCol="0">
            <a:spAutoFit/>
          </a:bodyPr>
          <a:lstStyle/>
          <a:p>
            <a:pPr algn="ctr"/>
            <a:r>
              <a:rPr lang="en-US" sz="2448" b="1" dirty="0"/>
              <a:t>SharePoint Online</a:t>
            </a:r>
            <a:r>
              <a:rPr lang="en-US" sz="2448" dirty="0"/>
              <a:t> </a:t>
            </a:r>
          </a:p>
          <a:p>
            <a:endParaRPr lang="en-US" sz="2448" dirty="0"/>
          </a:p>
          <a:p>
            <a:endParaRPr lang="en-US" sz="2448" dirty="0"/>
          </a:p>
          <a:p>
            <a:r>
              <a:rPr lang="en-US" sz="2448" dirty="0"/>
              <a:t>      </a:t>
            </a:r>
          </a:p>
          <a:p>
            <a:endParaRPr lang="en-US" sz="2448" b="1" dirty="0"/>
          </a:p>
          <a:p>
            <a:endParaRPr lang="en-US" sz="2448" b="1" dirty="0"/>
          </a:p>
          <a:p>
            <a:pPr algn="ctr"/>
            <a:r>
              <a:rPr lang="en-US" sz="2448" b="1" dirty="0"/>
              <a:t>SharePoint Server</a:t>
            </a:r>
            <a:r>
              <a:rPr lang="en-US" sz="2448" dirty="0"/>
              <a:t>   </a:t>
            </a:r>
          </a:p>
          <a:p>
            <a:pPr algn="ctr"/>
            <a:r>
              <a:rPr lang="en-US" sz="2448" dirty="0"/>
              <a:t>  </a:t>
            </a:r>
          </a:p>
          <a:p>
            <a:endParaRPr lang="en-US" sz="2448" dirty="0"/>
          </a:p>
          <a:p>
            <a:r>
              <a:rPr lang="en-US" sz="2448" dirty="0"/>
              <a:t>  </a:t>
            </a:r>
            <a:br>
              <a:rPr lang="en-US" sz="2448" dirty="0"/>
            </a:br>
            <a:endParaRPr lang="en-US" sz="2448" dirty="0"/>
          </a:p>
        </p:txBody>
      </p:sp>
      <p:pic>
        <p:nvPicPr>
          <p:cNvPr id="5" name="Picture 4"/>
          <p:cNvPicPr>
            <a:picLocks noChangeAspect="1"/>
          </p:cNvPicPr>
          <p:nvPr/>
        </p:nvPicPr>
        <p:blipFill>
          <a:blip r:embed="rId3"/>
          <a:stretch>
            <a:fillRect/>
          </a:stretch>
        </p:blipFill>
        <p:spPr>
          <a:xfrm>
            <a:off x="3472028" y="2046546"/>
            <a:ext cx="4870683" cy="1466368"/>
          </a:xfrm>
          <a:prstGeom prst="rect">
            <a:avLst/>
          </a:prstGeom>
        </p:spPr>
      </p:pic>
      <p:pic>
        <p:nvPicPr>
          <p:cNvPr id="6" name="Picture 5"/>
          <p:cNvPicPr>
            <a:picLocks noChangeAspect="1"/>
          </p:cNvPicPr>
          <p:nvPr/>
        </p:nvPicPr>
        <p:blipFill>
          <a:blip r:embed="rId4"/>
          <a:stretch>
            <a:fillRect/>
          </a:stretch>
        </p:blipFill>
        <p:spPr>
          <a:xfrm>
            <a:off x="3451300" y="4222620"/>
            <a:ext cx="4891411" cy="1948273"/>
          </a:xfrm>
          <a:prstGeom prst="rect">
            <a:avLst/>
          </a:prstGeom>
        </p:spPr>
      </p:pic>
    </p:spTree>
    <p:extLst>
      <p:ext uri="{BB962C8B-B14F-4D97-AF65-F5344CB8AC3E}">
        <p14:creationId xmlns:p14="http://schemas.microsoft.com/office/powerpoint/2010/main" val="298749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496525"/>
            <a:ext cx="11191240" cy="2689870"/>
          </a:xfrm>
        </p:spPr>
        <p:txBody>
          <a:bodyPr>
            <a:noAutofit/>
          </a:bodyPr>
          <a:lstStyle/>
          <a:p>
            <a:pPr algn="ctr"/>
            <a:r>
              <a:rPr lang="en-US" sz="4000" b="1" i="1" dirty="0"/>
              <a:t>Microsoft 365 </a:t>
            </a:r>
            <a:r>
              <a:rPr lang="en-US" sz="3808" b="1" i="1" dirty="0"/>
              <a:t>: Teams</a:t>
            </a:r>
            <a:endParaRPr lang="en-US" sz="3808" b="1" i="1" dirty="0">
              <a:solidFill>
                <a:schemeClr val="tx2"/>
              </a:solidFill>
            </a:endParaRPr>
          </a:p>
        </p:txBody>
      </p:sp>
      <p:pic>
        <p:nvPicPr>
          <p:cNvPr id="2" name="Picture 1" descr="File:&lt;strong&gt;Microsoft&lt;/strong&gt; &lt;strong&gt;Teams&lt;/strong&gt; logo.png - Wikipedi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2011" y="3393639"/>
            <a:ext cx="2279697" cy="2279697"/>
          </a:xfrm>
          <a:prstGeom prst="rect">
            <a:avLst/>
          </a:prstGeom>
        </p:spPr>
      </p:pic>
    </p:spTree>
    <p:extLst>
      <p:ext uri="{BB962C8B-B14F-4D97-AF65-F5344CB8AC3E}">
        <p14:creationId xmlns:p14="http://schemas.microsoft.com/office/powerpoint/2010/main" val="224037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2617" y="496525"/>
            <a:ext cx="11191240" cy="824663"/>
          </a:xfrm>
        </p:spPr>
        <p:txBody>
          <a:bodyPr>
            <a:noAutofit/>
          </a:bodyPr>
          <a:lstStyle/>
          <a:p>
            <a:r>
              <a:rPr lang="en-US" sz="4000" b="1" i="1" dirty="0"/>
              <a:t>Microsoft 365 </a:t>
            </a:r>
            <a:r>
              <a:rPr lang="en-US" sz="3808" b="1" i="1" dirty="0"/>
              <a:t>: Teams</a:t>
            </a:r>
            <a:endParaRPr lang="en-US" sz="3808" b="1" i="1" dirty="0">
              <a:solidFill>
                <a:schemeClr val="tx2"/>
              </a:solidFill>
            </a:endParaRPr>
          </a:p>
        </p:txBody>
      </p:sp>
      <p:pic>
        <p:nvPicPr>
          <p:cNvPr id="2" name="Picture 1">
            <a:extLst>
              <a:ext uri="{FF2B5EF4-FFF2-40B4-BE49-F238E27FC236}">
                <a16:creationId xmlns:a16="http://schemas.microsoft.com/office/drawing/2014/main" id="{1A0BEFE7-0B1B-4F92-A8DA-5B4F143C5D89}"/>
              </a:ext>
            </a:extLst>
          </p:cNvPr>
          <p:cNvPicPr>
            <a:picLocks noChangeAspect="1"/>
          </p:cNvPicPr>
          <p:nvPr/>
        </p:nvPicPr>
        <p:blipFill>
          <a:blip r:embed="rId3"/>
          <a:stretch>
            <a:fillRect/>
          </a:stretch>
        </p:blipFill>
        <p:spPr>
          <a:xfrm>
            <a:off x="1798637" y="1469590"/>
            <a:ext cx="8350956" cy="4697413"/>
          </a:xfrm>
          <a:prstGeom prst="rect">
            <a:avLst/>
          </a:prstGeom>
        </p:spPr>
      </p:pic>
    </p:spTree>
    <p:extLst>
      <p:ext uri="{BB962C8B-B14F-4D97-AF65-F5344CB8AC3E}">
        <p14:creationId xmlns:p14="http://schemas.microsoft.com/office/powerpoint/2010/main" val="2033479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D688-C47C-4746-A397-E52829923196}"/>
              </a:ext>
            </a:extLst>
          </p:cNvPr>
          <p:cNvSpPr>
            <a:spLocks noGrp="1"/>
          </p:cNvSpPr>
          <p:nvPr>
            <p:ph type="title"/>
          </p:nvPr>
        </p:nvSpPr>
        <p:spPr>
          <a:xfrm>
            <a:off x="1341437" y="601662"/>
            <a:ext cx="10571642" cy="917575"/>
          </a:xfrm>
        </p:spPr>
        <p:txBody>
          <a:bodyPr/>
          <a:lstStyle/>
          <a:p>
            <a:r>
              <a:rPr lang="en-US" dirty="0"/>
              <a:t>Exchange Online</a:t>
            </a:r>
          </a:p>
        </p:txBody>
      </p:sp>
      <p:sp>
        <p:nvSpPr>
          <p:cNvPr id="4" name="Rectangle 3">
            <a:extLst>
              <a:ext uri="{FF2B5EF4-FFF2-40B4-BE49-F238E27FC236}">
                <a16:creationId xmlns:a16="http://schemas.microsoft.com/office/drawing/2014/main" id="{A219988B-F098-4F5B-AEF2-9D10D59C31AF}"/>
              </a:ext>
            </a:extLst>
          </p:cNvPr>
          <p:cNvSpPr/>
          <p:nvPr/>
        </p:nvSpPr>
        <p:spPr>
          <a:xfrm>
            <a:off x="1493837" y="2758599"/>
            <a:ext cx="9296400" cy="1569660"/>
          </a:xfrm>
          <a:prstGeom prst="rect">
            <a:avLst/>
          </a:prstGeom>
        </p:spPr>
        <p:txBody>
          <a:bodyPr wrap="square">
            <a:spAutoFit/>
          </a:bodyPr>
          <a:lstStyle/>
          <a:p>
            <a:pPr algn="just"/>
            <a:r>
              <a:rPr lang="en-GB" sz="2400" b="1" dirty="0">
                <a:solidFill>
                  <a:schemeClr val="accent4">
                    <a:lumMod val="60000"/>
                    <a:lumOff val="40000"/>
                  </a:schemeClr>
                </a:solidFill>
                <a:latin typeface="arial" panose="020B0604020202020204" pitchFamily="34" charset="0"/>
              </a:rPr>
              <a:t>Exchange Online</a:t>
            </a:r>
            <a:r>
              <a:rPr lang="en-GB" sz="2400" dirty="0">
                <a:solidFill>
                  <a:schemeClr val="accent4">
                    <a:lumMod val="60000"/>
                    <a:lumOff val="40000"/>
                  </a:schemeClr>
                </a:solidFill>
                <a:latin typeface="arial" panose="020B0604020202020204" pitchFamily="34" charset="0"/>
              </a:rPr>
              <a:t> is a hosted messaging solution that delivers the capabilities of Microsoft </a:t>
            </a:r>
            <a:r>
              <a:rPr lang="en-GB" sz="2400" b="1" dirty="0">
                <a:solidFill>
                  <a:schemeClr val="accent4">
                    <a:lumMod val="60000"/>
                    <a:lumOff val="40000"/>
                  </a:schemeClr>
                </a:solidFill>
                <a:latin typeface="arial" panose="020B0604020202020204" pitchFamily="34" charset="0"/>
              </a:rPr>
              <a:t>Exchange</a:t>
            </a:r>
            <a:r>
              <a:rPr lang="en-GB" sz="2400" dirty="0">
                <a:solidFill>
                  <a:schemeClr val="accent4">
                    <a:lumMod val="60000"/>
                    <a:lumOff val="40000"/>
                  </a:schemeClr>
                </a:solidFill>
                <a:latin typeface="arial" panose="020B0604020202020204" pitchFamily="34" charset="0"/>
              </a:rPr>
              <a:t> Server as a cloud-based service. It gives users access to email, calendar, contacts, and tasks from PCs, the web, and mobile devices.</a:t>
            </a:r>
            <a:endParaRPr lang="en-US" sz="2400" dirty="0">
              <a:solidFill>
                <a:schemeClr val="accent4">
                  <a:lumMod val="60000"/>
                  <a:lumOff val="40000"/>
                </a:schemeClr>
              </a:solidFill>
            </a:endParaRPr>
          </a:p>
        </p:txBody>
      </p:sp>
    </p:spTree>
    <p:extLst>
      <p:ext uri="{BB962C8B-B14F-4D97-AF65-F5344CB8AC3E}">
        <p14:creationId xmlns:p14="http://schemas.microsoft.com/office/powerpoint/2010/main" val="1005019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D688-C47C-4746-A397-E52829923196}"/>
              </a:ext>
            </a:extLst>
          </p:cNvPr>
          <p:cNvSpPr>
            <a:spLocks noGrp="1"/>
          </p:cNvSpPr>
          <p:nvPr>
            <p:ph type="title"/>
          </p:nvPr>
        </p:nvSpPr>
        <p:spPr>
          <a:xfrm>
            <a:off x="1341437" y="601662"/>
            <a:ext cx="10571642" cy="917575"/>
          </a:xfrm>
        </p:spPr>
        <p:txBody>
          <a:bodyPr/>
          <a:lstStyle/>
          <a:p>
            <a:r>
              <a:rPr lang="en-US" dirty="0"/>
              <a:t>Exchange Online Archive</a:t>
            </a:r>
          </a:p>
        </p:txBody>
      </p:sp>
      <p:sp>
        <p:nvSpPr>
          <p:cNvPr id="4" name="Rectangle 3">
            <a:extLst>
              <a:ext uri="{FF2B5EF4-FFF2-40B4-BE49-F238E27FC236}">
                <a16:creationId xmlns:a16="http://schemas.microsoft.com/office/drawing/2014/main" id="{A219988B-F098-4F5B-AEF2-9D10D59C31AF}"/>
              </a:ext>
            </a:extLst>
          </p:cNvPr>
          <p:cNvSpPr/>
          <p:nvPr/>
        </p:nvSpPr>
        <p:spPr>
          <a:xfrm>
            <a:off x="1493837" y="2758599"/>
            <a:ext cx="9296400" cy="1323439"/>
          </a:xfrm>
          <a:prstGeom prst="rect">
            <a:avLst/>
          </a:prstGeom>
        </p:spPr>
        <p:txBody>
          <a:bodyPr wrap="square">
            <a:spAutoFit/>
          </a:bodyPr>
          <a:lstStyle/>
          <a:p>
            <a:pPr algn="just"/>
            <a:r>
              <a:rPr lang="en-GB" sz="2000" b="1" dirty="0"/>
              <a:t>Exchange Online Archiving</a:t>
            </a:r>
            <a:r>
              <a:rPr lang="en-GB" sz="2000" dirty="0"/>
              <a:t> offers users advanced </a:t>
            </a:r>
            <a:r>
              <a:rPr lang="en-GB" sz="2000" b="1" dirty="0"/>
              <a:t>archiving</a:t>
            </a:r>
            <a:r>
              <a:rPr lang="en-GB" sz="2000" dirty="0"/>
              <a:t> capabilities with the </a:t>
            </a:r>
            <a:r>
              <a:rPr lang="en-GB" sz="2000" b="1" dirty="0"/>
              <a:t>archive</a:t>
            </a:r>
            <a:r>
              <a:rPr lang="en-GB" sz="2000" dirty="0"/>
              <a:t> mailbox feature. An </a:t>
            </a:r>
            <a:r>
              <a:rPr lang="en-GB" sz="2000" b="1" dirty="0"/>
              <a:t>archive</a:t>
            </a:r>
            <a:r>
              <a:rPr lang="en-GB" sz="2000" dirty="0"/>
              <a:t> mailbox is a specialized mailbox that appears alongside the users' primary mailbox folders in Outlook or Outlook Web App. ... In addition, they can search both their archives and primary mailboxes</a:t>
            </a:r>
            <a:endParaRPr lang="en-US" sz="2000" dirty="0">
              <a:solidFill>
                <a:schemeClr val="accent4">
                  <a:lumMod val="60000"/>
                  <a:lumOff val="40000"/>
                </a:schemeClr>
              </a:solidFill>
            </a:endParaRPr>
          </a:p>
        </p:txBody>
      </p:sp>
    </p:spTree>
    <p:extLst>
      <p:ext uri="{BB962C8B-B14F-4D97-AF65-F5344CB8AC3E}">
        <p14:creationId xmlns:p14="http://schemas.microsoft.com/office/powerpoint/2010/main" val="1557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D688-C47C-4746-A397-E52829923196}"/>
              </a:ext>
            </a:extLst>
          </p:cNvPr>
          <p:cNvSpPr>
            <a:spLocks noGrp="1"/>
          </p:cNvSpPr>
          <p:nvPr>
            <p:ph type="title"/>
          </p:nvPr>
        </p:nvSpPr>
        <p:spPr>
          <a:xfrm>
            <a:off x="1341437" y="601662"/>
            <a:ext cx="10571642" cy="917575"/>
          </a:xfrm>
        </p:spPr>
        <p:txBody>
          <a:bodyPr/>
          <a:lstStyle/>
          <a:p>
            <a:r>
              <a:rPr lang="en-US" sz="4800" b="1" i="1" dirty="0"/>
              <a:t>Microsoft 365 </a:t>
            </a:r>
            <a:r>
              <a:rPr lang="en-GB" dirty="0"/>
              <a:t>Advanced Threat Protection</a:t>
            </a:r>
            <a:endParaRPr lang="en-US" dirty="0"/>
          </a:p>
        </p:txBody>
      </p:sp>
      <p:sp>
        <p:nvSpPr>
          <p:cNvPr id="4" name="Rectangle 3">
            <a:extLst>
              <a:ext uri="{FF2B5EF4-FFF2-40B4-BE49-F238E27FC236}">
                <a16:creationId xmlns:a16="http://schemas.microsoft.com/office/drawing/2014/main" id="{A219988B-F098-4F5B-AEF2-9D10D59C31AF}"/>
              </a:ext>
            </a:extLst>
          </p:cNvPr>
          <p:cNvSpPr/>
          <p:nvPr/>
        </p:nvSpPr>
        <p:spPr>
          <a:xfrm>
            <a:off x="1493837" y="1744662"/>
            <a:ext cx="9296400" cy="4247317"/>
          </a:xfrm>
          <a:prstGeom prst="rect">
            <a:avLst/>
          </a:prstGeom>
        </p:spPr>
        <p:txBody>
          <a:bodyPr wrap="square">
            <a:spAutoFit/>
          </a:bodyPr>
          <a:lstStyle/>
          <a:p>
            <a:r>
              <a:rPr lang="en-GB" dirty="0"/>
              <a:t>Office 365 Advanced Threat Protection (ATP) safeguards your organization against malicious threats posed by email messages, links (URLs) and collaboration tools. </a:t>
            </a:r>
          </a:p>
          <a:p>
            <a:endParaRPr lang="en-GB" dirty="0"/>
          </a:p>
          <a:p>
            <a:r>
              <a:rPr lang="en-GB" dirty="0"/>
              <a:t>ATP includes:</a:t>
            </a:r>
          </a:p>
          <a:p>
            <a:endParaRPr lang="en-GB" dirty="0"/>
          </a:p>
          <a:p>
            <a:r>
              <a:rPr lang="en-GB" u="sng" dirty="0">
                <a:hlinkClick r:id="rId2"/>
              </a:rPr>
              <a:t>Threat protection policies</a:t>
            </a:r>
            <a:r>
              <a:rPr lang="en-GB" dirty="0"/>
              <a:t>: Define threat-protection policies to set the appropriate level of protection for your organization.</a:t>
            </a:r>
          </a:p>
          <a:p>
            <a:endParaRPr lang="en-GB" dirty="0"/>
          </a:p>
          <a:p>
            <a:r>
              <a:rPr lang="en-GB" u="sng" dirty="0">
                <a:hlinkClick r:id="rId3"/>
              </a:rPr>
              <a:t>Reports</a:t>
            </a:r>
            <a:r>
              <a:rPr lang="en-GB" dirty="0"/>
              <a:t>: View real-time reports to monitor ATP performance in your organization.</a:t>
            </a:r>
          </a:p>
          <a:p>
            <a:endParaRPr lang="en-GB" dirty="0"/>
          </a:p>
          <a:p>
            <a:r>
              <a:rPr lang="en-GB" u="sng" dirty="0">
                <a:hlinkClick r:id="rId4"/>
              </a:rPr>
              <a:t>Threat investigation and response capabilities</a:t>
            </a:r>
            <a:r>
              <a:rPr lang="en-GB" dirty="0"/>
              <a:t>: Use leading-edge tools to investigate, understand, simulate, and prevent threats.</a:t>
            </a:r>
          </a:p>
          <a:p>
            <a:endParaRPr lang="en-GB" dirty="0"/>
          </a:p>
          <a:p>
            <a:r>
              <a:rPr lang="en-GB" u="sng" dirty="0">
                <a:hlinkClick r:id="rId5"/>
              </a:rPr>
              <a:t>Automated investigation and response capabilities</a:t>
            </a:r>
            <a:r>
              <a:rPr lang="en-GB" dirty="0"/>
              <a:t>: Save time and effort investigating and mitigating threats.</a:t>
            </a:r>
          </a:p>
        </p:txBody>
      </p:sp>
    </p:spTree>
    <p:extLst>
      <p:ext uri="{BB962C8B-B14F-4D97-AF65-F5344CB8AC3E}">
        <p14:creationId xmlns:p14="http://schemas.microsoft.com/office/powerpoint/2010/main" val="2975563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D688-C47C-4746-A397-E52829923196}"/>
              </a:ext>
            </a:extLst>
          </p:cNvPr>
          <p:cNvSpPr>
            <a:spLocks noGrp="1"/>
          </p:cNvSpPr>
          <p:nvPr>
            <p:ph type="title"/>
          </p:nvPr>
        </p:nvSpPr>
        <p:spPr>
          <a:xfrm>
            <a:off x="1341437" y="601662"/>
            <a:ext cx="10571642" cy="917575"/>
          </a:xfrm>
        </p:spPr>
        <p:txBody>
          <a:bodyPr/>
          <a:lstStyle/>
          <a:p>
            <a:r>
              <a:rPr lang="en-GB" dirty="0"/>
              <a:t>People in </a:t>
            </a:r>
            <a:r>
              <a:rPr lang="en-US" sz="4800" b="1" i="1" dirty="0"/>
              <a:t>Microsoft 365</a:t>
            </a:r>
            <a:endParaRPr lang="en-US" dirty="0"/>
          </a:p>
        </p:txBody>
      </p:sp>
      <p:sp>
        <p:nvSpPr>
          <p:cNvPr id="4" name="Rectangle 3">
            <a:extLst>
              <a:ext uri="{FF2B5EF4-FFF2-40B4-BE49-F238E27FC236}">
                <a16:creationId xmlns:a16="http://schemas.microsoft.com/office/drawing/2014/main" id="{A219988B-F098-4F5B-AEF2-9D10D59C31AF}"/>
              </a:ext>
            </a:extLst>
          </p:cNvPr>
          <p:cNvSpPr/>
          <p:nvPr/>
        </p:nvSpPr>
        <p:spPr>
          <a:xfrm>
            <a:off x="1493837" y="1744662"/>
            <a:ext cx="9296400" cy="923330"/>
          </a:xfrm>
          <a:prstGeom prst="rect">
            <a:avLst/>
          </a:prstGeom>
        </p:spPr>
        <p:txBody>
          <a:bodyPr wrap="square">
            <a:spAutoFit/>
          </a:bodyPr>
          <a:lstStyle/>
          <a:p>
            <a:r>
              <a:rPr lang="en-GB" b="1" dirty="0"/>
              <a:t>People</a:t>
            </a:r>
            <a:r>
              <a:rPr lang="en-GB" dirty="0"/>
              <a:t> is where your personal contacts are stored and where you can view any address books that have been set up for your organization. </a:t>
            </a:r>
            <a:r>
              <a:rPr lang="en-GB" b="1" dirty="0"/>
              <a:t>People</a:t>
            </a:r>
            <a:r>
              <a:rPr lang="en-GB" dirty="0"/>
              <a:t> is a way that Outlook on the web can help you get to the most important messages first.</a:t>
            </a:r>
          </a:p>
        </p:txBody>
      </p:sp>
      <p:pic>
        <p:nvPicPr>
          <p:cNvPr id="3" name="Picture 2">
            <a:extLst>
              <a:ext uri="{FF2B5EF4-FFF2-40B4-BE49-F238E27FC236}">
                <a16:creationId xmlns:a16="http://schemas.microsoft.com/office/drawing/2014/main" id="{CEE34545-3AF2-40B2-B641-9D097B826145}"/>
              </a:ext>
            </a:extLst>
          </p:cNvPr>
          <p:cNvPicPr>
            <a:picLocks noChangeAspect="1"/>
          </p:cNvPicPr>
          <p:nvPr/>
        </p:nvPicPr>
        <p:blipFill>
          <a:blip r:embed="rId2"/>
          <a:stretch>
            <a:fillRect/>
          </a:stretch>
        </p:blipFill>
        <p:spPr>
          <a:xfrm>
            <a:off x="2103437" y="2735262"/>
            <a:ext cx="7695883" cy="3968653"/>
          </a:xfrm>
          <a:prstGeom prst="rect">
            <a:avLst/>
          </a:prstGeom>
        </p:spPr>
      </p:pic>
    </p:spTree>
    <p:extLst>
      <p:ext uri="{BB962C8B-B14F-4D97-AF65-F5344CB8AC3E}">
        <p14:creationId xmlns:p14="http://schemas.microsoft.com/office/powerpoint/2010/main" val="4167607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D688-C47C-4746-A397-E52829923196}"/>
              </a:ext>
            </a:extLst>
          </p:cNvPr>
          <p:cNvSpPr>
            <a:spLocks noGrp="1"/>
          </p:cNvSpPr>
          <p:nvPr>
            <p:ph type="title"/>
          </p:nvPr>
        </p:nvSpPr>
        <p:spPr>
          <a:xfrm>
            <a:off x="1341437" y="601662"/>
            <a:ext cx="10571642" cy="917575"/>
          </a:xfrm>
        </p:spPr>
        <p:txBody>
          <a:bodyPr/>
          <a:lstStyle/>
          <a:p>
            <a:r>
              <a:rPr lang="en-US" dirty="0"/>
              <a:t>Microsoft To-Do</a:t>
            </a:r>
          </a:p>
        </p:txBody>
      </p:sp>
      <p:sp>
        <p:nvSpPr>
          <p:cNvPr id="4" name="Rectangle 3">
            <a:extLst>
              <a:ext uri="{FF2B5EF4-FFF2-40B4-BE49-F238E27FC236}">
                <a16:creationId xmlns:a16="http://schemas.microsoft.com/office/drawing/2014/main" id="{A219988B-F098-4F5B-AEF2-9D10D59C31AF}"/>
              </a:ext>
            </a:extLst>
          </p:cNvPr>
          <p:cNvSpPr/>
          <p:nvPr/>
        </p:nvSpPr>
        <p:spPr>
          <a:xfrm>
            <a:off x="1493837" y="1744662"/>
            <a:ext cx="9296400" cy="369332"/>
          </a:xfrm>
          <a:prstGeom prst="rect">
            <a:avLst/>
          </a:prstGeom>
        </p:spPr>
        <p:txBody>
          <a:bodyPr wrap="square">
            <a:spAutoFit/>
          </a:bodyPr>
          <a:lstStyle/>
          <a:p>
            <a:r>
              <a:rPr lang="en-GB" dirty="0"/>
              <a:t>From work to play, To-Do is the easiest way to get stuff done, every day.</a:t>
            </a:r>
          </a:p>
        </p:txBody>
      </p:sp>
      <p:pic>
        <p:nvPicPr>
          <p:cNvPr id="5" name="Picture 4">
            <a:extLst>
              <a:ext uri="{FF2B5EF4-FFF2-40B4-BE49-F238E27FC236}">
                <a16:creationId xmlns:a16="http://schemas.microsoft.com/office/drawing/2014/main" id="{4A3502F2-64D3-4B15-AA56-66B780443349}"/>
              </a:ext>
            </a:extLst>
          </p:cNvPr>
          <p:cNvPicPr>
            <a:picLocks noChangeAspect="1"/>
          </p:cNvPicPr>
          <p:nvPr/>
        </p:nvPicPr>
        <p:blipFill>
          <a:blip r:embed="rId2"/>
          <a:stretch>
            <a:fillRect/>
          </a:stretch>
        </p:blipFill>
        <p:spPr>
          <a:xfrm>
            <a:off x="1493837" y="2319936"/>
            <a:ext cx="9296486" cy="3496752"/>
          </a:xfrm>
          <a:prstGeom prst="rect">
            <a:avLst/>
          </a:prstGeom>
        </p:spPr>
      </p:pic>
    </p:spTree>
    <p:extLst>
      <p:ext uri="{BB962C8B-B14F-4D97-AF65-F5344CB8AC3E}">
        <p14:creationId xmlns:p14="http://schemas.microsoft.com/office/powerpoint/2010/main" val="603483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Sway</a:t>
            </a:r>
            <a:endParaRPr lang="en-US" sz="4896" b="1" dirty="0">
              <a:latin typeface="+mn-lt"/>
            </a:endParaRPr>
          </a:p>
        </p:txBody>
      </p:sp>
      <p:pic>
        <p:nvPicPr>
          <p:cNvPr id="4" name="Picture 3">
            <a:extLst>
              <a:ext uri="{FF2B5EF4-FFF2-40B4-BE49-F238E27FC236}">
                <a16:creationId xmlns:a16="http://schemas.microsoft.com/office/drawing/2014/main" id="{EAC7182B-42FD-4B2C-9F74-BC16BBAE58FE}"/>
              </a:ext>
            </a:extLst>
          </p:cNvPr>
          <p:cNvPicPr>
            <a:picLocks noChangeAspect="1"/>
          </p:cNvPicPr>
          <p:nvPr/>
        </p:nvPicPr>
        <p:blipFill>
          <a:blip r:embed="rId3"/>
          <a:stretch>
            <a:fillRect/>
          </a:stretch>
        </p:blipFill>
        <p:spPr>
          <a:xfrm>
            <a:off x="2103437" y="1828800"/>
            <a:ext cx="8926688" cy="5021262"/>
          </a:xfrm>
          <a:prstGeom prst="rect">
            <a:avLst/>
          </a:prstGeom>
        </p:spPr>
      </p:pic>
      <p:sp>
        <p:nvSpPr>
          <p:cNvPr id="3" name="Rectangle 2">
            <a:extLst>
              <a:ext uri="{FF2B5EF4-FFF2-40B4-BE49-F238E27FC236}">
                <a16:creationId xmlns:a16="http://schemas.microsoft.com/office/drawing/2014/main" id="{415E226B-DDB0-4564-A134-9B55CB77CAA9}"/>
              </a:ext>
            </a:extLst>
          </p:cNvPr>
          <p:cNvSpPr/>
          <p:nvPr/>
        </p:nvSpPr>
        <p:spPr>
          <a:xfrm>
            <a:off x="503237" y="1135062"/>
            <a:ext cx="10526888" cy="646331"/>
          </a:xfrm>
          <a:prstGeom prst="rect">
            <a:avLst/>
          </a:prstGeom>
        </p:spPr>
        <p:txBody>
          <a:bodyPr wrap="square">
            <a:spAutoFit/>
          </a:bodyPr>
          <a:lstStyle/>
          <a:p>
            <a:r>
              <a:rPr lang="en-GB" dirty="0"/>
              <a:t>Office Sway is a presentation program and is part of the Microsoft Office family of products. Sway is designed for conveying concepts quickly, easily and clearly.</a:t>
            </a:r>
            <a:endParaRPr lang="en-US" dirty="0"/>
          </a:p>
        </p:txBody>
      </p:sp>
    </p:spTree>
    <p:extLst>
      <p:ext uri="{BB962C8B-B14F-4D97-AF65-F5344CB8AC3E}">
        <p14:creationId xmlns:p14="http://schemas.microsoft.com/office/powerpoint/2010/main" val="4061725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Delve</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869731"/>
            <a:ext cx="10395531" cy="92333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Use Delve to manage your Office 365 profile, and to discover and organize the information that's likely to be most interesting to you right now - across Office 365. Delve never changes any permissions, so you'll only see documents that you already have access to. </a:t>
            </a:r>
          </a:p>
        </p:txBody>
      </p:sp>
      <p:pic>
        <p:nvPicPr>
          <p:cNvPr id="7" name="Picture 6">
            <a:extLst>
              <a:ext uri="{FF2B5EF4-FFF2-40B4-BE49-F238E27FC236}">
                <a16:creationId xmlns:a16="http://schemas.microsoft.com/office/drawing/2014/main" id="{A550E843-8353-4BD4-87B7-F891FCE52CDE}"/>
              </a:ext>
            </a:extLst>
          </p:cNvPr>
          <p:cNvPicPr>
            <a:picLocks noChangeAspect="1"/>
          </p:cNvPicPr>
          <p:nvPr/>
        </p:nvPicPr>
        <p:blipFill>
          <a:blip r:embed="rId3"/>
          <a:stretch>
            <a:fillRect/>
          </a:stretch>
        </p:blipFill>
        <p:spPr>
          <a:xfrm>
            <a:off x="960437" y="1897062"/>
            <a:ext cx="9001345" cy="4682589"/>
          </a:xfrm>
          <a:prstGeom prst="rect">
            <a:avLst/>
          </a:prstGeom>
        </p:spPr>
      </p:pic>
    </p:spTree>
    <p:extLst>
      <p:ext uri="{BB962C8B-B14F-4D97-AF65-F5344CB8AC3E}">
        <p14:creationId xmlns:p14="http://schemas.microsoft.com/office/powerpoint/2010/main" val="18240481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Forms</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869731"/>
            <a:ext cx="10395531" cy="92333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dirty="0"/>
              <a:t>Microsoft Forms is an online survey creator, part of Office 365.</a:t>
            </a:r>
            <a:r>
              <a:rPr lang="en-GB" b="1" dirty="0"/>
              <a:t> Microsoft Forms</a:t>
            </a:r>
            <a:r>
              <a:rPr lang="en-GB" dirty="0"/>
              <a:t> is a simple, lightweight tool that lets you quickly create a </a:t>
            </a:r>
            <a:r>
              <a:rPr lang="en-GB" b="1" dirty="0"/>
              <a:t>form</a:t>
            </a:r>
            <a:r>
              <a:rPr lang="en-GB" dirty="0"/>
              <a:t>, collect responses in real time, and view automatic charts to visualize your data.</a:t>
            </a:r>
            <a:endParaRPr lang="en-US" altLang="en-US" dirty="0"/>
          </a:p>
        </p:txBody>
      </p:sp>
      <p:pic>
        <p:nvPicPr>
          <p:cNvPr id="3" name="Picture 2">
            <a:extLst>
              <a:ext uri="{FF2B5EF4-FFF2-40B4-BE49-F238E27FC236}">
                <a16:creationId xmlns:a16="http://schemas.microsoft.com/office/drawing/2014/main" id="{37D5DD70-5732-43E4-9EF6-8470B3C8439B}"/>
              </a:ext>
            </a:extLst>
          </p:cNvPr>
          <p:cNvPicPr>
            <a:picLocks noChangeAspect="1"/>
          </p:cNvPicPr>
          <p:nvPr/>
        </p:nvPicPr>
        <p:blipFill>
          <a:blip r:embed="rId3"/>
          <a:stretch>
            <a:fillRect/>
          </a:stretch>
        </p:blipFill>
        <p:spPr>
          <a:xfrm>
            <a:off x="990600" y="2124976"/>
            <a:ext cx="8885237" cy="4571833"/>
          </a:xfrm>
          <a:prstGeom prst="rect">
            <a:avLst/>
          </a:prstGeom>
        </p:spPr>
      </p:pic>
    </p:spTree>
    <p:extLst>
      <p:ext uri="{BB962C8B-B14F-4D97-AF65-F5344CB8AC3E}">
        <p14:creationId xmlns:p14="http://schemas.microsoft.com/office/powerpoint/2010/main" val="3306324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Stream</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869731"/>
            <a:ext cx="10395531" cy="120032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b="1" dirty="0"/>
              <a:t>Microsoft Stream</a:t>
            </a:r>
            <a:r>
              <a:rPr lang="en-GB" dirty="0"/>
              <a:t> is an Enterprise Video service where people in your organization can upload, view, and share videos securely. </a:t>
            </a:r>
            <a:r>
              <a:rPr lang="en-GB" b="1" dirty="0"/>
              <a:t>Microsoft Stream</a:t>
            </a:r>
            <a:r>
              <a:rPr lang="en-GB" dirty="0"/>
              <a:t> also makes it easy to share comments on a video, tag timecodes in comments and descriptions to refer to specific points in a video and discuss with colleagues.</a:t>
            </a:r>
            <a:endParaRPr lang="en-US" altLang="en-US" dirty="0"/>
          </a:p>
        </p:txBody>
      </p:sp>
      <p:pic>
        <p:nvPicPr>
          <p:cNvPr id="4" name="Picture 3">
            <a:extLst>
              <a:ext uri="{FF2B5EF4-FFF2-40B4-BE49-F238E27FC236}">
                <a16:creationId xmlns:a16="http://schemas.microsoft.com/office/drawing/2014/main" id="{6B23F064-B07A-4C02-87E4-D51220FEADC7}"/>
              </a:ext>
            </a:extLst>
          </p:cNvPr>
          <p:cNvPicPr>
            <a:picLocks noChangeAspect="1"/>
          </p:cNvPicPr>
          <p:nvPr/>
        </p:nvPicPr>
        <p:blipFill>
          <a:blip r:embed="rId3"/>
          <a:stretch>
            <a:fillRect/>
          </a:stretch>
        </p:blipFill>
        <p:spPr>
          <a:xfrm>
            <a:off x="960437" y="2092140"/>
            <a:ext cx="8969091" cy="4653358"/>
          </a:xfrm>
          <a:prstGeom prst="rect">
            <a:avLst/>
          </a:prstGeom>
        </p:spPr>
      </p:pic>
    </p:spTree>
    <p:extLst>
      <p:ext uri="{BB962C8B-B14F-4D97-AF65-F5344CB8AC3E}">
        <p14:creationId xmlns:p14="http://schemas.microsoft.com/office/powerpoint/2010/main" val="27124133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Bookings</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869731"/>
            <a:ext cx="10395531" cy="64633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b="1" dirty="0"/>
              <a:t>Microsoft Bookings</a:t>
            </a:r>
            <a:r>
              <a:rPr lang="en-GB" dirty="0"/>
              <a:t> brings online appointment scheduling to your customers, and brings booking software to any size business.</a:t>
            </a:r>
            <a:endParaRPr lang="en-US" altLang="en-US" dirty="0"/>
          </a:p>
        </p:txBody>
      </p:sp>
      <p:pic>
        <p:nvPicPr>
          <p:cNvPr id="3" name="Picture 2">
            <a:extLst>
              <a:ext uri="{FF2B5EF4-FFF2-40B4-BE49-F238E27FC236}">
                <a16:creationId xmlns:a16="http://schemas.microsoft.com/office/drawing/2014/main" id="{21D5F1A7-9507-4773-A638-C7918913C7B4}"/>
              </a:ext>
            </a:extLst>
          </p:cNvPr>
          <p:cNvPicPr>
            <a:picLocks noChangeAspect="1"/>
          </p:cNvPicPr>
          <p:nvPr/>
        </p:nvPicPr>
        <p:blipFill>
          <a:blip r:embed="rId3"/>
          <a:stretch>
            <a:fillRect/>
          </a:stretch>
        </p:blipFill>
        <p:spPr>
          <a:xfrm>
            <a:off x="960437" y="1516062"/>
            <a:ext cx="9952038" cy="5093071"/>
          </a:xfrm>
          <a:prstGeom prst="rect">
            <a:avLst/>
          </a:prstGeom>
        </p:spPr>
      </p:pic>
    </p:spTree>
    <p:extLst>
      <p:ext uri="{BB962C8B-B14F-4D97-AF65-F5344CB8AC3E}">
        <p14:creationId xmlns:p14="http://schemas.microsoft.com/office/powerpoint/2010/main" val="21505907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Staff hubs</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869731"/>
            <a:ext cx="10624132" cy="120032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dirty="0"/>
              <a:t>Microsoft StaffHub makes it easy for managers to create, update and manage shift schedules for their team, streamlining what has been a labour-intensive process.</a:t>
            </a:r>
          </a:p>
          <a:p>
            <a:r>
              <a:rPr lang="en-GB" dirty="0"/>
              <a:t>Employees have access to all their shift information, including the ability to easily swap shifts with others right from the Microsoft StaffHub web/mobile app. </a:t>
            </a:r>
          </a:p>
        </p:txBody>
      </p:sp>
      <p:pic>
        <p:nvPicPr>
          <p:cNvPr id="4" name="Picture 3">
            <a:extLst>
              <a:ext uri="{FF2B5EF4-FFF2-40B4-BE49-F238E27FC236}">
                <a16:creationId xmlns:a16="http://schemas.microsoft.com/office/drawing/2014/main" id="{CCF60795-0601-4FBF-B0B4-2256EEC80864}"/>
              </a:ext>
            </a:extLst>
          </p:cNvPr>
          <p:cNvPicPr>
            <a:picLocks noChangeAspect="1"/>
          </p:cNvPicPr>
          <p:nvPr/>
        </p:nvPicPr>
        <p:blipFill>
          <a:blip r:embed="rId3"/>
          <a:stretch>
            <a:fillRect/>
          </a:stretch>
        </p:blipFill>
        <p:spPr>
          <a:xfrm>
            <a:off x="941819" y="2070060"/>
            <a:ext cx="9342438" cy="4624629"/>
          </a:xfrm>
          <a:prstGeom prst="rect">
            <a:avLst/>
          </a:prstGeom>
        </p:spPr>
      </p:pic>
    </p:spTree>
    <p:extLst>
      <p:ext uri="{BB962C8B-B14F-4D97-AF65-F5344CB8AC3E}">
        <p14:creationId xmlns:p14="http://schemas.microsoft.com/office/powerpoint/2010/main" val="2692163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Planner</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994330"/>
            <a:ext cx="10624132" cy="36933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US" b="1" dirty="0"/>
              <a:t>Microsoft Planner</a:t>
            </a:r>
            <a:r>
              <a:rPr lang="en-US" dirty="0"/>
              <a:t> is mainly used for Project Management. </a:t>
            </a:r>
            <a:endParaRPr lang="en-GB" dirty="0"/>
          </a:p>
        </p:txBody>
      </p:sp>
      <p:pic>
        <p:nvPicPr>
          <p:cNvPr id="3" name="Picture 2">
            <a:extLst>
              <a:ext uri="{FF2B5EF4-FFF2-40B4-BE49-F238E27FC236}">
                <a16:creationId xmlns:a16="http://schemas.microsoft.com/office/drawing/2014/main" id="{19F08AEB-A07D-4BC1-96F7-3D5DAC317A90}"/>
              </a:ext>
            </a:extLst>
          </p:cNvPr>
          <p:cNvPicPr>
            <a:picLocks noChangeAspect="1"/>
          </p:cNvPicPr>
          <p:nvPr/>
        </p:nvPicPr>
        <p:blipFill>
          <a:blip r:embed="rId3"/>
          <a:stretch>
            <a:fillRect/>
          </a:stretch>
        </p:blipFill>
        <p:spPr>
          <a:xfrm>
            <a:off x="960437" y="1482847"/>
            <a:ext cx="10256838" cy="5216702"/>
          </a:xfrm>
          <a:prstGeom prst="rect">
            <a:avLst/>
          </a:prstGeom>
        </p:spPr>
      </p:pic>
    </p:spTree>
    <p:extLst>
      <p:ext uri="{BB962C8B-B14F-4D97-AF65-F5344CB8AC3E}">
        <p14:creationId xmlns:p14="http://schemas.microsoft.com/office/powerpoint/2010/main" val="2057574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Invoicing</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994330"/>
            <a:ext cx="10624132" cy="92333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b="1" dirty="0"/>
              <a:t>Microsoft Invoicing</a:t>
            </a:r>
            <a:r>
              <a:rPr lang="en-GB" dirty="0"/>
              <a:t> is an online and mobile </a:t>
            </a:r>
            <a:r>
              <a:rPr lang="en-GB" b="1" dirty="0"/>
              <a:t>invoicing</a:t>
            </a:r>
            <a:r>
              <a:rPr lang="en-GB" dirty="0"/>
              <a:t> solution available as part of </a:t>
            </a:r>
            <a:r>
              <a:rPr lang="en-GB" b="1" dirty="0"/>
              <a:t>Microsoft </a:t>
            </a:r>
            <a:r>
              <a:rPr lang="en-GB" dirty="0"/>
              <a:t>Office 365 Business Premium subscriptions. Users can create and send PDF format </a:t>
            </a:r>
            <a:r>
              <a:rPr lang="en-GB" b="1" dirty="0"/>
              <a:t>invoices</a:t>
            </a:r>
            <a:r>
              <a:rPr lang="en-GB" dirty="0"/>
              <a:t> to customers, accept payments through PayPal, sync data with QuickBooks Online, track sales, and more</a:t>
            </a:r>
            <a:r>
              <a:rPr lang="en-US" dirty="0"/>
              <a:t> </a:t>
            </a:r>
            <a:endParaRPr lang="en-GB" dirty="0"/>
          </a:p>
        </p:txBody>
      </p:sp>
      <p:pic>
        <p:nvPicPr>
          <p:cNvPr id="4" name="Picture 3">
            <a:extLst>
              <a:ext uri="{FF2B5EF4-FFF2-40B4-BE49-F238E27FC236}">
                <a16:creationId xmlns:a16="http://schemas.microsoft.com/office/drawing/2014/main" id="{9FE842E9-7837-4402-949F-C2061FA71D8D}"/>
              </a:ext>
            </a:extLst>
          </p:cNvPr>
          <p:cNvPicPr>
            <a:picLocks noChangeAspect="1"/>
          </p:cNvPicPr>
          <p:nvPr/>
        </p:nvPicPr>
        <p:blipFill>
          <a:blip r:embed="rId3"/>
          <a:stretch>
            <a:fillRect/>
          </a:stretch>
        </p:blipFill>
        <p:spPr>
          <a:xfrm>
            <a:off x="1984374" y="2065061"/>
            <a:ext cx="6596063" cy="3999188"/>
          </a:xfrm>
          <a:prstGeom prst="rect">
            <a:avLst/>
          </a:prstGeom>
        </p:spPr>
      </p:pic>
    </p:spTree>
    <p:extLst>
      <p:ext uri="{BB962C8B-B14F-4D97-AF65-F5344CB8AC3E}">
        <p14:creationId xmlns:p14="http://schemas.microsoft.com/office/powerpoint/2010/main" val="30079994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Flow</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994330"/>
            <a:ext cx="10624132" cy="120032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b="1" dirty="0"/>
              <a:t>Microsoft Flow</a:t>
            </a:r>
            <a:r>
              <a:rPr lang="en-GB" dirty="0"/>
              <a:t> is cloud-based software that allows employees to create and automate workflows and tasks across multiple applications and services without help from developers. Automated workflows are called </a:t>
            </a:r>
            <a:r>
              <a:rPr lang="en-GB" b="1" dirty="0"/>
              <a:t>flows</a:t>
            </a:r>
            <a:r>
              <a:rPr lang="en-GB" dirty="0"/>
              <a:t>. To create a </a:t>
            </a:r>
            <a:r>
              <a:rPr lang="en-GB" b="1" dirty="0"/>
              <a:t>flow</a:t>
            </a:r>
            <a:r>
              <a:rPr lang="en-GB" dirty="0"/>
              <a:t>, the user specifies what action should take place when a specific event occurs.</a:t>
            </a:r>
          </a:p>
        </p:txBody>
      </p:sp>
      <p:pic>
        <p:nvPicPr>
          <p:cNvPr id="3" name="Picture 2">
            <a:extLst>
              <a:ext uri="{FF2B5EF4-FFF2-40B4-BE49-F238E27FC236}">
                <a16:creationId xmlns:a16="http://schemas.microsoft.com/office/drawing/2014/main" id="{59D6401D-8110-4095-9BB4-F9C7E312CF20}"/>
              </a:ext>
            </a:extLst>
          </p:cNvPr>
          <p:cNvPicPr>
            <a:picLocks noChangeAspect="1"/>
          </p:cNvPicPr>
          <p:nvPr/>
        </p:nvPicPr>
        <p:blipFill>
          <a:blip r:embed="rId3"/>
          <a:stretch>
            <a:fillRect/>
          </a:stretch>
        </p:blipFill>
        <p:spPr>
          <a:xfrm>
            <a:off x="990599" y="2165593"/>
            <a:ext cx="8809038" cy="4527836"/>
          </a:xfrm>
          <a:prstGeom prst="rect">
            <a:avLst/>
          </a:prstGeom>
        </p:spPr>
      </p:pic>
    </p:spTree>
    <p:extLst>
      <p:ext uri="{BB962C8B-B14F-4D97-AF65-F5344CB8AC3E}">
        <p14:creationId xmlns:p14="http://schemas.microsoft.com/office/powerpoint/2010/main" val="413400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MyAnalytics</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994330"/>
            <a:ext cx="10624132" cy="92333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b="1" dirty="0"/>
              <a:t>MyAnalytics</a:t>
            </a:r>
            <a:r>
              <a:rPr lang="en-GB" dirty="0"/>
              <a:t> provides </a:t>
            </a:r>
            <a:r>
              <a:rPr lang="en-GB" b="1" dirty="0"/>
              <a:t>insights</a:t>
            </a:r>
            <a:r>
              <a:rPr lang="en-GB" dirty="0"/>
              <a:t> into two of the key factors in personal productivity: how people spend their time and who they spend it with. You and your team can get these benefits after an administrator sets up </a:t>
            </a:r>
            <a:r>
              <a:rPr lang="en-GB" b="1" dirty="0"/>
              <a:t>MyAnalytics</a:t>
            </a:r>
            <a:r>
              <a:rPr lang="en-GB" dirty="0"/>
              <a:t> within your organization.</a:t>
            </a:r>
          </a:p>
        </p:txBody>
      </p:sp>
      <p:pic>
        <p:nvPicPr>
          <p:cNvPr id="4" name="Picture 3">
            <a:extLst>
              <a:ext uri="{FF2B5EF4-FFF2-40B4-BE49-F238E27FC236}">
                <a16:creationId xmlns:a16="http://schemas.microsoft.com/office/drawing/2014/main" id="{8859CA98-3198-457F-8841-BD723C0BCF0F}"/>
              </a:ext>
            </a:extLst>
          </p:cNvPr>
          <p:cNvPicPr>
            <a:picLocks noChangeAspect="1"/>
          </p:cNvPicPr>
          <p:nvPr/>
        </p:nvPicPr>
        <p:blipFill>
          <a:blip r:embed="rId3"/>
          <a:stretch>
            <a:fillRect/>
          </a:stretch>
        </p:blipFill>
        <p:spPr>
          <a:xfrm>
            <a:off x="1460500" y="1966383"/>
            <a:ext cx="7272338" cy="4578879"/>
          </a:xfrm>
          <a:prstGeom prst="rect">
            <a:avLst/>
          </a:prstGeom>
        </p:spPr>
      </p:pic>
    </p:spTree>
    <p:extLst>
      <p:ext uri="{BB962C8B-B14F-4D97-AF65-F5344CB8AC3E}">
        <p14:creationId xmlns:p14="http://schemas.microsoft.com/office/powerpoint/2010/main" val="3663771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Microsoft Intune</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994330"/>
            <a:ext cx="10624132" cy="92333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dirty="0"/>
              <a:t>Microsoft Intune is a Microsoft cloud-based management solution that provides for mobile device and operating system management. It aims to provide Unified Endpoint Management of both corporate and BYOD devices in a way that protects corporate data.</a:t>
            </a:r>
          </a:p>
        </p:txBody>
      </p:sp>
      <p:pic>
        <p:nvPicPr>
          <p:cNvPr id="3" name="Picture 2">
            <a:extLst>
              <a:ext uri="{FF2B5EF4-FFF2-40B4-BE49-F238E27FC236}">
                <a16:creationId xmlns:a16="http://schemas.microsoft.com/office/drawing/2014/main" id="{DAAC4E7B-36D1-4525-9099-95ED92D4CEA8}"/>
              </a:ext>
            </a:extLst>
          </p:cNvPr>
          <p:cNvPicPr>
            <a:picLocks noChangeAspect="1"/>
          </p:cNvPicPr>
          <p:nvPr/>
        </p:nvPicPr>
        <p:blipFill>
          <a:blip r:embed="rId3"/>
          <a:stretch>
            <a:fillRect/>
          </a:stretch>
        </p:blipFill>
        <p:spPr>
          <a:xfrm>
            <a:off x="1036637" y="2005528"/>
            <a:ext cx="9418638" cy="4706823"/>
          </a:xfrm>
          <a:prstGeom prst="rect">
            <a:avLst/>
          </a:prstGeom>
        </p:spPr>
      </p:pic>
    </p:spTree>
    <p:extLst>
      <p:ext uri="{BB962C8B-B14F-4D97-AF65-F5344CB8AC3E}">
        <p14:creationId xmlns:p14="http://schemas.microsoft.com/office/powerpoint/2010/main" val="42491582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 Azure Information Protection</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994330"/>
            <a:ext cx="10624132" cy="120032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dirty="0"/>
              <a:t>Azure Information Protection (AIP) is a cloud-based solution that helps an organization to classify and optionally, protect its documents and emails by applying labels. Labels can be applied automatically by administrators who define rules and conditions, manually by users, or a combination where users are given recommendations.</a:t>
            </a:r>
          </a:p>
        </p:txBody>
      </p:sp>
      <p:pic>
        <p:nvPicPr>
          <p:cNvPr id="4" name="Picture 3">
            <a:extLst>
              <a:ext uri="{FF2B5EF4-FFF2-40B4-BE49-F238E27FC236}">
                <a16:creationId xmlns:a16="http://schemas.microsoft.com/office/drawing/2014/main" id="{984B36BB-6640-4F19-86AD-7A1A3AFBE603}"/>
              </a:ext>
            </a:extLst>
          </p:cNvPr>
          <p:cNvPicPr>
            <a:picLocks noChangeAspect="1"/>
          </p:cNvPicPr>
          <p:nvPr/>
        </p:nvPicPr>
        <p:blipFill>
          <a:blip r:embed="rId3"/>
          <a:stretch>
            <a:fillRect/>
          </a:stretch>
        </p:blipFill>
        <p:spPr>
          <a:xfrm>
            <a:off x="1265237" y="2430462"/>
            <a:ext cx="9667875" cy="3324225"/>
          </a:xfrm>
          <a:prstGeom prst="rect">
            <a:avLst/>
          </a:prstGeom>
        </p:spPr>
      </p:pic>
    </p:spTree>
    <p:extLst>
      <p:ext uri="{BB962C8B-B14F-4D97-AF65-F5344CB8AC3E}">
        <p14:creationId xmlns:p14="http://schemas.microsoft.com/office/powerpoint/2010/main" val="2052620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fontScale="90000"/>
          </a:bodyPr>
          <a:lstStyle/>
          <a:p>
            <a:r>
              <a:rPr lang="en-US" sz="4896" b="1" i="1" dirty="0"/>
              <a:t>Microsoft 365 : Azure Active Directory Premium</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994330"/>
            <a:ext cx="10624132" cy="120032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b="1" dirty="0"/>
              <a:t>Azure Active Directory</a:t>
            </a:r>
            <a:r>
              <a:rPr lang="en-GB" dirty="0"/>
              <a:t> (</a:t>
            </a:r>
            <a:r>
              <a:rPr lang="en-GB" b="1" dirty="0"/>
              <a:t>Azure AD</a:t>
            </a:r>
            <a:r>
              <a:rPr lang="en-GB" dirty="0"/>
              <a:t>) is Microsoft's cloud-based identity and access management service. </a:t>
            </a:r>
            <a:r>
              <a:rPr lang="en-GB" b="1" dirty="0"/>
              <a:t>Azure AD</a:t>
            </a:r>
            <a:r>
              <a:rPr lang="en-GB" dirty="0"/>
              <a:t> helps your employees sign in and access resources in: ... Internal resources, such as apps on your corporate network and intranet, along with any cloud apps developed by your own organization.</a:t>
            </a:r>
          </a:p>
        </p:txBody>
      </p:sp>
      <p:pic>
        <p:nvPicPr>
          <p:cNvPr id="3" name="Picture 2">
            <a:extLst>
              <a:ext uri="{FF2B5EF4-FFF2-40B4-BE49-F238E27FC236}">
                <a16:creationId xmlns:a16="http://schemas.microsoft.com/office/drawing/2014/main" id="{D20E60A1-3EDF-46BF-9C01-445EC4534FAE}"/>
              </a:ext>
            </a:extLst>
          </p:cNvPr>
          <p:cNvPicPr>
            <a:picLocks noChangeAspect="1"/>
          </p:cNvPicPr>
          <p:nvPr/>
        </p:nvPicPr>
        <p:blipFill>
          <a:blip r:embed="rId3"/>
          <a:stretch>
            <a:fillRect/>
          </a:stretch>
        </p:blipFill>
        <p:spPr>
          <a:xfrm>
            <a:off x="990599" y="2283759"/>
            <a:ext cx="8580438" cy="4407917"/>
          </a:xfrm>
          <a:prstGeom prst="rect">
            <a:avLst/>
          </a:prstGeom>
        </p:spPr>
      </p:pic>
    </p:spTree>
    <p:extLst>
      <p:ext uri="{BB962C8B-B14F-4D97-AF65-F5344CB8AC3E}">
        <p14:creationId xmlns:p14="http://schemas.microsoft.com/office/powerpoint/2010/main" val="2227967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49" y="51811"/>
            <a:ext cx="11709353" cy="854651"/>
          </a:xfrm>
        </p:spPr>
        <p:txBody>
          <a:bodyPr>
            <a:normAutofit/>
          </a:bodyPr>
          <a:lstStyle/>
          <a:p>
            <a:r>
              <a:rPr lang="en-US" sz="4896" b="1" i="1" dirty="0"/>
              <a:t>Microsoft 365: Windows 11 Business</a:t>
            </a:r>
            <a:endParaRPr lang="en-US" sz="4896" b="1" dirty="0">
              <a:latin typeface="+mn-lt"/>
            </a:endParaRPr>
          </a:p>
        </p:txBody>
      </p:sp>
      <p:sp>
        <p:nvSpPr>
          <p:cNvPr id="6" name="Rectangle 2">
            <a:extLst>
              <a:ext uri="{FF2B5EF4-FFF2-40B4-BE49-F238E27FC236}">
                <a16:creationId xmlns:a16="http://schemas.microsoft.com/office/drawing/2014/main" id="{74BA1109-E158-4F98-9C03-1AAD0FE33F3F}"/>
              </a:ext>
            </a:extLst>
          </p:cNvPr>
          <p:cNvSpPr>
            <a:spLocks noChangeArrowheads="1"/>
          </p:cNvSpPr>
          <p:nvPr/>
        </p:nvSpPr>
        <p:spPr bwMode="auto">
          <a:xfrm>
            <a:off x="851906" y="994330"/>
            <a:ext cx="10624132" cy="92333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r>
              <a:rPr lang="en-GB" dirty="0"/>
              <a:t>Microsoft </a:t>
            </a:r>
            <a:r>
              <a:rPr lang="en-GB" b="1" dirty="0"/>
              <a:t>Windows 10</a:t>
            </a:r>
            <a:r>
              <a:rPr lang="en-GB" dirty="0"/>
              <a:t> for </a:t>
            </a:r>
            <a:r>
              <a:rPr lang="en-GB" b="1" dirty="0"/>
              <a:t>Business</a:t>
            </a:r>
            <a:r>
              <a:rPr lang="en-GB" dirty="0"/>
              <a:t>.  </a:t>
            </a:r>
            <a:r>
              <a:rPr lang="en-GB" b="1" dirty="0"/>
              <a:t>Windows 10 </a:t>
            </a:r>
            <a:r>
              <a:rPr lang="en-GB" dirty="0"/>
              <a:t>is running on desktops, laptops, tablets, mobile phones and IoT (Internet of Things) devices. </a:t>
            </a:r>
            <a:r>
              <a:rPr lang="en-GB" b="1" dirty="0"/>
              <a:t>Windows 10</a:t>
            </a:r>
            <a:r>
              <a:rPr lang="en-GB" dirty="0"/>
              <a:t> comes with highly improved security features, a new browser and plenty of features to make work more productive and efficient.</a:t>
            </a:r>
          </a:p>
        </p:txBody>
      </p:sp>
      <p:pic>
        <p:nvPicPr>
          <p:cNvPr id="4" name="Picture 3">
            <a:extLst>
              <a:ext uri="{FF2B5EF4-FFF2-40B4-BE49-F238E27FC236}">
                <a16:creationId xmlns:a16="http://schemas.microsoft.com/office/drawing/2014/main" id="{C253B02A-6CE5-4BDD-B2B1-1F5ED5A0918B}"/>
              </a:ext>
            </a:extLst>
          </p:cNvPr>
          <p:cNvPicPr>
            <a:picLocks noChangeAspect="1"/>
          </p:cNvPicPr>
          <p:nvPr/>
        </p:nvPicPr>
        <p:blipFill>
          <a:blip r:embed="rId3"/>
          <a:stretch>
            <a:fillRect/>
          </a:stretch>
        </p:blipFill>
        <p:spPr>
          <a:xfrm>
            <a:off x="960437" y="2011445"/>
            <a:ext cx="8809038" cy="4787419"/>
          </a:xfrm>
          <a:prstGeom prst="rect">
            <a:avLst/>
          </a:prstGeom>
        </p:spPr>
      </p:pic>
    </p:spTree>
    <p:extLst>
      <p:ext uri="{BB962C8B-B14F-4D97-AF65-F5344CB8AC3E}">
        <p14:creationId xmlns:p14="http://schemas.microsoft.com/office/powerpoint/2010/main" val="2402958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466E14-F2C8-4323-99F4-EE1C635A2D51}"/>
              </a:ext>
            </a:extLst>
          </p:cNvPr>
          <p:cNvSpPr/>
          <p:nvPr/>
        </p:nvSpPr>
        <p:spPr>
          <a:xfrm>
            <a:off x="4237037" y="2811462"/>
            <a:ext cx="4297358" cy="923330"/>
          </a:xfrm>
          <a:prstGeom prst="rect">
            <a:avLst/>
          </a:prstGeom>
        </p:spPr>
        <p:txBody>
          <a:bodyPr wrap="square">
            <a:spAutoFit/>
          </a:bodyPr>
          <a:lstStyle/>
          <a:p>
            <a:r>
              <a:rPr lang="en-US" sz="5400" dirty="0"/>
              <a:t>Questions?</a:t>
            </a:r>
          </a:p>
        </p:txBody>
      </p:sp>
      <p:pic>
        <p:nvPicPr>
          <p:cNvPr id="55298" name="Picture 2">
            <a:extLst>
              <a:ext uri="{FF2B5EF4-FFF2-40B4-BE49-F238E27FC236}">
                <a16:creationId xmlns:a16="http://schemas.microsoft.com/office/drawing/2014/main" id="{2884E245-7638-4A93-8C09-9592E97DF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7" y="449262"/>
            <a:ext cx="1476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2828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2050"/>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3551237" y="2811462"/>
            <a:ext cx="5668959" cy="923330"/>
          </a:xfrm>
          <a:prstGeom prst="rect">
            <a:avLst/>
          </a:prstGeom>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chemeClr val="accent1">
                    <a:lumMod val="20000"/>
                    <a:lumOff val="80000"/>
                  </a:schemeClr>
                </a:solidFill>
                <a:effectLst/>
                <a:uLnTx/>
                <a:uFillTx/>
                <a:latin typeface="Segoe UI"/>
                <a:ea typeface="+mn-ea"/>
                <a:cs typeface="+mn-cs"/>
              </a:rPr>
              <a:t>   Thank You !!!</a:t>
            </a:r>
          </a:p>
        </p:txBody>
      </p:sp>
      <p:pic>
        <p:nvPicPr>
          <p:cNvPr id="56322" name="Picture 2">
            <a:extLst>
              <a:ext uri="{FF2B5EF4-FFF2-40B4-BE49-F238E27FC236}">
                <a16:creationId xmlns:a16="http://schemas.microsoft.com/office/drawing/2014/main" id="{D8100C8F-B649-421D-8092-E0A7C71F46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 y="373062"/>
            <a:ext cx="1476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847173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IMING" val="|24|27.5"/>
</p:tagLst>
</file>

<file path=ppt/theme/theme1.xml><?xml version="1.0" encoding="utf-8"?>
<a:theme xmlns:a="http://schemas.openxmlformats.org/drawingml/2006/main" name="WHITE TEMPLATE">
  <a:themeElements>
    <a:clrScheme name="2016 - Template BLUE, light back">
      <a:dk1>
        <a:srgbClr val="353535"/>
      </a:dk1>
      <a:lt1>
        <a:srgbClr val="FFFFFF"/>
      </a:lt1>
      <a:dk2>
        <a:srgbClr val="0078D7"/>
      </a:dk2>
      <a:lt2>
        <a:srgbClr val="EAEAEA"/>
      </a:lt2>
      <a:accent1>
        <a:srgbClr val="0078D7"/>
      </a:accent1>
      <a:accent2>
        <a:srgbClr val="002050"/>
      </a:accent2>
      <a:accent3>
        <a:srgbClr val="00BCF2"/>
      </a:accent3>
      <a:accent4>
        <a:srgbClr val="B4009E"/>
      </a:accent4>
      <a:accent5>
        <a:srgbClr val="737373"/>
      </a:accent5>
      <a:accent6>
        <a:srgbClr val="E6E6E6"/>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usiness_BLUE_2017_13.potx" id="{BA7D5050-3AD0-4CB6-9A61-7BECC949B49C}" vid="{7868751D-28D7-49DA-9A1E-005CDB50450F}"/>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IGHT GRAY TEMPLATE">
  <a:themeElements>
    <a:clrScheme name="BT - Blue - light gray">
      <a:dk1>
        <a:srgbClr val="353535"/>
      </a:dk1>
      <a:lt1>
        <a:srgbClr val="FFFFFF"/>
      </a:lt1>
      <a:dk2>
        <a:srgbClr val="0078D7"/>
      </a:dk2>
      <a:lt2>
        <a:srgbClr val="E6E6E6"/>
      </a:lt2>
      <a:accent1>
        <a:srgbClr val="0078D7"/>
      </a:accent1>
      <a:accent2>
        <a:srgbClr val="002050"/>
      </a:accent2>
      <a:accent3>
        <a:srgbClr val="00BCF2"/>
      </a:accent3>
      <a:accent4>
        <a:srgbClr val="B4009E"/>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usiness_BLUE_2017_13.potx" id="{BA7D5050-3AD0-4CB6-9A61-7BECC949B49C}" vid="{C620A773-8EDA-4F63-B19F-165144BCFB99}"/>
    </a:ext>
  </a:extLst>
</a:theme>
</file>

<file path=ppt/theme/theme4.xml><?xml version="1.0" encoding="utf-8"?>
<a:theme xmlns:a="http://schemas.openxmlformats.org/drawingml/2006/main" name="DARK GRAY TEMPLATE">
  <a:themeElements>
    <a:clrScheme name="BT - Blue - dark background">
      <a:dk1>
        <a:srgbClr val="353535"/>
      </a:dk1>
      <a:lt1>
        <a:srgbClr val="FFFFFF"/>
      </a:lt1>
      <a:dk2>
        <a:srgbClr val="0078D7"/>
      </a:dk2>
      <a:lt2>
        <a:srgbClr val="CDF4FF"/>
      </a:lt2>
      <a:accent1>
        <a:srgbClr val="0078D7"/>
      </a:accent1>
      <a:accent2>
        <a:srgbClr val="D2D2D2"/>
      </a:accent2>
      <a:accent3>
        <a:srgbClr val="00BCF2"/>
      </a:accent3>
      <a:accent4>
        <a:srgbClr val="B4009E"/>
      </a:accent4>
      <a:accent5>
        <a:srgbClr val="FFB900"/>
      </a:accent5>
      <a:accent6>
        <a:srgbClr val="737373"/>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usiness_BLUE_2017_13.potx" id="{BA7D5050-3AD0-4CB6-9A61-7BECC949B49C}" vid="{1EE7FF6B-7C85-492F-933D-8CFD82A3F953}"/>
    </a:ext>
  </a:extLst>
</a:theme>
</file>

<file path=ppt/theme/theme5.xml><?xml version="1.0" encoding="utf-8"?>
<a:theme xmlns:a="http://schemas.openxmlformats.org/drawingml/2006/main" name="1_Azure_Tour_2015_TEMPLATE">
  <a:themeElements>
    <a:clrScheme name="MSVID Purple">
      <a:dk1>
        <a:srgbClr val="505050"/>
      </a:dk1>
      <a:lt1>
        <a:srgbClr val="FFFFFF"/>
      </a:lt1>
      <a:dk2>
        <a:srgbClr val="5C2D91"/>
      </a:dk2>
      <a:lt2>
        <a:srgbClr val="E7DCF4"/>
      </a:lt2>
      <a:accent1>
        <a:srgbClr val="32145A"/>
      </a:accent1>
      <a:accent2>
        <a:srgbClr val="B4009E"/>
      </a:accent2>
      <a:accent3>
        <a:srgbClr val="107C10"/>
      </a:accent3>
      <a:accent4>
        <a:srgbClr val="0078D7"/>
      </a:accent4>
      <a:accent5>
        <a:srgbClr val="008272"/>
      </a:accent5>
      <a:accent6>
        <a:srgbClr val="D83B01"/>
      </a:accent6>
      <a:hlink>
        <a:srgbClr val="E7DCF4"/>
      </a:hlink>
      <a:folHlink>
        <a:srgbClr val="E7DCF4"/>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C33DE3FA-4ADE-4533-AABA-2C70F8EE952B}" vid="{78FAE8E9-9DFD-4C39-B3B2-274A43131B09}"/>
    </a:ext>
  </a:extLst>
</a:theme>
</file>

<file path=ppt/theme/theme6.xml><?xml version="1.0" encoding="utf-8"?>
<a:theme xmlns:a="http://schemas.openxmlformats.org/drawingml/2006/main" name="2_Azure_Tour_2015_TEMPLATE">
  <a:themeElements>
    <a:clrScheme name="MSVID Purple">
      <a:dk1>
        <a:srgbClr val="505050"/>
      </a:dk1>
      <a:lt1>
        <a:srgbClr val="FFFFFF"/>
      </a:lt1>
      <a:dk2>
        <a:srgbClr val="5C2D91"/>
      </a:dk2>
      <a:lt2>
        <a:srgbClr val="E7DCF4"/>
      </a:lt2>
      <a:accent1>
        <a:srgbClr val="32145A"/>
      </a:accent1>
      <a:accent2>
        <a:srgbClr val="B4009E"/>
      </a:accent2>
      <a:accent3>
        <a:srgbClr val="107C10"/>
      </a:accent3>
      <a:accent4>
        <a:srgbClr val="0078D7"/>
      </a:accent4>
      <a:accent5>
        <a:srgbClr val="008272"/>
      </a:accent5>
      <a:accent6>
        <a:srgbClr val="D83B01"/>
      </a:accent6>
      <a:hlink>
        <a:srgbClr val="E7DCF4"/>
      </a:hlink>
      <a:folHlink>
        <a:srgbClr val="E7DCF4"/>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C33DE3FA-4ADE-4533-AABA-2C70F8EE952B}" vid="{78FAE8E9-9DFD-4C39-B3B2-274A43131B09}"/>
    </a:ext>
  </a:extLst>
</a:theme>
</file>

<file path=ppt/theme/theme7.xml><?xml version="1.0" encoding="utf-8"?>
<a:theme xmlns:a="http://schemas.openxmlformats.org/drawingml/2006/main" name="1_WHITE TEMPLATE">
  <a:themeElements>
    <a:clrScheme name="MSVID White Brand template_10-14">
      <a:dk1>
        <a:srgbClr val="505050"/>
      </a:dk1>
      <a:lt1>
        <a:srgbClr val="FFFFFF"/>
      </a:lt1>
      <a:dk2>
        <a:srgbClr val="0078D7"/>
      </a:dk2>
      <a:lt2>
        <a:srgbClr val="00BCF2"/>
      </a:lt2>
      <a:accent1>
        <a:srgbClr val="0078D7"/>
      </a:accent1>
      <a:accent2>
        <a:srgbClr val="B4009E"/>
      </a:accent2>
      <a:accent3>
        <a:srgbClr val="107C10"/>
      </a:accent3>
      <a:accent4>
        <a:srgbClr val="5C2D91"/>
      </a:accent4>
      <a:accent5>
        <a:srgbClr val="008272"/>
      </a:accent5>
      <a:accent6>
        <a:srgbClr val="D83B01"/>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 Business_BLUE_1" id="{5F55DDFD-517B-456E-9DA0-1901618FBA38}" vid="{1CEFCF73-EB2A-45D7-B34D-3D83F94B6F23}"/>
    </a:ext>
  </a:extLst>
</a:theme>
</file>

<file path=ppt/theme/theme8.xml><?xml version="1.0" encoding="utf-8"?>
<a:theme xmlns:a="http://schemas.openxmlformats.org/drawingml/2006/main" name="6-50001_WPC 2016 Breakout Template">
  <a:themeElements>
    <a:clrScheme name="WPC 2016 colors">
      <a:dk1>
        <a:srgbClr val="505050"/>
      </a:dk1>
      <a:lt1>
        <a:srgbClr val="FFFFFF"/>
      </a:lt1>
      <a:dk2>
        <a:srgbClr val="5C2D91"/>
      </a:dk2>
      <a:lt2>
        <a:srgbClr val="EAEAEA"/>
      </a:lt2>
      <a:accent1>
        <a:srgbClr val="5C2D91"/>
      </a:accent1>
      <a:accent2>
        <a:srgbClr val="0078D7"/>
      </a:accent2>
      <a:accent3>
        <a:srgbClr val="002050"/>
      </a:accent3>
      <a:accent4>
        <a:srgbClr val="32145A"/>
      </a:accent4>
      <a:accent5>
        <a:srgbClr val="B4009E"/>
      </a:accent5>
      <a:accent6>
        <a:srgbClr val="50505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WPC_2016_Session_16x9_Template.potx" id="{085148F9-3FB5-45CD-9508-2D9F57AE2938}" vid="{2AB61A27-A5F8-4D15-B4C3-BC1FC60C2EA2}"/>
    </a:ext>
  </a:extLst>
</a:theme>
</file>

<file path=ppt/theme/theme9.xml><?xml version="1.0" encoding="utf-8"?>
<a:theme xmlns:a="http://schemas.openxmlformats.org/drawingml/2006/main" name="2_COLOR TEMPLATE">
  <a:themeElements>
    <a:clrScheme name="Custom 11">
      <a:dk1>
        <a:srgbClr val="505050"/>
      </a:dk1>
      <a:lt1>
        <a:srgbClr val="FFFFFF"/>
      </a:lt1>
      <a:dk2>
        <a:srgbClr val="5C2D91"/>
      </a:dk2>
      <a:lt2>
        <a:srgbClr val="FFFFFF"/>
      </a:lt2>
      <a:accent1>
        <a:srgbClr val="32145A"/>
      </a:accent1>
      <a:accent2>
        <a:srgbClr val="B4009E"/>
      </a:accent2>
      <a:accent3>
        <a:srgbClr val="107C10"/>
      </a:accent3>
      <a:accent4>
        <a:srgbClr val="0078D7"/>
      </a:accent4>
      <a:accent5>
        <a:srgbClr val="008272"/>
      </a:accent5>
      <a:accent6>
        <a:srgbClr val="D83B01"/>
      </a:accent6>
      <a:hlink>
        <a:srgbClr val="FFFFFF"/>
      </a:hlink>
      <a:folHlink>
        <a:srgbClr val="FFFF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rg_ID_template_16-9_Business_PURPLE_1.potx" id="{EA1C931B-0CA8-4C29-AF2A-5CCE0B71BADB}" vid="{779B47EC-C2D9-42C6-B399-0FB5A6F745BF}"/>
    </a:ext>
  </a:extLst>
</a:theme>
</file>

<file path=ppt/theme/theme10.xml><?xml version="1.0" encoding="utf-8"?>
<a:theme xmlns:a="http://schemas.openxmlformats.org/drawingml/2006/main" name="5-30055_SharePoint Template 2012 - 16x9 - Colored Accent Slides">
  <a:themeElements>
    <a:clrScheme name="Exchange-Lync-SharePoint_Template_2012_Accent">
      <a:dk1>
        <a:srgbClr val="000000"/>
      </a:dk1>
      <a:lt1>
        <a:srgbClr val="FFFFFF"/>
      </a:lt1>
      <a:dk2>
        <a:srgbClr val="000000"/>
      </a:dk2>
      <a:lt2>
        <a:srgbClr val="FFFFFF"/>
      </a:lt2>
      <a:accent1>
        <a:srgbClr val="0072C6"/>
      </a:accent1>
      <a:accent2>
        <a:srgbClr val="EB3C00"/>
      </a:accent2>
      <a:accent3>
        <a:srgbClr val="007233"/>
      </a:accent3>
      <a:accent4>
        <a:srgbClr val="00188F"/>
      </a:accent4>
      <a:accent5>
        <a:srgbClr val="68217A"/>
      </a:accent5>
      <a:accent6>
        <a:srgbClr val="505050"/>
      </a:accent6>
      <a:hlink>
        <a:srgbClr val="82CAFF"/>
      </a:hlink>
      <a:folHlink>
        <a:srgbClr val="C0E4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err="1">
            <a:gradFill>
              <a:gsLst>
                <a:gs pos="2917">
                  <a:schemeClr val="tx1"/>
                </a:gs>
                <a:gs pos="30000">
                  <a:schemeClr val="tx1"/>
                </a:gs>
              </a:gsLst>
              <a:lin ang="5400000" scaled="0"/>
            </a:gradFill>
          </a:defRPr>
        </a:defPPr>
      </a:lstStyle>
    </a:txDef>
  </a:objectDefaults>
  <a:extraClrSchemeLst/>
</a:theme>
</file>

<file path=ppt/theme/theme11.xml><?xml version="1.0" encoding="utf-8"?>
<a:theme xmlns:a="http://schemas.openxmlformats.org/drawingml/2006/main" name="9_Azure_PPT_template 1">
  <a:themeElements>
    <a:clrScheme name="Custom 2">
      <a:dk1>
        <a:srgbClr val="505050"/>
      </a:dk1>
      <a:lt1>
        <a:srgbClr val="FFFFFF"/>
      </a:lt1>
      <a:dk2>
        <a:srgbClr val="002050"/>
      </a:dk2>
      <a:lt2>
        <a:srgbClr val="D2D2D2"/>
      </a:lt2>
      <a:accent1>
        <a:srgbClr val="00BCF2"/>
      </a:accent1>
      <a:accent2>
        <a:srgbClr val="0072C6"/>
      </a:accent2>
      <a:accent3>
        <a:srgbClr val="00188F"/>
      </a:accent3>
      <a:accent4>
        <a:srgbClr val="008272"/>
      </a:accent4>
      <a:accent5>
        <a:srgbClr val="68217A"/>
      </a:accent5>
      <a:accent6>
        <a:srgbClr val="DC3C00"/>
      </a:accent6>
      <a:hlink>
        <a:srgbClr val="00BCF2"/>
      </a:hlink>
      <a:folHlink>
        <a:srgbClr val="00827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182880" tIns="146304" rIns="182880" bIns="146304" rtlCol="0">
        <a:spAutoFit/>
      </a:bodyPr>
      <a:lstStyle>
        <a:defPPr>
          <a:lnSpc>
            <a:spcPct val="90000"/>
          </a:lnSpc>
          <a:defRPr sz="2400" dirty="0" smtClean="0">
            <a:gradFill>
              <a:gsLst>
                <a:gs pos="2917">
                  <a:schemeClr val="tx1"/>
                </a:gs>
                <a:gs pos="30000">
                  <a:schemeClr val="tx1"/>
                </a:gs>
              </a:gsLst>
              <a:lin ang="5400000" scaled="0"/>
            </a:gradFill>
          </a:defRPr>
        </a:defPPr>
      </a:lstStyle>
    </a:txDef>
  </a:objectDefaults>
  <a:extraClrSchemeLst/>
</a:theme>
</file>

<file path=ppt/theme/theme12.xml><?xml version="1.0" encoding="utf-8"?>
<a:theme xmlns:a="http://schemas.openxmlformats.org/drawingml/2006/main" name="5_COLOR TEMPLATE">
  <a:themeElements>
    <a:clrScheme name="Custom 11">
      <a:dk1>
        <a:srgbClr val="505050"/>
      </a:dk1>
      <a:lt1>
        <a:srgbClr val="FFFFFF"/>
      </a:lt1>
      <a:dk2>
        <a:srgbClr val="5C2D91"/>
      </a:dk2>
      <a:lt2>
        <a:srgbClr val="FFFFFF"/>
      </a:lt2>
      <a:accent1>
        <a:srgbClr val="32145A"/>
      </a:accent1>
      <a:accent2>
        <a:srgbClr val="B4009E"/>
      </a:accent2>
      <a:accent3>
        <a:srgbClr val="107C10"/>
      </a:accent3>
      <a:accent4>
        <a:srgbClr val="0078D7"/>
      </a:accent4>
      <a:accent5>
        <a:srgbClr val="008272"/>
      </a:accent5>
      <a:accent6>
        <a:srgbClr val="D83B01"/>
      </a:accent6>
      <a:hlink>
        <a:srgbClr val="FFFFFF"/>
      </a:hlink>
      <a:folHlink>
        <a:srgbClr val="FFFF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rg_ID_template_16-9_Business_PURPLE_1.potx" id="{EA1C931B-0CA8-4C29-AF2A-5CCE0B71BADB}" vid="{779B47EC-C2D9-42C6-B399-0FB5A6F745BF}"/>
    </a:ext>
  </a:extLst>
</a:theme>
</file>

<file path=ppt/theme/theme13.xml><?xml version="1.0" encoding="utf-8"?>
<a:theme xmlns:a="http://schemas.openxmlformats.org/drawingml/2006/main" name="2_WHITE TEMPLATE">
  <a:themeElements>
    <a:clrScheme name="MSVID White Brand template_10-14">
      <a:dk1>
        <a:srgbClr val="505050"/>
      </a:dk1>
      <a:lt1>
        <a:srgbClr val="FFFFFF"/>
      </a:lt1>
      <a:dk2>
        <a:srgbClr val="0078D7"/>
      </a:dk2>
      <a:lt2>
        <a:srgbClr val="00BCF2"/>
      </a:lt2>
      <a:accent1>
        <a:srgbClr val="0078D7"/>
      </a:accent1>
      <a:accent2>
        <a:srgbClr val="B4009E"/>
      </a:accent2>
      <a:accent3>
        <a:srgbClr val="107C10"/>
      </a:accent3>
      <a:accent4>
        <a:srgbClr val="5C2D91"/>
      </a:accent4>
      <a:accent5>
        <a:srgbClr val="008272"/>
      </a:accent5>
      <a:accent6>
        <a:srgbClr val="D83B01"/>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 Business_BLUE_1" id="{5F55DDFD-517B-456E-9DA0-1901618FBA38}" vid="{1CEFCF73-EB2A-45D7-B34D-3D83F94B6F23}"/>
    </a:ext>
  </a:extLst>
</a:theme>
</file>

<file path=ppt/theme/theme14.xml><?xml version="1.0" encoding="utf-8"?>
<a:theme xmlns:a="http://schemas.openxmlformats.org/drawingml/2006/main" name="8_WHITE TEMPLATE">
  <a:themeElements>
    <a:clrScheme name="Custom 8">
      <a:dk1>
        <a:srgbClr val="505050"/>
      </a:dk1>
      <a:lt1>
        <a:srgbClr val="FFFFFF"/>
      </a:lt1>
      <a:dk2>
        <a:srgbClr val="002050"/>
      </a:dk2>
      <a:lt2>
        <a:srgbClr val="00BCF2"/>
      </a:lt2>
      <a:accent1>
        <a:srgbClr val="002050"/>
      </a:accent1>
      <a:accent2>
        <a:srgbClr val="B4009E"/>
      </a:accent2>
      <a:accent3>
        <a:srgbClr val="0078D7"/>
      </a:accent3>
      <a:accent4>
        <a:srgbClr val="5C2D91"/>
      </a:accent4>
      <a:accent5>
        <a:srgbClr val="107C10"/>
      </a:accent5>
      <a:accent6>
        <a:srgbClr val="D83B01"/>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Lesson Template Advanced Services Delivery" id="{C1C2A24F-D109-42E5-AC15-AA5D2EC769D9}" vid="{DB32FE43-934C-40BD-B03E-F7F2E05B8611}"/>
    </a:ext>
  </a:extLst>
</a:theme>
</file>

<file path=ppt/theme/theme15.xml><?xml version="1.0" encoding="utf-8"?>
<a:theme xmlns:a="http://schemas.openxmlformats.org/drawingml/2006/main" name="5_WHITE TEMPLATE">
  <a:themeElements>
    <a:clrScheme name="MSVID White Brand template_10-14">
      <a:dk1>
        <a:srgbClr val="505050"/>
      </a:dk1>
      <a:lt1>
        <a:srgbClr val="FFFFFF"/>
      </a:lt1>
      <a:dk2>
        <a:srgbClr val="0078D7"/>
      </a:dk2>
      <a:lt2>
        <a:srgbClr val="00BCF2"/>
      </a:lt2>
      <a:accent1>
        <a:srgbClr val="0078D7"/>
      </a:accent1>
      <a:accent2>
        <a:srgbClr val="B4009E"/>
      </a:accent2>
      <a:accent3>
        <a:srgbClr val="107C10"/>
      </a:accent3>
      <a:accent4>
        <a:srgbClr val="5C2D91"/>
      </a:accent4>
      <a:accent5>
        <a:srgbClr val="008272"/>
      </a:accent5>
      <a:accent6>
        <a:srgbClr val="D83B01"/>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 Business_BLUE_1" id="{5F55DDFD-517B-456E-9DA0-1901618FBA38}" vid="{1CEFCF73-EB2A-45D7-B34D-3D83F94B6F23}"/>
    </a:ext>
  </a:extLst>
</a:theme>
</file>

<file path=ppt/theme/theme16.xml><?xml version="1.0" encoding="utf-8"?>
<a:theme xmlns:a="http://schemas.openxmlformats.org/drawingml/2006/main" name="6_WHITE TEMPLATE">
  <a:themeElements>
    <a:clrScheme name="MSVID White Brand template_10-14">
      <a:dk1>
        <a:srgbClr val="505050"/>
      </a:dk1>
      <a:lt1>
        <a:srgbClr val="FFFFFF"/>
      </a:lt1>
      <a:dk2>
        <a:srgbClr val="0078D7"/>
      </a:dk2>
      <a:lt2>
        <a:srgbClr val="00BCF2"/>
      </a:lt2>
      <a:accent1>
        <a:srgbClr val="0078D7"/>
      </a:accent1>
      <a:accent2>
        <a:srgbClr val="B4009E"/>
      </a:accent2>
      <a:accent3>
        <a:srgbClr val="107C10"/>
      </a:accent3>
      <a:accent4>
        <a:srgbClr val="5C2D91"/>
      </a:accent4>
      <a:accent5>
        <a:srgbClr val="008272"/>
      </a:accent5>
      <a:accent6>
        <a:srgbClr val="D83B01"/>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 Business_BLUE_1" id="{5F55DDFD-517B-456E-9DA0-1901618FBA38}" vid="{1CEFCF73-EB2A-45D7-B34D-3D83F94B6F23}"/>
    </a:ext>
  </a:extLst>
</a:theme>
</file>

<file path=ppt/theme/theme17.xml><?xml version="1.0" encoding="utf-8"?>
<a:theme xmlns:a="http://schemas.openxmlformats.org/drawingml/2006/main" name="1_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F7CA4DD3-8A26-4BFE-B361-277536E70685}" vid="{DC517985-AF00-427B-A27C-74FF5728D0B0}"/>
    </a:ext>
  </a:extLst>
</a:theme>
</file>

<file path=ppt/theme/theme18.xml><?xml version="1.0" encoding="utf-8"?>
<a:theme xmlns:a="http://schemas.openxmlformats.org/drawingml/2006/main" name="5-50109_Microsoft_Dark_Template">
  <a:themeElements>
    <a:clrScheme name="Microsoft 2017 Dark">
      <a:dk1>
        <a:srgbClr val="353535"/>
      </a:dk1>
      <a:lt1>
        <a:srgbClr val="FFFFFF"/>
      </a:lt1>
      <a:dk2>
        <a:srgbClr val="D83B01"/>
      </a:dk2>
      <a:lt2>
        <a:srgbClr val="CDF4FF"/>
      </a:lt2>
      <a:accent1>
        <a:srgbClr val="D83B01"/>
      </a:accent1>
      <a:accent2>
        <a:srgbClr val="FF8C00"/>
      </a:accent2>
      <a:accent3>
        <a:srgbClr val="FFB900"/>
      </a:accent3>
      <a:accent4>
        <a:srgbClr val="00BCF2"/>
      </a:accent4>
      <a:accent5>
        <a:srgbClr val="D2D2D2"/>
      </a:accent5>
      <a:accent6>
        <a:srgbClr val="737373"/>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7C638A3A-D771-4183-8214-2AFBE384714F}"/>
    </a:ext>
  </a:extLst>
</a:theme>
</file>

<file path=ppt/theme/theme19.xml><?xml version="1.0" encoding="utf-8"?>
<a:theme xmlns:a="http://schemas.openxmlformats.org/drawingml/2006/main" name="6_COLOR TEMPLATE">
  <a:themeElements>
    <a:clrScheme name="Custom 11">
      <a:dk1>
        <a:srgbClr val="505050"/>
      </a:dk1>
      <a:lt1>
        <a:srgbClr val="FFFFFF"/>
      </a:lt1>
      <a:dk2>
        <a:srgbClr val="5C2D91"/>
      </a:dk2>
      <a:lt2>
        <a:srgbClr val="FFFFFF"/>
      </a:lt2>
      <a:accent1>
        <a:srgbClr val="32145A"/>
      </a:accent1>
      <a:accent2>
        <a:srgbClr val="B4009E"/>
      </a:accent2>
      <a:accent3>
        <a:srgbClr val="107C10"/>
      </a:accent3>
      <a:accent4>
        <a:srgbClr val="0078D7"/>
      </a:accent4>
      <a:accent5>
        <a:srgbClr val="008272"/>
      </a:accent5>
      <a:accent6>
        <a:srgbClr val="D83B01"/>
      </a:accent6>
      <a:hlink>
        <a:srgbClr val="FFFFFF"/>
      </a:hlink>
      <a:folHlink>
        <a:srgbClr val="FFFF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rg_ID_template_16-9_Business_PURPLE_1.potx" id="{EA1C931B-0CA8-4C29-AF2A-5CCE0B71BADB}" vid="{779B47EC-C2D9-42C6-B399-0FB5A6F745BF}"/>
    </a:ext>
  </a:extLst>
</a:theme>
</file>

<file path=ppt/theme/theme20.xml><?xml version="1.0" encoding="utf-8"?>
<a:theme xmlns:a="http://schemas.openxmlformats.org/drawingml/2006/main" name="7_COLOR TEMPLATE">
  <a:themeElements>
    <a:clrScheme name="Custom 11">
      <a:dk1>
        <a:srgbClr val="505050"/>
      </a:dk1>
      <a:lt1>
        <a:srgbClr val="FFFFFF"/>
      </a:lt1>
      <a:dk2>
        <a:srgbClr val="5C2D91"/>
      </a:dk2>
      <a:lt2>
        <a:srgbClr val="FFFFFF"/>
      </a:lt2>
      <a:accent1>
        <a:srgbClr val="32145A"/>
      </a:accent1>
      <a:accent2>
        <a:srgbClr val="B4009E"/>
      </a:accent2>
      <a:accent3>
        <a:srgbClr val="107C10"/>
      </a:accent3>
      <a:accent4>
        <a:srgbClr val="0078D7"/>
      </a:accent4>
      <a:accent5>
        <a:srgbClr val="008272"/>
      </a:accent5>
      <a:accent6>
        <a:srgbClr val="D83B01"/>
      </a:accent6>
      <a:hlink>
        <a:srgbClr val="FFFFFF"/>
      </a:hlink>
      <a:folHlink>
        <a:srgbClr val="FFFF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rg_ID_template_16-9_Business_PURPLE_1.potx" id="{EA1C931B-0CA8-4C29-AF2A-5CCE0B71BADB}" vid="{779B47EC-C2D9-42C6-B399-0FB5A6F745BF}"/>
    </a:ext>
  </a:extLst>
</a:theme>
</file>

<file path=ppt/theme/theme2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11">
    <a:dk1>
      <a:srgbClr val="505050"/>
    </a:dk1>
    <a:lt1>
      <a:srgbClr val="FFFFFF"/>
    </a:lt1>
    <a:dk2>
      <a:srgbClr val="5C2D91"/>
    </a:dk2>
    <a:lt2>
      <a:srgbClr val="FFFFFF"/>
    </a:lt2>
    <a:accent1>
      <a:srgbClr val="32145A"/>
    </a:accent1>
    <a:accent2>
      <a:srgbClr val="B4009E"/>
    </a:accent2>
    <a:accent3>
      <a:srgbClr val="107C10"/>
    </a:accent3>
    <a:accent4>
      <a:srgbClr val="0078D7"/>
    </a:accent4>
    <a:accent5>
      <a:srgbClr val="008272"/>
    </a:accent5>
    <a:accent6>
      <a:srgbClr val="D83B01"/>
    </a:accent6>
    <a:hlink>
      <a:srgbClr val="FFFFFF"/>
    </a:hlink>
    <a:folHlink>
      <a:srgbClr val="FFFF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280E50E37FE80499A5278BAAD72714A" ma:contentTypeVersion="1" ma:contentTypeDescription="Create a new document." ma:contentTypeScope="" ma:versionID="a1cd42ba2ffab6379308fbd636a4d73f">
  <xsd:schema xmlns:xsd="http://www.w3.org/2001/XMLSchema" xmlns:xs="http://www.w3.org/2001/XMLSchema" xmlns:p="http://schemas.microsoft.com/office/2006/metadata/properties" xmlns:ns2="670da6a4-462a-4f1c-b094-cf1bbbb6826b" targetNamespace="http://schemas.microsoft.com/office/2006/metadata/properties" ma:root="true" ma:fieldsID="f4fe5078471d77765453353b86284be1" ns2:_="">
    <xsd:import namespace="670da6a4-462a-4f1c-b094-cf1bbbb6826b"/>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0da6a4-462a-4f1c-b094-cf1bbbb6826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CC37CFBB-F869-472A-B563-5E826E12A4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0da6a4-462a-4f1c-b094-cf1bbbb682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990F116-B58F-4255-B05B-DA3808E0E5C6}">
  <ds:schemaRefs>
    <ds:schemaRef ds:uri="http://schemas.microsoft.com/office/2006/documentManagement/types"/>
    <ds:schemaRef ds:uri="http://www.w3.org/XML/1998/namespace"/>
    <ds:schemaRef ds:uri="http://purl.org/dc/elements/1.1/"/>
    <ds:schemaRef ds:uri="http://schemas.microsoft.com/office/2006/metadata/properties"/>
    <ds:schemaRef ds:uri="http://schemas.openxmlformats.org/package/2006/metadata/core-properties"/>
    <ds:schemaRef ds:uri="670da6a4-462a-4f1c-b094-cf1bbbb6826b"/>
    <ds:schemaRef ds:uri="http://purl.org/dc/dcmitype/"/>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16-9_Business_BLUE_2017_13</Template>
  <TotalTime>5250</TotalTime>
  <Words>1628</Words>
  <Application>Microsoft Office PowerPoint</Application>
  <PresentationFormat>Custom</PresentationFormat>
  <Paragraphs>161</Paragraphs>
  <Slides>52</Slides>
  <Notes>39</Notes>
  <HiddenSlides>0</HiddenSlides>
  <MMClips>1</MMClips>
  <ScaleCrop>false</ScaleCrop>
  <HeadingPairs>
    <vt:vector size="8" baseType="variant">
      <vt:variant>
        <vt:lpstr>Fonts Used</vt:lpstr>
      </vt:variant>
      <vt:variant>
        <vt:i4>13</vt:i4>
      </vt:variant>
      <vt:variant>
        <vt:lpstr>Theme</vt:lpstr>
      </vt:variant>
      <vt:variant>
        <vt:i4>20</vt:i4>
      </vt:variant>
      <vt:variant>
        <vt:lpstr>Embedded OLE Servers</vt:lpstr>
      </vt:variant>
      <vt:variant>
        <vt:i4>1</vt:i4>
      </vt:variant>
      <vt:variant>
        <vt:lpstr>Slide Titles</vt:lpstr>
      </vt:variant>
      <vt:variant>
        <vt:i4>52</vt:i4>
      </vt:variant>
    </vt:vector>
  </HeadingPairs>
  <TitlesOfParts>
    <vt:vector size="86" baseType="lpstr">
      <vt:lpstr>arial</vt:lpstr>
      <vt:lpstr>arial</vt:lpstr>
      <vt:lpstr>Arial Narrow</vt:lpstr>
      <vt:lpstr>Calibri</vt:lpstr>
      <vt:lpstr>Calibri Light</vt:lpstr>
      <vt:lpstr>Century Gothic</vt:lpstr>
      <vt:lpstr>Consolas</vt:lpstr>
      <vt:lpstr>Segoe</vt:lpstr>
      <vt:lpstr>Segoe UI</vt:lpstr>
      <vt:lpstr>Segoe UI Light</vt:lpstr>
      <vt:lpstr>Segoe UI Semilight</vt:lpstr>
      <vt:lpstr>TitilliumText25L</vt:lpstr>
      <vt:lpstr>Wingdings</vt:lpstr>
      <vt:lpstr>WHITE TEMPLATE</vt:lpstr>
      <vt:lpstr>Custom Design</vt:lpstr>
      <vt:lpstr>LIGHT GRAY TEMPLATE</vt:lpstr>
      <vt:lpstr>DARK GRAY TEMPLATE</vt:lpstr>
      <vt:lpstr>1_Azure_Tour_2015_TEMPLATE</vt:lpstr>
      <vt:lpstr>2_Azure_Tour_2015_TEMPLATE</vt:lpstr>
      <vt:lpstr>1_WHITE TEMPLATE</vt:lpstr>
      <vt:lpstr>6-50001_WPC 2016 Breakout Template</vt:lpstr>
      <vt:lpstr>2_COLOR TEMPLATE</vt:lpstr>
      <vt:lpstr>5-30055_SharePoint Template 2012 - 16x9 - Colored Accent Slides</vt:lpstr>
      <vt:lpstr>9_Azure_PPT_template 1</vt:lpstr>
      <vt:lpstr>5_COLOR TEMPLATE</vt:lpstr>
      <vt:lpstr>2_WHITE TEMPLATE</vt:lpstr>
      <vt:lpstr>8_WHITE TEMPLATE</vt:lpstr>
      <vt:lpstr>5_WHITE TEMPLATE</vt:lpstr>
      <vt:lpstr>6_WHITE TEMPLATE</vt:lpstr>
      <vt:lpstr>1_5-50109_Microsoft_Light_Template</vt:lpstr>
      <vt:lpstr>5-50109_Microsoft_Dark_Template</vt:lpstr>
      <vt:lpstr>6_COLOR TEMPLATE</vt:lpstr>
      <vt:lpstr>7_COLOR TEMPLATE</vt:lpstr>
      <vt:lpstr>think-cell Slide</vt:lpstr>
      <vt:lpstr>Microsoft 365 Overview</vt:lpstr>
      <vt:lpstr>PowerPoint Presentation</vt:lpstr>
      <vt:lpstr>Introduction to Office 365</vt:lpstr>
      <vt:lpstr>Introduction to Microsoft 365</vt:lpstr>
      <vt:lpstr>Cloud: Efficiency Versus Control</vt:lpstr>
      <vt:lpstr>Cloud Terminology</vt:lpstr>
      <vt:lpstr>Azure services everywhere</vt:lpstr>
      <vt:lpstr>PowerPoint Presentation</vt:lpstr>
      <vt:lpstr>Log in to Microsoft 365</vt:lpstr>
      <vt:lpstr>Why use Office 365?</vt:lpstr>
      <vt:lpstr>  </vt:lpstr>
      <vt:lpstr>PowerPoint Presentation</vt:lpstr>
      <vt:lpstr>Microsoft 365 : Collaborate with Office Online</vt:lpstr>
      <vt:lpstr>PowerPoint Presentation</vt:lpstr>
      <vt:lpstr>Office Suite: Word 365</vt:lpstr>
      <vt:lpstr>Office Suite: Excel 365</vt:lpstr>
      <vt:lpstr>Office Suite: Excel 365</vt:lpstr>
      <vt:lpstr>Office Suite: PowerPoint 365</vt:lpstr>
      <vt:lpstr>Office Suite: PowerPoint 365</vt:lpstr>
      <vt:lpstr>Office Suite: Outlook 365</vt:lpstr>
      <vt:lpstr>Office Suite: Outlook 365</vt:lpstr>
      <vt:lpstr>Outlook Web App</vt:lpstr>
      <vt:lpstr>Microsoft 365 : OneDrive for Business</vt:lpstr>
      <vt:lpstr>Microsoft 365 : OneDrive for Business</vt:lpstr>
      <vt:lpstr>Microsoft 365 : OneNote</vt:lpstr>
      <vt:lpstr>Microsoft 365 : OneNote </vt:lpstr>
      <vt:lpstr>Microsoft 365 : Office Online </vt:lpstr>
      <vt:lpstr>Microsoft 365 : SharePoint Online </vt:lpstr>
      <vt:lpstr>Microsoft 365 : SharePoint </vt:lpstr>
      <vt:lpstr>Microsoft 365 : Teams</vt:lpstr>
      <vt:lpstr>Microsoft 365 : Teams</vt:lpstr>
      <vt:lpstr>Exchange Online</vt:lpstr>
      <vt:lpstr>Exchange Online Archive</vt:lpstr>
      <vt:lpstr>Microsoft 365 Advanced Threat Protection</vt:lpstr>
      <vt:lpstr>People in Microsoft 365</vt:lpstr>
      <vt:lpstr>Microsoft To-Do</vt:lpstr>
      <vt:lpstr>Microsoft 365 : Sway</vt:lpstr>
      <vt:lpstr>Microsoft 365 : Delve</vt:lpstr>
      <vt:lpstr>Microsoft 365 : Microsoft Forms</vt:lpstr>
      <vt:lpstr>Microsoft 365 : Microsoft Stream</vt:lpstr>
      <vt:lpstr>Microsoft 365 : Microsoft Bookings</vt:lpstr>
      <vt:lpstr>Microsoft 365 : Microsoft Staff hubs</vt:lpstr>
      <vt:lpstr>Microsoft 365 : Microsoft Planner</vt:lpstr>
      <vt:lpstr>Microsoft 365 : Microsoft Invoicing</vt:lpstr>
      <vt:lpstr>Microsoft 365 : Microsoft Flow</vt:lpstr>
      <vt:lpstr>Microsoft 365 : Microsoft MyAnalytics</vt:lpstr>
      <vt:lpstr>Microsoft 365 : Microsoft Intune</vt:lpstr>
      <vt:lpstr>Microsoft 365 : Azure Information Protection</vt:lpstr>
      <vt:lpstr>Microsoft 365 : Azure Active Directory Premium</vt:lpstr>
      <vt:lpstr>Microsoft 365: Windows 11 Business</vt:lpstr>
      <vt:lpstr>PowerPoint Presentation</vt:lpstr>
      <vt:lpstr>PowerPoint Presentation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Name]</dc:title>
  <dc:subject>&lt;Speech title here&gt;</dc:subject>
  <dc:creator>Joel Yoker</dc:creator>
  <cp:keywords/>
  <dc:description>Template: _x000d_
Formatting: _x000d_
Audience Type:</dc:description>
  <cp:lastModifiedBy>Salin Kumar</cp:lastModifiedBy>
  <cp:revision>116</cp:revision>
  <dcterms:created xsi:type="dcterms:W3CDTF">2017-04-23T14:28:23Z</dcterms:created>
  <dcterms:modified xsi:type="dcterms:W3CDTF">2022-09-11T13:52:44Z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0x010100B280E50E37FE80499A5278BAAD72714A</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ies>
</file>